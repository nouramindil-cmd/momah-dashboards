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52" r:id="rId5"/>
    <p:sldId id="269" r:id="rId6"/>
    <p:sldId id="259" r:id="rId7"/>
    <p:sldId id="257" r:id="rId8"/>
    <p:sldId id="258" r:id="rId9"/>
    <p:sldId id="2147483643" r:id="rId10"/>
    <p:sldId id="263" r:id="rId11"/>
    <p:sldId id="262" r:id="rId12"/>
    <p:sldId id="264" r:id="rId13"/>
    <p:sldId id="2147483646" r:id="rId14"/>
    <p:sldId id="256" r:id="rId15"/>
    <p:sldId id="267" r:id="rId16"/>
    <p:sldId id="268" r:id="rId17"/>
    <p:sldId id="266" r:id="rId18"/>
    <p:sldId id="260" r:id="rId19"/>
  </p:sldIdLst>
  <p:sldSz cx="20104100" cy="11309350"/>
  <p:notesSz cx="6950075" cy="9236075"/>
  <p:custShowLst>
    <p:custShow name="Format Guide Workshop" id="0">
      <p:sldLst/>
    </p:custShow>
  </p:custShowLst>
  <p:custDataLst>
    <p:tags r:id="rId22"/>
  </p:custDataLst>
  <p:defaultTextStyle>
    <a:defPPr>
      <a:defRPr lang="en-US"/>
    </a:defPPr>
    <a:lvl1pPr algn="l" defTabSz="1506538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Basis Grotesque Arabic Pro"/>
        <a:ea typeface="+mn-ea"/>
        <a:cs typeface="+mn-cs"/>
      </a:defRPr>
    </a:lvl1pPr>
    <a:lvl2pPr marL="752475" indent="-295275" algn="l" defTabSz="1506538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Basis Grotesque Arabic Pro"/>
        <a:ea typeface="+mn-ea"/>
        <a:cs typeface="+mn-cs"/>
      </a:defRPr>
    </a:lvl2pPr>
    <a:lvl3pPr marL="1506538" indent="-592138" algn="l" defTabSz="1506538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Basis Grotesque Arabic Pro"/>
        <a:ea typeface="+mn-ea"/>
        <a:cs typeface="+mn-cs"/>
      </a:defRPr>
    </a:lvl3pPr>
    <a:lvl4pPr marL="2260600" indent="-889000" algn="l" defTabSz="1506538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Basis Grotesque Arabic Pro"/>
        <a:ea typeface="+mn-ea"/>
        <a:cs typeface="+mn-cs"/>
      </a:defRPr>
    </a:lvl4pPr>
    <a:lvl5pPr marL="3014663" indent="-1185863" algn="l" defTabSz="1506538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Basis Grotesque Arabic Pro"/>
        <a:ea typeface="+mn-ea"/>
        <a:cs typeface="+mn-cs"/>
      </a:defRPr>
    </a:lvl5pPr>
    <a:lvl6pPr marL="2286000" algn="l" defTabSz="914400" rtl="0" eaLnBrk="1" latinLnBrk="0" hangingPunct="1">
      <a:defRPr sz="2900" kern="1200">
        <a:solidFill>
          <a:schemeClr val="tx1"/>
        </a:solidFill>
        <a:latin typeface="Basis Grotesque Arabic Pro"/>
        <a:ea typeface="+mn-ea"/>
        <a:cs typeface="+mn-cs"/>
      </a:defRPr>
    </a:lvl6pPr>
    <a:lvl7pPr marL="2743200" algn="l" defTabSz="914400" rtl="0" eaLnBrk="1" latinLnBrk="0" hangingPunct="1">
      <a:defRPr sz="2900" kern="1200">
        <a:solidFill>
          <a:schemeClr val="tx1"/>
        </a:solidFill>
        <a:latin typeface="Basis Grotesque Arabic Pro"/>
        <a:ea typeface="+mn-ea"/>
        <a:cs typeface="+mn-cs"/>
      </a:defRPr>
    </a:lvl7pPr>
    <a:lvl8pPr marL="3200400" algn="l" defTabSz="914400" rtl="0" eaLnBrk="1" latinLnBrk="0" hangingPunct="1">
      <a:defRPr sz="2900" kern="1200">
        <a:solidFill>
          <a:schemeClr val="tx1"/>
        </a:solidFill>
        <a:latin typeface="Basis Grotesque Arabic Pro"/>
        <a:ea typeface="+mn-ea"/>
        <a:cs typeface="+mn-cs"/>
      </a:defRPr>
    </a:lvl8pPr>
    <a:lvl9pPr marL="3657600" algn="l" defTabSz="914400" rtl="0" eaLnBrk="1" latinLnBrk="0" hangingPunct="1">
      <a:defRPr sz="2900" kern="1200">
        <a:solidFill>
          <a:schemeClr val="tx1"/>
        </a:solidFill>
        <a:latin typeface="Basis Grotesque Arabic Pro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/>
    <p:restoredTop sz="96143"/>
  </p:normalViewPr>
  <p:slideViewPr>
    <p:cSldViewPr snapToGrid="0">
      <p:cViewPr varScale="1">
        <p:scale>
          <a:sx n="74" d="100"/>
          <a:sy n="74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F58531-1E8D-4DF7-9DE8-949928D93B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defTabSz="1507894" eaLnBrk="1" fontAlgn="auto" hangingPunct="1">
              <a:spcBef>
                <a:spcPts val="0"/>
              </a:spcBef>
              <a:spcAft>
                <a:spcPts val="0"/>
              </a:spcAft>
              <a:defRPr sz="800">
                <a:latin typeface="Basis Grotesque Arabic Pro" panose="020B0503030604040103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59C65-E317-7377-A1CC-E48FC052C7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defTabSz="1507894" eaLnBrk="1" fontAlgn="auto" hangingPunct="1">
              <a:spcBef>
                <a:spcPts val="0"/>
              </a:spcBef>
              <a:spcAft>
                <a:spcPts val="0"/>
              </a:spcAft>
              <a:defRPr sz="800">
                <a:latin typeface="Basis Grotesque Arabic Pro" panose="020B0503030604040103" pitchFamily="34" charset="0"/>
              </a:defRPr>
            </a:lvl1pPr>
          </a:lstStyle>
          <a:p>
            <a:pPr>
              <a:defRPr/>
            </a:pPr>
            <a:fld id="{DF470145-FB31-AD4C-9EA1-BB7D8D850913}" type="datetimeFigureOut">
              <a:rPr lang="en-US"/>
              <a:pPr>
                <a:defRPr/>
              </a:pPr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634AF-715E-8ADC-715E-E36E9660E9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defTabSz="1507894" eaLnBrk="1" fontAlgn="auto" hangingPunct="1">
              <a:spcBef>
                <a:spcPts val="0"/>
              </a:spcBef>
              <a:spcAft>
                <a:spcPts val="0"/>
              </a:spcAft>
              <a:defRPr sz="800">
                <a:latin typeface="Basis Grotesque Arabic Pro" panose="020B0503030604040103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E6E5B-677B-ABB8-1F7E-45B8DAB45F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 defTabSz="1507894" eaLnBrk="1" fontAlgn="auto" hangingPunct="1">
              <a:spcBef>
                <a:spcPts val="0"/>
              </a:spcBef>
              <a:spcAft>
                <a:spcPts val="0"/>
              </a:spcAft>
              <a:defRPr sz="800">
                <a:latin typeface="Basis Grotesque Arabic Pro" panose="020B0503030604040103" pitchFamily="34" charset="0"/>
              </a:defRPr>
            </a:lvl1pPr>
          </a:lstStyle>
          <a:p>
            <a:pPr>
              <a:defRPr/>
            </a:pPr>
            <a:fld id="{C1B41272-8DE9-7348-B5A6-452BE7117B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31EFE1F1-30D6-39D4-8B06-54EC24E63FDB}"/>
              </a:ext>
            </a:extLst>
          </p:cNvPr>
          <p:cNvSpPr/>
          <p:nvPr/>
        </p:nvSpPr>
        <p:spPr>
          <a:xfrm>
            <a:off x="0" y="4410075"/>
            <a:ext cx="6948488" cy="482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492" tIns="46246" rIns="92492" bIns="46246" anchor="ctr"/>
          <a:lstStyle/>
          <a:p>
            <a:pPr algn="ctr" defTabSz="15078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0">
              <a:latin typeface="Basis Grotesque Arabic Pro" panose="020B0503030604040103" pitchFamily="34" charset="0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824C7B-E8EF-C5FD-0F67-C230AC7231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82550" y="0"/>
            <a:ext cx="2928938" cy="463550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defTabSz="1507894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Basis Grotesque Arabic Pro" panose="020B0503030604040103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D260799-ECB2-5322-4EE3-D12C2B55F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2492" tIns="46246" rIns="92492" bIns="46246" rtlCol="0" anchor="ctr"/>
          <a:lstStyle/>
          <a:p>
            <a:pPr lvl="0"/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49481-E651-499F-9D6F-E38C82719C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82550" y="8743950"/>
            <a:ext cx="2928938" cy="463550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defTabSz="1507894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Basis Grotesque Arabic Pro" panose="020B0503030604040103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94E47-9C34-7D1F-F608-961CA6D79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37000" y="8743950"/>
            <a:ext cx="2919413" cy="463550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 defTabSz="1507894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Basis Grotesque Arabic Pro" panose="020B0503030604040103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969833A-BA66-693B-0E26-62F5C4B59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58763" y="4714875"/>
            <a:ext cx="6413500" cy="376872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F1240C5-7415-0964-8904-23A4B453992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50789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Basis Grotesque Arabic Pro" panose="020B0503030604040103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80C3CDE3-8B22-2D4F-B46C-E7C428D45D94}" type="datetimeFigureOut">
              <a:rPr lang="en-US"/>
              <a:pPr>
                <a:defRPr/>
              </a:pPr>
              <a:t>7/6/26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506538" rtl="0" eaLnBrk="0" fontAlgn="base" hangingPunct="0">
      <a:spcBef>
        <a:spcPct val="30000"/>
      </a:spcBef>
      <a:spcAft>
        <a:spcPts val="988"/>
      </a:spcAft>
      <a:buFont typeface="Arial" panose="020B0604020202020204" pitchFamily="34" charset="0"/>
      <a:buChar char="​"/>
      <a:defRPr sz="1900" kern="1200">
        <a:solidFill>
          <a:schemeClr val="tx1"/>
        </a:solidFill>
        <a:latin typeface="Basis Grotesque Arabic Pro" panose="020B0503030604040103" pitchFamily="34" charset="0"/>
        <a:ea typeface="+mn-ea"/>
        <a:cs typeface="+mn-cs"/>
      </a:defRPr>
    </a:lvl1pPr>
    <a:lvl2pPr marL="187325" indent="-187325" algn="l" defTabSz="1506538" rtl="0" eaLnBrk="0" fontAlgn="base" hangingPunct="0">
      <a:spcBef>
        <a:spcPct val="30000"/>
      </a:spcBef>
      <a:spcAft>
        <a:spcPts val="988"/>
      </a:spcAft>
      <a:buFont typeface="Arial" panose="020B0604020202020204" pitchFamily="34" charset="0"/>
      <a:buChar char="•"/>
      <a:defRPr sz="1900" kern="1200">
        <a:solidFill>
          <a:schemeClr val="tx1"/>
        </a:solidFill>
        <a:latin typeface="Basis Grotesque Arabic Pro" panose="020B0503030604040103" pitchFamily="34" charset="0"/>
        <a:ea typeface="+mn-ea"/>
        <a:cs typeface="+mn-cs"/>
      </a:defRPr>
    </a:lvl2pPr>
    <a:lvl3pPr marL="376238" indent="-187325" algn="l" defTabSz="1506538" rtl="0" eaLnBrk="0" fontAlgn="base" hangingPunct="0">
      <a:spcBef>
        <a:spcPct val="30000"/>
      </a:spcBef>
      <a:spcAft>
        <a:spcPts val="988"/>
      </a:spcAft>
      <a:buClr>
        <a:schemeClr val="tx2"/>
      </a:buClr>
      <a:buFont typeface="Arial" panose="020B0604020202020204" pitchFamily="34" charset="0"/>
      <a:buChar char="•"/>
      <a:defRPr sz="1900" kern="1200">
        <a:solidFill>
          <a:schemeClr val="tx1"/>
        </a:solidFill>
        <a:latin typeface="Basis Grotesque Arabic Pro" panose="020B0503030604040103" pitchFamily="34" charset="0"/>
        <a:ea typeface="+mn-ea"/>
        <a:cs typeface="+mn-cs"/>
      </a:defRPr>
    </a:lvl3pPr>
    <a:lvl4pPr marL="847725" indent="-187325" algn="l" defTabSz="1506538" rtl="0" eaLnBrk="0" fontAlgn="base" hangingPunct="0">
      <a:spcBef>
        <a:spcPct val="30000"/>
      </a:spcBef>
      <a:spcAft>
        <a:spcPts val="988"/>
      </a:spcAft>
      <a:buFont typeface="Arial" panose="020B0604020202020204" pitchFamily="34" charset="0"/>
      <a:buChar char="•"/>
      <a:defRPr sz="1600" kern="1200">
        <a:solidFill>
          <a:schemeClr val="tx1"/>
        </a:solidFill>
        <a:latin typeface="Basis Grotesque Arabic Pro" panose="020B0503030604040103" pitchFamily="34" charset="0"/>
        <a:ea typeface="+mn-ea"/>
        <a:cs typeface="+mn-cs"/>
      </a:defRPr>
    </a:lvl4pPr>
    <a:lvl5pPr marL="1130300" indent="-187325" algn="l" defTabSz="1506538" rtl="0" eaLnBrk="0" fontAlgn="base" hangingPunct="0">
      <a:spcBef>
        <a:spcPct val="30000"/>
      </a:spcBef>
      <a:spcAft>
        <a:spcPts val="988"/>
      </a:spcAft>
      <a:buClr>
        <a:schemeClr val="tx2"/>
      </a:buClr>
      <a:buFont typeface="Arial" panose="020B0604020202020204" pitchFamily="34" charset="0"/>
      <a:buChar char="•"/>
      <a:defRPr sz="1600" i="1" kern="1200">
        <a:solidFill>
          <a:schemeClr val="tx1"/>
        </a:solidFill>
        <a:latin typeface="Basis Grotesque Arabic Pro" panose="020B0503030604040103" pitchFamily="34" charset="0"/>
        <a:ea typeface="+mn-ea"/>
        <a:cs typeface="+mn-cs"/>
      </a:defRPr>
    </a:lvl5pPr>
    <a:lvl6pPr marL="3768785" algn="l" defTabSz="1507894" rtl="0" eaLnBrk="1" latinLnBrk="0" hangingPunct="1">
      <a:defRPr sz="1981" kern="1200">
        <a:solidFill>
          <a:schemeClr val="tx1"/>
        </a:solidFill>
        <a:latin typeface="+mn-lt"/>
        <a:ea typeface="+mn-ea"/>
        <a:cs typeface="+mn-cs"/>
      </a:defRPr>
    </a:lvl6pPr>
    <a:lvl7pPr marL="4523050" algn="l" defTabSz="1507894" rtl="0" eaLnBrk="1" latinLnBrk="0" hangingPunct="1">
      <a:defRPr sz="1981" kern="1200">
        <a:solidFill>
          <a:schemeClr val="tx1"/>
        </a:solidFill>
        <a:latin typeface="+mn-lt"/>
        <a:ea typeface="+mn-ea"/>
        <a:cs typeface="+mn-cs"/>
      </a:defRPr>
    </a:lvl7pPr>
    <a:lvl8pPr marL="5276682" algn="l" defTabSz="1507894" rtl="0" eaLnBrk="1" latinLnBrk="0" hangingPunct="1">
      <a:defRPr sz="1981" kern="1200">
        <a:solidFill>
          <a:schemeClr val="tx1"/>
        </a:solidFill>
        <a:latin typeface="+mn-lt"/>
        <a:ea typeface="+mn-ea"/>
        <a:cs typeface="+mn-cs"/>
      </a:defRPr>
    </a:lvl8pPr>
    <a:lvl9pPr marL="6030309" algn="l" defTabSz="1507894" rtl="0" eaLnBrk="1" latinLnBrk="0" hangingPunct="1">
      <a:defRPr sz="198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04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2D1D-31DC-0954-1A3E-CADA6D43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ADD00-D74C-9B4E-6A09-28AFC4126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D222E-BFB6-0CE2-BCDF-AEA185F6F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33F1E-6E21-3E15-5CF2-0AB78E54D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71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17D94-9526-D867-BD2E-241E5898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217D37-B6C9-EFB8-F512-9447316E6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C00396-39E2-F0DD-5618-7742F772B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B77545-E89D-9FEA-D6C0-E8862D6B7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87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D618-963A-ED4D-4CAE-47B6CB24A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D298C-C658-F98C-78E4-B2DA9B100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A0F8A-120A-FDFE-0CB9-81C30B59F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AE6A1-7946-CB2B-A02C-0BFF2B9C1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78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28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4B6C-D997-19FA-48AA-FAC770794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9C582-E652-CB8A-E013-791C57950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F0CDB-EF57-D0C3-AC73-A8F1EA961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14C6-C8E3-6B77-08DC-7C5E55C32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97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5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9BF01-6307-E82C-2166-DE02E117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AA343-0E9E-1DF6-3D07-C7B4E6C20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164ED-10F8-F7A2-AC30-CDECF9F0B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196A3-97F3-B0C0-CC46-48B08657B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66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84B40-4ECE-1F37-FFDF-6A2504F1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6BA679-D8CC-4602-2DD7-DF0465751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40E7C0-F194-1375-63D6-6B7D5DF97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2A30BA-39DD-4BD0-DB8E-3D84F8A01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20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EA75E-C29C-291E-5007-1F75201D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91BCE1-341A-87AA-D889-B9A81BFE0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913067-BFA2-47D4-316B-4B2B1C154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0C8FB3-8F6C-5FB3-6873-DE8006F94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98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0CC1D-1320-EED8-5DFA-D519C182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37C75-4447-0F70-381A-FF6FD9FB0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F821F-0324-9DA7-1DFE-555F0EE3C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F5898-3233-EAE5-7CC0-92E811159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54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CF3C-4527-63C7-F801-83D05F36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B3050-AAAC-EC35-8B72-00B4EC961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EF499-DC15-0E2D-364A-3F3E38687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1100B-CB09-ECCD-D56B-D3E127EFA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Notes view: </a:t>
            </a:r>
            <a:fld id="{FAE72B9E-80A6-2D4E-B460-64FE74C1C3E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63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506538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ts val="988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7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7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7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7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7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7.emf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7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7.emf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7.emf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7.emf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2973F63F-0D0A-F0A3-5189-E176F8B3CC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100" imgH="38100" progId="TCLayout.ActiveDocument.1">
                  <p:embed/>
                </p:oleObj>
              </mc:Choice>
              <mc:Fallback>
                <p:oleObj name="think-cell Slide" r:id="rId4" imgW="38100" imgH="38100" progId="TCLayout.ActiveDocument.1">
                  <p:embed/>
                  <p:pic>
                    <p:nvPicPr>
                      <p:cNvPr id="82946" name="Object 2" hidden="1">
                        <a:extLst>
                          <a:ext uri="{FF2B5EF4-FFF2-40B4-BE49-F238E27FC236}">
                            <a16:creationId xmlns:a16="http://schemas.microsoft.com/office/drawing/2014/main" id="{392A3696-20F4-D9B7-41CB-5C019F5850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5E0237A-C4ED-4AB9-E476-33D56C58DC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61938" cy="261938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defTabSz="1508080" eaLnBrk="1" fontAlgn="auto" hangingPunct="1">
              <a:lnSpc>
                <a:spcPct val="93000"/>
              </a:lnSpc>
              <a:defRPr/>
            </a:pPr>
            <a:endParaRPr lang="en-US" sz="5400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82F324-A550-87E1-B52A-FDFEE271FF41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rgbClr val="004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4D5680-BB2D-1122-9C88-8F9CAE7AA70B}"/>
              </a:ext>
            </a:extLst>
          </p:cNvPr>
          <p:cNvGrpSpPr/>
          <p:nvPr/>
        </p:nvGrpSpPr>
        <p:grpSpPr>
          <a:xfrm>
            <a:off x="10280459" y="3"/>
            <a:ext cx="9851352" cy="11302013"/>
            <a:chOff x="2161310" y="3668712"/>
            <a:chExt cx="9624297" cy="11041521"/>
          </a:xfrm>
          <a:solidFill>
            <a:srgbClr val="FFFFFF"/>
          </a:solidFill>
        </p:grpSpPr>
        <p:sp>
          <p:nvSpPr>
            <p:cNvPr id="6" name="Freeform: Shape 18">
              <a:extLst>
                <a:ext uri="{FF2B5EF4-FFF2-40B4-BE49-F238E27FC236}">
                  <a16:creationId xmlns:a16="http://schemas.microsoft.com/office/drawing/2014/main" id="{9D949DEE-2CF2-19D4-D5BC-104E9865450C}"/>
                </a:ext>
              </a:extLst>
            </p:cNvPr>
            <p:cNvSpPr/>
            <p:nvPr/>
          </p:nvSpPr>
          <p:spPr>
            <a:xfrm>
              <a:off x="2985204" y="5019737"/>
              <a:ext cx="8793514" cy="2667180"/>
            </a:xfrm>
            <a:custGeom>
              <a:avLst/>
              <a:gdLst>
                <a:gd name="connsiteX0" fmla="*/ 8793514 w 8793514"/>
                <a:gd name="connsiteY0" fmla="*/ 2508181 h 2667180"/>
                <a:gd name="connsiteX1" fmla="*/ 8790599 w 8793514"/>
                <a:gd name="connsiteY1" fmla="*/ 2507915 h 2667180"/>
                <a:gd name="connsiteX2" fmla="*/ 5290734 w 8793514"/>
                <a:gd name="connsiteY2" fmla="*/ 2507915 h 2667180"/>
                <a:gd name="connsiteX3" fmla="*/ 114209 w 8793514"/>
                <a:gd name="connsiteY3" fmla="*/ 7898 h 2667180"/>
                <a:gd name="connsiteX4" fmla="*/ 7943 w 8793514"/>
                <a:gd name="connsiteY4" fmla="*/ 44998 h 2667180"/>
                <a:gd name="connsiteX5" fmla="*/ 45044 w 8793514"/>
                <a:gd name="connsiteY5" fmla="*/ 151263 h 2667180"/>
                <a:gd name="connsiteX6" fmla="*/ 5237999 w 8793514"/>
                <a:gd name="connsiteY6" fmla="*/ 2659231 h 2667180"/>
                <a:gd name="connsiteX7" fmla="*/ 5272449 w 8793514"/>
                <a:gd name="connsiteY7" fmla="*/ 2667181 h 2667180"/>
                <a:gd name="connsiteX8" fmla="*/ 8790334 w 8793514"/>
                <a:gd name="connsiteY8" fmla="*/ 2667181 h 2667180"/>
                <a:gd name="connsiteX9" fmla="*/ 8793249 w 8793514"/>
                <a:gd name="connsiteY9" fmla="*/ 2666916 h 2667180"/>
                <a:gd name="connsiteX10" fmla="*/ 8793249 w 8793514"/>
                <a:gd name="connsiteY10" fmla="*/ 2508445 h 2667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93514" h="2667180">
                  <a:moveTo>
                    <a:pt x="8793514" y="2508181"/>
                  </a:moveTo>
                  <a:cubicBezTo>
                    <a:pt x="8793514" y="2508181"/>
                    <a:pt x="8791659" y="2507915"/>
                    <a:pt x="8790599" y="2507915"/>
                  </a:cubicBezTo>
                  <a:lnTo>
                    <a:pt x="5290734" y="2507915"/>
                  </a:lnTo>
                  <a:lnTo>
                    <a:pt x="114209" y="7898"/>
                  </a:lnTo>
                  <a:cubicBezTo>
                    <a:pt x="74459" y="-11182"/>
                    <a:pt x="27023" y="5513"/>
                    <a:pt x="7943" y="44998"/>
                  </a:cubicBezTo>
                  <a:cubicBezTo>
                    <a:pt x="-11137" y="84483"/>
                    <a:pt x="5293" y="132183"/>
                    <a:pt x="45044" y="151263"/>
                  </a:cubicBezTo>
                  <a:lnTo>
                    <a:pt x="5237999" y="2659231"/>
                  </a:lnTo>
                  <a:cubicBezTo>
                    <a:pt x="5248864" y="2664531"/>
                    <a:pt x="5260524" y="2667181"/>
                    <a:pt x="5272449" y="2667181"/>
                  </a:cubicBezTo>
                  <a:lnTo>
                    <a:pt x="8790334" y="2667181"/>
                  </a:lnTo>
                  <a:cubicBezTo>
                    <a:pt x="8790334" y="2667181"/>
                    <a:pt x="8792189" y="2667181"/>
                    <a:pt x="8793249" y="2666916"/>
                  </a:cubicBezTo>
                  <a:lnTo>
                    <a:pt x="8793249" y="2508445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7" name="Freeform: Shape 22">
              <a:extLst>
                <a:ext uri="{FF2B5EF4-FFF2-40B4-BE49-F238E27FC236}">
                  <a16:creationId xmlns:a16="http://schemas.microsoft.com/office/drawing/2014/main" id="{30DDB3EE-43D2-B5E8-F5AB-2C2757A510BE}"/>
                </a:ext>
              </a:extLst>
            </p:cNvPr>
            <p:cNvSpPr/>
            <p:nvPr/>
          </p:nvSpPr>
          <p:spPr>
            <a:xfrm>
              <a:off x="5282223" y="10161760"/>
              <a:ext cx="6496229" cy="4548473"/>
            </a:xfrm>
            <a:custGeom>
              <a:avLst/>
              <a:gdLst>
                <a:gd name="connsiteX0" fmla="*/ 199281 w 6496229"/>
                <a:gd name="connsiteY0" fmla="*/ 4548473 h 4548473"/>
                <a:gd name="connsiteX1" fmla="*/ 438311 w 6496229"/>
                <a:gd name="connsiteY1" fmla="*/ 4231002 h 4548473"/>
                <a:gd name="connsiteX2" fmla="*/ 1873820 w 6496229"/>
                <a:gd name="connsiteY2" fmla="*/ 4231002 h 4548473"/>
                <a:gd name="connsiteX3" fmla="*/ 1942721 w 6496229"/>
                <a:gd name="connsiteY3" fmla="*/ 4191252 h 4548473"/>
                <a:gd name="connsiteX4" fmla="*/ 4280028 w 6496229"/>
                <a:gd name="connsiteY4" fmla="*/ 159000 h 4548473"/>
                <a:gd name="connsiteX5" fmla="*/ 6493314 w 6496229"/>
                <a:gd name="connsiteY5" fmla="*/ 159000 h 4548473"/>
                <a:gd name="connsiteX6" fmla="*/ 6496229 w 6496229"/>
                <a:gd name="connsiteY6" fmla="*/ 158735 h 4548473"/>
                <a:gd name="connsiteX7" fmla="*/ 6496229 w 6496229"/>
                <a:gd name="connsiteY7" fmla="*/ 265 h 4548473"/>
                <a:gd name="connsiteX8" fmla="*/ 6493314 w 6496229"/>
                <a:gd name="connsiteY8" fmla="*/ 0 h 4548473"/>
                <a:gd name="connsiteX9" fmla="*/ 4234182 w 6496229"/>
                <a:gd name="connsiteY9" fmla="*/ 0 h 4548473"/>
                <a:gd name="connsiteX10" fmla="*/ 4165283 w 6496229"/>
                <a:gd name="connsiteY10" fmla="*/ 39750 h 4548473"/>
                <a:gd name="connsiteX11" fmla="*/ 1827975 w 6496229"/>
                <a:gd name="connsiteY11" fmla="*/ 4072002 h 4548473"/>
                <a:gd name="connsiteX12" fmla="*/ 398561 w 6496229"/>
                <a:gd name="connsiteY12" fmla="*/ 4072002 h 4548473"/>
                <a:gd name="connsiteX13" fmla="*/ 334961 w 6496229"/>
                <a:gd name="connsiteY13" fmla="*/ 4103802 h 4548473"/>
                <a:gd name="connsiteX14" fmla="*/ 0 w 6496229"/>
                <a:gd name="connsiteY14" fmla="*/ 4548473 h 4548473"/>
                <a:gd name="connsiteX15" fmla="*/ 199016 w 6496229"/>
                <a:gd name="connsiteY15" fmla="*/ 4548473 h 454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96229" h="4548473">
                  <a:moveTo>
                    <a:pt x="199281" y="4548473"/>
                  </a:moveTo>
                  <a:lnTo>
                    <a:pt x="438311" y="4231002"/>
                  </a:lnTo>
                  <a:lnTo>
                    <a:pt x="1873820" y="4231002"/>
                  </a:lnTo>
                  <a:cubicBezTo>
                    <a:pt x="1902176" y="4231002"/>
                    <a:pt x="1928411" y="4215897"/>
                    <a:pt x="1942721" y="4191252"/>
                  </a:cubicBezTo>
                  <a:lnTo>
                    <a:pt x="4280028" y="159000"/>
                  </a:lnTo>
                  <a:lnTo>
                    <a:pt x="6493314" y="159000"/>
                  </a:lnTo>
                  <a:cubicBezTo>
                    <a:pt x="6493314" y="159000"/>
                    <a:pt x="6495169" y="159000"/>
                    <a:pt x="6496229" y="158735"/>
                  </a:cubicBezTo>
                  <a:lnTo>
                    <a:pt x="6496229" y="265"/>
                  </a:lnTo>
                  <a:cubicBezTo>
                    <a:pt x="6496229" y="265"/>
                    <a:pt x="6494374" y="0"/>
                    <a:pt x="6493314" y="0"/>
                  </a:cubicBezTo>
                  <a:lnTo>
                    <a:pt x="4234182" y="0"/>
                  </a:lnTo>
                  <a:cubicBezTo>
                    <a:pt x="4205828" y="0"/>
                    <a:pt x="4179592" y="15105"/>
                    <a:pt x="4165283" y="39750"/>
                  </a:cubicBezTo>
                  <a:lnTo>
                    <a:pt x="1827975" y="4072002"/>
                  </a:lnTo>
                  <a:lnTo>
                    <a:pt x="398561" y="4072002"/>
                  </a:lnTo>
                  <a:cubicBezTo>
                    <a:pt x="373651" y="4072002"/>
                    <a:pt x="350066" y="4083662"/>
                    <a:pt x="334961" y="4103802"/>
                  </a:cubicBezTo>
                  <a:lnTo>
                    <a:pt x="0" y="4548473"/>
                  </a:lnTo>
                  <a:lnTo>
                    <a:pt x="199016" y="4548473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8" name="Freeform: Shape 23">
              <a:extLst>
                <a:ext uri="{FF2B5EF4-FFF2-40B4-BE49-F238E27FC236}">
                  <a16:creationId xmlns:a16="http://schemas.microsoft.com/office/drawing/2014/main" id="{178B44CD-8D05-73B7-3413-1DC961B4DE9A}"/>
                </a:ext>
              </a:extLst>
            </p:cNvPr>
            <p:cNvSpPr/>
            <p:nvPr/>
          </p:nvSpPr>
          <p:spPr>
            <a:xfrm>
              <a:off x="4032215" y="9325418"/>
              <a:ext cx="7746767" cy="3365244"/>
            </a:xfrm>
            <a:custGeom>
              <a:avLst/>
              <a:gdLst>
                <a:gd name="connsiteX0" fmla="*/ 7746503 w 7746767"/>
                <a:gd name="connsiteY0" fmla="*/ 0 h 3365244"/>
                <a:gd name="connsiteX1" fmla="*/ 4367743 w 7746767"/>
                <a:gd name="connsiteY1" fmla="*/ 0 h 3365244"/>
                <a:gd name="connsiteX2" fmla="*/ 4299903 w 7746767"/>
                <a:gd name="connsiteY2" fmla="*/ 37895 h 3365244"/>
                <a:gd name="connsiteX3" fmla="*/ 2356122 w 7746767"/>
                <a:gd name="connsiteY3" fmla="*/ 3206245 h 3365244"/>
                <a:gd name="connsiteX4" fmla="*/ 79500 w 7746767"/>
                <a:gd name="connsiteY4" fmla="*/ 3206245 h 3365244"/>
                <a:gd name="connsiteX5" fmla="*/ 0 w 7746767"/>
                <a:gd name="connsiteY5" fmla="*/ 3285745 h 3365244"/>
                <a:gd name="connsiteX6" fmla="*/ 79500 w 7746767"/>
                <a:gd name="connsiteY6" fmla="*/ 3365245 h 3365244"/>
                <a:gd name="connsiteX7" fmla="*/ 2400642 w 7746767"/>
                <a:gd name="connsiteY7" fmla="*/ 3365245 h 3365244"/>
                <a:gd name="connsiteX8" fmla="*/ 2468482 w 7746767"/>
                <a:gd name="connsiteY8" fmla="*/ 3327349 h 3365244"/>
                <a:gd name="connsiteX9" fmla="*/ 4412263 w 7746767"/>
                <a:gd name="connsiteY9" fmla="*/ 159000 h 3365244"/>
                <a:gd name="connsiteX10" fmla="*/ 7746768 w 7746767"/>
                <a:gd name="connsiteY10" fmla="*/ 159000 h 3365244"/>
                <a:gd name="connsiteX11" fmla="*/ 7746768 w 7746767"/>
                <a:gd name="connsiteY11" fmla="*/ 0 h 336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46767" h="3365244">
                  <a:moveTo>
                    <a:pt x="7746503" y="0"/>
                  </a:moveTo>
                  <a:lnTo>
                    <a:pt x="4367743" y="0"/>
                  </a:lnTo>
                  <a:cubicBezTo>
                    <a:pt x="4340183" y="0"/>
                    <a:pt x="4314478" y="14310"/>
                    <a:pt x="4299903" y="37895"/>
                  </a:cubicBezTo>
                  <a:lnTo>
                    <a:pt x="2356122" y="3206245"/>
                  </a:lnTo>
                  <a:lnTo>
                    <a:pt x="79500" y="3206245"/>
                  </a:lnTo>
                  <a:cubicBezTo>
                    <a:pt x="35510" y="3206245"/>
                    <a:pt x="0" y="3241755"/>
                    <a:pt x="0" y="3285745"/>
                  </a:cubicBezTo>
                  <a:cubicBezTo>
                    <a:pt x="0" y="3329734"/>
                    <a:pt x="35510" y="3365245"/>
                    <a:pt x="79500" y="3365245"/>
                  </a:cubicBezTo>
                  <a:lnTo>
                    <a:pt x="2400642" y="3365245"/>
                  </a:lnTo>
                  <a:cubicBezTo>
                    <a:pt x="2428202" y="3365245"/>
                    <a:pt x="2453907" y="3350935"/>
                    <a:pt x="2468482" y="3327349"/>
                  </a:cubicBezTo>
                  <a:lnTo>
                    <a:pt x="4412263" y="159000"/>
                  </a:lnTo>
                  <a:lnTo>
                    <a:pt x="7746768" y="159000"/>
                  </a:lnTo>
                  <a:lnTo>
                    <a:pt x="7746768" y="0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9" name="Freeform: Shape 24">
              <a:extLst>
                <a:ext uri="{FF2B5EF4-FFF2-40B4-BE49-F238E27FC236}">
                  <a16:creationId xmlns:a16="http://schemas.microsoft.com/office/drawing/2014/main" id="{A4453C5B-4531-A189-A2A8-AE8453DD1676}"/>
                </a:ext>
              </a:extLst>
            </p:cNvPr>
            <p:cNvSpPr/>
            <p:nvPr/>
          </p:nvSpPr>
          <p:spPr>
            <a:xfrm>
              <a:off x="2161310" y="3668712"/>
              <a:ext cx="8202039" cy="2949458"/>
            </a:xfrm>
            <a:custGeom>
              <a:avLst/>
              <a:gdLst>
                <a:gd name="connsiteX0" fmla="*/ 8122539 w 8202039"/>
                <a:gd name="connsiteY0" fmla="*/ 1536474 h 2949458"/>
                <a:gd name="connsiteX1" fmla="*/ 8043039 w 8202039"/>
                <a:gd name="connsiteY1" fmla="*/ 1615975 h 2949458"/>
                <a:gd name="connsiteX2" fmla="*/ 8043039 w 8202039"/>
                <a:gd name="connsiteY2" fmla="*/ 2790458 h 2949458"/>
                <a:gd name="connsiteX3" fmla="*/ 5977358 w 8202039"/>
                <a:gd name="connsiteY3" fmla="*/ 2790458 h 2949458"/>
                <a:gd name="connsiteX4" fmla="*/ 357486 w 8202039"/>
                <a:gd name="connsiteY4" fmla="*/ 0 h 2949458"/>
                <a:gd name="connsiteX5" fmla="*/ 0 w 8202039"/>
                <a:gd name="connsiteY5" fmla="*/ 0 h 2949458"/>
                <a:gd name="connsiteX6" fmla="*/ 5923562 w 8202039"/>
                <a:gd name="connsiteY6" fmla="*/ 2941244 h 2949458"/>
                <a:gd name="connsiteX7" fmla="*/ 5958808 w 8202039"/>
                <a:gd name="connsiteY7" fmla="*/ 2949459 h 2949458"/>
                <a:gd name="connsiteX8" fmla="*/ 8122539 w 8202039"/>
                <a:gd name="connsiteY8" fmla="*/ 2949459 h 2949458"/>
                <a:gd name="connsiteX9" fmla="*/ 8202039 w 8202039"/>
                <a:gd name="connsiteY9" fmla="*/ 2869959 h 2949458"/>
                <a:gd name="connsiteX10" fmla="*/ 8202039 w 8202039"/>
                <a:gd name="connsiteY10" fmla="*/ 1615975 h 2949458"/>
                <a:gd name="connsiteX11" fmla="*/ 8122539 w 8202039"/>
                <a:gd name="connsiteY11" fmla="*/ 1536474 h 2949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02039" h="2949458">
                  <a:moveTo>
                    <a:pt x="8122539" y="1536474"/>
                  </a:moveTo>
                  <a:cubicBezTo>
                    <a:pt x="8078549" y="1536474"/>
                    <a:pt x="8043039" y="1571985"/>
                    <a:pt x="8043039" y="1615975"/>
                  </a:cubicBezTo>
                  <a:lnTo>
                    <a:pt x="8043039" y="2790458"/>
                  </a:lnTo>
                  <a:lnTo>
                    <a:pt x="5977358" y="2790458"/>
                  </a:lnTo>
                  <a:lnTo>
                    <a:pt x="357486" y="0"/>
                  </a:lnTo>
                  <a:lnTo>
                    <a:pt x="0" y="0"/>
                  </a:lnTo>
                  <a:lnTo>
                    <a:pt x="5923562" y="2941244"/>
                  </a:lnTo>
                  <a:cubicBezTo>
                    <a:pt x="5934428" y="2946809"/>
                    <a:pt x="5946617" y="2949459"/>
                    <a:pt x="5958808" y="2949459"/>
                  </a:cubicBezTo>
                  <a:lnTo>
                    <a:pt x="8122539" y="2949459"/>
                  </a:lnTo>
                  <a:cubicBezTo>
                    <a:pt x="8166529" y="2949459"/>
                    <a:pt x="8202039" y="2913949"/>
                    <a:pt x="8202039" y="2869959"/>
                  </a:cubicBezTo>
                  <a:lnTo>
                    <a:pt x="8202039" y="1615975"/>
                  </a:lnTo>
                  <a:cubicBezTo>
                    <a:pt x="8202039" y="1571985"/>
                    <a:pt x="8166529" y="1536474"/>
                    <a:pt x="8122539" y="1536474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0" name="Freeform: Shape 27">
              <a:extLst>
                <a:ext uri="{FF2B5EF4-FFF2-40B4-BE49-F238E27FC236}">
                  <a16:creationId xmlns:a16="http://schemas.microsoft.com/office/drawing/2014/main" id="{F32FAC32-4A9A-A5FD-5F95-930422B1939A}"/>
                </a:ext>
              </a:extLst>
            </p:cNvPr>
            <p:cNvSpPr/>
            <p:nvPr/>
          </p:nvSpPr>
          <p:spPr>
            <a:xfrm>
              <a:off x="8648904" y="11407529"/>
              <a:ext cx="3129813" cy="2253831"/>
            </a:xfrm>
            <a:custGeom>
              <a:avLst/>
              <a:gdLst>
                <a:gd name="connsiteX0" fmla="*/ 3129814 w 3129813"/>
                <a:gd name="connsiteY0" fmla="*/ 265 h 2253831"/>
                <a:gd name="connsiteX1" fmla="*/ 3126898 w 3129813"/>
                <a:gd name="connsiteY1" fmla="*/ 0 h 2253831"/>
                <a:gd name="connsiteX2" fmla="*/ 1221808 w 3129813"/>
                <a:gd name="connsiteY2" fmla="*/ 0 h 2253831"/>
                <a:gd name="connsiteX3" fmla="*/ 1152113 w 3129813"/>
                <a:gd name="connsiteY3" fmla="*/ 41340 h 2253831"/>
                <a:gd name="connsiteX4" fmla="*/ 9694 w 3129813"/>
                <a:gd name="connsiteY4" fmla="*/ 2136172 h 2253831"/>
                <a:gd name="connsiteX5" fmla="*/ 41494 w 3129813"/>
                <a:gd name="connsiteY5" fmla="*/ 2244026 h 2253831"/>
                <a:gd name="connsiteX6" fmla="*/ 79389 w 3129813"/>
                <a:gd name="connsiteY6" fmla="*/ 2253831 h 2253831"/>
                <a:gd name="connsiteX7" fmla="*/ 149350 w 3129813"/>
                <a:gd name="connsiteY7" fmla="*/ 2212491 h 2253831"/>
                <a:gd name="connsiteX8" fmla="*/ 1268978 w 3129813"/>
                <a:gd name="connsiteY8" fmla="*/ 159000 h 2253831"/>
                <a:gd name="connsiteX9" fmla="*/ 3126898 w 3129813"/>
                <a:gd name="connsiteY9" fmla="*/ 159000 h 2253831"/>
                <a:gd name="connsiteX10" fmla="*/ 3129814 w 3129813"/>
                <a:gd name="connsiteY10" fmla="*/ 158735 h 2253831"/>
                <a:gd name="connsiteX11" fmla="*/ 3129814 w 3129813"/>
                <a:gd name="connsiteY11" fmla="*/ 265 h 225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29813" h="2253831">
                  <a:moveTo>
                    <a:pt x="3129814" y="265"/>
                  </a:moveTo>
                  <a:cubicBezTo>
                    <a:pt x="3129814" y="265"/>
                    <a:pt x="3127959" y="0"/>
                    <a:pt x="3126898" y="0"/>
                  </a:cubicBezTo>
                  <a:lnTo>
                    <a:pt x="1221808" y="0"/>
                  </a:lnTo>
                  <a:cubicBezTo>
                    <a:pt x="1192658" y="0"/>
                    <a:pt x="1165893" y="15900"/>
                    <a:pt x="1152113" y="41340"/>
                  </a:cubicBezTo>
                  <a:lnTo>
                    <a:pt x="9694" y="2136172"/>
                  </a:lnTo>
                  <a:cubicBezTo>
                    <a:pt x="-11241" y="2174862"/>
                    <a:pt x="2804" y="2223092"/>
                    <a:pt x="41494" y="2244026"/>
                  </a:cubicBezTo>
                  <a:cubicBezTo>
                    <a:pt x="53684" y="2250651"/>
                    <a:pt x="66669" y="2253831"/>
                    <a:pt x="79389" y="2253831"/>
                  </a:cubicBezTo>
                  <a:cubicBezTo>
                    <a:pt x="107479" y="2253831"/>
                    <a:pt x="134774" y="2238727"/>
                    <a:pt x="149350" y="2212491"/>
                  </a:cubicBezTo>
                  <a:lnTo>
                    <a:pt x="1268978" y="159000"/>
                  </a:lnTo>
                  <a:lnTo>
                    <a:pt x="3126898" y="159000"/>
                  </a:lnTo>
                  <a:cubicBezTo>
                    <a:pt x="3126898" y="159000"/>
                    <a:pt x="3128754" y="159000"/>
                    <a:pt x="3129814" y="158735"/>
                  </a:cubicBezTo>
                  <a:lnTo>
                    <a:pt x="3129814" y="265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1" name="Freeform: Shape 28">
              <a:extLst>
                <a:ext uri="{FF2B5EF4-FFF2-40B4-BE49-F238E27FC236}">
                  <a16:creationId xmlns:a16="http://schemas.microsoft.com/office/drawing/2014/main" id="{FE6F7A48-7E37-E42F-6984-F648B74AF25D}"/>
                </a:ext>
              </a:extLst>
            </p:cNvPr>
            <p:cNvSpPr/>
            <p:nvPr/>
          </p:nvSpPr>
          <p:spPr>
            <a:xfrm>
              <a:off x="2759946" y="4794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1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2" name="Freeform: Shape 29">
              <a:extLst>
                <a:ext uri="{FF2B5EF4-FFF2-40B4-BE49-F238E27FC236}">
                  <a16:creationId xmlns:a16="http://schemas.microsoft.com/office/drawing/2014/main" id="{088F16E5-4E16-23CF-B9FA-EDC190D84F1E}"/>
                </a:ext>
              </a:extLst>
            </p:cNvPr>
            <p:cNvSpPr/>
            <p:nvPr/>
          </p:nvSpPr>
          <p:spPr>
            <a:xfrm>
              <a:off x="8423278" y="13276844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-1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1" y="610032"/>
                    <a:pt x="0" y="473472"/>
                    <a:pt x="0" y="305016"/>
                  </a:cubicBezTo>
                  <a:cubicBezTo>
                    <a:pt x="0" y="136560"/>
                    <a:pt x="136561" y="-1"/>
                    <a:pt x="305016" y="-1"/>
                  </a:cubicBezTo>
                  <a:cubicBezTo>
                    <a:pt x="473472" y="-1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3" name="Freeform: Shape 30">
              <a:extLst>
                <a:ext uri="{FF2B5EF4-FFF2-40B4-BE49-F238E27FC236}">
                  <a16:creationId xmlns:a16="http://schemas.microsoft.com/office/drawing/2014/main" id="{602456AD-4D26-B057-2AD5-D3D361BEC097}"/>
                </a:ext>
              </a:extLst>
            </p:cNvPr>
            <p:cNvSpPr/>
            <p:nvPr/>
          </p:nvSpPr>
          <p:spPr>
            <a:xfrm>
              <a:off x="9947032" y="5006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4" name="Freeform: Shape 31">
              <a:extLst>
                <a:ext uri="{FF2B5EF4-FFF2-40B4-BE49-F238E27FC236}">
                  <a16:creationId xmlns:a16="http://schemas.microsoft.com/office/drawing/2014/main" id="{B527A190-A701-603A-C470-BA70CBBA0273}"/>
                </a:ext>
              </a:extLst>
            </p:cNvPr>
            <p:cNvSpPr/>
            <p:nvPr/>
          </p:nvSpPr>
          <p:spPr>
            <a:xfrm>
              <a:off x="8355968" y="4794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1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5" name="Freeform: Shape 33">
              <a:extLst>
                <a:ext uri="{FF2B5EF4-FFF2-40B4-BE49-F238E27FC236}">
                  <a16:creationId xmlns:a16="http://schemas.microsoft.com/office/drawing/2014/main" id="{3D73C26C-19D2-F06A-D781-39F38A2B5DFD}"/>
                </a:ext>
              </a:extLst>
            </p:cNvPr>
            <p:cNvSpPr/>
            <p:nvPr/>
          </p:nvSpPr>
          <p:spPr>
            <a:xfrm>
              <a:off x="3806699" y="12305882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1" y="610032"/>
                    <a:pt x="305016" y="610032"/>
                  </a:cubicBezTo>
                  <a:cubicBezTo>
                    <a:pt x="136560" y="610032"/>
                    <a:pt x="0" y="473472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1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6" name="Freeform: Shape 34">
              <a:extLst>
                <a:ext uri="{FF2B5EF4-FFF2-40B4-BE49-F238E27FC236}">
                  <a16:creationId xmlns:a16="http://schemas.microsoft.com/office/drawing/2014/main" id="{A88A0110-90A2-559A-10C4-BE88CE239015}"/>
                </a:ext>
              </a:extLst>
            </p:cNvPr>
            <p:cNvSpPr/>
            <p:nvPr/>
          </p:nvSpPr>
          <p:spPr>
            <a:xfrm>
              <a:off x="11092365" y="4613704"/>
              <a:ext cx="686352" cy="2189966"/>
            </a:xfrm>
            <a:custGeom>
              <a:avLst/>
              <a:gdLst>
                <a:gd name="connsiteX0" fmla="*/ 686353 w 686352"/>
                <a:gd name="connsiteY0" fmla="*/ 2030966 h 2189966"/>
                <a:gd name="connsiteX1" fmla="*/ 159000 w 686352"/>
                <a:gd name="connsiteY1" fmla="*/ 2030966 h 2189966"/>
                <a:gd name="connsiteX2" fmla="*/ 159000 w 686352"/>
                <a:gd name="connsiteY2" fmla="*/ 79500 h 2189966"/>
                <a:gd name="connsiteX3" fmla="*/ 79500 w 686352"/>
                <a:gd name="connsiteY3" fmla="*/ 0 h 2189966"/>
                <a:gd name="connsiteX4" fmla="*/ 0 w 686352"/>
                <a:gd name="connsiteY4" fmla="*/ 79500 h 2189966"/>
                <a:gd name="connsiteX5" fmla="*/ 0 w 686352"/>
                <a:gd name="connsiteY5" fmla="*/ 2110466 h 2189966"/>
                <a:gd name="connsiteX6" fmla="*/ 79500 w 686352"/>
                <a:gd name="connsiteY6" fmla="*/ 2189967 h 2189966"/>
                <a:gd name="connsiteX7" fmla="*/ 686353 w 686352"/>
                <a:gd name="connsiteY7" fmla="*/ 2189967 h 2189966"/>
                <a:gd name="connsiteX8" fmla="*/ 686353 w 686352"/>
                <a:gd name="connsiteY8" fmla="*/ 2030966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352" h="2189966">
                  <a:moveTo>
                    <a:pt x="686353" y="2030966"/>
                  </a:moveTo>
                  <a:lnTo>
                    <a:pt x="159000" y="2030966"/>
                  </a:lnTo>
                  <a:lnTo>
                    <a:pt x="159000" y="79500"/>
                  </a:lnTo>
                  <a:cubicBezTo>
                    <a:pt x="159000" y="35510"/>
                    <a:pt x="123490" y="0"/>
                    <a:pt x="79500" y="0"/>
                  </a:cubicBezTo>
                  <a:cubicBezTo>
                    <a:pt x="35510" y="0"/>
                    <a:pt x="0" y="35510"/>
                    <a:pt x="0" y="79500"/>
                  </a:cubicBezTo>
                  <a:lnTo>
                    <a:pt x="0" y="2110466"/>
                  </a:lnTo>
                  <a:cubicBezTo>
                    <a:pt x="0" y="2154456"/>
                    <a:pt x="35510" y="2189967"/>
                    <a:pt x="79500" y="2189967"/>
                  </a:cubicBezTo>
                  <a:lnTo>
                    <a:pt x="686353" y="2189967"/>
                  </a:lnTo>
                  <a:lnTo>
                    <a:pt x="686353" y="2030966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7" name="Freeform: Shape 35">
              <a:extLst>
                <a:ext uri="{FF2B5EF4-FFF2-40B4-BE49-F238E27FC236}">
                  <a16:creationId xmlns:a16="http://schemas.microsoft.com/office/drawing/2014/main" id="{3CADD356-9B02-AF52-2BE7-E4A150B6F6E0}"/>
                </a:ext>
              </a:extLst>
            </p:cNvPr>
            <p:cNvSpPr/>
            <p:nvPr/>
          </p:nvSpPr>
          <p:spPr>
            <a:xfrm>
              <a:off x="9066435" y="12578833"/>
              <a:ext cx="2712547" cy="2131400"/>
            </a:xfrm>
            <a:custGeom>
              <a:avLst/>
              <a:gdLst>
                <a:gd name="connsiteX0" fmla="*/ 181260 w 2712547"/>
                <a:gd name="connsiteY0" fmla="*/ 2131401 h 2131400"/>
                <a:gd name="connsiteX1" fmla="*/ 1264584 w 2712547"/>
                <a:gd name="connsiteY1" fmla="*/ 159000 h 2131400"/>
                <a:gd name="connsiteX2" fmla="*/ 2712548 w 2712547"/>
                <a:gd name="connsiteY2" fmla="*/ 159000 h 2131400"/>
                <a:gd name="connsiteX3" fmla="*/ 2712548 w 2712547"/>
                <a:gd name="connsiteY3" fmla="*/ 0 h 2131400"/>
                <a:gd name="connsiteX4" fmla="*/ 1217678 w 2712547"/>
                <a:gd name="connsiteY4" fmla="*/ 0 h 2131400"/>
                <a:gd name="connsiteX5" fmla="*/ 1147984 w 2712547"/>
                <a:gd name="connsiteY5" fmla="*/ 41340 h 2131400"/>
                <a:gd name="connsiteX6" fmla="*/ 0 w 2712547"/>
                <a:gd name="connsiteY6" fmla="*/ 2131401 h 2131400"/>
                <a:gd name="connsiteX7" fmla="*/ 181526 w 2712547"/>
                <a:gd name="connsiteY7" fmla="*/ 2131401 h 213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2547" h="2131400">
                  <a:moveTo>
                    <a:pt x="181260" y="2131401"/>
                  </a:moveTo>
                  <a:lnTo>
                    <a:pt x="1264584" y="159000"/>
                  </a:lnTo>
                  <a:lnTo>
                    <a:pt x="2712548" y="159000"/>
                  </a:lnTo>
                  <a:lnTo>
                    <a:pt x="2712548" y="0"/>
                  </a:lnTo>
                  <a:lnTo>
                    <a:pt x="1217678" y="0"/>
                  </a:lnTo>
                  <a:cubicBezTo>
                    <a:pt x="1188793" y="0"/>
                    <a:pt x="1162029" y="15899"/>
                    <a:pt x="1147984" y="41340"/>
                  </a:cubicBezTo>
                  <a:lnTo>
                    <a:pt x="0" y="2131401"/>
                  </a:lnTo>
                  <a:lnTo>
                    <a:pt x="181526" y="2131401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8" name="Freeform: Shape 36">
              <a:extLst>
                <a:ext uri="{FF2B5EF4-FFF2-40B4-BE49-F238E27FC236}">
                  <a16:creationId xmlns:a16="http://schemas.microsoft.com/office/drawing/2014/main" id="{58822E36-2A75-E0D4-A395-24D398C36A19}"/>
                </a:ext>
              </a:extLst>
            </p:cNvPr>
            <p:cNvSpPr/>
            <p:nvPr/>
          </p:nvSpPr>
          <p:spPr>
            <a:xfrm>
              <a:off x="5755515" y="3668712"/>
              <a:ext cx="3052214" cy="1509974"/>
            </a:xfrm>
            <a:custGeom>
              <a:avLst/>
              <a:gdLst>
                <a:gd name="connsiteX0" fmla="*/ 3009084 w 3052214"/>
                <a:gd name="connsiteY0" fmla="*/ 1359719 h 1509974"/>
                <a:gd name="connsiteX1" fmla="*/ 349271 w 3052214"/>
                <a:gd name="connsiteY1" fmla="*/ 0 h 1509974"/>
                <a:gd name="connsiteX2" fmla="*/ 0 w 3052214"/>
                <a:gd name="connsiteY2" fmla="*/ 0 h 1509974"/>
                <a:gd name="connsiteX3" fmla="*/ 2936738 w 3052214"/>
                <a:gd name="connsiteY3" fmla="*/ 1501229 h 1509974"/>
                <a:gd name="connsiteX4" fmla="*/ 2972779 w 3052214"/>
                <a:gd name="connsiteY4" fmla="*/ 1509974 h 1509974"/>
                <a:gd name="connsiteX5" fmla="*/ 3043534 w 3052214"/>
                <a:gd name="connsiteY5" fmla="*/ 1466514 h 1509974"/>
                <a:gd name="connsiteX6" fmla="*/ 3008819 w 3052214"/>
                <a:gd name="connsiteY6" fmla="*/ 1359454 h 150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2214" h="1509974">
                  <a:moveTo>
                    <a:pt x="3009084" y="1359719"/>
                  </a:moveTo>
                  <a:lnTo>
                    <a:pt x="349271" y="0"/>
                  </a:lnTo>
                  <a:lnTo>
                    <a:pt x="0" y="0"/>
                  </a:lnTo>
                  <a:lnTo>
                    <a:pt x="2936738" y="1501229"/>
                  </a:lnTo>
                  <a:cubicBezTo>
                    <a:pt x="2948399" y="1507059"/>
                    <a:pt x="2960589" y="1509974"/>
                    <a:pt x="2972779" y="1509974"/>
                  </a:cubicBezTo>
                  <a:cubicBezTo>
                    <a:pt x="3001664" y="1509974"/>
                    <a:pt x="3029489" y="1494074"/>
                    <a:pt x="3043534" y="1466514"/>
                  </a:cubicBezTo>
                  <a:cubicBezTo>
                    <a:pt x="3063409" y="1427559"/>
                    <a:pt x="3048039" y="1379594"/>
                    <a:pt x="3008819" y="1359454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9" name="Freeform: Shape 37">
              <a:extLst>
                <a:ext uri="{FF2B5EF4-FFF2-40B4-BE49-F238E27FC236}">
                  <a16:creationId xmlns:a16="http://schemas.microsoft.com/office/drawing/2014/main" id="{2F6C1228-261B-2A3B-1917-79FC03AA4F7C}"/>
                </a:ext>
              </a:extLst>
            </p:cNvPr>
            <p:cNvSpPr/>
            <p:nvPr/>
          </p:nvSpPr>
          <p:spPr>
            <a:xfrm>
              <a:off x="6195843" y="8365320"/>
              <a:ext cx="5589764" cy="2607873"/>
            </a:xfrm>
            <a:custGeom>
              <a:avLst/>
              <a:gdLst>
                <a:gd name="connsiteX0" fmla="*/ 5589500 w 5589764"/>
                <a:gd name="connsiteY0" fmla="*/ 265 h 2607873"/>
                <a:gd name="connsiteX1" fmla="*/ 1581893 w 5589764"/>
                <a:gd name="connsiteY1" fmla="*/ 265 h 2607873"/>
                <a:gd name="connsiteX2" fmla="*/ 1514053 w 5589764"/>
                <a:gd name="connsiteY2" fmla="*/ 38160 h 2607873"/>
                <a:gd name="connsiteX3" fmla="*/ 11763 w 5589764"/>
                <a:gd name="connsiteY3" fmla="*/ 2487032 h 2607873"/>
                <a:gd name="connsiteX4" fmla="*/ 37998 w 5589764"/>
                <a:gd name="connsiteY4" fmla="*/ 2596213 h 2607873"/>
                <a:gd name="connsiteX5" fmla="*/ 79603 w 5589764"/>
                <a:gd name="connsiteY5" fmla="*/ 2607873 h 2607873"/>
                <a:gd name="connsiteX6" fmla="*/ 147444 w 5589764"/>
                <a:gd name="connsiteY6" fmla="*/ 2569977 h 2607873"/>
                <a:gd name="connsiteX7" fmla="*/ 1626678 w 5589764"/>
                <a:gd name="connsiteY7" fmla="*/ 159000 h 2607873"/>
                <a:gd name="connsiteX8" fmla="*/ 5589764 w 5589764"/>
                <a:gd name="connsiteY8" fmla="*/ 159000 h 2607873"/>
                <a:gd name="connsiteX9" fmla="*/ 5589764 w 5589764"/>
                <a:gd name="connsiteY9" fmla="*/ 0 h 260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89764" h="2607873">
                  <a:moveTo>
                    <a:pt x="5589500" y="265"/>
                  </a:moveTo>
                  <a:lnTo>
                    <a:pt x="1581893" y="265"/>
                  </a:lnTo>
                  <a:cubicBezTo>
                    <a:pt x="1554333" y="265"/>
                    <a:pt x="1528627" y="14575"/>
                    <a:pt x="1514053" y="38160"/>
                  </a:cubicBezTo>
                  <a:lnTo>
                    <a:pt x="11763" y="2487032"/>
                  </a:lnTo>
                  <a:cubicBezTo>
                    <a:pt x="-11292" y="2524397"/>
                    <a:pt x="633" y="2573423"/>
                    <a:pt x="37998" y="2596213"/>
                  </a:cubicBezTo>
                  <a:cubicBezTo>
                    <a:pt x="50983" y="2604163"/>
                    <a:pt x="65294" y="2607873"/>
                    <a:pt x="79603" y="2607873"/>
                  </a:cubicBezTo>
                  <a:cubicBezTo>
                    <a:pt x="106368" y="2607873"/>
                    <a:pt x="132339" y="2594358"/>
                    <a:pt x="147444" y="2569977"/>
                  </a:cubicBezTo>
                  <a:lnTo>
                    <a:pt x="1626678" y="159000"/>
                  </a:lnTo>
                  <a:lnTo>
                    <a:pt x="5589764" y="159000"/>
                  </a:lnTo>
                  <a:lnTo>
                    <a:pt x="5589764" y="0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0" name="Freeform: Shape 38">
              <a:extLst>
                <a:ext uri="{FF2B5EF4-FFF2-40B4-BE49-F238E27FC236}">
                  <a16:creationId xmlns:a16="http://schemas.microsoft.com/office/drawing/2014/main" id="{AE1BA204-65A7-DDB4-C334-7ABD1A5A6709}"/>
                </a:ext>
              </a:extLst>
            </p:cNvPr>
            <p:cNvSpPr/>
            <p:nvPr/>
          </p:nvSpPr>
          <p:spPr>
            <a:xfrm>
              <a:off x="6048341" y="10496456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0" y="610032"/>
                    <a:pt x="0" y="473472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A6833366-193F-2338-F3E3-25D0A2D9F61F}"/>
              </a:ext>
            </a:extLst>
          </p:cNvPr>
          <p:cNvSpPr/>
          <p:nvPr/>
        </p:nvSpPr>
        <p:spPr>
          <a:xfrm rot="5400000">
            <a:off x="4625780" y="-4397373"/>
            <a:ext cx="11309350" cy="20104100"/>
          </a:xfrm>
          <a:prstGeom prst="rect">
            <a:avLst/>
          </a:prstGeom>
          <a:gradFill flip="none" rotWithShape="1">
            <a:gsLst>
              <a:gs pos="27000">
                <a:srgbClr val="004331">
                  <a:alpha val="0"/>
                </a:srgbClr>
              </a:gs>
              <a:gs pos="65000">
                <a:srgbClr val="00433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81B2164C-6192-5800-9B5C-B6CFB1ABB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801688"/>
            <a:ext cx="3921125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 Placeholder 6"/>
          <p:cNvSpPr>
            <a:spLocks noGrp="1"/>
          </p:cNvSpPr>
          <p:nvPr>
            <p:ph type="body" sz="quarter" idx="13"/>
          </p:nvPr>
        </p:nvSpPr>
        <p:spPr bwMode="black">
          <a:xfrm>
            <a:off x="1060495" y="10237196"/>
            <a:ext cx="10406248" cy="539491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2001" b="1" i="0" cap="all" baseline="0">
                <a:solidFill>
                  <a:srgbClr val="20BF61"/>
                </a:solidFill>
                <a:latin typeface="+mn-lt"/>
                <a:ea typeface="+mn-ea"/>
                <a:cs typeface="+mn-cs"/>
                <a:sym typeface="Trebuchet MS" panose="020B070302020209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592" indent="0" algn="ctr">
              <a:buNone/>
              <a:defRPr/>
            </a:lvl4pPr>
            <a:lvl5pPr marL="457188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0495" y="8627012"/>
            <a:ext cx="10406248" cy="719317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2401" b="0" i="0" baseline="0">
                <a:solidFill>
                  <a:srgbClr val="FFFFFF"/>
                </a:solidFill>
                <a:latin typeface="+mn-lt"/>
                <a:ea typeface="+mn-ea"/>
                <a:cs typeface="+mn-cs"/>
                <a:sym typeface="Trebuchet MS" panose="020B0703020202090204" pitchFamily="34" charset="0"/>
              </a:defRPr>
            </a:lvl1pPr>
            <a:lvl2pPr marL="457188" indent="0" algn="ctr">
              <a:buNone/>
              <a:defRPr sz="2001"/>
            </a:lvl2pPr>
            <a:lvl3pPr marL="914373" indent="0" algn="ctr">
              <a:buNone/>
              <a:defRPr sz="1801"/>
            </a:lvl3pPr>
            <a:lvl4pPr marL="1371561" indent="0" algn="ctr">
              <a:buNone/>
              <a:defRPr sz="1601"/>
            </a:lvl4pPr>
            <a:lvl5pPr marL="1828746" indent="0" algn="ctr">
              <a:buNone/>
              <a:defRPr sz="1601"/>
            </a:lvl5pPr>
            <a:lvl6pPr marL="2285932" indent="0" algn="ctr">
              <a:buNone/>
              <a:defRPr sz="1601"/>
            </a:lvl6pPr>
            <a:lvl7pPr marL="2743120" indent="0" algn="ctr">
              <a:buNone/>
              <a:defRPr sz="1601"/>
            </a:lvl7pPr>
            <a:lvl8pPr marL="3200305" indent="0" algn="ctr">
              <a:buNone/>
              <a:defRPr sz="1601"/>
            </a:lvl8pPr>
            <a:lvl9pPr marL="3657491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4" name="Title 1"/>
          <p:cNvSpPr>
            <a:spLocks noGrp="1"/>
          </p:cNvSpPr>
          <p:nvPr>
            <p:ph type="ctrTitle"/>
          </p:nvPr>
        </p:nvSpPr>
        <p:spPr bwMode="ltGray">
          <a:xfrm>
            <a:off x="1060495" y="3110557"/>
            <a:ext cx="10406248" cy="517549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3000"/>
              </a:lnSpc>
              <a:defRPr sz="6601" b="1" i="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791408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EE73BD3-38E9-0967-AB37-A2B51019D52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261938" cy="261938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defTabSz="1508080" eaLnBrk="1" fontAlgn="auto" hangingPunct="1">
              <a:lnSpc>
                <a:spcPct val="93000"/>
              </a:lnSpc>
              <a:defRPr/>
            </a:pPr>
            <a:endParaRPr lang="en-US" sz="5400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EAD9B-DB29-212E-00B1-31081CF18FB3}"/>
              </a:ext>
            </a:extLst>
          </p:cNvPr>
          <p:cNvSpPr/>
          <p:nvPr/>
        </p:nvSpPr>
        <p:spPr>
          <a:xfrm>
            <a:off x="3175" y="-6350"/>
            <a:ext cx="20104100" cy="11309350"/>
          </a:xfrm>
          <a:prstGeom prst="rect">
            <a:avLst/>
          </a:prstGeom>
          <a:solidFill>
            <a:srgbClr val="004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AC535BEF-E5B2-4990-B912-4B28BC2FBC3A}"/>
              </a:ext>
            </a:extLst>
          </p:cNvPr>
          <p:cNvGrpSpPr>
            <a:grpSpLocks/>
          </p:cNvGrpSpPr>
          <p:nvPr/>
        </p:nvGrpSpPr>
        <p:grpSpPr bwMode="auto">
          <a:xfrm>
            <a:off x="13608050" y="55563"/>
            <a:ext cx="6664325" cy="11309350"/>
            <a:chOff x="12397364" y="-55971"/>
            <a:chExt cx="6735258" cy="11429547"/>
          </a:xfrm>
        </p:grpSpPr>
        <p:grpSp>
          <p:nvGrpSpPr>
            <p:cNvPr id="5" name="Graphic 2">
              <a:extLst>
                <a:ext uri="{FF2B5EF4-FFF2-40B4-BE49-F238E27FC236}">
                  <a16:creationId xmlns:a16="http://schemas.microsoft.com/office/drawing/2014/main" id="{A63E8AC5-5193-49B6-8EBE-830208AC5BBB}"/>
                </a:ext>
              </a:extLst>
            </p:cNvPr>
            <p:cNvGrpSpPr/>
            <p:nvPr/>
          </p:nvGrpSpPr>
          <p:grpSpPr>
            <a:xfrm>
              <a:off x="12442498" y="-55971"/>
              <a:ext cx="6690124" cy="11429547"/>
              <a:chOff x="12442498" y="-55971"/>
              <a:chExt cx="6690124" cy="11429547"/>
            </a:xfrm>
            <a:noFill/>
          </p:grpSpPr>
          <p:sp>
            <p:nvSpPr>
              <p:cNvPr id="246" name="Freeform: Shape 153">
                <a:extLst>
                  <a:ext uri="{FF2B5EF4-FFF2-40B4-BE49-F238E27FC236}">
                    <a16:creationId xmlns:a16="http://schemas.microsoft.com/office/drawing/2014/main" id="{835EEDE9-14C9-354F-7E0C-E17112AD6557}"/>
                  </a:ext>
                </a:extLst>
              </p:cNvPr>
              <p:cNvSpPr/>
              <p:nvPr/>
            </p:nvSpPr>
            <p:spPr>
              <a:xfrm>
                <a:off x="13441242" y="367855"/>
                <a:ext cx="375113" cy="4136709"/>
              </a:xfrm>
              <a:custGeom>
                <a:avLst/>
                <a:gdLst>
                  <a:gd name="connsiteX0" fmla="*/ 0 w 375113"/>
                  <a:gd name="connsiteY0" fmla="*/ 0 h 4136709"/>
                  <a:gd name="connsiteX1" fmla="*/ 0 w 375113"/>
                  <a:gd name="connsiteY1" fmla="*/ 1496327 h 4136709"/>
                  <a:gd name="connsiteX2" fmla="*/ 375114 w 375113"/>
                  <a:gd name="connsiteY2" fmla="*/ 1843644 h 4136709"/>
                  <a:gd name="connsiteX3" fmla="*/ 375114 w 375113"/>
                  <a:gd name="connsiteY3" fmla="*/ 4136709 h 413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13" h="4136709">
                    <a:moveTo>
                      <a:pt x="0" y="0"/>
                    </a:moveTo>
                    <a:lnTo>
                      <a:pt x="0" y="1496327"/>
                    </a:lnTo>
                    <a:lnTo>
                      <a:pt x="375114" y="1843644"/>
                    </a:lnTo>
                    <a:lnTo>
                      <a:pt x="375114" y="4136709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7" name="Freeform: Shape 154">
                <a:extLst>
                  <a:ext uri="{FF2B5EF4-FFF2-40B4-BE49-F238E27FC236}">
                    <a16:creationId xmlns:a16="http://schemas.microsoft.com/office/drawing/2014/main" id="{4ECBB37B-4C0E-16E7-3DF2-5BBF52918D1F}"/>
                  </a:ext>
                </a:extLst>
              </p:cNvPr>
              <p:cNvSpPr/>
              <p:nvPr/>
            </p:nvSpPr>
            <p:spPr>
              <a:xfrm>
                <a:off x="12942833" y="1353664"/>
                <a:ext cx="538039" cy="2010422"/>
              </a:xfrm>
              <a:custGeom>
                <a:avLst/>
                <a:gdLst>
                  <a:gd name="connsiteX0" fmla="*/ 0 w 538039"/>
                  <a:gd name="connsiteY0" fmla="*/ 0 h 2010422"/>
                  <a:gd name="connsiteX1" fmla="*/ 0 w 538039"/>
                  <a:gd name="connsiteY1" fmla="*/ 913978 h 2010422"/>
                  <a:gd name="connsiteX2" fmla="*/ 538039 w 538039"/>
                  <a:gd name="connsiteY2" fmla="*/ 1414589 h 2010422"/>
                  <a:gd name="connsiteX3" fmla="*/ 538039 w 538039"/>
                  <a:gd name="connsiteY3" fmla="*/ 2010422 h 2010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8039" h="2010422">
                    <a:moveTo>
                      <a:pt x="0" y="0"/>
                    </a:moveTo>
                    <a:lnTo>
                      <a:pt x="0" y="913978"/>
                    </a:lnTo>
                    <a:lnTo>
                      <a:pt x="538039" y="1414589"/>
                    </a:lnTo>
                    <a:lnTo>
                      <a:pt x="538039" y="201042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8" name="Freeform: Shape 155">
                <a:extLst>
                  <a:ext uri="{FF2B5EF4-FFF2-40B4-BE49-F238E27FC236}">
                    <a16:creationId xmlns:a16="http://schemas.microsoft.com/office/drawing/2014/main" id="{6280767F-C651-E6DC-4A9C-0A6201451719}"/>
                  </a:ext>
                </a:extLst>
              </p:cNvPr>
              <p:cNvSpPr/>
              <p:nvPr/>
            </p:nvSpPr>
            <p:spPr>
              <a:xfrm>
                <a:off x="12738626" y="2732475"/>
                <a:ext cx="939848" cy="1272854"/>
              </a:xfrm>
              <a:custGeom>
                <a:avLst/>
                <a:gdLst>
                  <a:gd name="connsiteX0" fmla="*/ 0 w 939848"/>
                  <a:gd name="connsiteY0" fmla="*/ 0 h 1272854"/>
                  <a:gd name="connsiteX1" fmla="*/ 0 w 939848"/>
                  <a:gd name="connsiteY1" fmla="*/ 306311 h 1272854"/>
                  <a:gd name="connsiteX2" fmla="*/ 939848 w 939848"/>
                  <a:gd name="connsiteY2" fmla="*/ 1272855 h 1272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39848" h="1272854">
                    <a:moveTo>
                      <a:pt x="0" y="0"/>
                    </a:moveTo>
                    <a:lnTo>
                      <a:pt x="0" y="306311"/>
                    </a:lnTo>
                    <a:lnTo>
                      <a:pt x="939848" y="127285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9" name="Freeform: Shape 156">
                <a:extLst>
                  <a:ext uri="{FF2B5EF4-FFF2-40B4-BE49-F238E27FC236}">
                    <a16:creationId xmlns:a16="http://schemas.microsoft.com/office/drawing/2014/main" id="{A508007B-A493-AEC7-F07A-29C7CCFD59BE}"/>
                  </a:ext>
                </a:extLst>
              </p:cNvPr>
              <p:cNvSpPr/>
              <p:nvPr/>
            </p:nvSpPr>
            <p:spPr>
              <a:xfrm>
                <a:off x="13816356" y="153465"/>
                <a:ext cx="242461" cy="1480914"/>
              </a:xfrm>
              <a:custGeom>
                <a:avLst/>
                <a:gdLst>
                  <a:gd name="connsiteX0" fmla="*/ 0 w 242461"/>
                  <a:gd name="connsiteY0" fmla="*/ 0 h 1480914"/>
                  <a:gd name="connsiteX1" fmla="*/ 0 w 242461"/>
                  <a:gd name="connsiteY1" fmla="*/ 250168 h 1480914"/>
                  <a:gd name="connsiteX2" fmla="*/ 242462 w 242461"/>
                  <a:gd name="connsiteY2" fmla="*/ 439238 h 1480914"/>
                  <a:gd name="connsiteX3" fmla="*/ 242462 w 242461"/>
                  <a:gd name="connsiteY3" fmla="*/ 985534 h 1480914"/>
                  <a:gd name="connsiteX4" fmla="*/ 0 w 242461"/>
                  <a:gd name="connsiteY4" fmla="*/ 1225518 h 1480914"/>
                  <a:gd name="connsiteX5" fmla="*/ 0 w 242461"/>
                  <a:gd name="connsiteY5" fmla="*/ 1480915 h 1480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2461" h="1480914">
                    <a:moveTo>
                      <a:pt x="0" y="0"/>
                    </a:moveTo>
                    <a:lnTo>
                      <a:pt x="0" y="250168"/>
                    </a:lnTo>
                    <a:lnTo>
                      <a:pt x="242462" y="439238"/>
                    </a:lnTo>
                    <a:lnTo>
                      <a:pt x="242462" y="985534"/>
                    </a:lnTo>
                    <a:lnTo>
                      <a:pt x="0" y="1225518"/>
                    </a:lnTo>
                    <a:lnTo>
                      <a:pt x="0" y="148091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0" name="Freeform: Shape 157">
                <a:extLst>
                  <a:ext uri="{FF2B5EF4-FFF2-40B4-BE49-F238E27FC236}">
                    <a16:creationId xmlns:a16="http://schemas.microsoft.com/office/drawing/2014/main" id="{85DEB53B-9146-38FA-04FB-8C4261E682ED}"/>
                  </a:ext>
                </a:extLst>
              </p:cNvPr>
              <p:cNvSpPr/>
              <p:nvPr/>
            </p:nvSpPr>
            <p:spPr>
              <a:xfrm>
                <a:off x="14163398" y="996163"/>
                <a:ext cx="263928" cy="2323613"/>
              </a:xfrm>
              <a:custGeom>
                <a:avLst/>
                <a:gdLst>
                  <a:gd name="connsiteX0" fmla="*/ 263928 w 263928"/>
                  <a:gd name="connsiteY0" fmla="*/ 0 h 2323613"/>
                  <a:gd name="connsiteX1" fmla="*/ 263928 w 263928"/>
                  <a:gd name="connsiteY1" fmla="*/ 638216 h 2323613"/>
                  <a:gd name="connsiteX2" fmla="*/ 0 w 263928"/>
                  <a:gd name="connsiteY2" fmla="*/ 929390 h 2323613"/>
                  <a:gd name="connsiteX3" fmla="*/ 0 w 263928"/>
                  <a:gd name="connsiteY3" fmla="*/ 2323614 h 2323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3928" h="2323613">
                    <a:moveTo>
                      <a:pt x="263928" y="0"/>
                    </a:moveTo>
                    <a:lnTo>
                      <a:pt x="263928" y="638216"/>
                    </a:lnTo>
                    <a:lnTo>
                      <a:pt x="0" y="929390"/>
                    </a:lnTo>
                    <a:lnTo>
                      <a:pt x="0" y="2323614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1" name="Freeform: Shape 158">
                <a:extLst>
                  <a:ext uri="{FF2B5EF4-FFF2-40B4-BE49-F238E27FC236}">
                    <a16:creationId xmlns:a16="http://schemas.microsoft.com/office/drawing/2014/main" id="{CCA28830-18FB-1765-D30D-2493F6542B57}"/>
                  </a:ext>
                </a:extLst>
              </p:cNvPr>
              <p:cNvSpPr/>
              <p:nvPr/>
            </p:nvSpPr>
            <p:spPr>
              <a:xfrm>
                <a:off x="14517596" y="179059"/>
                <a:ext cx="677571" cy="3666647"/>
              </a:xfrm>
              <a:custGeom>
                <a:avLst/>
                <a:gdLst>
                  <a:gd name="connsiteX0" fmla="*/ 677572 w 677571"/>
                  <a:gd name="connsiteY0" fmla="*/ 0 h 3666647"/>
                  <a:gd name="connsiteX1" fmla="*/ 376215 w 677571"/>
                  <a:gd name="connsiteY1" fmla="*/ 265579 h 3666647"/>
                  <a:gd name="connsiteX2" fmla="*/ 376215 w 677571"/>
                  <a:gd name="connsiteY2" fmla="*/ 1337805 h 3666647"/>
                  <a:gd name="connsiteX3" fmla="*/ 0 w 677571"/>
                  <a:gd name="connsiteY3" fmla="*/ 1741265 h 3666647"/>
                  <a:gd name="connsiteX4" fmla="*/ 0 w 677571"/>
                  <a:gd name="connsiteY4" fmla="*/ 3185027 h 3666647"/>
                  <a:gd name="connsiteX5" fmla="*/ 0 w 677571"/>
                  <a:gd name="connsiteY5" fmla="*/ 3666647 h 3666647"/>
                  <a:gd name="connsiteX6" fmla="*/ 338786 w 677571"/>
                  <a:gd name="connsiteY6" fmla="*/ 3326761 h 3666647"/>
                  <a:gd name="connsiteX7" fmla="*/ 338786 w 677571"/>
                  <a:gd name="connsiteY7" fmla="*/ 1884376 h 3666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7571" h="3666647">
                    <a:moveTo>
                      <a:pt x="677572" y="0"/>
                    </a:moveTo>
                    <a:lnTo>
                      <a:pt x="376215" y="265579"/>
                    </a:lnTo>
                    <a:lnTo>
                      <a:pt x="376215" y="1337805"/>
                    </a:lnTo>
                    <a:lnTo>
                      <a:pt x="0" y="1741265"/>
                    </a:lnTo>
                    <a:lnTo>
                      <a:pt x="0" y="3185027"/>
                    </a:lnTo>
                    <a:lnTo>
                      <a:pt x="0" y="3666647"/>
                    </a:lnTo>
                    <a:lnTo>
                      <a:pt x="338786" y="3326761"/>
                    </a:lnTo>
                    <a:lnTo>
                      <a:pt x="338786" y="1884376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2" name="Freeform: Shape 159">
                <a:extLst>
                  <a:ext uri="{FF2B5EF4-FFF2-40B4-BE49-F238E27FC236}">
                    <a16:creationId xmlns:a16="http://schemas.microsoft.com/office/drawing/2014/main" id="{FA8FDDEE-B380-CAAF-4F2C-2240246DB046}"/>
                  </a:ext>
                </a:extLst>
              </p:cNvPr>
              <p:cNvSpPr/>
              <p:nvPr/>
            </p:nvSpPr>
            <p:spPr>
              <a:xfrm>
                <a:off x="14427326" y="-55971"/>
                <a:ext cx="27521" cy="750777"/>
              </a:xfrm>
              <a:custGeom>
                <a:avLst/>
                <a:gdLst>
                  <a:gd name="connsiteX0" fmla="*/ 0 w 27521"/>
                  <a:gd name="connsiteY0" fmla="*/ 0 h 750777"/>
                  <a:gd name="connsiteX1" fmla="*/ 0 w 27521"/>
                  <a:gd name="connsiteY1" fmla="*/ 750778 h 75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750777">
                    <a:moveTo>
                      <a:pt x="0" y="0"/>
                    </a:moveTo>
                    <a:lnTo>
                      <a:pt x="0" y="750778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3" name="Freeform: Shape 160">
                <a:extLst>
                  <a:ext uri="{FF2B5EF4-FFF2-40B4-BE49-F238E27FC236}">
                    <a16:creationId xmlns:a16="http://schemas.microsoft.com/office/drawing/2014/main" id="{3939E184-B0CC-5292-758D-83B3E6796B75}"/>
                  </a:ext>
                </a:extLst>
              </p:cNvPr>
              <p:cNvSpPr/>
              <p:nvPr/>
            </p:nvSpPr>
            <p:spPr>
              <a:xfrm>
                <a:off x="15157738" y="-55971"/>
                <a:ext cx="343739" cy="1827406"/>
              </a:xfrm>
              <a:custGeom>
                <a:avLst/>
                <a:gdLst>
                  <a:gd name="connsiteX0" fmla="*/ 343740 w 343739"/>
                  <a:gd name="connsiteY0" fmla="*/ 0 h 1827406"/>
                  <a:gd name="connsiteX1" fmla="*/ 343740 w 343739"/>
                  <a:gd name="connsiteY1" fmla="*/ 510793 h 1827406"/>
                  <a:gd name="connsiteX2" fmla="*/ 0 w 343739"/>
                  <a:gd name="connsiteY2" fmla="*/ 868293 h 1827406"/>
                  <a:gd name="connsiteX3" fmla="*/ 0 w 343739"/>
                  <a:gd name="connsiteY3" fmla="*/ 1827407 h 1827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3739" h="1827406">
                    <a:moveTo>
                      <a:pt x="343740" y="0"/>
                    </a:moveTo>
                    <a:lnTo>
                      <a:pt x="343740" y="510793"/>
                    </a:lnTo>
                    <a:lnTo>
                      <a:pt x="0" y="868293"/>
                    </a:lnTo>
                    <a:lnTo>
                      <a:pt x="0" y="1827407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4" name="Freeform: Shape 161">
                <a:extLst>
                  <a:ext uri="{FF2B5EF4-FFF2-40B4-BE49-F238E27FC236}">
                    <a16:creationId xmlns:a16="http://schemas.microsoft.com/office/drawing/2014/main" id="{FCD1D5F1-8268-85F1-C118-35484BDB0F95}"/>
                  </a:ext>
                </a:extLst>
              </p:cNvPr>
              <p:cNvSpPr/>
              <p:nvPr/>
            </p:nvSpPr>
            <p:spPr>
              <a:xfrm>
                <a:off x="13720857" y="996163"/>
                <a:ext cx="1800986" cy="4034330"/>
              </a:xfrm>
              <a:custGeom>
                <a:avLst/>
                <a:gdLst>
                  <a:gd name="connsiteX0" fmla="*/ 1800986 w 1800986"/>
                  <a:gd name="connsiteY0" fmla="*/ 0 h 4034330"/>
                  <a:gd name="connsiteX1" fmla="*/ 1800986 w 1800986"/>
                  <a:gd name="connsiteY1" fmla="*/ 775272 h 4034330"/>
                  <a:gd name="connsiteX2" fmla="*/ 1436881 w 1800986"/>
                  <a:gd name="connsiteY2" fmla="*/ 1220565 h 4034330"/>
                  <a:gd name="connsiteX3" fmla="*/ 1436881 w 1800986"/>
                  <a:gd name="connsiteY3" fmla="*/ 2523417 h 4034330"/>
                  <a:gd name="connsiteX4" fmla="*/ 0 w 1800986"/>
                  <a:gd name="connsiteY4" fmla="*/ 4034331 h 4034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0986" h="4034330">
                    <a:moveTo>
                      <a:pt x="1800986" y="0"/>
                    </a:moveTo>
                    <a:lnTo>
                      <a:pt x="1800986" y="775272"/>
                    </a:lnTo>
                    <a:lnTo>
                      <a:pt x="1436881" y="1220565"/>
                    </a:lnTo>
                    <a:lnTo>
                      <a:pt x="1436881" y="2523417"/>
                    </a:lnTo>
                    <a:lnTo>
                      <a:pt x="0" y="4034331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5" name="Freeform: Shape 162">
                <a:extLst>
                  <a:ext uri="{FF2B5EF4-FFF2-40B4-BE49-F238E27FC236}">
                    <a16:creationId xmlns:a16="http://schemas.microsoft.com/office/drawing/2014/main" id="{5272815B-36F5-6DDC-88A5-7C406697A61A}"/>
                  </a:ext>
                </a:extLst>
              </p:cNvPr>
              <p:cNvSpPr/>
              <p:nvPr/>
            </p:nvSpPr>
            <p:spPr>
              <a:xfrm>
                <a:off x="13325928" y="-55971"/>
                <a:ext cx="2480209" cy="5949804"/>
              </a:xfrm>
              <a:custGeom>
                <a:avLst/>
                <a:gdLst>
                  <a:gd name="connsiteX0" fmla="*/ 2480209 w 2480209"/>
                  <a:gd name="connsiteY0" fmla="*/ 0 h 5949804"/>
                  <a:gd name="connsiteX1" fmla="*/ 2480209 w 2480209"/>
                  <a:gd name="connsiteY1" fmla="*/ 2175550 h 5949804"/>
                  <a:gd name="connsiteX2" fmla="*/ 2114453 w 2480209"/>
                  <a:gd name="connsiteY2" fmla="*/ 2548462 h 5949804"/>
                  <a:gd name="connsiteX3" fmla="*/ 2114453 w 2480209"/>
                  <a:gd name="connsiteY3" fmla="*/ 3753614 h 5949804"/>
                  <a:gd name="connsiteX4" fmla="*/ 0 w 2480209"/>
                  <a:gd name="connsiteY4" fmla="*/ 5949805 h 5949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80209" h="5949804">
                    <a:moveTo>
                      <a:pt x="2480209" y="0"/>
                    </a:moveTo>
                    <a:lnTo>
                      <a:pt x="2480209" y="2175550"/>
                    </a:lnTo>
                    <a:lnTo>
                      <a:pt x="2114453" y="2548462"/>
                    </a:lnTo>
                    <a:lnTo>
                      <a:pt x="2114453" y="3753614"/>
                    </a:lnTo>
                    <a:lnTo>
                      <a:pt x="0" y="594980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6" name="Freeform: Shape 163">
                <a:extLst>
                  <a:ext uri="{FF2B5EF4-FFF2-40B4-BE49-F238E27FC236}">
                    <a16:creationId xmlns:a16="http://schemas.microsoft.com/office/drawing/2014/main" id="{3EB8B536-E96B-CB43-86DA-EA0F21C68372}"/>
                  </a:ext>
                </a:extLst>
              </p:cNvPr>
              <p:cNvSpPr/>
              <p:nvPr/>
            </p:nvSpPr>
            <p:spPr>
              <a:xfrm>
                <a:off x="16094009" y="229974"/>
                <a:ext cx="27521" cy="1680168"/>
              </a:xfrm>
              <a:custGeom>
                <a:avLst/>
                <a:gdLst>
                  <a:gd name="connsiteX0" fmla="*/ 0 w 27521"/>
                  <a:gd name="connsiteY0" fmla="*/ 0 h 1680168"/>
                  <a:gd name="connsiteX1" fmla="*/ 0 w 27521"/>
                  <a:gd name="connsiteY1" fmla="*/ 1680168 h 1680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1680168">
                    <a:moveTo>
                      <a:pt x="0" y="0"/>
                    </a:moveTo>
                    <a:lnTo>
                      <a:pt x="0" y="1680168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7" name="Freeform: Shape 164">
                <a:extLst>
                  <a:ext uri="{FF2B5EF4-FFF2-40B4-BE49-F238E27FC236}">
                    <a16:creationId xmlns:a16="http://schemas.microsoft.com/office/drawing/2014/main" id="{54D967CF-CCA4-B9D0-7106-7A82E767499C}"/>
                  </a:ext>
                </a:extLst>
              </p:cNvPr>
              <p:cNvSpPr/>
              <p:nvPr/>
            </p:nvSpPr>
            <p:spPr>
              <a:xfrm>
                <a:off x="15806137" y="2358737"/>
                <a:ext cx="206133" cy="1210932"/>
              </a:xfrm>
              <a:custGeom>
                <a:avLst/>
                <a:gdLst>
                  <a:gd name="connsiteX0" fmla="*/ 206134 w 206133"/>
                  <a:gd name="connsiteY0" fmla="*/ 0 h 1210932"/>
                  <a:gd name="connsiteX1" fmla="*/ 206134 w 206133"/>
                  <a:gd name="connsiteY1" fmla="*/ 424927 h 1210932"/>
                  <a:gd name="connsiteX2" fmla="*/ 0 w 206133"/>
                  <a:gd name="connsiteY2" fmla="*/ 608769 h 1210932"/>
                  <a:gd name="connsiteX3" fmla="*/ 0 w 206133"/>
                  <a:gd name="connsiteY3" fmla="*/ 1210932 h 1210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6133" h="1210932">
                    <a:moveTo>
                      <a:pt x="206134" y="0"/>
                    </a:moveTo>
                    <a:lnTo>
                      <a:pt x="206134" y="424927"/>
                    </a:lnTo>
                    <a:lnTo>
                      <a:pt x="0" y="608769"/>
                    </a:lnTo>
                    <a:lnTo>
                      <a:pt x="0" y="121093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8" name="Freeform: Shape 165">
                <a:extLst>
                  <a:ext uri="{FF2B5EF4-FFF2-40B4-BE49-F238E27FC236}">
                    <a16:creationId xmlns:a16="http://schemas.microsoft.com/office/drawing/2014/main" id="{E0F91163-67E2-4451-FF73-884AE15A6383}"/>
                  </a:ext>
                </a:extLst>
              </p:cNvPr>
              <p:cNvSpPr/>
              <p:nvPr/>
            </p:nvSpPr>
            <p:spPr>
              <a:xfrm>
                <a:off x="12753763" y="996163"/>
                <a:ext cx="3554636" cy="6148782"/>
              </a:xfrm>
              <a:custGeom>
                <a:avLst/>
                <a:gdLst>
                  <a:gd name="connsiteX0" fmla="*/ 3554636 w 3554636"/>
                  <a:gd name="connsiteY0" fmla="*/ 0 h 6148782"/>
                  <a:gd name="connsiteX1" fmla="*/ 3554636 w 3554636"/>
                  <a:gd name="connsiteY1" fmla="*/ 2343154 h 6148782"/>
                  <a:gd name="connsiteX2" fmla="*/ 0 w 3554636"/>
                  <a:gd name="connsiteY2" fmla="*/ 6148783 h 614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54636" h="6148782">
                    <a:moveTo>
                      <a:pt x="3554636" y="0"/>
                    </a:moveTo>
                    <a:lnTo>
                      <a:pt x="3554636" y="2343154"/>
                    </a:lnTo>
                    <a:lnTo>
                      <a:pt x="0" y="614878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9" name="Freeform: Shape 166">
                <a:extLst>
                  <a:ext uri="{FF2B5EF4-FFF2-40B4-BE49-F238E27FC236}">
                    <a16:creationId xmlns:a16="http://schemas.microsoft.com/office/drawing/2014/main" id="{1D4EE171-51A2-E2F1-2295-1A24254E634B}"/>
                  </a:ext>
                </a:extLst>
              </p:cNvPr>
              <p:cNvSpPr/>
              <p:nvPr/>
            </p:nvSpPr>
            <p:spPr>
              <a:xfrm>
                <a:off x="16594344" y="133099"/>
                <a:ext cx="1327897" cy="689405"/>
              </a:xfrm>
              <a:custGeom>
                <a:avLst/>
                <a:gdLst>
                  <a:gd name="connsiteX0" fmla="*/ 1327897 w 1327897"/>
                  <a:gd name="connsiteY0" fmla="*/ 0 h 689405"/>
                  <a:gd name="connsiteX1" fmla="*/ 960214 w 1327897"/>
                  <a:gd name="connsiteY1" fmla="*/ 357500 h 689405"/>
                  <a:gd name="connsiteX2" fmla="*/ 306586 w 1327897"/>
                  <a:gd name="connsiteY2" fmla="*/ 357500 h 689405"/>
                  <a:gd name="connsiteX3" fmla="*/ 0 w 1327897"/>
                  <a:gd name="connsiteY3" fmla="*/ 587302 h 689405"/>
                  <a:gd name="connsiteX4" fmla="*/ 0 w 1327897"/>
                  <a:gd name="connsiteY4" fmla="*/ 689406 h 689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897" h="689405">
                    <a:moveTo>
                      <a:pt x="1327897" y="0"/>
                    </a:moveTo>
                    <a:lnTo>
                      <a:pt x="960214" y="357500"/>
                    </a:lnTo>
                    <a:lnTo>
                      <a:pt x="306586" y="357500"/>
                    </a:lnTo>
                    <a:lnTo>
                      <a:pt x="0" y="587302"/>
                    </a:lnTo>
                    <a:lnTo>
                      <a:pt x="0" y="689406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0" name="Freeform: Shape 167">
                <a:extLst>
                  <a:ext uri="{FF2B5EF4-FFF2-40B4-BE49-F238E27FC236}">
                    <a16:creationId xmlns:a16="http://schemas.microsoft.com/office/drawing/2014/main" id="{1A3A3279-C80B-17BB-8D82-F5667AF8B3E4}"/>
                  </a:ext>
                </a:extLst>
              </p:cNvPr>
              <p:cNvSpPr/>
              <p:nvPr/>
            </p:nvSpPr>
            <p:spPr>
              <a:xfrm>
                <a:off x="16594344" y="756179"/>
                <a:ext cx="699863" cy="2042622"/>
              </a:xfrm>
              <a:custGeom>
                <a:avLst/>
                <a:gdLst>
                  <a:gd name="connsiteX0" fmla="*/ 699864 w 699863"/>
                  <a:gd name="connsiteY0" fmla="*/ 0 h 2042622"/>
                  <a:gd name="connsiteX1" fmla="*/ 229802 w 699863"/>
                  <a:gd name="connsiteY1" fmla="*/ 454375 h 2042622"/>
                  <a:gd name="connsiteX2" fmla="*/ 0 w 699863"/>
                  <a:gd name="connsiteY2" fmla="*/ 260350 h 2042622"/>
                  <a:gd name="connsiteX3" fmla="*/ 0 w 699863"/>
                  <a:gd name="connsiteY3" fmla="*/ 2042622 h 2042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9863" h="2042622">
                    <a:moveTo>
                      <a:pt x="699864" y="0"/>
                    </a:moveTo>
                    <a:lnTo>
                      <a:pt x="229802" y="454375"/>
                    </a:lnTo>
                    <a:lnTo>
                      <a:pt x="0" y="260350"/>
                    </a:lnTo>
                    <a:lnTo>
                      <a:pt x="0" y="204262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1" name="Freeform: Shape 168">
                <a:extLst>
                  <a:ext uri="{FF2B5EF4-FFF2-40B4-BE49-F238E27FC236}">
                    <a16:creationId xmlns:a16="http://schemas.microsoft.com/office/drawing/2014/main" id="{44672180-326C-ED4C-CA59-E895274565DA}"/>
                  </a:ext>
                </a:extLst>
              </p:cNvPr>
              <p:cNvSpPr/>
              <p:nvPr/>
            </p:nvSpPr>
            <p:spPr>
              <a:xfrm>
                <a:off x="16834604" y="1501727"/>
                <a:ext cx="27521" cy="888659"/>
              </a:xfrm>
              <a:custGeom>
                <a:avLst/>
                <a:gdLst>
                  <a:gd name="connsiteX0" fmla="*/ 0 w 27521"/>
                  <a:gd name="connsiteY0" fmla="*/ 0 h 888659"/>
                  <a:gd name="connsiteX1" fmla="*/ 0 w 27521"/>
                  <a:gd name="connsiteY1" fmla="*/ 888659 h 888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888659">
                    <a:moveTo>
                      <a:pt x="0" y="0"/>
                    </a:moveTo>
                    <a:lnTo>
                      <a:pt x="0" y="888659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2" name="Freeform: Shape 169">
                <a:extLst>
                  <a:ext uri="{FF2B5EF4-FFF2-40B4-BE49-F238E27FC236}">
                    <a16:creationId xmlns:a16="http://schemas.microsoft.com/office/drawing/2014/main" id="{25E4DE48-75C7-6CEA-EEB9-9E5AF1EAC112}"/>
                  </a:ext>
                </a:extLst>
              </p:cNvPr>
              <p:cNvSpPr/>
              <p:nvPr/>
            </p:nvSpPr>
            <p:spPr>
              <a:xfrm>
                <a:off x="16548384" y="199425"/>
                <a:ext cx="1796032" cy="2946693"/>
              </a:xfrm>
              <a:custGeom>
                <a:avLst/>
                <a:gdLst>
                  <a:gd name="connsiteX0" fmla="*/ 1796032 w 1796032"/>
                  <a:gd name="connsiteY0" fmla="*/ 0 h 2946693"/>
                  <a:gd name="connsiteX1" fmla="*/ 495381 w 1796032"/>
                  <a:gd name="connsiteY1" fmla="*/ 1266525 h 2946693"/>
                  <a:gd name="connsiteX2" fmla="*/ 495381 w 1796032"/>
                  <a:gd name="connsiteY2" fmla="*/ 2456541 h 2946693"/>
                  <a:gd name="connsiteX3" fmla="*/ 0 w 1796032"/>
                  <a:gd name="connsiteY3" fmla="*/ 2946693 h 2946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6032" h="2946693">
                    <a:moveTo>
                      <a:pt x="1796032" y="0"/>
                    </a:moveTo>
                    <a:lnTo>
                      <a:pt x="495381" y="1266525"/>
                    </a:lnTo>
                    <a:lnTo>
                      <a:pt x="495381" y="2456541"/>
                    </a:lnTo>
                    <a:lnTo>
                      <a:pt x="0" y="294669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3" name="Freeform: Shape 170">
                <a:extLst>
                  <a:ext uri="{FF2B5EF4-FFF2-40B4-BE49-F238E27FC236}">
                    <a16:creationId xmlns:a16="http://schemas.microsoft.com/office/drawing/2014/main" id="{BF2EED43-88FC-F1AB-F07F-336629ABE5C2}"/>
                  </a:ext>
                </a:extLst>
              </p:cNvPr>
              <p:cNvSpPr/>
              <p:nvPr/>
            </p:nvSpPr>
            <p:spPr>
              <a:xfrm>
                <a:off x="13816080" y="894060"/>
                <a:ext cx="4427883" cy="6703609"/>
              </a:xfrm>
              <a:custGeom>
                <a:avLst/>
                <a:gdLst>
                  <a:gd name="connsiteX0" fmla="*/ 4427884 w 4427883"/>
                  <a:gd name="connsiteY0" fmla="*/ 0 h 6703609"/>
                  <a:gd name="connsiteX1" fmla="*/ 3478127 w 4427883"/>
                  <a:gd name="connsiteY1" fmla="*/ 959664 h 6703609"/>
                  <a:gd name="connsiteX2" fmla="*/ 3478127 w 4427883"/>
                  <a:gd name="connsiteY2" fmla="*/ 2027486 h 6703609"/>
                  <a:gd name="connsiteX3" fmla="*/ 756007 w 4427883"/>
                  <a:gd name="connsiteY3" fmla="*/ 4941704 h 6703609"/>
                  <a:gd name="connsiteX4" fmla="*/ 756007 w 4427883"/>
                  <a:gd name="connsiteY4" fmla="*/ 5859260 h 6703609"/>
                  <a:gd name="connsiteX5" fmla="*/ 0 w 4427883"/>
                  <a:gd name="connsiteY5" fmla="*/ 6703610 h 6703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27883" h="6703609">
                    <a:moveTo>
                      <a:pt x="4427884" y="0"/>
                    </a:moveTo>
                    <a:lnTo>
                      <a:pt x="3478127" y="959664"/>
                    </a:lnTo>
                    <a:lnTo>
                      <a:pt x="3478127" y="2027486"/>
                    </a:lnTo>
                    <a:lnTo>
                      <a:pt x="756007" y="4941704"/>
                    </a:lnTo>
                    <a:lnTo>
                      <a:pt x="756007" y="5859260"/>
                    </a:lnTo>
                    <a:lnTo>
                      <a:pt x="0" y="670361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4" name="Freeform: Shape 171">
                <a:extLst>
                  <a:ext uri="{FF2B5EF4-FFF2-40B4-BE49-F238E27FC236}">
                    <a16:creationId xmlns:a16="http://schemas.microsoft.com/office/drawing/2014/main" id="{1ABAD040-2140-B1FB-A898-EA234E0FAB10}"/>
                  </a:ext>
                </a:extLst>
              </p:cNvPr>
              <p:cNvSpPr/>
              <p:nvPr/>
            </p:nvSpPr>
            <p:spPr>
              <a:xfrm>
                <a:off x="17508598" y="1481362"/>
                <a:ext cx="505564" cy="811874"/>
              </a:xfrm>
              <a:custGeom>
                <a:avLst/>
                <a:gdLst>
                  <a:gd name="connsiteX0" fmla="*/ 505564 w 505564"/>
                  <a:gd name="connsiteY0" fmla="*/ 0 h 811874"/>
                  <a:gd name="connsiteX1" fmla="*/ 505564 w 505564"/>
                  <a:gd name="connsiteY1" fmla="*/ 296128 h 811874"/>
                  <a:gd name="connsiteX2" fmla="*/ 0 w 505564"/>
                  <a:gd name="connsiteY2" fmla="*/ 811875 h 81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5564" h="811874">
                    <a:moveTo>
                      <a:pt x="505564" y="0"/>
                    </a:moveTo>
                    <a:lnTo>
                      <a:pt x="505564" y="296128"/>
                    </a:lnTo>
                    <a:lnTo>
                      <a:pt x="0" y="81187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5" name="Freeform: Shape 172">
                <a:extLst>
                  <a:ext uri="{FF2B5EF4-FFF2-40B4-BE49-F238E27FC236}">
                    <a16:creationId xmlns:a16="http://schemas.microsoft.com/office/drawing/2014/main" id="{5B1AFE33-C5E0-BA59-5AC6-1B8BE9359DD8}"/>
                  </a:ext>
                </a:extLst>
              </p:cNvPr>
              <p:cNvSpPr/>
              <p:nvPr/>
            </p:nvSpPr>
            <p:spPr>
              <a:xfrm>
                <a:off x="17508598" y="1144227"/>
                <a:ext cx="1266524" cy="1602283"/>
              </a:xfrm>
              <a:custGeom>
                <a:avLst/>
                <a:gdLst>
                  <a:gd name="connsiteX0" fmla="*/ 1266525 w 1266524"/>
                  <a:gd name="connsiteY0" fmla="*/ 0 h 1602283"/>
                  <a:gd name="connsiteX1" fmla="*/ 776372 w 1266524"/>
                  <a:gd name="connsiteY1" fmla="*/ 444192 h 1602283"/>
                  <a:gd name="connsiteX2" fmla="*/ 776372 w 1266524"/>
                  <a:gd name="connsiteY2" fmla="*/ 857835 h 1602283"/>
                  <a:gd name="connsiteX3" fmla="*/ 0 w 1266524"/>
                  <a:gd name="connsiteY3" fmla="*/ 1602283 h 1602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6524" h="1602283">
                    <a:moveTo>
                      <a:pt x="1266525" y="0"/>
                    </a:moveTo>
                    <a:lnTo>
                      <a:pt x="776372" y="444192"/>
                    </a:lnTo>
                    <a:lnTo>
                      <a:pt x="776372" y="857835"/>
                    </a:lnTo>
                    <a:lnTo>
                      <a:pt x="0" y="160228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6" name="Freeform: Shape 173">
                <a:extLst>
                  <a:ext uri="{FF2B5EF4-FFF2-40B4-BE49-F238E27FC236}">
                    <a16:creationId xmlns:a16="http://schemas.microsoft.com/office/drawing/2014/main" id="{404DC32F-A9B7-A031-19D9-37174DBFFFCA}"/>
                  </a:ext>
                </a:extLst>
              </p:cNvPr>
              <p:cNvSpPr/>
              <p:nvPr/>
            </p:nvSpPr>
            <p:spPr>
              <a:xfrm>
                <a:off x="16660945" y="1938764"/>
                <a:ext cx="2253434" cy="2305449"/>
              </a:xfrm>
              <a:custGeom>
                <a:avLst/>
                <a:gdLst>
                  <a:gd name="connsiteX0" fmla="*/ 2253435 w 2253434"/>
                  <a:gd name="connsiteY0" fmla="*/ 0 h 2305449"/>
                  <a:gd name="connsiteX1" fmla="*/ 0 w 2253434"/>
                  <a:gd name="connsiteY1" fmla="*/ 2305450 h 2305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3434" h="2305449">
                    <a:moveTo>
                      <a:pt x="2253435" y="0"/>
                    </a:moveTo>
                    <a:lnTo>
                      <a:pt x="0" y="230545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7" name="Freeform: Shape 174">
                <a:extLst>
                  <a:ext uri="{FF2B5EF4-FFF2-40B4-BE49-F238E27FC236}">
                    <a16:creationId xmlns:a16="http://schemas.microsoft.com/office/drawing/2014/main" id="{E2D9C80A-401B-9A4C-017D-64C3A3F29556}"/>
                  </a:ext>
                </a:extLst>
              </p:cNvPr>
              <p:cNvSpPr/>
              <p:nvPr/>
            </p:nvSpPr>
            <p:spPr>
              <a:xfrm>
                <a:off x="17166509" y="3146118"/>
                <a:ext cx="1532104" cy="1188364"/>
              </a:xfrm>
              <a:custGeom>
                <a:avLst/>
                <a:gdLst>
                  <a:gd name="connsiteX0" fmla="*/ 1532105 w 1532104"/>
                  <a:gd name="connsiteY0" fmla="*/ 0 h 1188364"/>
                  <a:gd name="connsiteX1" fmla="*/ 1118461 w 1532104"/>
                  <a:gd name="connsiteY1" fmla="*/ 0 h 1188364"/>
                  <a:gd name="connsiteX2" fmla="*/ 0 w 1532104"/>
                  <a:gd name="connsiteY2" fmla="*/ 1188365 h 118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2104" h="1188364">
                    <a:moveTo>
                      <a:pt x="1532105" y="0"/>
                    </a:moveTo>
                    <a:lnTo>
                      <a:pt x="1118461" y="0"/>
                    </a:lnTo>
                    <a:lnTo>
                      <a:pt x="0" y="118836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8" name="Freeform: Shape 175">
                <a:extLst>
                  <a:ext uri="{FF2B5EF4-FFF2-40B4-BE49-F238E27FC236}">
                    <a16:creationId xmlns:a16="http://schemas.microsoft.com/office/drawing/2014/main" id="{F71D9398-CF8D-26CD-9F2A-E73B661FC919}"/>
                  </a:ext>
                </a:extLst>
              </p:cNvPr>
              <p:cNvSpPr/>
              <p:nvPr/>
            </p:nvSpPr>
            <p:spPr>
              <a:xfrm>
                <a:off x="17718034" y="3615905"/>
                <a:ext cx="1345235" cy="694634"/>
              </a:xfrm>
              <a:custGeom>
                <a:avLst/>
                <a:gdLst>
                  <a:gd name="connsiteX0" fmla="*/ 1345236 w 1345235"/>
                  <a:gd name="connsiteY0" fmla="*/ 0 h 694634"/>
                  <a:gd name="connsiteX1" fmla="*/ 679223 w 1345235"/>
                  <a:gd name="connsiteY1" fmla="*/ 0 h 694634"/>
                  <a:gd name="connsiteX2" fmla="*/ 0 w 1345235"/>
                  <a:gd name="connsiteY2" fmla="*/ 694635 h 694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5235" h="694634">
                    <a:moveTo>
                      <a:pt x="1345236" y="0"/>
                    </a:moveTo>
                    <a:lnTo>
                      <a:pt x="679223" y="0"/>
                    </a:lnTo>
                    <a:lnTo>
                      <a:pt x="0" y="69463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9" name="Freeform: Shape 176">
                <a:extLst>
                  <a:ext uri="{FF2B5EF4-FFF2-40B4-BE49-F238E27FC236}">
                    <a16:creationId xmlns:a16="http://schemas.microsoft.com/office/drawing/2014/main" id="{37F511B9-FFF9-7AE7-2E09-0FD256FCDA0C}"/>
                  </a:ext>
                </a:extLst>
              </p:cNvPr>
              <p:cNvSpPr/>
              <p:nvPr/>
            </p:nvSpPr>
            <p:spPr>
              <a:xfrm>
                <a:off x="18141860" y="3941480"/>
                <a:ext cx="715000" cy="369059"/>
              </a:xfrm>
              <a:custGeom>
                <a:avLst/>
                <a:gdLst>
                  <a:gd name="connsiteX0" fmla="*/ 715001 w 715000"/>
                  <a:gd name="connsiteY0" fmla="*/ 0 h 369059"/>
                  <a:gd name="connsiteX1" fmla="*/ 352271 w 715000"/>
                  <a:gd name="connsiteY1" fmla="*/ 0 h 369059"/>
                  <a:gd name="connsiteX2" fmla="*/ 0 w 715000"/>
                  <a:gd name="connsiteY2" fmla="*/ 369059 h 36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5000" h="369059">
                    <a:moveTo>
                      <a:pt x="715001" y="0"/>
                    </a:moveTo>
                    <a:lnTo>
                      <a:pt x="352271" y="0"/>
                    </a:lnTo>
                    <a:lnTo>
                      <a:pt x="0" y="369059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0" name="Freeform: Shape 177">
                <a:extLst>
                  <a:ext uri="{FF2B5EF4-FFF2-40B4-BE49-F238E27FC236}">
                    <a16:creationId xmlns:a16="http://schemas.microsoft.com/office/drawing/2014/main" id="{9F7625AB-000C-FA9F-1566-37351B709BE3}"/>
                  </a:ext>
                </a:extLst>
              </p:cNvPr>
              <p:cNvSpPr/>
              <p:nvPr/>
            </p:nvSpPr>
            <p:spPr>
              <a:xfrm>
                <a:off x="17334939" y="4504564"/>
                <a:ext cx="1797683" cy="27521"/>
              </a:xfrm>
              <a:custGeom>
                <a:avLst/>
                <a:gdLst>
                  <a:gd name="connsiteX0" fmla="*/ 1797684 w 1797683"/>
                  <a:gd name="connsiteY0" fmla="*/ 0 h 27521"/>
                  <a:gd name="connsiteX1" fmla="*/ 0 w 1797683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97683" h="27521">
                    <a:moveTo>
                      <a:pt x="1797684" y="0"/>
                    </a:moveTo>
                    <a:cubicBezTo>
                      <a:pt x="1746494" y="0"/>
                      <a:pt x="0" y="0"/>
                      <a:pt x="0" y="0"/>
                    </a:cubicBez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1" name="Freeform: Shape 178">
                <a:extLst>
                  <a:ext uri="{FF2B5EF4-FFF2-40B4-BE49-F238E27FC236}">
                    <a16:creationId xmlns:a16="http://schemas.microsoft.com/office/drawing/2014/main" id="{94AE50EB-C85E-C1AA-FDD9-FE5DB6AB3960}"/>
                  </a:ext>
                </a:extLst>
              </p:cNvPr>
              <p:cNvSpPr/>
              <p:nvPr/>
            </p:nvSpPr>
            <p:spPr>
              <a:xfrm>
                <a:off x="16209598" y="4537039"/>
                <a:ext cx="885356" cy="27521"/>
              </a:xfrm>
              <a:custGeom>
                <a:avLst/>
                <a:gdLst>
                  <a:gd name="connsiteX0" fmla="*/ 885357 w 885356"/>
                  <a:gd name="connsiteY0" fmla="*/ 0 h 27521"/>
                  <a:gd name="connsiteX1" fmla="*/ 0 w 885356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85356" h="27521">
                    <a:moveTo>
                      <a:pt x="885357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2" name="Freeform: Shape 179">
                <a:extLst>
                  <a:ext uri="{FF2B5EF4-FFF2-40B4-BE49-F238E27FC236}">
                    <a16:creationId xmlns:a16="http://schemas.microsoft.com/office/drawing/2014/main" id="{20E1D034-D1F5-FBE3-F8B6-5647BAF7CF0C}"/>
                  </a:ext>
                </a:extLst>
              </p:cNvPr>
              <p:cNvSpPr/>
              <p:nvPr/>
            </p:nvSpPr>
            <p:spPr>
              <a:xfrm>
                <a:off x="18448171" y="4816104"/>
                <a:ext cx="615098" cy="27521"/>
              </a:xfrm>
              <a:custGeom>
                <a:avLst/>
                <a:gdLst>
                  <a:gd name="connsiteX0" fmla="*/ 615099 w 615098"/>
                  <a:gd name="connsiteY0" fmla="*/ 0 h 27521"/>
                  <a:gd name="connsiteX1" fmla="*/ 0 w 615098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5098" h="27521">
                    <a:moveTo>
                      <a:pt x="615099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3" name="Freeform: Shape 180">
                <a:extLst>
                  <a:ext uri="{FF2B5EF4-FFF2-40B4-BE49-F238E27FC236}">
                    <a16:creationId xmlns:a16="http://schemas.microsoft.com/office/drawing/2014/main" id="{9927CC72-F6EB-A01F-AB2D-29E61D7CA88D}"/>
                  </a:ext>
                </a:extLst>
              </p:cNvPr>
              <p:cNvSpPr/>
              <p:nvPr/>
            </p:nvSpPr>
            <p:spPr>
              <a:xfrm>
                <a:off x="16299867" y="4841698"/>
                <a:ext cx="2763402" cy="321722"/>
              </a:xfrm>
              <a:custGeom>
                <a:avLst/>
                <a:gdLst>
                  <a:gd name="connsiteX0" fmla="*/ 2763402 w 2763402"/>
                  <a:gd name="connsiteY0" fmla="*/ 321722 h 321722"/>
                  <a:gd name="connsiteX1" fmla="*/ 2332145 w 2763402"/>
                  <a:gd name="connsiteY1" fmla="*/ 321722 h 321722"/>
                  <a:gd name="connsiteX2" fmla="*/ 2010423 w 2763402"/>
                  <a:gd name="connsiteY2" fmla="*/ 0 h 321722"/>
                  <a:gd name="connsiteX3" fmla="*/ 0 w 2763402"/>
                  <a:gd name="connsiteY3" fmla="*/ 0 h 32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3402" h="321722">
                    <a:moveTo>
                      <a:pt x="2763402" y="321722"/>
                    </a:moveTo>
                    <a:lnTo>
                      <a:pt x="2332145" y="321722"/>
                    </a:lnTo>
                    <a:lnTo>
                      <a:pt x="2010423" y="0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4" name="Freeform: Shape 181">
                <a:extLst>
                  <a:ext uri="{FF2B5EF4-FFF2-40B4-BE49-F238E27FC236}">
                    <a16:creationId xmlns:a16="http://schemas.microsoft.com/office/drawing/2014/main" id="{94963E66-4631-FCCA-2C37-3F77F12B5811}"/>
                  </a:ext>
                </a:extLst>
              </p:cNvPr>
              <p:cNvSpPr/>
              <p:nvPr/>
            </p:nvSpPr>
            <p:spPr>
              <a:xfrm>
                <a:off x="17334939" y="5510738"/>
                <a:ext cx="1432477" cy="27521"/>
              </a:xfrm>
              <a:custGeom>
                <a:avLst/>
                <a:gdLst>
                  <a:gd name="connsiteX0" fmla="*/ 1432478 w 1432477"/>
                  <a:gd name="connsiteY0" fmla="*/ 0 h 27521"/>
                  <a:gd name="connsiteX1" fmla="*/ 0 w 1432477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32477" h="27521">
                    <a:moveTo>
                      <a:pt x="1432478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5" name="Freeform: Shape 182">
                <a:extLst>
                  <a:ext uri="{FF2B5EF4-FFF2-40B4-BE49-F238E27FC236}">
                    <a16:creationId xmlns:a16="http://schemas.microsoft.com/office/drawing/2014/main" id="{3ACE3D1C-5228-1541-06AD-028B5FA2AC6D}"/>
                  </a:ext>
                </a:extLst>
              </p:cNvPr>
              <p:cNvSpPr/>
              <p:nvPr/>
            </p:nvSpPr>
            <p:spPr>
              <a:xfrm>
                <a:off x="16567648" y="5193969"/>
                <a:ext cx="1432477" cy="27521"/>
              </a:xfrm>
              <a:custGeom>
                <a:avLst/>
                <a:gdLst>
                  <a:gd name="connsiteX0" fmla="*/ 1432478 w 1432477"/>
                  <a:gd name="connsiteY0" fmla="*/ 0 h 27521"/>
                  <a:gd name="connsiteX1" fmla="*/ 0 w 1432477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32477" h="27521">
                    <a:moveTo>
                      <a:pt x="1432478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6" name="Freeform: Shape 183">
                <a:extLst>
                  <a:ext uri="{FF2B5EF4-FFF2-40B4-BE49-F238E27FC236}">
                    <a16:creationId xmlns:a16="http://schemas.microsoft.com/office/drawing/2014/main" id="{784B456A-4109-7CA6-E7D9-9DD3F24957FB}"/>
                  </a:ext>
                </a:extLst>
              </p:cNvPr>
              <p:cNvSpPr/>
              <p:nvPr/>
            </p:nvSpPr>
            <p:spPr>
              <a:xfrm>
                <a:off x="16308399" y="5241581"/>
                <a:ext cx="2139772" cy="594182"/>
              </a:xfrm>
              <a:custGeom>
                <a:avLst/>
                <a:gdLst>
                  <a:gd name="connsiteX0" fmla="*/ 2139772 w 2139772"/>
                  <a:gd name="connsiteY0" fmla="*/ 594182 h 594182"/>
                  <a:gd name="connsiteX1" fmla="*/ 1077730 w 2139772"/>
                  <a:gd name="connsiteY1" fmla="*/ 594182 h 594182"/>
                  <a:gd name="connsiteX2" fmla="*/ 720229 w 2139772"/>
                  <a:gd name="connsiteY2" fmla="*/ 316769 h 594182"/>
                  <a:gd name="connsiteX3" fmla="*/ 148064 w 2139772"/>
                  <a:gd name="connsiteY3" fmla="*/ 316769 h 594182"/>
                  <a:gd name="connsiteX4" fmla="*/ 0 w 2139772"/>
                  <a:gd name="connsiteY4" fmla="*/ 316769 h 594182"/>
                  <a:gd name="connsiteX5" fmla="*/ 0 w 2139772"/>
                  <a:gd name="connsiteY5" fmla="*/ 0 h 594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9772" h="594182">
                    <a:moveTo>
                      <a:pt x="2139772" y="594182"/>
                    </a:moveTo>
                    <a:lnTo>
                      <a:pt x="1077730" y="594182"/>
                    </a:lnTo>
                    <a:lnTo>
                      <a:pt x="720229" y="316769"/>
                    </a:lnTo>
                    <a:lnTo>
                      <a:pt x="148064" y="316769"/>
                    </a:lnTo>
                    <a:lnTo>
                      <a:pt x="0" y="316769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7" name="Freeform: Shape 184">
                <a:extLst>
                  <a:ext uri="{FF2B5EF4-FFF2-40B4-BE49-F238E27FC236}">
                    <a16:creationId xmlns:a16="http://schemas.microsoft.com/office/drawing/2014/main" id="{0F9C41B8-C69C-7711-6268-8CC0A3A7D067}"/>
                  </a:ext>
                </a:extLst>
              </p:cNvPr>
              <p:cNvSpPr/>
              <p:nvPr/>
            </p:nvSpPr>
            <p:spPr>
              <a:xfrm>
                <a:off x="16175472" y="4879953"/>
                <a:ext cx="950031" cy="1013880"/>
              </a:xfrm>
              <a:custGeom>
                <a:avLst/>
                <a:gdLst>
                  <a:gd name="connsiteX0" fmla="*/ 950031 w 950031"/>
                  <a:gd name="connsiteY0" fmla="*/ 1013880 h 1013880"/>
                  <a:gd name="connsiteX1" fmla="*/ 240260 w 950031"/>
                  <a:gd name="connsiteY1" fmla="*/ 1013880 h 1013880"/>
                  <a:gd name="connsiteX2" fmla="*/ 0 w 950031"/>
                  <a:gd name="connsiteY2" fmla="*/ 1013880 h 1013880"/>
                  <a:gd name="connsiteX3" fmla="*/ 0 w 950031"/>
                  <a:gd name="connsiteY3" fmla="*/ 0 h 101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0031" h="1013880">
                    <a:moveTo>
                      <a:pt x="950031" y="1013880"/>
                    </a:moveTo>
                    <a:lnTo>
                      <a:pt x="240260" y="1013880"/>
                    </a:lnTo>
                    <a:lnTo>
                      <a:pt x="0" y="1013880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8" name="Freeform: Shape 185">
                <a:extLst>
                  <a:ext uri="{FF2B5EF4-FFF2-40B4-BE49-F238E27FC236}">
                    <a16:creationId xmlns:a16="http://schemas.microsoft.com/office/drawing/2014/main" id="{5A11FB86-6B75-1F24-CD28-9629979FFE82}"/>
                  </a:ext>
                </a:extLst>
              </p:cNvPr>
              <p:cNvSpPr/>
              <p:nvPr/>
            </p:nvSpPr>
            <p:spPr>
              <a:xfrm>
                <a:off x="15967962" y="4953984"/>
                <a:ext cx="2286184" cy="1284413"/>
              </a:xfrm>
              <a:custGeom>
                <a:avLst/>
                <a:gdLst>
                  <a:gd name="connsiteX0" fmla="*/ 2286185 w 2286184"/>
                  <a:gd name="connsiteY0" fmla="*/ 1284414 h 1284413"/>
                  <a:gd name="connsiteX1" fmla="*/ 398507 w 2286184"/>
                  <a:gd name="connsiteY1" fmla="*/ 1284414 h 1284413"/>
                  <a:gd name="connsiteX2" fmla="*/ 0 w 2286184"/>
                  <a:gd name="connsiteY2" fmla="*/ 1284414 h 1284413"/>
                  <a:gd name="connsiteX3" fmla="*/ 0 w 2286184"/>
                  <a:gd name="connsiteY3" fmla="*/ 0 h 128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6184" h="1284413">
                    <a:moveTo>
                      <a:pt x="2286185" y="1284414"/>
                    </a:moveTo>
                    <a:lnTo>
                      <a:pt x="398507" y="1284414"/>
                    </a:lnTo>
                    <a:lnTo>
                      <a:pt x="0" y="1284414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9" name="Freeform: Shape 186">
                <a:extLst>
                  <a:ext uri="{FF2B5EF4-FFF2-40B4-BE49-F238E27FC236}">
                    <a16:creationId xmlns:a16="http://schemas.microsoft.com/office/drawing/2014/main" id="{C9B273B0-55E3-FD2C-C39A-080882BE3AA2}"/>
                  </a:ext>
                </a:extLst>
              </p:cNvPr>
              <p:cNvSpPr/>
              <p:nvPr/>
            </p:nvSpPr>
            <p:spPr>
              <a:xfrm>
                <a:off x="17334939" y="6902484"/>
                <a:ext cx="1728330" cy="27521"/>
              </a:xfrm>
              <a:custGeom>
                <a:avLst/>
                <a:gdLst>
                  <a:gd name="connsiteX0" fmla="*/ 1728331 w 1728330"/>
                  <a:gd name="connsiteY0" fmla="*/ 0 h 27521"/>
                  <a:gd name="connsiteX1" fmla="*/ 0 w 1728330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28330" h="27521">
                    <a:moveTo>
                      <a:pt x="1728331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0" name="Freeform: Shape 187">
                <a:extLst>
                  <a:ext uri="{FF2B5EF4-FFF2-40B4-BE49-F238E27FC236}">
                    <a16:creationId xmlns:a16="http://schemas.microsoft.com/office/drawing/2014/main" id="{4B40B1F1-A1FE-EE46-C978-E47227CC181D}"/>
                  </a:ext>
                </a:extLst>
              </p:cNvPr>
              <p:cNvSpPr/>
              <p:nvPr/>
            </p:nvSpPr>
            <p:spPr>
              <a:xfrm>
                <a:off x="18177638" y="7088802"/>
                <a:ext cx="689405" cy="396580"/>
              </a:xfrm>
              <a:custGeom>
                <a:avLst/>
                <a:gdLst>
                  <a:gd name="connsiteX0" fmla="*/ 689406 w 689405"/>
                  <a:gd name="connsiteY0" fmla="*/ 396580 h 396580"/>
                  <a:gd name="connsiteX1" fmla="*/ 377866 w 689405"/>
                  <a:gd name="connsiteY1" fmla="*/ 396580 h 396580"/>
                  <a:gd name="connsiteX2" fmla="*/ 0 w 689405"/>
                  <a:gd name="connsiteY2" fmla="*/ 0 h 396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89405" h="396580">
                    <a:moveTo>
                      <a:pt x="689406" y="396580"/>
                    </a:moveTo>
                    <a:lnTo>
                      <a:pt x="377866" y="396580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1" name="Freeform: Shape 188">
                <a:extLst>
                  <a:ext uri="{FF2B5EF4-FFF2-40B4-BE49-F238E27FC236}">
                    <a16:creationId xmlns:a16="http://schemas.microsoft.com/office/drawing/2014/main" id="{229DCEBE-FF39-0A1C-3DA6-892BDE52D633}"/>
                  </a:ext>
                </a:extLst>
              </p:cNvPr>
              <p:cNvSpPr/>
              <p:nvPr/>
            </p:nvSpPr>
            <p:spPr>
              <a:xfrm>
                <a:off x="17704273" y="7139717"/>
                <a:ext cx="1358996" cy="695827"/>
              </a:xfrm>
              <a:custGeom>
                <a:avLst/>
                <a:gdLst>
                  <a:gd name="connsiteX0" fmla="*/ 1358996 w 1358996"/>
                  <a:gd name="connsiteY0" fmla="*/ 684452 h 695827"/>
                  <a:gd name="connsiteX1" fmla="*/ 657206 w 1358996"/>
                  <a:gd name="connsiteY1" fmla="*/ 684452 h 695827"/>
                  <a:gd name="connsiteX2" fmla="*/ 0 w 1358996"/>
                  <a:gd name="connsiteY2" fmla="*/ 0 h 69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58996" h="695827">
                    <a:moveTo>
                      <a:pt x="1358996" y="684452"/>
                    </a:moveTo>
                    <a:cubicBezTo>
                      <a:pt x="1358996" y="684452"/>
                      <a:pt x="682525" y="710047"/>
                      <a:pt x="657206" y="684452"/>
                    </a:cubicBezTo>
                    <a:cubicBezTo>
                      <a:pt x="631886" y="658857"/>
                      <a:pt x="0" y="0"/>
                      <a:pt x="0" y="0"/>
                    </a:cubicBez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2" name="Freeform: Shape 189">
                <a:extLst>
                  <a:ext uri="{FF2B5EF4-FFF2-40B4-BE49-F238E27FC236}">
                    <a16:creationId xmlns:a16="http://schemas.microsoft.com/office/drawing/2014/main" id="{AA8BA0FC-BE47-9985-11B8-D9C932E61059}"/>
                  </a:ext>
                </a:extLst>
              </p:cNvPr>
              <p:cNvSpPr/>
              <p:nvPr/>
            </p:nvSpPr>
            <p:spPr>
              <a:xfrm>
                <a:off x="16148501" y="6902484"/>
                <a:ext cx="2667628" cy="1391470"/>
              </a:xfrm>
              <a:custGeom>
                <a:avLst/>
                <a:gdLst>
                  <a:gd name="connsiteX0" fmla="*/ 2667628 w 2667628"/>
                  <a:gd name="connsiteY0" fmla="*/ 1391471 h 1391470"/>
                  <a:gd name="connsiteX1" fmla="*/ 2131241 w 2667628"/>
                  <a:gd name="connsiteY1" fmla="*/ 1391471 h 1391470"/>
                  <a:gd name="connsiteX2" fmla="*/ 854533 w 2667628"/>
                  <a:gd name="connsiteY2" fmla="*/ 0 h 1391470"/>
                  <a:gd name="connsiteX3" fmla="*/ 0 w 2667628"/>
                  <a:gd name="connsiteY3" fmla="*/ 0 h 139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628" h="1391470">
                    <a:moveTo>
                      <a:pt x="2667628" y="1391471"/>
                    </a:moveTo>
                    <a:lnTo>
                      <a:pt x="2131241" y="1391471"/>
                    </a:lnTo>
                    <a:lnTo>
                      <a:pt x="854533" y="0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3" name="Freeform: Shape 190">
                <a:extLst>
                  <a:ext uri="{FF2B5EF4-FFF2-40B4-BE49-F238E27FC236}">
                    <a16:creationId xmlns:a16="http://schemas.microsoft.com/office/drawing/2014/main" id="{0B4EC950-7DCB-9AD8-5CA1-19DFCD84725C}"/>
                  </a:ext>
                </a:extLst>
              </p:cNvPr>
              <p:cNvSpPr/>
              <p:nvPr/>
            </p:nvSpPr>
            <p:spPr>
              <a:xfrm>
                <a:off x="18522478" y="8513575"/>
                <a:ext cx="394378" cy="389424"/>
              </a:xfrm>
              <a:custGeom>
                <a:avLst/>
                <a:gdLst>
                  <a:gd name="connsiteX0" fmla="*/ 394379 w 394378"/>
                  <a:gd name="connsiteY0" fmla="*/ 389425 h 389424"/>
                  <a:gd name="connsiteX1" fmla="*/ 0 w 394378"/>
                  <a:gd name="connsiteY1" fmla="*/ 0 h 389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4378" h="389424">
                    <a:moveTo>
                      <a:pt x="394379" y="389425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4" name="Freeform: Shape 191">
                <a:extLst>
                  <a:ext uri="{FF2B5EF4-FFF2-40B4-BE49-F238E27FC236}">
                    <a16:creationId xmlns:a16="http://schemas.microsoft.com/office/drawing/2014/main" id="{DFD77426-140D-410D-93B5-A571EA38EB28}"/>
                  </a:ext>
                </a:extLst>
              </p:cNvPr>
              <p:cNvSpPr/>
              <p:nvPr/>
            </p:nvSpPr>
            <p:spPr>
              <a:xfrm>
                <a:off x="16844787" y="7165312"/>
                <a:ext cx="1077454" cy="1128643"/>
              </a:xfrm>
              <a:custGeom>
                <a:avLst/>
                <a:gdLst>
                  <a:gd name="connsiteX0" fmla="*/ 1077454 w 1077454"/>
                  <a:gd name="connsiteY0" fmla="*/ 1128644 h 1128643"/>
                  <a:gd name="connsiteX1" fmla="*/ 0 w 1077454"/>
                  <a:gd name="connsiteY1" fmla="*/ 0 h 112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77454" h="1128643">
                    <a:moveTo>
                      <a:pt x="1077454" y="1128644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5" name="Freeform: Shape 192">
                <a:extLst>
                  <a:ext uri="{FF2B5EF4-FFF2-40B4-BE49-F238E27FC236}">
                    <a16:creationId xmlns:a16="http://schemas.microsoft.com/office/drawing/2014/main" id="{0CEAE80B-C555-C810-9051-868F2B5E6D6B}"/>
                  </a:ext>
                </a:extLst>
              </p:cNvPr>
              <p:cNvSpPr/>
              <p:nvPr/>
            </p:nvSpPr>
            <p:spPr>
              <a:xfrm>
                <a:off x="16456463" y="7185953"/>
                <a:ext cx="2433147" cy="2479689"/>
              </a:xfrm>
              <a:custGeom>
                <a:avLst/>
                <a:gdLst>
                  <a:gd name="connsiteX0" fmla="*/ 2433148 w 2433147"/>
                  <a:gd name="connsiteY0" fmla="*/ 2479658 h 2479689"/>
                  <a:gd name="connsiteX1" fmla="*/ 0 w 2433147"/>
                  <a:gd name="connsiteY1" fmla="*/ 0 h 24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33147" h="2479689">
                    <a:moveTo>
                      <a:pt x="2433148" y="2479658"/>
                    </a:moveTo>
                    <a:cubicBezTo>
                      <a:pt x="2417736" y="2489841"/>
                      <a:pt x="0" y="0"/>
                      <a:pt x="0" y="0"/>
                    </a:cubicBez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6" name="Freeform: Shape 193">
                <a:extLst>
                  <a:ext uri="{FF2B5EF4-FFF2-40B4-BE49-F238E27FC236}">
                    <a16:creationId xmlns:a16="http://schemas.microsoft.com/office/drawing/2014/main" id="{75B7576D-ADC1-8AEC-8E7E-58AAF28E1231}"/>
                  </a:ext>
                </a:extLst>
              </p:cNvPr>
              <p:cNvSpPr/>
              <p:nvPr/>
            </p:nvSpPr>
            <p:spPr>
              <a:xfrm>
                <a:off x="17574924" y="8692462"/>
                <a:ext cx="1205427" cy="1608612"/>
              </a:xfrm>
              <a:custGeom>
                <a:avLst/>
                <a:gdLst>
                  <a:gd name="connsiteX0" fmla="*/ 1205428 w 1205427"/>
                  <a:gd name="connsiteY0" fmla="*/ 1608613 h 1608612"/>
                  <a:gd name="connsiteX1" fmla="*/ 699864 w 1205427"/>
                  <a:gd name="connsiteY1" fmla="*/ 1108003 h 1608612"/>
                  <a:gd name="connsiteX2" fmla="*/ 720229 w 1205427"/>
                  <a:gd name="connsiteY2" fmla="*/ 735366 h 1608612"/>
                  <a:gd name="connsiteX3" fmla="*/ 0 w 1205427"/>
                  <a:gd name="connsiteY3" fmla="*/ 0 h 1608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5427" h="1608612">
                    <a:moveTo>
                      <a:pt x="1205428" y="1608613"/>
                    </a:moveTo>
                    <a:lnTo>
                      <a:pt x="699864" y="1108003"/>
                    </a:lnTo>
                    <a:lnTo>
                      <a:pt x="720229" y="735366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7" name="Freeform: Shape 194">
                <a:extLst>
                  <a:ext uri="{FF2B5EF4-FFF2-40B4-BE49-F238E27FC236}">
                    <a16:creationId xmlns:a16="http://schemas.microsoft.com/office/drawing/2014/main" id="{3FAFA7C8-87B9-B27E-2A02-27F9926949B7}"/>
                  </a:ext>
                </a:extLst>
              </p:cNvPr>
              <p:cNvSpPr/>
              <p:nvPr/>
            </p:nvSpPr>
            <p:spPr>
              <a:xfrm>
                <a:off x="17574924" y="9111059"/>
                <a:ext cx="423826" cy="791784"/>
              </a:xfrm>
              <a:custGeom>
                <a:avLst/>
                <a:gdLst>
                  <a:gd name="connsiteX0" fmla="*/ 423826 w 423826"/>
                  <a:gd name="connsiteY0" fmla="*/ 791784 h 791784"/>
                  <a:gd name="connsiteX1" fmla="*/ 423826 w 423826"/>
                  <a:gd name="connsiteY1" fmla="*/ 449421 h 791784"/>
                  <a:gd name="connsiteX2" fmla="*/ 0 w 423826"/>
                  <a:gd name="connsiteY2" fmla="*/ 0 h 791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826" h="791784">
                    <a:moveTo>
                      <a:pt x="423826" y="791784"/>
                    </a:moveTo>
                    <a:lnTo>
                      <a:pt x="423826" y="449421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8" name="Freeform: Shape 195">
                <a:extLst>
                  <a:ext uri="{FF2B5EF4-FFF2-40B4-BE49-F238E27FC236}">
                    <a16:creationId xmlns:a16="http://schemas.microsoft.com/office/drawing/2014/main" id="{4AF560D5-1596-BF67-4DC6-351DD91E6090}"/>
                  </a:ext>
                </a:extLst>
              </p:cNvPr>
              <p:cNvSpPr/>
              <p:nvPr/>
            </p:nvSpPr>
            <p:spPr>
              <a:xfrm>
                <a:off x="15967962" y="6238398"/>
                <a:ext cx="3095307" cy="4900146"/>
              </a:xfrm>
              <a:custGeom>
                <a:avLst/>
                <a:gdLst>
                  <a:gd name="connsiteX0" fmla="*/ 2888899 w 3095307"/>
                  <a:gd name="connsiteY0" fmla="*/ 4900147 h 4900146"/>
                  <a:gd name="connsiteX1" fmla="*/ 1341382 w 3095307"/>
                  <a:gd name="connsiteY1" fmla="*/ 3311899 h 4900146"/>
                  <a:gd name="connsiteX2" fmla="*/ 1341382 w 3095307"/>
                  <a:gd name="connsiteY2" fmla="*/ 2306000 h 4900146"/>
                  <a:gd name="connsiteX3" fmla="*/ 0 w 3095307"/>
                  <a:gd name="connsiteY3" fmla="*/ 967920 h 4900146"/>
                  <a:gd name="connsiteX4" fmla="*/ 0 w 3095307"/>
                  <a:gd name="connsiteY4" fmla="*/ 349794 h 4900146"/>
                  <a:gd name="connsiteX5" fmla="*/ 866367 w 3095307"/>
                  <a:gd name="connsiteY5" fmla="*/ 349794 h 4900146"/>
                  <a:gd name="connsiteX6" fmla="*/ 2265819 w 3095307"/>
                  <a:gd name="connsiteY6" fmla="*/ 349794 h 4900146"/>
                  <a:gd name="connsiteX7" fmla="*/ 2602954 w 3095307"/>
                  <a:gd name="connsiteY7" fmla="*/ 0 h 4900146"/>
                  <a:gd name="connsiteX8" fmla="*/ 3095308 w 3095307"/>
                  <a:gd name="connsiteY8" fmla="*/ 0 h 490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95307" h="4900146">
                    <a:moveTo>
                      <a:pt x="2888899" y="4900147"/>
                    </a:moveTo>
                    <a:lnTo>
                      <a:pt x="1341382" y="3311899"/>
                    </a:lnTo>
                    <a:lnTo>
                      <a:pt x="1341382" y="2306000"/>
                    </a:lnTo>
                    <a:lnTo>
                      <a:pt x="0" y="967920"/>
                    </a:lnTo>
                    <a:lnTo>
                      <a:pt x="0" y="349794"/>
                    </a:lnTo>
                    <a:lnTo>
                      <a:pt x="866367" y="349794"/>
                    </a:lnTo>
                    <a:lnTo>
                      <a:pt x="2265819" y="349794"/>
                    </a:lnTo>
                    <a:lnTo>
                      <a:pt x="2602954" y="0"/>
                    </a:lnTo>
                    <a:lnTo>
                      <a:pt x="3095308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9" name="Freeform: Shape 196">
                <a:extLst>
                  <a:ext uri="{FF2B5EF4-FFF2-40B4-BE49-F238E27FC236}">
                    <a16:creationId xmlns:a16="http://schemas.microsoft.com/office/drawing/2014/main" id="{A0567EC9-E5B3-D9CB-81B6-B4B5229094F1}"/>
                  </a:ext>
                </a:extLst>
              </p:cNvPr>
              <p:cNvSpPr/>
              <p:nvPr/>
            </p:nvSpPr>
            <p:spPr>
              <a:xfrm>
                <a:off x="16517835" y="8222400"/>
                <a:ext cx="1215610" cy="2400397"/>
              </a:xfrm>
              <a:custGeom>
                <a:avLst/>
                <a:gdLst>
                  <a:gd name="connsiteX0" fmla="*/ 0 w 1215610"/>
                  <a:gd name="connsiteY0" fmla="*/ 0 h 2400397"/>
                  <a:gd name="connsiteX1" fmla="*/ 536113 w 1215610"/>
                  <a:gd name="connsiteY1" fmla="*/ 470062 h 2400397"/>
                  <a:gd name="connsiteX2" fmla="*/ 536113 w 1215610"/>
                  <a:gd name="connsiteY2" fmla="*/ 1731358 h 2400397"/>
                  <a:gd name="connsiteX3" fmla="*/ 1215611 w 1215610"/>
                  <a:gd name="connsiteY3" fmla="*/ 2400398 h 2400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5610" h="2400397">
                    <a:moveTo>
                      <a:pt x="0" y="0"/>
                    </a:moveTo>
                    <a:lnTo>
                      <a:pt x="536113" y="470062"/>
                    </a:lnTo>
                    <a:lnTo>
                      <a:pt x="536113" y="1731358"/>
                    </a:lnTo>
                    <a:lnTo>
                      <a:pt x="1215611" y="2400398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0" name="Freeform: Shape 197">
                <a:extLst>
                  <a:ext uri="{FF2B5EF4-FFF2-40B4-BE49-F238E27FC236}">
                    <a16:creationId xmlns:a16="http://schemas.microsoft.com/office/drawing/2014/main" id="{28156425-2AF1-8062-7525-DE0510809498}"/>
                  </a:ext>
                </a:extLst>
              </p:cNvPr>
              <p:cNvSpPr/>
              <p:nvPr/>
            </p:nvSpPr>
            <p:spPr>
              <a:xfrm>
                <a:off x="15712565" y="5193969"/>
                <a:ext cx="575467" cy="5270581"/>
              </a:xfrm>
              <a:custGeom>
                <a:avLst/>
                <a:gdLst>
                  <a:gd name="connsiteX0" fmla="*/ 575468 w 575467"/>
                  <a:gd name="connsiteY0" fmla="*/ 5270582 h 5270581"/>
                  <a:gd name="connsiteX1" fmla="*/ 575468 w 575467"/>
                  <a:gd name="connsiteY1" fmla="*/ 2815693 h 5270581"/>
                  <a:gd name="connsiteX2" fmla="*/ 0 w 575467"/>
                  <a:gd name="connsiteY2" fmla="*/ 2223987 h 5270581"/>
                  <a:gd name="connsiteX3" fmla="*/ 0 w 575467"/>
                  <a:gd name="connsiteY3" fmla="*/ 0 h 527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5467" h="5270581">
                    <a:moveTo>
                      <a:pt x="575468" y="5270582"/>
                    </a:moveTo>
                    <a:lnTo>
                      <a:pt x="575468" y="2815693"/>
                    </a:lnTo>
                    <a:lnTo>
                      <a:pt x="0" y="2223987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1" name="Freeform: Shape 198">
                <a:extLst>
                  <a:ext uri="{FF2B5EF4-FFF2-40B4-BE49-F238E27FC236}">
                    <a16:creationId xmlns:a16="http://schemas.microsoft.com/office/drawing/2014/main" id="{DF7C6E60-8B1D-FC10-9D78-7D6C45A4B59F}"/>
                  </a:ext>
                </a:extLst>
              </p:cNvPr>
              <p:cNvSpPr/>
              <p:nvPr/>
            </p:nvSpPr>
            <p:spPr>
              <a:xfrm>
                <a:off x="16599573" y="8692462"/>
                <a:ext cx="1237627" cy="2562222"/>
              </a:xfrm>
              <a:custGeom>
                <a:avLst/>
                <a:gdLst>
                  <a:gd name="connsiteX0" fmla="*/ 0 w 1237627"/>
                  <a:gd name="connsiteY0" fmla="*/ 0 h 2562222"/>
                  <a:gd name="connsiteX1" fmla="*/ 0 w 1237627"/>
                  <a:gd name="connsiteY1" fmla="*/ 1950702 h 2562222"/>
                  <a:gd name="connsiteX2" fmla="*/ 342088 w 1237627"/>
                  <a:gd name="connsiteY2" fmla="*/ 2277654 h 2562222"/>
                  <a:gd name="connsiteX3" fmla="*/ 975351 w 1237627"/>
                  <a:gd name="connsiteY3" fmla="*/ 2277654 h 2562222"/>
                  <a:gd name="connsiteX4" fmla="*/ 1237628 w 1237627"/>
                  <a:gd name="connsiteY4" fmla="*/ 2562222 h 2562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627" h="2562222">
                    <a:moveTo>
                      <a:pt x="0" y="0"/>
                    </a:moveTo>
                    <a:lnTo>
                      <a:pt x="0" y="1950702"/>
                    </a:lnTo>
                    <a:lnTo>
                      <a:pt x="342088" y="2277654"/>
                    </a:lnTo>
                    <a:lnTo>
                      <a:pt x="975351" y="2277654"/>
                    </a:lnTo>
                    <a:lnTo>
                      <a:pt x="1237628" y="256222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2" name="Freeform: Shape 199">
                <a:extLst>
                  <a:ext uri="{FF2B5EF4-FFF2-40B4-BE49-F238E27FC236}">
                    <a16:creationId xmlns:a16="http://schemas.microsoft.com/office/drawing/2014/main" id="{A30920AB-9C41-E967-D88E-2C2C75F545D1}"/>
                  </a:ext>
                </a:extLst>
              </p:cNvPr>
              <p:cNvSpPr/>
              <p:nvPr/>
            </p:nvSpPr>
            <p:spPr>
              <a:xfrm>
                <a:off x="16844787" y="8941254"/>
                <a:ext cx="474740" cy="1753098"/>
              </a:xfrm>
              <a:custGeom>
                <a:avLst/>
                <a:gdLst>
                  <a:gd name="connsiteX0" fmla="*/ 0 w 474740"/>
                  <a:gd name="connsiteY0" fmla="*/ 0 h 1753098"/>
                  <a:gd name="connsiteX1" fmla="*/ 0 w 474740"/>
                  <a:gd name="connsiteY1" fmla="*/ 1242306 h 1753098"/>
                  <a:gd name="connsiteX2" fmla="*/ 474740 w 474740"/>
                  <a:gd name="connsiteY2" fmla="*/ 1753099 h 175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4740" h="1753098">
                    <a:moveTo>
                      <a:pt x="0" y="0"/>
                    </a:moveTo>
                    <a:lnTo>
                      <a:pt x="0" y="1242306"/>
                    </a:lnTo>
                    <a:lnTo>
                      <a:pt x="474740" y="1753099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3" name="Freeform: Shape 200">
                <a:extLst>
                  <a:ext uri="{FF2B5EF4-FFF2-40B4-BE49-F238E27FC236}">
                    <a16:creationId xmlns:a16="http://schemas.microsoft.com/office/drawing/2014/main" id="{94284FB8-3E55-E8F2-84D7-6D2D360C72F6}"/>
                  </a:ext>
                </a:extLst>
              </p:cNvPr>
              <p:cNvSpPr/>
              <p:nvPr/>
            </p:nvSpPr>
            <p:spPr>
              <a:xfrm>
                <a:off x="15802835" y="7803803"/>
                <a:ext cx="197602" cy="1307256"/>
              </a:xfrm>
              <a:custGeom>
                <a:avLst/>
                <a:gdLst>
                  <a:gd name="connsiteX0" fmla="*/ 0 w 197602"/>
                  <a:gd name="connsiteY0" fmla="*/ 0 h 1307256"/>
                  <a:gd name="connsiteX1" fmla="*/ 0 w 197602"/>
                  <a:gd name="connsiteY1" fmla="*/ 709772 h 1307256"/>
                  <a:gd name="connsiteX2" fmla="*/ 197602 w 197602"/>
                  <a:gd name="connsiteY2" fmla="*/ 888659 h 1307256"/>
                  <a:gd name="connsiteX3" fmla="*/ 197602 w 197602"/>
                  <a:gd name="connsiteY3" fmla="*/ 1307256 h 1307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602" h="1307256">
                    <a:moveTo>
                      <a:pt x="0" y="0"/>
                    </a:moveTo>
                    <a:lnTo>
                      <a:pt x="0" y="709772"/>
                    </a:lnTo>
                    <a:lnTo>
                      <a:pt x="197602" y="888659"/>
                    </a:lnTo>
                    <a:lnTo>
                      <a:pt x="197602" y="1307256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4" name="Freeform: Shape 201">
                <a:extLst>
                  <a:ext uri="{FF2B5EF4-FFF2-40B4-BE49-F238E27FC236}">
                    <a16:creationId xmlns:a16="http://schemas.microsoft.com/office/drawing/2014/main" id="{E2EEBC4D-FBDF-1CC6-5EB2-014384777896}"/>
                  </a:ext>
                </a:extLst>
              </p:cNvPr>
              <p:cNvSpPr/>
              <p:nvPr/>
            </p:nvSpPr>
            <p:spPr>
              <a:xfrm>
                <a:off x="15467627" y="7729771"/>
                <a:ext cx="301907" cy="3630043"/>
              </a:xfrm>
              <a:custGeom>
                <a:avLst/>
                <a:gdLst>
                  <a:gd name="connsiteX0" fmla="*/ 0 w 301907"/>
                  <a:gd name="connsiteY0" fmla="*/ 0 h 3630043"/>
                  <a:gd name="connsiteX1" fmla="*/ 0 w 301907"/>
                  <a:gd name="connsiteY1" fmla="*/ 1284414 h 3630043"/>
                  <a:gd name="connsiteX2" fmla="*/ 301907 w 301907"/>
                  <a:gd name="connsiteY2" fmla="*/ 1595954 h 3630043"/>
                  <a:gd name="connsiteX3" fmla="*/ 301907 w 301907"/>
                  <a:gd name="connsiteY3" fmla="*/ 3630044 h 363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907" h="3630043">
                    <a:moveTo>
                      <a:pt x="0" y="0"/>
                    </a:moveTo>
                    <a:lnTo>
                      <a:pt x="0" y="1284414"/>
                    </a:lnTo>
                    <a:lnTo>
                      <a:pt x="301907" y="1595954"/>
                    </a:lnTo>
                    <a:lnTo>
                      <a:pt x="301907" y="3630044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5" name="Freeform: Shape 202">
                <a:extLst>
                  <a:ext uri="{FF2B5EF4-FFF2-40B4-BE49-F238E27FC236}">
                    <a16:creationId xmlns:a16="http://schemas.microsoft.com/office/drawing/2014/main" id="{709802E4-8F14-85D1-BD3E-316D44B2DE46}"/>
                  </a:ext>
                </a:extLst>
              </p:cNvPr>
              <p:cNvSpPr/>
              <p:nvPr/>
            </p:nvSpPr>
            <p:spPr>
              <a:xfrm>
                <a:off x="15164343" y="9642219"/>
                <a:ext cx="303283" cy="1717596"/>
              </a:xfrm>
              <a:custGeom>
                <a:avLst/>
                <a:gdLst>
                  <a:gd name="connsiteX0" fmla="*/ 303283 w 303283"/>
                  <a:gd name="connsiteY0" fmla="*/ 1717596 h 1717596"/>
                  <a:gd name="connsiteX1" fmla="*/ 303283 w 303283"/>
                  <a:gd name="connsiteY1" fmla="*/ 1332851 h 1717596"/>
                  <a:gd name="connsiteX2" fmla="*/ 0 w 303283"/>
                  <a:gd name="connsiteY2" fmla="*/ 980579 h 1717596"/>
                  <a:gd name="connsiteX3" fmla="*/ 0 w 303283"/>
                  <a:gd name="connsiteY3" fmla="*/ 0 h 1717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283" h="1717596">
                    <a:moveTo>
                      <a:pt x="303283" y="1717596"/>
                    </a:moveTo>
                    <a:lnTo>
                      <a:pt x="303283" y="1332851"/>
                    </a:lnTo>
                    <a:lnTo>
                      <a:pt x="0" y="980579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6" name="Freeform: Shape 203">
                <a:extLst>
                  <a:ext uri="{FF2B5EF4-FFF2-40B4-BE49-F238E27FC236}">
                    <a16:creationId xmlns:a16="http://schemas.microsoft.com/office/drawing/2014/main" id="{065D78A2-7037-6059-8B88-1A383E16864E}"/>
                  </a:ext>
                </a:extLst>
              </p:cNvPr>
              <p:cNvSpPr/>
              <p:nvPr/>
            </p:nvSpPr>
            <p:spPr>
              <a:xfrm>
                <a:off x="15164343" y="5592476"/>
                <a:ext cx="388323" cy="4897669"/>
              </a:xfrm>
              <a:custGeom>
                <a:avLst/>
                <a:gdLst>
                  <a:gd name="connsiteX0" fmla="*/ 388324 w 388323"/>
                  <a:gd name="connsiteY0" fmla="*/ 4897670 h 4897669"/>
                  <a:gd name="connsiteX1" fmla="*/ 388324 w 388323"/>
                  <a:gd name="connsiteY1" fmla="*/ 4049742 h 4897669"/>
                  <a:gd name="connsiteX2" fmla="*/ 0 w 388323"/>
                  <a:gd name="connsiteY2" fmla="*/ 3579956 h 4897669"/>
                  <a:gd name="connsiteX3" fmla="*/ 0 w 388323"/>
                  <a:gd name="connsiteY3" fmla="*/ 0 h 489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323" h="4897669">
                    <a:moveTo>
                      <a:pt x="388324" y="4897670"/>
                    </a:moveTo>
                    <a:lnTo>
                      <a:pt x="388324" y="4049742"/>
                    </a:lnTo>
                    <a:lnTo>
                      <a:pt x="0" y="3579956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7" name="Freeform: Shape 204">
                <a:extLst>
                  <a:ext uri="{FF2B5EF4-FFF2-40B4-BE49-F238E27FC236}">
                    <a16:creationId xmlns:a16="http://schemas.microsoft.com/office/drawing/2014/main" id="{4BF3EE14-EA76-9079-193A-E7648F72F647}"/>
                  </a:ext>
                </a:extLst>
              </p:cNvPr>
              <p:cNvSpPr/>
              <p:nvPr/>
            </p:nvSpPr>
            <p:spPr>
              <a:xfrm>
                <a:off x="14840969" y="6302247"/>
                <a:ext cx="27521" cy="3038613"/>
              </a:xfrm>
              <a:custGeom>
                <a:avLst/>
                <a:gdLst>
                  <a:gd name="connsiteX0" fmla="*/ 0 w 27521"/>
                  <a:gd name="connsiteY0" fmla="*/ 0 h 3038613"/>
                  <a:gd name="connsiteX1" fmla="*/ 0 w 27521"/>
                  <a:gd name="connsiteY1" fmla="*/ 3038614 h 303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3038613">
                    <a:moveTo>
                      <a:pt x="0" y="0"/>
                    </a:moveTo>
                    <a:lnTo>
                      <a:pt x="0" y="3038614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8" name="Freeform: Shape 205">
                <a:extLst>
                  <a:ext uri="{FF2B5EF4-FFF2-40B4-BE49-F238E27FC236}">
                    <a16:creationId xmlns:a16="http://schemas.microsoft.com/office/drawing/2014/main" id="{1FFDCB4C-07FE-AEDB-878F-805C01C225A0}"/>
                  </a:ext>
                </a:extLst>
              </p:cNvPr>
              <p:cNvSpPr/>
              <p:nvPr/>
            </p:nvSpPr>
            <p:spPr>
              <a:xfrm>
                <a:off x="14510715" y="7229986"/>
                <a:ext cx="710046" cy="4031303"/>
              </a:xfrm>
              <a:custGeom>
                <a:avLst/>
                <a:gdLst>
                  <a:gd name="connsiteX0" fmla="*/ 0 w 710046"/>
                  <a:gd name="connsiteY0" fmla="*/ 0 h 4031303"/>
                  <a:gd name="connsiteX1" fmla="*/ 0 w 710046"/>
                  <a:gd name="connsiteY1" fmla="*/ 2223437 h 4031303"/>
                  <a:gd name="connsiteX2" fmla="*/ 420524 w 710046"/>
                  <a:gd name="connsiteY2" fmla="*/ 2652216 h 4031303"/>
                  <a:gd name="connsiteX3" fmla="*/ 420524 w 710046"/>
                  <a:gd name="connsiteY3" fmla="*/ 3648208 h 4031303"/>
                  <a:gd name="connsiteX4" fmla="*/ 710046 w 710046"/>
                  <a:gd name="connsiteY4" fmla="*/ 4031303 h 40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0046" h="4031303">
                    <a:moveTo>
                      <a:pt x="0" y="0"/>
                    </a:moveTo>
                    <a:lnTo>
                      <a:pt x="0" y="2223437"/>
                    </a:lnTo>
                    <a:lnTo>
                      <a:pt x="420524" y="2652216"/>
                    </a:lnTo>
                    <a:lnTo>
                      <a:pt x="420524" y="3648208"/>
                    </a:lnTo>
                    <a:lnTo>
                      <a:pt x="710046" y="403130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9" name="Freeform: Shape 206">
                <a:extLst>
                  <a:ext uri="{FF2B5EF4-FFF2-40B4-BE49-F238E27FC236}">
                    <a16:creationId xmlns:a16="http://schemas.microsoft.com/office/drawing/2014/main" id="{28E824E0-C6C0-704C-0C1E-40391EEA58DD}"/>
                  </a:ext>
                </a:extLst>
              </p:cNvPr>
              <p:cNvSpPr/>
              <p:nvPr/>
            </p:nvSpPr>
            <p:spPr>
              <a:xfrm>
                <a:off x="14170278" y="7549232"/>
                <a:ext cx="253745" cy="2874312"/>
              </a:xfrm>
              <a:custGeom>
                <a:avLst/>
                <a:gdLst>
                  <a:gd name="connsiteX0" fmla="*/ 0 w 253745"/>
                  <a:gd name="connsiteY0" fmla="*/ 0 h 2874312"/>
                  <a:gd name="connsiteX1" fmla="*/ 0 w 253745"/>
                  <a:gd name="connsiteY1" fmla="*/ 1947399 h 2874312"/>
                  <a:gd name="connsiteX2" fmla="*/ 253745 w 253745"/>
                  <a:gd name="connsiteY2" fmla="*/ 2236096 h 2874312"/>
                  <a:gd name="connsiteX3" fmla="*/ 253745 w 253745"/>
                  <a:gd name="connsiteY3" fmla="*/ 2874313 h 2874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45" h="2874312">
                    <a:moveTo>
                      <a:pt x="0" y="0"/>
                    </a:moveTo>
                    <a:lnTo>
                      <a:pt x="0" y="1947399"/>
                    </a:lnTo>
                    <a:lnTo>
                      <a:pt x="253745" y="2236096"/>
                    </a:lnTo>
                    <a:lnTo>
                      <a:pt x="253745" y="287431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0" name="Freeform: Shape 207">
                <a:extLst>
                  <a:ext uri="{FF2B5EF4-FFF2-40B4-BE49-F238E27FC236}">
                    <a16:creationId xmlns:a16="http://schemas.microsoft.com/office/drawing/2014/main" id="{28DF2C93-8528-5390-CB13-55D501A47770}"/>
                  </a:ext>
                </a:extLst>
              </p:cNvPr>
              <p:cNvSpPr/>
              <p:nvPr/>
            </p:nvSpPr>
            <p:spPr>
              <a:xfrm>
                <a:off x="14424023" y="10760679"/>
                <a:ext cx="27521" cy="599136"/>
              </a:xfrm>
              <a:custGeom>
                <a:avLst/>
                <a:gdLst>
                  <a:gd name="connsiteX0" fmla="*/ 0 w 27521"/>
                  <a:gd name="connsiteY0" fmla="*/ 0 h 599136"/>
                  <a:gd name="connsiteX1" fmla="*/ 0 w 27521"/>
                  <a:gd name="connsiteY1" fmla="*/ 599136 h 599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599136">
                    <a:moveTo>
                      <a:pt x="0" y="0"/>
                    </a:moveTo>
                    <a:lnTo>
                      <a:pt x="0" y="599136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1" name="Freeform: Shape 208">
                <a:extLst>
                  <a:ext uri="{FF2B5EF4-FFF2-40B4-BE49-F238E27FC236}">
                    <a16:creationId xmlns:a16="http://schemas.microsoft.com/office/drawing/2014/main" id="{E0EA53D5-CF58-09A4-9B48-D11F4BC3691C}"/>
                  </a:ext>
                </a:extLst>
              </p:cNvPr>
              <p:cNvSpPr/>
              <p:nvPr/>
            </p:nvSpPr>
            <p:spPr>
              <a:xfrm>
                <a:off x="13596461" y="9984307"/>
                <a:ext cx="385418" cy="1256341"/>
              </a:xfrm>
              <a:custGeom>
                <a:avLst/>
                <a:gdLst>
                  <a:gd name="connsiteX0" fmla="*/ 383095 w 385418"/>
                  <a:gd name="connsiteY0" fmla="*/ 0 h 1256341"/>
                  <a:gd name="connsiteX1" fmla="*/ 383095 w 385418"/>
                  <a:gd name="connsiteY1" fmla="*/ 883430 h 1256341"/>
                  <a:gd name="connsiteX2" fmla="*/ 0 w 385418"/>
                  <a:gd name="connsiteY2" fmla="*/ 1256342 h 125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5418" h="1256341">
                    <a:moveTo>
                      <a:pt x="383095" y="0"/>
                    </a:moveTo>
                    <a:cubicBezTo>
                      <a:pt x="388324" y="30548"/>
                      <a:pt x="383095" y="883430"/>
                      <a:pt x="383095" y="883430"/>
                    </a:cubicBezTo>
                    <a:lnTo>
                      <a:pt x="0" y="125634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2" name="Freeform: Shape 209">
                <a:extLst>
                  <a:ext uri="{FF2B5EF4-FFF2-40B4-BE49-F238E27FC236}">
                    <a16:creationId xmlns:a16="http://schemas.microsoft.com/office/drawing/2014/main" id="{A0F748CB-BB59-783C-019F-D7CD912D0F4D}"/>
                  </a:ext>
                </a:extLst>
              </p:cNvPr>
              <p:cNvSpPr/>
              <p:nvPr/>
            </p:nvSpPr>
            <p:spPr>
              <a:xfrm>
                <a:off x="13493532" y="8099931"/>
                <a:ext cx="322823" cy="2594421"/>
              </a:xfrm>
              <a:custGeom>
                <a:avLst/>
                <a:gdLst>
                  <a:gd name="connsiteX0" fmla="*/ 322823 w 322823"/>
                  <a:gd name="connsiteY0" fmla="*/ 0 h 2594421"/>
                  <a:gd name="connsiteX1" fmla="*/ 322823 w 322823"/>
                  <a:gd name="connsiteY1" fmla="*/ 1240930 h 2594421"/>
                  <a:gd name="connsiteX2" fmla="*/ 0 w 322823"/>
                  <a:gd name="connsiteY2" fmla="*/ 1563478 h 2594421"/>
                  <a:gd name="connsiteX3" fmla="*/ 0 w 322823"/>
                  <a:gd name="connsiteY3" fmla="*/ 2594422 h 259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2823" h="2594421">
                    <a:moveTo>
                      <a:pt x="322823" y="0"/>
                    </a:moveTo>
                    <a:lnTo>
                      <a:pt x="322823" y="1240930"/>
                    </a:lnTo>
                    <a:lnTo>
                      <a:pt x="0" y="1563478"/>
                    </a:lnTo>
                    <a:lnTo>
                      <a:pt x="0" y="259442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3" name="Freeform: Shape 210">
                <a:extLst>
                  <a:ext uri="{FF2B5EF4-FFF2-40B4-BE49-F238E27FC236}">
                    <a16:creationId xmlns:a16="http://schemas.microsoft.com/office/drawing/2014/main" id="{6D100325-78FD-155E-AF31-1C0300D6ACAE}"/>
                  </a:ext>
                </a:extLst>
              </p:cNvPr>
              <p:cNvSpPr/>
              <p:nvPr/>
            </p:nvSpPr>
            <p:spPr>
              <a:xfrm>
                <a:off x="12442498" y="5957407"/>
                <a:ext cx="1854652" cy="4333485"/>
              </a:xfrm>
              <a:custGeom>
                <a:avLst/>
                <a:gdLst>
                  <a:gd name="connsiteX0" fmla="*/ 0 w 1854652"/>
                  <a:gd name="connsiteY0" fmla="*/ 4333486 h 4333485"/>
                  <a:gd name="connsiteX1" fmla="*/ 730137 w 1854652"/>
                  <a:gd name="connsiteY1" fmla="*/ 3644080 h 4333485"/>
                  <a:gd name="connsiteX2" fmla="*/ 730137 w 1854652"/>
                  <a:gd name="connsiteY2" fmla="*/ 3221080 h 4333485"/>
                  <a:gd name="connsiteX3" fmla="*/ 1029843 w 1854652"/>
                  <a:gd name="connsiteY3" fmla="*/ 2983847 h 4333485"/>
                  <a:gd name="connsiteX4" fmla="*/ 1029843 w 1854652"/>
                  <a:gd name="connsiteY4" fmla="*/ 881228 h 4333485"/>
                  <a:gd name="connsiteX5" fmla="*/ 1854653 w 1854652"/>
                  <a:gd name="connsiteY5" fmla="*/ 0 h 433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4652" h="4333485">
                    <a:moveTo>
                      <a:pt x="0" y="4333486"/>
                    </a:moveTo>
                    <a:lnTo>
                      <a:pt x="730137" y="3644080"/>
                    </a:lnTo>
                    <a:lnTo>
                      <a:pt x="730137" y="3221080"/>
                    </a:lnTo>
                    <a:lnTo>
                      <a:pt x="1029843" y="2983847"/>
                    </a:lnTo>
                    <a:lnTo>
                      <a:pt x="1029843" y="881228"/>
                    </a:lnTo>
                    <a:lnTo>
                      <a:pt x="1854653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4" name="Freeform: Shape 211">
                <a:extLst>
                  <a:ext uri="{FF2B5EF4-FFF2-40B4-BE49-F238E27FC236}">
                    <a16:creationId xmlns:a16="http://schemas.microsoft.com/office/drawing/2014/main" id="{450D170B-70C2-9613-1784-885ADAD28401}"/>
                  </a:ext>
                </a:extLst>
              </p:cNvPr>
              <p:cNvSpPr/>
              <p:nvPr/>
            </p:nvSpPr>
            <p:spPr>
              <a:xfrm>
                <a:off x="12840730" y="7243472"/>
                <a:ext cx="326951" cy="1867587"/>
              </a:xfrm>
              <a:custGeom>
                <a:avLst/>
                <a:gdLst>
                  <a:gd name="connsiteX0" fmla="*/ 326952 w 326951"/>
                  <a:gd name="connsiteY0" fmla="*/ 0 h 1867587"/>
                  <a:gd name="connsiteX1" fmla="*/ 326952 w 326951"/>
                  <a:gd name="connsiteY1" fmla="*/ 1213959 h 1867587"/>
                  <a:gd name="connsiteX2" fmla="*/ 0 w 326951"/>
                  <a:gd name="connsiteY2" fmla="*/ 1510087 h 1867587"/>
                  <a:gd name="connsiteX3" fmla="*/ 0 w 326951"/>
                  <a:gd name="connsiteY3" fmla="*/ 1867587 h 186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951" h="1867587">
                    <a:moveTo>
                      <a:pt x="326952" y="0"/>
                    </a:moveTo>
                    <a:lnTo>
                      <a:pt x="326952" y="1213959"/>
                    </a:lnTo>
                    <a:lnTo>
                      <a:pt x="0" y="1510087"/>
                    </a:lnTo>
                    <a:lnTo>
                      <a:pt x="0" y="1867587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5" name="Freeform: Shape 212">
                <a:extLst>
                  <a:ext uri="{FF2B5EF4-FFF2-40B4-BE49-F238E27FC236}">
                    <a16:creationId xmlns:a16="http://schemas.microsoft.com/office/drawing/2014/main" id="{3133CEF2-A15A-FD49-BC8A-C7DCC16B0DD1}"/>
                  </a:ext>
                </a:extLst>
              </p:cNvPr>
              <p:cNvSpPr/>
              <p:nvPr/>
            </p:nvSpPr>
            <p:spPr>
              <a:xfrm>
                <a:off x="12840730" y="9948804"/>
                <a:ext cx="304659" cy="1424771"/>
              </a:xfrm>
              <a:custGeom>
                <a:avLst/>
                <a:gdLst>
                  <a:gd name="connsiteX0" fmla="*/ 304660 w 304659"/>
                  <a:gd name="connsiteY0" fmla="*/ 0 h 1424771"/>
                  <a:gd name="connsiteX1" fmla="*/ 304660 w 304659"/>
                  <a:gd name="connsiteY1" fmla="*/ 449421 h 1424771"/>
                  <a:gd name="connsiteX2" fmla="*/ 0 w 304659"/>
                  <a:gd name="connsiteY2" fmla="*/ 673994 h 1424771"/>
                  <a:gd name="connsiteX3" fmla="*/ 0 w 304659"/>
                  <a:gd name="connsiteY3" fmla="*/ 1424771 h 1424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659" h="1424771">
                    <a:moveTo>
                      <a:pt x="304660" y="0"/>
                    </a:moveTo>
                    <a:lnTo>
                      <a:pt x="304660" y="449421"/>
                    </a:lnTo>
                    <a:lnTo>
                      <a:pt x="0" y="673994"/>
                    </a:lnTo>
                    <a:lnTo>
                      <a:pt x="0" y="1424771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6" name="Freeform: Shape 213">
                <a:extLst>
                  <a:ext uri="{FF2B5EF4-FFF2-40B4-BE49-F238E27FC236}">
                    <a16:creationId xmlns:a16="http://schemas.microsoft.com/office/drawing/2014/main" id="{E7560FEC-956F-33E9-277F-619A8D6E61C3}"/>
                  </a:ext>
                </a:extLst>
              </p:cNvPr>
              <p:cNvSpPr/>
              <p:nvPr/>
            </p:nvSpPr>
            <p:spPr>
              <a:xfrm>
                <a:off x="16347479" y="10792328"/>
                <a:ext cx="870770" cy="418872"/>
              </a:xfrm>
              <a:custGeom>
                <a:avLst/>
                <a:gdLst>
                  <a:gd name="connsiteX0" fmla="*/ 870770 w 870770"/>
                  <a:gd name="connsiteY0" fmla="*/ 418872 h 418872"/>
                  <a:gd name="connsiteX1" fmla="*/ 352546 w 870770"/>
                  <a:gd name="connsiteY1" fmla="*/ 418872 h 418872"/>
                  <a:gd name="connsiteX2" fmla="*/ 0 w 870770"/>
                  <a:gd name="connsiteY2" fmla="*/ 0 h 4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70770" h="418872">
                    <a:moveTo>
                      <a:pt x="870770" y="418872"/>
                    </a:moveTo>
                    <a:lnTo>
                      <a:pt x="352546" y="418872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7" name="Freeform: Shape 214">
                <a:extLst>
                  <a:ext uri="{FF2B5EF4-FFF2-40B4-BE49-F238E27FC236}">
                    <a16:creationId xmlns:a16="http://schemas.microsoft.com/office/drawing/2014/main" id="{ACCE4F12-6CBB-229B-54CE-55B39262C25A}"/>
                  </a:ext>
                </a:extLst>
              </p:cNvPr>
              <p:cNvSpPr/>
              <p:nvPr/>
            </p:nvSpPr>
            <p:spPr>
              <a:xfrm>
                <a:off x="15467627" y="5241581"/>
                <a:ext cx="27521" cy="2070143"/>
              </a:xfrm>
              <a:custGeom>
                <a:avLst/>
                <a:gdLst>
                  <a:gd name="connsiteX0" fmla="*/ 0 w 27521"/>
                  <a:gd name="connsiteY0" fmla="*/ 0 h 2070143"/>
                  <a:gd name="connsiteX1" fmla="*/ 0 w 27521"/>
                  <a:gd name="connsiteY1" fmla="*/ 2070143 h 2070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2070143">
                    <a:moveTo>
                      <a:pt x="0" y="0"/>
                    </a:moveTo>
                    <a:lnTo>
                      <a:pt x="0" y="2070143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8" name="Freeform: Shape 215">
                <a:extLst>
                  <a:ext uri="{FF2B5EF4-FFF2-40B4-BE49-F238E27FC236}">
                    <a16:creationId xmlns:a16="http://schemas.microsoft.com/office/drawing/2014/main" id="{46555D22-81C0-7281-9506-495E9D2A55AF}"/>
                  </a:ext>
                </a:extLst>
              </p:cNvPr>
              <p:cNvSpPr/>
              <p:nvPr/>
            </p:nvSpPr>
            <p:spPr>
              <a:xfrm>
                <a:off x="13678475" y="6399397"/>
                <a:ext cx="682525" cy="716651"/>
              </a:xfrm>
              <a:custGeom>
                <a:avLst/>
                <a:gdLst>
                  <a:gd name="connsiteX0" fmla="*/ 0 w 682525"/>
                  <a:gd name="connsiteY0" fmla="*/ 716652 h 716651"/>
                  <a:gd name="connsiteX1" fmla="*/ 682525 w 682525"/>
                  <a:gd name="connsiteY1" fmla="*/ 0 h 716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2525" h="716651">
                    <a:moveTo>
                      <a:pt x="0" y="716652"/>
                    </a:moveTo>
                    <a:lnTo>
                      <a:pt x="682525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C2D7CA2C-11A0-2B0F-450E-DF028104E407}"/>
                </a:ext>
              </a:extLst>
            </p:cNvPr>
            <p:cNvGrpSpPr/>
            <p:nvPr/>
          </p:nvGrpSpPr>
          <p:grpSpPr>
            <a:xfrm>
              <a:off x="12397364" y="69250"/>
              <a:ext cx="6597378" cy="11249283"/>
              <a:chOff x="12397364" y="69250"/>
              <a:chExt cx="6597378" cy="11249283"/>
            </a:xfrm>
            <a:solidFill>
              <a:schemeClr val="bg1"/>
            </a:solidFill>
          </p:grpSpPr>
          <p:sp>
            <p:nvSpPr>
              <p:cNvPr id="7" name="Freeform: Shape 45">
                <a:extLst>
                  <a:ext uri="{FF2B5EF4-FFF2-40B4-BE49-F238E27FC236}">
                    <a16:creationId xmlns:a16="http://schemas.microsoft.com/office/drawing/2014/main" id="{9F3342B9-7039-CC4A-18FB-72583732DF7C}"/>
                  </a:ext>
                </a:extLst>
              </p:cNvPr>
              <p:cNvSpPr/>
              <p:nvPr/>
            </p:nvSpPr>
            <p:spPr>
              <a:xfrm>
                <a:off x="17031105" y="582998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" name="Freeform: Shape 46">
                <a:extLst>
                  <a:ext uri="{FF2B5EF4-FFF2-40B4-BE49-F238E27FC236}">
                    <a16:creationId xmlns:a16="http://schemas.microsoft.com/office/drawing/2014/main" id="{9BB1A198-C855-6DCA-9F65-19B125C477C1}"/>
                  </a:ext>
                </a:extLst>
              </p:cNvPr>
              <p:cNvSpPr/>
              <p:nvPr/>
            </p:nvSpPr>
            <p:spPr>
              <a:xfrm>
                <a:off x="17287327" y="683863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Freeform: Shape 47">
                <a:extLst>
                  <a:ext uri="{FF2B5EF4-FFF2-40B4-BE49-F238E27FC236}">
                    <a16:creationId xmlns:a16="http://schemas.microsoft.com/office/drawing/2014/main" id="{26F2550F-C1B5-4C40-ABB7-FFBFF50D410A}"/>
                  </a:ext>
                </a:extLst>
              </p:cNvPr>
              <p:cNvSpPr/>
              <p:nvPr/>
            </p:nvSpPr>
            <p:spPr>
              <a:xfrm>
                <a:off x="18803194" y="742153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Freeform: Shape 48">
                <a:extLst>
                  <a:ext uri="{FF2B5EF4-FFF2-40B4-BE49-F238E27FC236}">
                    <a16:creationId xmlns:a16="http://schemas.microsoft.com/office/drawing/2014/main" id="{175A59FE-6072-155B-63AA-66C706FD4EC0}"/>
                  </a:ext>
                </a:extLst>
              </p:cNvPr>
              <p:cNvSpPr/>
              <p:nvPr/>
            </p:nvSpPr>
            <p:spPr>
              <a:xfrm>
                <a:off x="18126448" y="702495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Freeform: Shape 49">
                <a:extLst>
                  <a:ext uri="{FF2B5EF4-FFF2-40B4-BE49-F238E27FC236}">
                    <a16:creationId xmlns:a16="http://schemas.microsoft.com/office/drawing/2014/main" id="{A883A775-9E7C-7E1A-F772-918B67CEDACE}"/>
                  </a:ext>
                </a:extLst>
              </p:cNvPr>
              <p:cNvSpPr/>
              <p:nvPr/>
            </p:nvSpPr>
            <p:spPr>
              <a:xfrm>
                <a:off x="17640424" y="707586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Freeform: Shape 50">
                <a:extLst>
                  <a:ext uri="{FF2B5EF4-FFF2-40B4-BE49-F238E27FC236}">
                    <a16:creationId xmlns:a16="http://schemas.microsoft.com/office/drawing/2014/main" id="{989D36F0-8A87-1BE3-9F38-A45209972376}"/>
                  </a:ext>
                </a:extLst>
              </p:cNvPr>
              <p:cNvSpPr/>
              <p:nvPr/>
            </p:nvSpPr>
            <p:spPr>
              <a:xfrm>
                <a:off x="18743198" y="823010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Freeform: Shape 51">
                <a:extLst>
                  <a:ext uri="{FF2B5EF4-FFF2-40B4-BE49-F238E27FC236}">
                    <a16:creationId xmlns:a16="http://schemas.microsoft.com/office/drawing/2014/main" id="{B77E8720-F96A-22B7-A88A-970041C29AFE}"/>
                  </a:ext>
                </a:extLst>
              </p:cNvPr>
              <p:cNvSpPr/>
              <p:nvPr/>
            </p:nvSpPr>
            <p:spPr>
              <a:xfrm>
                <a:off x="16799652" y="71160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50 h 127698"/>
                  <a:gd name="connsiteX1" fmla="*/ 63849 w 127698"/>
                  <a:gd name="connsiteY1" fmla="*/ 127699 h 127698"/>
                  <a:gd name="connsiteX2" fmla="*/ 0 w 127698"/>
                  <a:gd name="connsiteY2" fmla="*/ 63850 h 127698"/>
                  <a:gd name="connsiteX3" fmla="*/ 63849 w 127698"/>
                  <a:gd name="connsiteY3" fmla="*/ 0 h 127698"/>
                  <a:gd name="connsiteX4" fmla="*/ 127698 w 127698"/>
                  <a:gd name="connsiteY4" fmla="*/ 63850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50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50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50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Freeform: Shape 52">
                <a:extLst>
                  <a:ext uri="{FF2B5EF4-FFF2-40B4-BE49-F238E27FC236}">
                    <a16:creationId xmlns:a16="http://schemas.microsoft.com/office/drawing/2014/main" id="{E4AB606B-A921-E1D6-2D07-618074A5331B}"/>
                  </a:ext>
                </a:extLst>
              </p:cNvPr>
              <p:cNvSpPr/>
              <p:nvPr/>
            </p:nvSpPr>
            <p:spPr>
              <a:xfrm>
                <a:off x="17858392" y="823010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Freeform: Shape 53">
                <a:extLst>
                  <a:ext uri="{FF2B5EF4-FFF2-40B4-BE49-F238E27FC236}">
                    <a16:creationId xmlns:a16="http://schemas.microsoft.com/office/drawing/2014/main" id="{1ED81D5B-BD8E-8FEC-FCC6-97A1AB02E55E}"/>
                  </a:ext>
                </a:extLst>
              </p:cNvPr>
              <p:cNvSpPr/>
              <p:nvPr/>
            </p:nvSpPr>
            <p:spPr>
              <a:xfrm>
                <a:off x="17531440" y="863879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Freeform: Shape 54">
                <a:extLst>
                  <a:ext uri="{FF2B5EF4-FFF2-40B4-BE49-F238E27FC236}">
                    <a16:creationId xmlns:a16="http://schemas.microsoft.com/office/drawing/2014/main" id="{2D28C8FC-525B-06D5-2F2A-C42647C704D9}"/>
                  </a:ext>
                </a:extLst>
              </p:cNvPr>
              <p:cNvSpPr/>
              <p:nvPr/>
            </p:nvSpPr>
            <p:spPr>
              <a:xfrm>
                <a:off x="17511075" y="904721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Freeform: Shape 55">
                <a:extLst>
                  <a:ext uri="{FF2B5EF4-FFF2-40B4-BE49-F238E27FC236}">
                    <a16:creationId xmlns:a16="http://schemas.microsoft.com/office/drawing/2014/main" id="{B09A6DC4-E2C1-D440-7004-2D27E1E2270D}"/>
                  </a:ext>
                </a:extLst>
              </p:cNvPr>
              <p:cNvSpPr/>
              <p:nvPr/>
            </p:nvSpPr>
            <p:spPr>
              <a:xfrm>
                <a:off x="17934901" y="983899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Freeform: Shape 56">
                <a:extLst>
                  <a:ext uri="{FF2B5EF4-FFF2-40B4-BE49-F238E27FC236}">
                    <a16:creationId xmlns:a16="http://schemas.microsoft.com/office/drawing/2014/main" id="{DD12EDBD-230B-588D-4162-0E18AE7016C8}"/>
                  </a:ext>
                </a:extLst>
              </p:cNvPr>
              <p:cNvSpPr/>
              <p:nvPr/>
            </p:nvSpPr>
            <p:spPr>
              <a:xfrm>
                <a:off x="17674550" y="105589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Freeform: Shape 57">
                <a:extLst>
                  <a:ext uri="{FF2B5EF4-FFF2-40B4-BE49-F238E27FC236}">
                    <a16:creationId xmlns:a16="http://schemas.microsoft.com/office/drawing/2014/main" id="{51833767-3236-7E12-BCA4-44B4EFE63261}"/>
                  </a:ext>
                </a:extLst>
              </p:cNvPr>
              <p:cNvSpPr/>
              <p:nvPr/>
            </p:nvSpPr>
            <p:spPr>
              <a:xfrm>
                <a:off x="17766471" y="1119083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-1" y="99113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Freeform: Shape 58">
                <a:extLst>
                  <a:ext uri="{FF2B5EF4-FFF2-40B4-BE49-F238E27FC236}">
                    <a16:creationId xmlns:a16="http://schemas.microsoft.com/office/drawing/2014/main" id="{7FBF4093-BAE6-808D-AD4C-50B802BC411D}"/>
                  </a:ext>
                </a:extLst>
              </p:cNvPr>
              <p:cNvSpPr/>
              <p:nvPr/>
            </p:nvSpPr>
            <p:spPr>
              <a:xfrm>
                <a:off x="17250724" y="1062279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Freeform: Shape 59">
                <a:extLst>
                  <a:ext uri="{FF2B5EF4-FFF2-40B4-BE49-F238E27FC236}">
                    <a16:creationId xmlns:a16="http://schemas.microsoft.com/office/drawing/2014/main" id="{2DF85832-AE7C-F131-AB41-CF1A48C691AD}"/>
                  </a:ext>
                </a:extLst>
              </p:cNvPr>
              <p:cNvSpPr/>
              <p:nvPr/>
            </p:nvSpPr>
            <p:spPr>
              <a:xfrm>
                <a:off x="16780938" y="886584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Freeform: Shape 60">
                <a:extLst>
                  <a:ext uri="{FF2B5EF4-FFF2-40B4-BE49-F238E27FC236}">
                    <a16:creationId xmlns:a16="http://schemas.microsoft.com/office/drawing/2014/main" id="{F42ADF59-C810-B182-0F7B-94D8A317E81D}"/>
                  </a:ext>
                </a:extLst>
              </p:cNvPr>
              <p:cNvSpPr/>
              <p:nvPr/>
            </p:nvSpPr>
            <p:spPr>
              <a:xfrm>
                <a:off x="16535724" y="863879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Freeform: Shape 61">
                <a:extLst>
                  <a:ext uri="{FF2B5EF4-FFF2-40B4-BE49-F238E27FC236}">
                    <a16:creationId xmlns:a16="http://schemas.microsoft.com/office/drawing/2014/main" id="{E69D0E3D-33ED-53B0-45CF-76C2D59671B5}"/>
                  </a:ext>
                </a:extLst>
              </p:cNvPr>
              <p:cNvSpPr/>
              <p:nvPr/>
            </p:nvSpPr>
            <p:spPr>
              <a:xfrm>
                <a:off x="16471875" y="816625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Freeform: Shape 62">
                <a:extLst>
                  <a:ext uri="{FF2B5EF4-FFF2-40B4-BE49-F238E27FC236}">
                    <a16:creationId xmlns:a16="http://schemas.microsoft.com/office/drawing/2014/main" id="{671B6AFC-CD33-B1CF-309A-D142E336B0AA}"/>
                  </a:ext>
                </a:extLst>
              </p:cNvPr>
              <p:cNvSpPr/>
              <p:nvPr/>
            </p:nvSpPr>
            <p:spPr>
              <a:xfrm>
                <a:off x="15738986" y="775784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Freeform: Shape 63">
                <a:extLst>
                  <a:ext uri="{FF2B5EF4-FFF2-40B4-BE49-F238E27FC236}">
                    <a16:creationId xmlns:a16="http://schemas.microsoft.com/office/drawing/2014/main" id="{96124135-F04A-545E-A618-B83B323C21BC}"/>
                  </a:ext>
                </a:extLst>
              </p:cNvPr>
              <p:cNvSpPr/>
              <p:nvPr/>
            </p:nvSpPr>
            <p:spPr>
              <a:xfrm>
                <a:off x="14458975" y="713806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Freeform: Shape 64">
                <a:extLst>
                  <a:ext uri="{FF2B5EF4-FFF2-40B4-BE49-F238E27FC236}">
                    <a16:creationId xmlns:a16="http://schemas.microsoft.com/office/drawing/2014/main" id="{6E995A96-302F-31E1-AFBC-21CE7DB33E80}"/>
                  </a:ext>
                </a:extLst>
              </p:cNvPr>
              <p:cNvSpPr/>
              <p:nvPr/>
            </p:nvSpPr>
            <p:spPr>
              <a:xfrm>
                <a:off x="14102301" y="748538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: Shape 65">
                <a:extLst>
                  <a:ext uri="{FF2B5EF4-FFF2-40B4-BE49-F238E27FC236}">
                    <a16:creationId xmlns:a16="http://schemas.microsoft.com/office/drawing/2014/main" id="{7FC219B6-07FA-2339-4551-ED3BEBA1B8BB}"/>
                  </a:ext>
                </a:extLst>
              </p:cNvPr>
              <p:cNvSpPr/>
              <p:nvPr/>
            </p:nvSpPr>
            <p:spPr>
              <a:xfrm>
                <a:off x="13752231" y="75338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: Shape 66">
                <a:extLst>
                  <a:ext uri="{FF2B5EF4-FFF2-40B4-BE49-F238E27FC236}">
                    <a16:creationId xmlns:a16="http://schemas.microsoft.com/office/drawing/2014/main" id="{971D8604-7083-F605-7AD7-2A2CDE142A67}"/>
                  </a:ext>
                </a:extLst>
              </p:cNvPr>
              <p:cNvSpPr/>
              <p:nvPr/>
            </p:nvSpPr>
            <p:spPr>
              <a:xfrm>
                <a:off x="13752507" y="803608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: Shape 67">
                <a:extLst>
                  <a:ext uri="{FF2B5EF4-FFF2-40B4-BE49-F238E27FC236}">
                    <a16:creationId xmlns:a16="http://schemas.microsoft.com/office/drawing/2014/main" id="{2CBF5F46-DE5E-00BB-94CC-C04B0C2036C5}"/>
                  </a:ext>
                </a:extLst>
              </p:cNvPr>
              <p:cNvSpPr/>
              <p:nvPr/>
            </p:nvSpPr>
            <p:spPr>
              <a:xfrm>
                <a:off x="14297151" y="633554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Freeform: Shape 68">
                <a:extLst>
                  <a:ext uri="{FF2B5EF4-FFF2-40B4-BE49-F238E27FC236}">
                    <a16:creationId xmlns:a16="http://schemas.microsoft.com/office/drawing/2014/main" id="{F381C0ED-CA08-A960-1479-FE611AD97FCC}"/>
                  </a:ext>
                </a:extLst>
              </p:cNvPr>
              <p:cNvSpPr/>
              <p:nvPr/>
            </p:nvSpPr>
            <p:spPr>
              <a:xfrm>
                <a:off x="14233302" y="589355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Freeform: Shape 69">
                <a:extLst>
                  <a:ext uri="{FF2B5EF4-FFF2-40B4-BE49-F238E27FC236}">
                    <a16:creationId xmlns:a16="http://schemas.microsoft.com/office/drawing/2014/main" id="{2AF550B1-31AD-6B7A-94BB-322CDC260B12}"/>
                  </a:ext>
                </a:extLst>
              </p:cNvPr>
              <p:cNvSpPr/>
              <p:nvPr/>
            </p:nvSpPr>
            <p:spPr>
              <a:xfrm>
                <a:off x="13752507" y="444071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Freeform: Shape 70">
                <a:extLst>
                  <a:ext uri="{FF2B5EF4-FFF2-40B4-BE49-F238E27FC236}">
                    <a16:creationId xmlns:a16="http://schemas.microsoft.com/office/drawing/2014/main" id="{409C7BD0-CDB0-3DD0-C9C1-41E8C6E8D48F}"/>
                  </a:ext>
                </a:extLst>
              </p:cNvPr>
              <p:cNvSpPr/>
              <p:nvPr/>
            </p:nvSpPr>
            <p:spPr>
              <a:xfrm>
                <a:off x="13614625" y="394148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Freeform: Shape 71">
                <a:extLst>
                  <a:ext uri="{FF2B5EF4-FFF2-40B4-BE49-F238E27FC236}">
                    <a16:creationId xmlns:a16="http://schemas.microsoft.com/office/drawing/2014/main" id="{188560A6-C781-F854-8CD3-0B004B352047}"/>
                  </a:ext>
                </a:extLst>
              </p:cNvPr>
              <p:cNvSpPr/>
              <p:nvPr/>
            </p:nvSpPr>
            <p:spPr>
              <a:xfrm>
                <a:off x="13644348" y="496664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Freeform: Shape 72">
                <a:extLst>
                  <a:ext uri="{FF2B5EF4-FFF2-40B4-BE49-F238E27FC236}">
                    <a16:creationId xmlns:a16="http://schemas.microsoft.com/office/drawing/2014/main" id="{0E89312E-3575-2551-A391-267B242E8E41}"/>
                  </a:ext>
                </a:extLst>
              </p:cNvPr>
              <p:cNvSpPr/>
              <p:nvPr/>
            </p:nvSpPr>
            <p:spPr>
              <a:xfrm>
                <a:off x="13417023" y="328482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Freeform: Shape 73">
                <a:extLst>
                  <a:ext uri="{FF2B5EF4-FFF2-40B4-BE49-F238E27FC236}">
                    <a16:creationId xmlns:a16="http://schemas.microsoft.com/office/drawing/2014/main" id="{448D1FFD-6A5F-61DE-0484-8D98F14A19C0}"/>
                  </a:ext>
                </a:extLst>
              </p:cNvPr>
              <p:cNvSpPr/>
              <p:nvPr/>
            </p:nvSpPr>
            <p:spPr>
              <a:xfrm>
                <a:off x="14103126" y="325592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Freeform: Shape 74">
                <a:extLst>
                  <a:ext uri="{FF2B5EF4-FFF2-40B4-BE49-F238E27FC236}">
                    <a16:creationId xmlns:a16="http://schemas.microsoft.com/office/drawing/2014/main" id="{13DA313E-DCC8-C25D-8614-489A708D591C}"/>
                  </a:ext>
                </a:extLst>
              </p:cNvPr>
              <p:cNvSpPr/>
              <p:nvPr/>
            </p:nvSpPr>
            <p:spPr>
              <a:xfrm>
                <a:off x="13102181" y="717962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7" name="Freeform: Shape 75">
                <a:extLst>
                  <a:ext uri="{FF2B5EF4-FFF2-40B4-BE49-F238E27FC236}">
                    <a16:creationId xmlns:a16="http://schemas.microsoft.com/office/drawing/2014/main" id="{C7BEAB1C-55FB-1366-57A1-09582C707828}"/>
                  </a:ext>
                </a:extLst>
              </p:cNvPr>
              <p:cNvSpPr/>
              <p:nvPr/>
            </p:nvSpPr>
            <p:spPr>
              <a:xfrm>
                <a:off x="13265657" y="582998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Freeform: Shape 76">
                <a:extLst>
                  <a:ext uri="{FF2B5EF4-FFF2-40B4-BE49-F238E27FC236}">
                    <a16:creationId xmlns:a16="http://schemas.microsoft.com/office/drawing/2014/main" id="{F532E0A1-24D8-FD88-22D0-DD9F78686FC9}"/>
                  </a:ext>
                </a:extLst>
              </p:cNvPr>
              <p:cNvSpPr/>
              <p:nvPr/>
            </p:nvSpPr>
            <p:spPr>
              <a:xfrm>
                <a:off x="13602516" y="707421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Freeform: Shape 77">
                <a:extLst>
                  <a:ext uri="{FF2B5EF4-FFF2-40B4-BE49-F238E27FC236}">
                    <a16:creationId xmlns:a16="http://schemas.microsoft.com/office/drawing/2014/main" id="{413452B7-EBFB-CD1D-C54E-49196432D188}"/>
                  </a:ext>
                </a:extLst>
              </p:cNvPr>
              <p:cNvSpPr/>
              <p:nvPr/>
            </p:nvSpPr>
            <p:spPr>
              <a:xfrm>
                <a:off x="12686611" y="708109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Freeform: Shape 78">
                <a:extLst>
                  <a:ext uri="{FF2B5EF4-FFF2-40B4-BE49-F238E27FC236}">
                    <a16:creationId xmlns:a16="http://schemas.microsoft.com/office/drawing/2014/main" id="{0238B9DC-7824-4B4A-CE8A-0DB3FE890755}"/>
                  </a:ext>
                </a:extLst>
              </p:cNvPr>
              <p:cNvSpPr/>
              <p:nvPr/>
            </p:nvSpPr>
            <p:spPr>
              <a:xfrm>
                <a:off x="15940716" y="904721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Freeform: Shape 79">
                <a:extLst>
                  <a:ext uri="{FF2B5EF4-FFF2-40B4-BE49-F238E27FC236}">
                    <a16:creationId xmlns:a16="http://schemas.microsoft.com/office/drawing/2014/main" id="{E0941F17-1F2D-D37E-C388-1A4C14BA0B2F}"/>
                  </a:ext>
                </a:extLst>
              </p:cNvPr>
              <p:cNvSpPr/>
              <p:nvPr/>
            </p:nvSpPr>
            <p:spPr>
              <a:xfrm>
                <a:off x="14777120" y="927701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Freeform: Shape 80">
                <a:extLst>
                  <a:ext uri="{FF2B5EF4-FFF2-40B4-BE49-F238E27FC236}">
                    <a16:creationId xmlns:a16="http://schemas.microsoft.com/office/drawing/2014/main" id="{FEF65FED-6EA8-3DBA-B640-B359DAEC2AAF}"/>
                  </a:ext>
                </a:extLst>
              </p:cNvPr>
              <p:cNvSpPr/>
              <p:nvPr/>
            </p:nvSpPr>
            <p:spPr>
              <a:xfrm>
                <a:off x="14360174" y="1035969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Freeform: Shape 81">
                <a:extLst>
                  <a:ext uri="{FF2B5EF4-FFF2-40B4-BE49-F238E27FC236}">
                    <a16:creationId xmlns:a16="http://schemas.microsoft.com/office/drawing/2014/main" id="{A4982799-8ACC-0084-9961-20A419B50E9A}"/>
                  </a:ext>
                </a:extLst>
              </p:cNvPr>
              <p:cNvSpPr/>
              <p:nvPr/>
            </p:nvSpPr>
            <p:spPr>
              <a:xfrm>
                <a:off x="14360174" y="1069683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Freeform: Shape 82">
                <a:extLst>
                  <a:ext uri="{FF2B5EF4-FFF2-40B4-BE49-F238E27FC236}">
                    <a16:creationId xmlns:a16="http://schemas.microsoft.com/office/drawing/2014/main" id="{CF9F3CC6-B0F5-5128-3391-3A46B1009888}"/>
                  </a:ext>
                </a:extLst>
              </p:cNvPr>
              <p:cNvSpPr/>
              <p:nvPr/>
            </p:nvSpPr>
            <p:spPr>
              <a:xfrm>
                <a:off x="13918184" y="992045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Freeform: Shape 83">
                <a:extLst>
                  <a:ext uri="{FF2B5EF4-FFF2-40B4-BE49-F238E27FC236}">
                    <a16:creationId xmlns:a16="http://schemas.microsoft.com/office/drawing/2014/main" id="{B2B10659-A7D6-16A1-FAEE-58765D3C64FE}"/>
                  </a:ext>
                </a:extLst>
              </p:cNvPr>
              <p:cNvSpPr/>
              <p:nvPr/>
            </p:nvSpPr>
            <p:spPr>
              <a:xfrm>
                <a:off x="13429683" y="1063050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Freeform: Shape 84">
                <a:extLst>
                  <a:ext uri="{FF2B5EF4-FFF2-40B4-BE49-F238E27FC236}">
                    <a16:creationId xmlns:a16="http://schemas.microsoft.com/office/drawing/2014/main" id="{BFF6A153-F136-A2BC-60AA-FE656A08C282}"/>
                  </a:ext>
                </a:extLst>
              </p:cNvPr>
              <p:cNvSpPr/>
              <p:nvPr/>
            </p:nvSpPr>
            <p:spPr>
              <a:xfrm>
                <a:off x="12397364" y="1022704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Freeform: Shape 85">
                <a:extLst>
                  <a:ext uri="{FF2B5EF4-FFF2-40B4-BE49-F238E27FC236}">
                    <a16:creationId xmlns:a16="http://schemas.microsoft.com/office/drawing/2014/main" id="{94CDB086-A432-ADF6-C313-20C85F19EA90}"/>
                  </a:ext>
                </a:extLst>
              </p:cNvPr>
              <p:cNvSpPr/>
              <p:nvPr/>
            </p:nvSpPr>
            <p:spPr>
              <a:xfrm>
                <a:off x="13081540" y="990009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Freeform: Shape 86">
                <a:extLst>
                  <a:ext uri="{FF2B5EF4-FFF2-40B4-BE49-F238E27FC236}">
                    <a16:creationId xmlns:a16="http://schemas.microsoft.com/office/drawing/2014/main" id="{91011FF9-0E17-B774-14BE-CE987C319879}"/>
                  </a:ext>
                </a:extLst>
              </p:cNvPr>
              <p:cNvSpPr/>
              <p:nvPr/>
            </p:nvSpPr>
            <p:spPr>
              <a:xfrm>
                <a:off x="12776881" y="904721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Freeform: Shape 87">
                <a:extLst>
                  <a:ext uri="{FF2B5EF4-FFF2-40B4-BE49-F238E27FC236}">
                    <a16:creationId xmlns:a16="http://schemas.microsoft.com/office/drawing/2014/main" id="{864150BD-7ED1-4911-B597-7D95E6BE4B52}"/>
                  </a:ext>
                </a:extLst>
              </p:cNvPr>
              <p:cNvSpPr/>
              <p:nvPr/>
            </p:nvSpPr>
            <p:spPr>
              <a:xfrm>
                <a:off x="13532888" y="1117679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Freeform: Shape 88">
                <a:extLst>
                  <a:ext uri="{FF2B5EF4-FFF2-40B4-BE49-F238E27FC236}">
                    <a16:creationId xmlns:a16="http://schemas.microsoft.com/office/drawing/2014/main" id="{2D807A1F-AEAD-E1CD-C7D5-D2CC529B30F9}"/>
                  </a:ext>
                </a:extLst>
              </p:cNvPr>
              <p:cNvSpPr/>
              <p:nvPr/>
            </p:nvSpPr>
            <p:spPr>
              <a:xfrm>
                <a:off x="15100494" y="957836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50 h 127698"/>
                  <a:gd name="connsiteX1" fmla="*/ 63849 w 127698"/>
                  <a:gd name="connsiteY1" fmla="*/ 127699 h 127698"/>
                  <a:gd name="connsiteX2" fmla="*/ 0 w 127698"/>
                  <a:gd name="connsiteY2" fmla="*/ 63850 h 127698"/>
                  <a:gd name="connsiteX3" fmla="*/ 63849 w 127698"/>
                  <a:gd name="connsiteY3" fmla="*/ 0 h 127698"/>
                  <a:gd name="connsiteX4" fmla="*/ 127698 w 127698"/>
                  <a:gd name="connsiteY4" fmla="*/ 63850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50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50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50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Freeform: Shape 89">
                <a:extLst>
                  <a:ext uri="{FF2B5EF4-FFF2-40B4-BE49-F238E27FC236}">
                    <a16:creationId xmlns:a16="http://schemas.microsoft.com/office/drawing/2014/main" id="{18BC0061-004C-9C9E-0AD2-4AC2E2E7253F}"/>
                  </a:ext>
                </a:extLst>
              </p:cNvPr>
              <p:cNvSpPr/>
              <p:nvPr/>
            </p:nvSpPr>
            <p:spPr>
              <a:xfrm>
                <a:off x="15491020" y="1042629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Freeform: Shape 90">
                <a:extLst>
                  <a:ext uri="{FF2B5EF4-FFF2-40B4-BE49-F238E27FC236}">
                    <a16:creationId xmlns:a16="http://schemas.microsoft.com/office/drawing/2014/main" id="{410B9A65-EB84-FD29-7DB3-D47E93659372}"/>
                  </a:ext>
                </a:extLst>
              </p:cNvPr>
              <p:cNvSpPr/>
              <p:nvPr/>
            </p:nvSpPr>
            <p:spPr>
              <a:xfrm>
                <a:off x="15150308" y="1119083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: Shape 91">
                <a:extLst>
                  <a:ext uri="{FF2B5EF4-FFF2-40B4-BE49-F238E27FC236}">
                    <a16:creationId xmlns:a16="http://schemas.microsoft.com/office/drawing/2014/main" id="{E5FE4DD9-28B2-81CC-1F5C-B2CC10F7CE61}"/>
                  </a:ext>
                </a:extLst>
              </p:cNvPr>
              <p:cNvSpPr/>
              <p:nvPr/>
            </p:nvSpPr>
            <p:spPr>
              <a:xfrm>
                <a:off x="16220056" y="1038776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Freeform: Shape 92">
                <a:extLst>
                  <a:ext uri="{FF2B5EF4-FFF2-40B4-BE49-F238E27FC236}">
                    <a16:creationId xmlns:a16="http://schemas.microsoft.com/office/drawing/2014/main" id="{8ECFB06A-CD88-9F8B-8E44-0BE7C9792AC9}"/>
                  </a:ext>
                </a:extLst>
              </p:cNvPr>
              <p:cNvSpPr/>
              <p:nvPr/>
            </p:nvSpPr>
            <p:spPr>
              <a:xfrm>
                <a:off x="16283630" y="1072847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Freeform: Shape 93">
                <a:extLst>
                  <a:ext uri="{FF2B5EF4-FFF2-40B4-BE49-F238E27FC236}">
                    <a16:creationId xmlns:a16="http://schemas.microsoft.com/office/drawing/2014/main" id="{6DB90B05-15AC-D987-9A18-1D8EEDD4135F}"/>
                  </a:ext>
                </a:extLst>
              </p:cNvPr>
              <p:cNvSpPr/>
              <p:nvPr/>
            </p:nvSpPr>
            <p:spPr>
              <a:xfrm>
                <a:off x="18716502" y="1023722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Freeform: Shape 94">
                <a:extLst>
                  <a:ext uri="{FF2B5EF4-FFF2-40B4-BE49-F238E27FC236}">
                    <a16:creationId xmlns:a16="http://schemas.microsoft.com/office/drawing/2014/main" id="{FE566D33-4154-3D43-24AE-20CDDB071F51}"/>
                  </a:ext>
                </a:extLst>
              </p:cNvPr>
              <p:cNvSpPr/>
              <p:nvPr/>
            </p:nvSpPr>
            <p:spPr>
              <a:xfrm>
                <a:off x="18458629" y="844972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Freeform: Shape 95">
                <a:extLst>
                  <a:ext uri="{FF2B5EF4-FFF2-40B4-BE49-F238E27FC236}">
                    <a16:creationId xmlns:a16="http://schemas.microsoft.com/office/drawing/2014/main" id="{9C383BC6-D018-8A59-F61F-B14845851473}"/>
                  </a:ext>
                </a:extLst>
              </p:cNvPr>
              <p:cNvSpPr/>
              <p:nvPr/>
            </p:nvSpPr>
            <p:spPr>
              <a:xfrm>
                <a:off x="18867043" y="883915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Freeform: Shape 96">
                <a:extLst>
                  <a:ext uri="{FF2B5EF4-FFF2-40B4-BE49-F238E27FC236}">
                    <a16:creationId xmlns:a16="http://schemas.microsoft.com/office/drawing/2014/main" id="{1FE6CC78-966A-4CD8-0186-5E63A3BFF286}"/>
                  </a:ext>
                </a:extLst>
              </p:cNvPr>
              <p:cNvSpPr/>
              <p:nvPr/>
            </p:nvSpPr>
            <p:spPr>
              <a:xfrm>
                <a:off x="18853008" y="961524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Freeform: Shape 97">
                <a:extLst>
                  <a:ext uri="{FF2B5EF4-FFF2-40B4-BE49-F238E27FC236}">
                    <a16:creationId xmlns:a16="http://schemas.microsoft.com/office/drawing/2014/main" id="{E9BFE11D-0AAF-BEF6-1AC7-38CD66F4FDAD}"/>
                  </a:ext>
                </a:extLst>
              </p:cNvPr>
              <p:cNvSpPr/>
              <p:nvPr/>
            </p:nvSpPr>
            <p:spPr>
              <a:xfrm>
                <a:off x="18789434" y="1108350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Freeform: Shape 98">
                <a:extLst>
                  <a:ext uri="{FF2B5EF4-FFF2-40B4-BE49-F238E27FC236}">
                    <a16:creationId xmlns:a16="http://schemas.microsoft.com/office/drawing/2014/main" id="{B5A7F6FA-CF0B-A282-EB39-BADA2C98E8EF}"/>
                  </a:ext>
                </a:extLst>
              </p:cNvPr>
              <p:cNvSpPr/>
              <p:nvPr/>
            </p:nvSpPr>
            <p:spPr>
              <a:xfrm>
                <a:off x="16392614" y="71160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50 h 127698"/>
                  <a:gd name="connsiteX1" fmla="*/ 63849 w 127698"/>
                  <a:gd name="connsiteY1" fmla="*/ 127699 h 127698"/>
                  <a:gd name="connsiteX2" fmla="*/ 0 w 127698"/>
                  <a:gd name="connsiteY2" fmla="*/ 63850 h 127698"/>
                  <a:gd name="connsiteX3" fmla="*/ 63849 w 127698"/>
                  <a:gd name="connsiteY3" fmla="*/ 0 h 127698"/>
                  <a:gd name="connsiteX4" fmla="*/ 127698 w 127698"/>
                  <a:gd name="connsiteY4" fmla="*/ 63850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50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50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50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Freeform: Shape 99">
                <a:extLst>
                  <a:ext uri="{FF2B5EF4-FFF2-40B4-BE49-F238E27FC236}">
                    <a16:creationId xmlns:a16="http://schemas.microsoft.com/office/drawing/2014/main" id="{B62DFFF4-A5AA-1157-152C-4AD0ED98C798}"/>
                  </a:ext>
                </a:extLst>
              </p:cNvPr>
              <p:cNvSpPr/>
              <p:nvPr/>
            </p:nvSpPr>
            <p:spPr>
              <a:xfrm>
                <a:off x="16084652" y="685707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Freeform: Shape 100">
                <a:extLst>
                  <a:ext uri="{FF2B5EF4-FFF2-40B4-BE49-F238E27FC236}">
                    <a16:creationId xmlns:a16="http://schemas.microsoft.com/office/drawing/2014/main" id="{47ED5FD9-4AA8-6AE1-9601-316B4F4B7964}"/>
                  </a:ext>
                </a:extLst>
              </p:cNvPr>
              <p:cNvSpPr/>
              <p:nvPr/>
            </p:nvSpPr>
            <p:spPr>
              <a:xfrm>
                <a:off x="17271090" y="544688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3" name="Freeform: Shape 101">
                <a:extLst>
                  <a:ext uri="{FF2B5EF4-FFF2-40B4-BE49-F238E27FC236}">
                    <a16:creationId xmlns:a16="http://schemas.microsoft.com/office/drawing/2014/main" id="{339F1C14-6C1C-8E0B-C741-35362F4016D3}"/>
                  </a:ext>
                </a:extLst>
              </p:cNvPr>
              <p:cNvSpPr/>
              <p:nvPr/>
            </p:nvSpPr>
            <p:spPr>
              <a:xfrm>
                <a:off x="18703568" y="544688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2" name="Freeform: Shape 102">
                <a:extLst>
                  <a:ext uri="{FF2B5EF4-FFF2-40B4-BE49-F238E27FC236}">
                    <a16:creationId xmlns:a16="http://schemas.microsoft.com/office/drawing/2014/main" id="{8B2BC594-F3F8-B12E-83C7-F3B2A803BC77}"/>
                  </a:ext>
                </a:extLst>
              </p:cNvPr>
              <p:cNvSpPr/>
              <p:nvPr/>
            </p:nvSpPr>
            <p:spPr>
              <a:xfrm>
                <a:off x="16503799" y="51301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3" name="Freeform: Shape 103">
                <a:extLst>
                  <a:ext uri="{FF2B5EF4-FFF2-40B4-BE49-F238E27FC236}">
                    <a16:creationId xmlns:a16="http://schemas.microsoft.com/office/drawing/2014/main" id="{579B4191-DA8A-D99D-6CF5-16A77482D0D3}"/>
                  </a:ext>
                </a:extLst>
              </p:cNvPr>
              <p:cNvSpPr/>
              <p:nvPr/>
            </p:nvSpPr>
            <p:spPr>
              <a:xfrm>
                <a:off x="15904113" y="489013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4" name="Freeform: Shape 104">
                <a:extLst>
                  <a:ext uri="{FF2B5EF4-FFF2-40B4-BE49-F238E27FC236}">
                    <a16:creationId xmlns:a16="http://schemas.microsoft.com/office/drawing/2014/main" id="{1B191CF3-4022-528C-9C05-461E331B449C}"/>
                  </a:ext>
                </a:extLst>
              </p:cNvPr>
              <p:cNvSpPr/>
              <p:nvPr/>
            </p:nvSpPr>
            <p:spPr>
              <a:xfrm>
                <a:off x="17936277" y="51301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5" name="Freeform: Shape 105">
                <a:extLst>
                  <a:ext uri="{FF2B5EF4-FFF2-40B4-BE49-F238E27FC236}">
                    <a16:creationId xmlns:a16="http://schemas.microsoft.com/office/drawing/2014/main" id="{4717055D-CE6F-C86F-8760-0225698592EA}"/>
                  </a:ext>
                </a:extLst>
              </p:cNvPr>
              <p:cNvSpPr/>
              <p:nvPr/>
            </p:nvSpPr>
            <p:spPr>
              <a:xfrm>
                <a:off x="16257760" y="47778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6" name="Freeform: Shape 106">
                <a:extLst>
                  <a:ext uri="{FF2B5EF4-FFF2-40B4-BE49-F238E27FC236}">
                    <a16:creationId xmlns:a16="http://schemas.microsoft.com/office/drawing/2014/main" id="{CF0BABD3-CF7A-A2EB-3C9B-08E42D29CFF2}"/>
                  </a:ext>
                </a:extLst>
              </p:cNvPr>
              <p:cNvSpPr/>
              <p:nvPr/>
            </p:nvSpPr>
            <p:spPr>
              <a:xfrm>
                <a:off x="17283750" y="444071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7" name="Freeform: Shape 107">
                <a:extLst>
                  <a:ext uri="{FF2B5EF4-FFF2-40B4-BE49-F238E27FC236}">
                    <a16:creationId xmlns:a16="http://schemas.microsoft.com/office/drawing/2014/main" id="{6BAC7457-358E-534E-E732-2B204009F35A}"/>
                  </a:ext>
                </a:extLst>
              </p:cNvPr>
              <p:cNvSpPr/>
              <p:nvPr/>
            </p:nvSpPr>
            <p:spPr>
              <a:xfrm>
                <a:off x="18095900" y="423485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8" name="Freeform: Shape 108">
                <a:extLst>
                  <a:ext uri="{FF2B5EF4-FFF2-40B4-BE49-F238E27FC236}">
                    <a16:creationId xmlns:a16="http://schemas.microsoft.com/office/drawing/2014/main" id="{ED66D4E8-EC63-8579-083C-3E6897C210D6}"/>
                  </a:ext>
                </a:extLst>
              </p:cNvPr>
              <p:cNvSpPr/>
              <p:nvPr/>
            </p:nvSpPr>
            <p:spPr>
              <a:xfrm>
                <a:off x="18780352" y="387763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9" name="Freeform: Shape 109">
                <a:extLst>
                  <a:ext uri="{FF2B5EF4-FFF2-40B4-BE49-F238E27FC236}">
                    <a16:creationId xmlns:a16="http://schemas.microsoft.com/office/drawing/2014/main" id="{8E280DED-0857-31B9-6215-0ED85CA331E0}"/>
                  </a:ext>
                </a:extLst>
              </p:cNvPr>
              <p:cNvSpPr/>
              <p:nvPr/>
            </p:nvSpPr>
            <p:spPr>
              <a:xfrm>
                <a:off x="18634765" y="308226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0" name="Freeform: Shape 110">
                <a:extLst>
                  <a:ext uri="{FF2B5EF4-FFF2-40B4-BE49-F238E27FC236}">
                    <a16:creationId xmlns:a16="http://schemas.microsoft.com/office/drawing/2014/main" id="{ED51F137-36DD-DAFC-42DD-7328C94F8CB6}"/>
                  </a:ext>
                </a:extLst>
              </p:cNvPr>
              <p:cNvSpPr/>
              <p:nvPr/>
            </p:nvSpPr>
            <p:spPr>
              <a:xfrm>
                <a:off x="17444749" y="268266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1" name="Freeform: Shape 111">
                <a:extLst>
                  <a:ext uri="{FF2B5EF4-FFF2-40B4-BE49-F238E27FC236}">
                    <a16:creationId xmlns:a16="http://schemas.microsoft.com/office/drawing/2014/main" id="{935590F4-40DA-38EE-374C-73D0C47B0934}"/>
                  </a:ext>
                </a:extLst>
              </p:cNvPr>
              <p:cNvSpPr/>
              <p:nvPr/>
            </p:nvSpPr>
            <p:spPr>
              <a:xfrm>
                <a:off x="17950313" y="141751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2" name="Freeform: Shape 112">
                <a:extLst>
                  <a:ext uri="{FF2B5EF4-FFF2-40B4-BE49-F238E27FC236}">
                    <a16:creationId xmlns:a16="http://schemas.microsoft.com/office/drawing/2014/main" id="{BF792756-C270-7550-6AA9-8ADEBE239853}"/>
                  </a:ext>
                </a:extLst>
              </p:cNvPr>
              <p:cNvSpPr/>
              <p:nvPr/>
            </p:nvSpPr>
            <p:spPr>
              <a:xfrm>
                <a:off x="18164978" y="85773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3" name="Freeform: Shape 113">
                <a:extLst>
                  <a:ext uri="{FF2B5EF4-FFF2-40B4-BE49-F238E27FC236}">
                    <a16:creationId xmlns:a16="http://schemas.microsoft.com/office/drawing/2014/main" id="{507D41A1-3596-D8B6-C316-20233728AB5C}"/>
                  </a:ext>
                </a:extLst>
              </p:cNvPr>
              <p:cNvSpPr/>
              <p:nvPr/>
            </p:nvSpPr>
            <p:spPr>
              <a:xfrm>
                <a:off x="17230359" y="69232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4" name="Freeform: Shape 114">
                <a:extLst>
                  <a:ext uri="{FF2B5EF4-FFF2-40B4-BE49-F238E27FC236}">
                    <a16:creationId xmlns:a16="http://schemas.microsoft.com/office/drawing/2014/main" id="{535D8736-76AB-159A-2BD2-4080A5C60360}"/>
                  </a:ext>
                </a:extLst>
              </p:cNvPr>
              <p:cNvSpPr/>
              <p:nvPr/>
            </p:nvSpPr>
            <p:spPr>
              <a:xfrm>
                <a:off x="17858392" y="6925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5" name="Freeform: Shape 115">
                <a:extLst>
                  <a:ext uri="{FF2B5EF4-FFF2-40B4-BE49-F238E27FC236}">
                    <a16:creationId xmlns:a16="http://schemas.microsoft.com/office/drawing/2014/main" id="{CA7AD102-EBD7-51C4-5675-A2BAF7B327F2}"/>
                  </a:ext>
                </a:extLst>
              </p:cNvPr>
              <p:cNvSpPr/>
              <p:nvPr/>
            </p:nvSpPr>
            <p:spPr>
              <a:xfrm>
                <a:off x="18280567" y="13557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6" name="Freeform: Shape 116">
                <a:extLst>
                  <a:ext uri="{FF2B5EF4-FFF2-40B4-BE49-F238E27FC236}">
                    <a16:creationId xmlns:a16="http://schemas.microsoft.com/office/drawing/2014/main" id="{4333A003-6095-5C67-3DF5-434252679430}"/>
                  </a:ext>
                </a:extLst>
              </p:cNvPr>
              <p:cNvSpPr/>
              <p:nvPr/>
            </p:nvSpPr>
            <p:spPr>
              <a:xfrm>
                <a:off x="16530495" y="76636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7" name="Freeform: Shape 117">
                <a:extLst>
                  <a:ext uri="{FF2B5EF4-FFF2-40B4-BE49-F238E27FC236}">
                    <a16:creationId xmlns:a16="http://schemas.microsoft.com/office/drawing/2014/main" id="{7FAF0733-E2A0-8EBD-5C0B-6017E16F76D7}"/>
                  </a:ext>
                </a:extLst>
              </p:cNvPr>
              <p:cNvSpPr/>
              <p:nvPr/>
            </p:nvSpPr>
            <p:spPr>
              <a:xfrm>
                <a:off x="16770755" y="114340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8" name="Freeform: Shape 118">
                <a:extLst>
                  <a:ext uri="{FF2B5EF4-FFF2-40B4-BE49-F238E27FC236}">
                    <a16:creationId xmlns:a16="http://schemas.microsoft.com/office/drawing/2014/main" id="{DE6E6F8D-D7FE-341A-E04F-608A7BB31144}"/>
                  </a:ext>
                </a:extLst>
              </p:cNvPr>
              <p:cNvSpPr/>
              <p:nvPr/>
            </p:nvSpPr>
            <p:spPr>
              <a:xfrm>
                <a:off x="16770755" y="145411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9" name="Freeform: Shape 119">
                <a:extLst>
                  <a:ext uri="{FF2B5EF4-FFF2-40B4-BE49-F238E27FC236}">
                    <a16:creationId xmlns:a16="http://schemas.microsoft.com/office/drawing/2014/main" id="{A219386B-1938-F945-4D66-5EFF45297324}"/>
                  </a:ext>
                </a:extLst>
              </p:cNvPr>
              <p:cNvSpPr/>
              <p:nvPr/>
            </p:nvSpPr>
            <p:spPr>
              <a:xfrm>
                <a:off x="16770755" y="232653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0" name="Freeform: Shape 120">
                <a:extLst>
                  <a:ext uri="{FF2B5EF4-FFF2-40B4-BE49-F238E27FC236}">
                    <a16:creationId xmlns:a16="http://schemas.microsoft.com/office/drawing/2014/main" id="{8DD4199D-4CFD-9B19-8010-204C917C575E}"/>
                  </a:ext>
                </a:extLst>
              </p:cNvPr>
              <p:cNvSpPr/>
              <p:nvPr/>
            </p:nvSpPr>
            <p:spPr>
              <a:xfrm>
                <a:off x="16530495" y="273495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1" name="Freeform: Shape 121">
                <a:extLst>
                  <a:ext uri="{FF2B5EF4-FFF2-40B4-BE49-F238E27FC236}">
                    <a16:creationId xmlns:a16="http://schemas.microsoft.com/office/drawing/2014/main" id="{005550EB-8A94-1AFD-5E81-AFA374F11481}"/>
                  </a:ext>
                </a:extLst>
              </p:cNvPr>
              <p:cNvSpPr/>
              <p:nvPr/>
            </p:nvSpPr>
            <p:spPr>
              <a:xfrm>
                <a:off x="16484534" y="308226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2" name="Freeform: Shape 122">
                <a:extLst>
                  <a:ext uri="{FF2B5EF4-FFF2-40B4-BE49-F238E27FC236}">
                    <a16:creationId xmlns:a16="http://schemas.microsoft.com/office/drawing/2014/main" id="{3E4B39DA-115B-99DB-D050-0B50C4ED8FE1}"/>
                  </a:ext>
                </a:extLst>
              </p:cNvPr>
              <p:cNvSpPr/>
              <p:nvPr/>
            </p:nvSpPr>
            <p:spPr>
              <a:xfrm>
                <a:off x="16244550" y="95708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3" name="Freeform: Shape 123">
                <a:extLst>
                  <a:ext uri="{FF2B5EF4-FFF2-40B4-BE49-F238E27FC236}">
                    <a16:creationId xmlns:a16="http://schemas.microsoft.com/office/drawing/2014/main" id="{E997EEAC-79D8-5BE2-7A3E-B212DC527D32}"/>
                  </a:ext>
                </a:extLst>
              </p:cNvPr>
              <p:cNvSpPr/>
              <p:nvPr/>
            </p:nvSpPr>
            <p:spPr>
              <a:xfrm>
                <a:off x="16030160" y="182345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4" name="Freeform: Shape 124">
                <a:extLst>
                  <a:ext uri="{FF2B5EF4-FFF2-40B4-BE49-F238E27FC236}">
                    <a16:creationId xmlns:a16="http://schemas.microsoft.com/office/drawing/2014/main" id="{638FDEB7-4B0B-A573-B952-E0D204E58C49}"/>
                  </a:ext>
                </a:extLst>
              </p:cNvPr>
              <p:cNvSpPr/>
              <p:nvPr/>
            </p:nvSpPr>
            <p:spPr>
              <a:xfrm>
                <a:off x="15457994" y="93231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5" name="Freeform: Shape 125">
                <a:extLst>
                  <a:ext uri="{FF2B5EF4-FFF2-40B4-BE49-F238E27FC236}">
                    <a16:creationId xmlns:a16="http://schemas.microsoft.com/office/drawing/2014/main" id="{74AB5C16-ECDC-5D1D-A6C3-CD20B2522E82}"/>
                  </a:ext>
                </a:extLst>
              </p:cNvPr>
              <p:cNvSpPr/>
              <p:nvPr/>
            </p:nvSpPr>
            <p:spPr>
              <a:xfrm>
                <a:off x="15131318" y="11521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6" name="Freeform: Shape 126">
                <a:extLst>
                  <a:ext uri="{FF2B5EF4-FFF2-40B4-BE49-F238E27FC236}">
                    <a16:creationId xmlns:a16="http://schemas.microsoft.com/office/drawing/2014/main" id="{F7CA07A4-E5CE-7516-0AB8-0579E897DD46}"/>
                  </a:ext>
                </a:extLst>
              </p:cNvPr>
              <p:cNvSpPr/>
              <p:nvPr/>
            </p:nvSpPr>
            <p:spPr>
              <a:xfrm>
                <a:off x="15093889" y="169327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7" name="Freeform: Shape 127">
                <a:extLst>
                  <a:ext uri="{FF2B5EF4-FFF2-40B4-BE49-F238E27FC236}">
                    <a16:creationId xmlns:a16="http://schemas.microsoft.com/office/drawing/2014/main" id="{877F1E9D-6352-96D1-10B0-CF9ACCAB1E2E}"/>
                  </a:ext>
                </a:extLst>
              </p:cNvPr>
              <p:cNvSpPr/>
              <p:nvPr/>
            </p:nvSpPr>
            <p:spPr>
              <a:xfrm>
                <a:off x="14792532" y="199958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8" name="Freeform: Shape 128">
                <a:extLst>
                  <a:ext uri="{FF2B5EF4-FFF2-40B4-BE49-F238E27FC236}">
                    <a16:creationId xmlns:a16="http://schemas.microsoft.com/office/drawing/2014/main" id="{98BF6109-7A9A-2D62-4E89-AE96B5AE5E12}"/>
                  </a:ext>
                </a:extLst>
              </p:cNvPr>
              <p:cNvSpPr/>
              <p:nvPr/>
            </p:nvSpPr>
            <p:spPr>
              <a:xfrm>
                <a:off x="14363477" y="62848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9" name="Freeform: Shape 129">
                <a:extLst>
                  <a:ext uri="{FF2B5EF4-FFF2-40B4-BE49-F238E27FC236}">
                    <a16:creationId xmlns:a16="http://schemas.microsoft.com/office/drawing/2014/main" id="{535CFA76-406C-A729-488D-D51523AEAD32}"/>
                  </a:ext>
                </a:extLst>
              </p:cNvPr>
              <p:cNvSpPr/>
              <p:nvPr/>
            </p:nvSpPr>
            <p:spPr>
              <a:xfrm>
                <a:off x="14363477" y="93231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0" name="Freeform: Shape 130">
                <a:extLst>
                  <a:ext uri="{FF2B5EF4-FFF2-40B4-BE49-F238E27FC236}">
                    <a16:creationId xmlns:a16="http://schemas.microsoft.com/office/drawing/2014/main" id="{2DF8B615-CD38-E9AE-3F6E-A7CBB1A532A4}"/>
                  </a:ext>
                </a:extLst>
              </p:cNvPr>
              <p:cNvSpPr/>
              <p:nvPr/>
            </p:nvSpPr>
            <p:spPr>
              <a:xfrm>
                <a:off x="13758286" y="157053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4" name="Freeform: Shape 131">
                <a:extLst>
                  <a:ext uri="{FF2B5EF4-FFF2-40B4-BE49-F238E27FC236}">
                    <a16:creationId xmlns:a16="http://schemas.microsoft.com/office/drawing/2014/main" id="{2BE9FCC6-F195-A40B-5A5D-68BE0E7B45B6}"/>
                  </a:ext>
                </a:extLst>
              </p:cNvPr>
              <p:cNvSpPr/>
              <p:nvPr/>
            </p:nvSpPr>
            <p:spPr>
              <a:xfrm>
                <a:off x="13377118" y="30400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5" name="Freeform: Shape 132">
                <a:extLst>
                  <a:ext uri="{FF2B5EF4-FFF2-40B4-BE49-F238E27FC236}">
                    <a16:creationId xmlns:a16="http://schemas.microsoft.com/office/drawing/2014/main" id="{B1CFEDBF-476F-665A-EB2D-4BE0572A15BB}"/>
                  </a:ext>
                </a:extLst>
              </p:cNvPr>
              <p:cNvSpPr/>
              <p:nvPr/>
            </p:nvSpPr>
            <p:spPr>
              <a:xfrm>
                <a:off x="12883388" y="128981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6" name="Freeform: Shape 133">
                <a:extLst>
                  <a:ext uri="{FF2B5EF4-FFF2-40B4-BE49-F238E27FC236}">
                    <a16:creationId xmlns:a16="http://schemas.microsoft.com/office/drawing/2014/main" id="{DEAF50E6-CCD7-B078-E4EA-E8536A0E9F49}"/>
                  </a:ext>
                </a:extLst>
              </p:cNvPr>
              <p:cNvSpPr/>
              <p:nvPr/>
            </p:nvSpPr>
            <p:spPr>
              <a:xfrm>
                <a:off x="12674777" y="268266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7" name="Freeform: Shape 134">
                <a:extLst>
                  <a:ext uri="{FF2B5EF4-FFF2-40B4-BE49-F238E27FC236}">
                    <a16:creationId xmlns:a16="http://schemas.microsoft.com/office/drawing/2014/main" id="{B154A8CC-C1BC-C5C2-5545-20A2E95B4890}"/>
                  </a:ext>
                </a:extLst>
              </p:cNvPr>
              <p:cNvSpPr/>
              <p:nvPr/>
            </p:nvSpPr>
            <p:spPr>
              <a:xfrm>
                <a:off x="13752507" y="8961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8" name="Freeform: Shape 135">
                <a:extLst>
                  <a:ext uri="{FF2B5EF4-FFF2-40B4-BE49-F238E27FC236}">
                    <a16:creationId xmlns:a16="http://schemas.microsoft.com/office/drawing/2014/main" id="{B4AB77AC-AC14-CCA2-D5B2-2CF4CBB0D3B6}"/>
                  </a:ext>
                </a:extLst>
              </p:cNvPr>
              <p:cNvSpPr/>
              <p:nvPr/>
            </p:nvSpPr>
            <p:spPr>
              <a:xfrm>
                <a:off x="15948422" y="231140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9" name="Freeform: Shape 136">
                <a:extLst>
                  <a:ext uri="{FF2B5EF4-FFF2-40B4-BE49-F238E27FC236}">
                    <a16:creationId xmlns:a16="http://schemas.microsoft.com/office/drawing/2014/main" id="{B8B3EFA3-ECDE-FA6D-09D9-290DB3420202}"/>
                  </a:ext>
                </a:extLst>
              </p:cNvPr>
              <p:cNvSpPr/>
              <p:nvPr/>
            </p:nvSpPr>
            <p:spPr>
              <a:xfrm>
                <a:off x="15749994" y="35058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0" name="Freeform: Shape 137">
                <a:extLst>
                  <a:ext uri="{FF2B5EF4-FFF2-40B4-BE49-F238E27FC236}">
                    <a16:creationId xmlns:a16="http://schemas.microsoft.com/office/drawing/2014/main" id="{102D0545-4A23-1218-2F8D-3A13E5AEDD2B}"/>
                  </a:ext>
                </a:extLst>
              </p:cNvPr>
              <p:cNvSpPr/>
              <p:nvPr/>
            </p:nvSpPr>
            <p:spPr>
              <a:xfrm>
                <a:off x="17447225" y="222938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1" name="Freeform: Shape 138">
                <a:extLst>
                  <a:ext uri="{FF2B5EF4-FFF2-40B4-BE49-F238E27FC236}">
                    <a16:creationId xmlns:a16="http://schemas.microsoft.com/office/drawing/2014/main" id="{F4634B96-C2FC-299E-DF7E-642C7E7DB7AE}"/>
                  </a:ext>
                </a:extLst>
              </p:cNvPr>
              <p:cNvSpPr/>
              <p:nvPr/>
            </p:nvSpPr>
            <p:spPr>
              <a:xfrm>
                <a:off x="18711273" y="108037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2" name="Freeform: Shape 139">
                <a:extLst>
                  <a:ext uri="{FF2B5EF4-FFF2-40B4-BE49-F238E27FC236}">
                    <a16:creationId xmlns:a16="http://schemas.microsoft.com/office/drawing/2014/main" id="{6D47DE78-EFDF-D8E1-B4D5-AC6EA9B5CE48}"/>
                  </a:ext>
                </a:extLst>
              </p:cNvPr>
              <p:cNvSpPr/>
              <p:nvPr/>
            </p:nvSpPr>
            <p:spPr>
              <a:xfrm>
                <a:off x="18856861" y="187491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3" name="Freeform: Shape 140">
                <a:extLst>
                  <a:ext uri="{FF2B5EF4-FFF2-40B4-BE49-F238E27FC236}">
                    <a16:creationId xmlns:a16="http://schemas.microsoft.com/office/drawing/2014/main" id="{3E760234-52CF-90A1-BD5B-DCE9706509D9}"/>
                  </a:ext>
                </a:extLst>
              </p:cNvPr>
              <p:cNvSpPr/>
              <p:nvPr/>
            </p:nvSpPr>
            <p:spPr>
              <a:xfrm>
                <a:off x="17654185" y="425990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4" name="Freeform: Shape 141">
                <a:extLst>
                  <a:ext uri="{FF2B5EF4-FFF2-40B4-BE49-F238E27FC236}">
                    <a16:creationId xmlns:a16="http://schemas.microsoft.com/office/drawing/2014/main" id="{10539D4F-6925-7813-3E54-19BF1F92DB02}"/>
                  </a:ext>
                </a:extLst>
              </p:cNvPr>
              <p:cNvSpPr/>
              <p:nvPr/>
            </p:nvSpPr>
            <p:spPr>
              <a:xfrm>
                <a:off x="17102660" y="427063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5" name="Freeform: Shape 142">
                <a:extLst>
                  <a:ext uri="{FF2B5EF4-FFF2-40B4-BE49-F238E27FC236}">
                    <a16:creationId xmlns:a16="http://schemas.microsoft.com/office/drawing/2014/main" id="{365BF6E6-9001-A8FC-957A-AA0814353AB8}"/>
                  </a:ext>
                </a:extLst>
              </p:cNvPr>
              <p:cNvSpPr/>
              <p:nvPr/>
            </p:nvSpPr>
            <p:spPr>
              <a:xfrm>
                <a:off x="16588565" y="418036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6" name="Freeform: Shape 143">
                <a:extLst>
                  <a:ext uri="{FF2B5EF4-FFF2-40B4-BE49-F238E27FC236}">
                    <a16:creationId xmlns:a16="http://schemas.microsoft.com/office/drawing/2014/main" id="{A4245104-2212-B2BE-E327-BE48ADCB3E0E}"/>
                  </a:ext>
                </a:extLst>
              </p:cNvPr>
              <p:cNvSpPr/>
              <p:nvPr/>
            </p:nvSpPr>
            <p:spPr>
              <a:xfrm>
                <a:off x="15653945" y="51301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7" name="Freeform: Shape 144">
                <a:extLst>
                  <a:ext uri="{FF2B5EF4-FFF2-40B4-BE49-F238E27FC236}">
                    <a16:creationId xmlns:a16="http://schemas.microsoft.com/office/drawing/2014/main" id="{2EF4B294-D4B1-0ED4-59F0-42EE2603F180}"/>
                  </a:ext>
                </a:extLst>
              </p:cNvPr>
              <p:cNvSpPr/>
              <p:nvPr/>
            </p:nvSpPr>
            <p:spPr>
              <a:xfrm>
                <a:off x="15408731" y="766592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8" name="Freeform: Shape 145">
                <a:extLst>
                  <a:ext uri="{FF2B5EF4-FFF2-40B4-BE49-F238E27FC236}">
                    <a16:creationId xmlns:a16="http://schemas.microsoft.com/office/drawing/2014/main" id="{6E323955-3F83-9FFF-1412-E25F2D3B322E}"/>
                  </a:ext>
                </a:extLst>
              </p:cNvPr>
              <p:cNvSpPr/>
              <p:nvPr/>
            </p:nvSpPr>
            <p:spPr>
              <a:xfrm>
                <a:off x="16111622" y="447319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9" name="Freeform: Shape 146">
                <a:extLst>
                  <a:ext uri="{FF2B5EF4-FFF2-40B4-BE49-F238E27FC236}">
                    <a16:creationId xmlns:a16="http://schemas.microsoft.com/office/drawing/2014/main" id="{5FDF8DA0-634A-9CD1-6520-DB41AA396BA5}"/>
                  </a:ext>
                </a:extLst>
              </p:cNvPr>
              <p:cNvSpPr/>
              <p:nvPr/>
            </p:nvSpPr>
            <p:spPr>
              <a:xfrm>
                <a:off x="15403778" y="517773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0" name="Freeform: Shape 147">
                <a:extLst>
                  <a:ext uri="{FF2B5EF4-FFF2-40B4-BE49-F238E27FC236}">
                    <a16:creationId xmlns:a16="http://schemas.microsoft.com/office/drawing/2014/main" id="{ED9B0D98-858E-966A-45D1-7CDEBDE5003D}"/>
                  </a:ext>
                </a:extLst>
              </p:cNvPr>
              <p:cNvSpPr/>
              <p:nvPr/>
            </p:nvSpPr>
            <p:spPr>
              <a:xfrm>
                <a:off x="15402677" y="724787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1" name="Freeform: Shape 148">
                <a:extLst>
                  <a:ext uri="{FF2B5EF4-FFF2-40B4-BE49-F238E27FC236}">
                    <a16:creationId xmlns:a16="http://schemas.microsoft.com/office/drawing/2014/main" id="{CA4CD349-707C-F741-A1FC-CFDD3F91871F}"/>
                  </a:ext>
                </a:extLst>
              </p:cNvPr>
              <p:cNvSpPr/>
              <p:nvPr/>
            </p:nvSpPr>
            <p:spPr>
              <a:xfrm>
                <a:off x="14777120" y="623839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2" name="Freeform: Shape 149">
                <a:extLst>
                  <a:ext uri="{FF2B5EF4-FFF2-40B4-BE49-F238E27FC236}">
                    <a16:creationId xmlns:a16="http://schemas.microsoft.com/office/drawing/2014/main" id="{0699EC73-4E83-5C68-557C-CAFE44BB5541}"/>
                  </a:ext>
                </a:extLst>
              </p:cNvPr>
              <p:cNvSpPr/>
              <p:nvPr/>
            </p:nvSpPr>
            <p:spPr>
              <a:xfrm>
                <a:off x="15100494" y="552862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3" name="Freeform: Shape 150">
                <a:extLst>
                  <a:ext uri="{FF2B5EF4-FFF2-40B4-BE49-F238E27FC236}">
                    <a16:creationId xmlns:a16="http://schemas.microsoft.com/office/drawing/2014/main" id="{D0A67566-D725-E419-E7F8-6A2EB071FF8C}"/>
                  </a:ext>
                </a:extLst>
              </p:cNvPr>
              <p:cNvSpPr/>
              <p:nvPr/>
            </p:nvSpPr>
            <p:spPr>
              <a:xfrm>
                <a:off x="18402211" y="475225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4" name="Freeform: Shape 151">
                <a:extLst>
                  <a:ext uri="{FF2B5EF4-FFF2-40B4-BE49-F238E27FC236}">
                    <a16:creationId xmlns:a16="http://schemas.microsoft.com/office/drawing/2014/main" id="{0326D1A0-8DCC-387F-F271-B4B6DB3B0E39}"/>
                  </a:ext>
                </a:extLst>
              </p:cNvPr>
              <p:cNvSpPr/>
              <p:nvPr/>
            </p:nvSpPr>
            <p:spPr>
              <a:xfrm>
                <a:off x="18384322" y="576613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5" name="Freeform: Shape 152">
                <a:extLst>
                  <a:ext uri="{FF2B5EF4-FFF2-40B4-BE49-F238E27FC236}">
                    <a16:creationId xmlns:a16="http://schemas.microsoft.com/office/drawing/2014/main" id="{BA7FCAE1-4E5D-8DA7-1E64-2416FFC04FDB}"/>
                  </a:ext>
                </a:extLst>
              </p:cNvPr>
              <p:cNvSpPr/>
              <p:nvPr/>
            </p:nvSpPr>
            <p:spPr>
              <a:xfrm>
                <a:off x="18163051" y="61745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309" name="Rectangle 308">
            <a:extLst>
              <a:ext uri="{FF2B5EF4-FFF2-40B4-BE49-F238E27FC236}">
                <a16:creationId xmlns:a16="http://schemas.microsoft.com/office/drawing/2014/main" id="{C0D23473-C18C-ED76-2A6C-097256C0D356}"/>
              </a:ext>
            </a:extLst>
          </p:cNvPr>
          <p:cNvSpPr/>
          <p:nvPr/>
        </p:nvSpPr>
        <p:spPr>
          <a:xfrm rot="5400000">
            <a:off x="4400479" y="-4403910"/>
            <a:ext cx="11309350" cy="20104100"/>
          </a:xfrm>
          <a:prstGeom prst="rect">
            <a:avLst/>
          </a:prstGeom>
          <a:gradFill flip="none" rotWithShape="1">
            <a:gsLst>
              <a:gs pos="27000">
                <a:srgbClr val="004331">
                  <a:alpha val="0"/>
                </a:srgbClr>
              </a:gs>
              <a:gs pos="51000">
                <a:srgbClr val="00433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pic>
        <p:nvPicPr>
          <p:cNvPr id="310" name="object 5">
            <a:extLst>
              <a:ext uri="{FF2B5EF4-FFF2-40B4-BE49-F238E27FC236}">
                <a16:creationId xmlns:a16="http://schemas.microsoft.com/office/drawing/2014/main" id="{276A29D1-26C1-20E1-A876-31D4E6AEC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801688"/>
            <a:ext cx="3921125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1" name="Text Placeholder 6"/>
          <p:cNvSpPr>
            <a:spLocks noGrp="1"/>
          </p:cNvSpPr>
          <p:nvPr>
            <p:ph type="body" sz="quarter" idx="13"/>
          </p:nvPr>
        </p:nvSpPr>
        <p:spPr bwMode="black">
          <a:xfrm>
            <a:off x="1060495" y="10237196"/>
            <a:ext cx="10406248" cy="539491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2001" b="1" i="0" cap="all" baseline="0">
                <a:solidFill>
                  <a:srgbClr val="20BF61"/>
                </a:solidFill>
                <a:latin typeface="Basis Grotesque Arabic Pro" panose="020B0503030604040103" pitchFamily="34" charset="0"/>
                <a:ea typeface="+mn-ea"/>
                <a:cs typeface="Basis Grotesque Arabic Pro" panose="020B0503030604040103" pitchFamily="34" charset="0"/>
                <a:sym typeface="Trebuchet MS" panose="020B070302020209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592" indent="0" algn="ctr">
              <a:buNone/>
              <a:defRPr/>
            </a:lvl4pPr>
            <a:lvl5pPr marL="457188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2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0495" y="8627012"/>
            <a:ext cx="10406248" cy="719317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2401" b="0" i="0" baseline="0">
                <a:solidFill>
                  <a:srgbClr val="FFFFFF"/>
                </a:solidFill>
                <a:latin typeface="Basis Grotesque Arabic Pro" panose="020B0503030604040103" pitchFamily="34" charset="0"/>
                <a:ea typeface="+mn-ea"/>
                <a:cs typeface="Basis Grotesque Arabic Pro" panose="020B0503030604040103" pitchFamily="34" charset="0"/>
                <a:sym typeface="Trebuchet MS" panose="020B0703020202090204" pitchFamily="34" charset="0"/>
              </a:defRPr>
            </a:lvl1pPr>
            <a:lvl2pPr marL="457188" indent="0" algn="ctr">
              <a:buNone/>
              <a:defRPr sz="2001"/>
            </a:lvl2pPr>
            <a:lvl3pPr marL="914373" indent="0" algn="ctr">
              <a:buNone/>
              <a:defRPr sz="1801"/>
            </a:lvl3pPr>
            <a:lvl4pPr marL="1371561" indent="0" algn="ctr">
              <a:buNone/>
              <a:defRPr sz="1601"/>
            </a:lvl4pPr>
            <a:lvl5pPr marL="1828746" indent="0" algn="ctr">
              <a:buNone/>
              <a:defRPr sz="1601"/>
            </a:lvl5pPr>
            <a:lvl6pPr marL="2285932" indent="0" algn="ctr">
              <a:buNone/>
              <a:defRPr sz="1601"/>
            </a:lvl6pPr>
            <a:lvl7pPr marL="2743120" indent="0" algn="ctr">
              <a:buNone/>
              <a:defRPr sz="1601"/>
            </a:lvl7pPr>
            <a:lvl8pPr marL="3200305" indent="0" algn="ctr">
              <a:buNone/>
              <a:defRPr sz="1601"/>
            </a:lvl8pPr>
            <a:lvl9pPr marL="3657491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3" name="Title 1"/>
          <p:cNvSpPr>
            <a:spLocks noGrp="1"/>
          </p:cNvSpPr>
          <p:nvPr>
            <p:ph type="ctrTitle"/>
          </p:nvPr>
        </p:nvSpPr>
        <p:spPr bwMode="ltGray">
          <a:xfrm>
            <a:off x="1060495" y="3110557"/>
            <a:ext cx="10406248" cy="517549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3000"/>
              </a:lnSpc>
              <a:defRPr sz="6601" b="1" i="0" baseline="0">
                <a:solidFill>
                  <a:srgbClr val="FFFFFF"/>
                </a:solidFill>
                <a:latin typeface="Basis Grotesque Arabic Pro" panose="020B0503030604040103" pitchFamily="34" charset="0"/>
                <a:ea typeface="+mj-ea"/>
                <a:cs typeface="Basis Grotesque Arabic Pro" panose="020B0503030604040103" pitchFamily="34" charset="0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038082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60EDAC8-CECB-97C2-6FD2-A6415B4B87F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261938" cy="261938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defTabSz="1508080" eaLnBrk="1" fontAlgn="auto" hangingPunct="1">
              <a:lnSpc>
                <a:spcPct val="93000"/>
              </a:lnSpc>
              <a:defRPr/>
            </a:pPr>
            <a:endParaRPr lang="en-US" sz="5400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2E1108-754A-6D20-27E6-1E00632E462D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rgbClr val="004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76DF9E5-78D0-5294-4212-EAC5964DA59D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0"/>
            <a:ext cx="14133513" cy="11317288"/>
            <a:chOff x="-2078249" y="0"/>
            <a:chExt cx="14134665" cy="11316848"/>
          </a:xfrm>
        </p:grpSpPr>
        <p:sp>
          <p:nvSpPr>
            <p:cNvPr id="5" name="Freeform: Shape 226">
              <a:extLst>
                <a:ext uri="{FF2B5EF4-FFF2-40B4-BE49-F238E27FC236}">
                  <a16:creationId xmlns:a16="http://schemas.microsoft.com/office/drawing/2014/main" id="{3D8259AA-167D-203F-4E72-528B5143DC1C}"/>
                </a:ext>
              </a:extLst>
            </p:cNvPr>
            <p:cNvSpPr/>
            <p:nvPr/>
          </p:nvSpPr>
          <p:spPr>
            <a:xfrm>
              <a:off x="10987941" y="0"/>
              <a:ext cx="1068475" cy="3519351"/>
            </a:xfrm>
            <a:custGeom>
              <a:avLst/>
              <a:gdLst>
                <a:gd name="connsiteX0" fmla="*/ 1067745 w 1067744"/>
                <a:gd name="connsiteY0" fmla="*/ 3462575 h 3519814"/>
                <a:gd name="connsiteX1" fmla="*/ 738144 w 1067744"/>
                <a:gd name="connsiteY1" fmla="*/ 3132974 h 3519814"/>
                <a:gd name="connsiteX2" fmla="*/ 738144 w 1067744"/>
                <a:gd name="connsiteY2" fmla="*/ 689314 h 3519814"/>
                <a:gd name="connsiteX3" fmla="*/ 738144 w 1067744"/>
                <a:gd name="connsiteY3" fmla="*/ 680904 h 3519814"/>
                <a:gd name="connsiteX4" fmla="*/ 57240 w 1067744"/>
                <a:gd name="connsiteY4" fmla="*/ 0 h 3519814"/>
                <a:gd name="connsiteX5" fmla="*/ 0 w 1067744"/>
                <a:gd name="connsiteY5" fmla="*/ 0 h 3519814"/>
                <a:gd name="connsiteX6" fmla="*/ 697724 w 1067744"/>
                <a:gd name="connsiteY6" fmla="*/ 697724 h 3519814"/>
                <a:gd name="connsiteX7" fmla="*/ 697724 w 1067744"/>
                <a:gd name="connsiteY7" fmla="*/ 3149794 h 3519814"/>
                <a:gd name="connsiteX8" fmla="*/ 1067745 w 1067744"/>
                <a:gd name="connsiteY8" fmla="*/ 3519815 h 3519814"/>
                <a:gd name="connsiteX9" fmla="*/ 1067745 w 1067744"/>
                <a:gd name="connsiteY9" fmla="*/ 3462575 h 3519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7744" h="3519814">
                  <a:moveTo>
                    <a:pt x="1067745" y="3462575"/>
                  </a:moveTo>
                  <a:lnTo>
                    <a:pt x="738144" y="3132974"/>
                  </a:lnTo>
                  <a:lnTo>
                    <a:pt x="738144" y="689314"/>
                  </a:lnTo>
                  <a:lnTo>
                    <a:pt x="738144" y="680904"/>
                  </a:lnTo>
                  <a:lnTo>
                    <a:pt x="57240" y="0"/>
                  </a:lnTo>
                  <a:lnTo>
                    <a:pt x="0" y="0"/>
                  </a:lnTo>
                  <a:lnTo>
                    <a:pt x="697724" y="697724"/>
                  </a:lnTo>
                  <a:lnTo>
                    <a:pt x="697724" y="3149794"/>
                  </a:lnTo>
                  <a:lnTo>
                    <a:pt x="1067745" y="3519815"/>
                  </a:lnTo>
                  <a:lnTo>
                    <a:pt x="1067745" y="3462575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6" name="Freeform: Shape 227">
              <a:extLst>
                <a:ext uri="{FF2B5EF4-FFF2-40B4-BE49-F238E27FC236}">
                  <a16:creationId xmlns:a16="http://schemas.microsoft.com/office/drawing/2014/main" id="{5F656CEC-1F43-48B9-FE88-517D5F61DADC}"/>
                </a:ext>
              </a:extLst>
            </p:cNvPr>
            <p:cNvSpPr/>
            <p:nvPr/>
          </p:nvSpPr>
          <p:spPr>
            <a:xfrm>
              <a:off x="10868869" y="7889568"/>
              <a:ext cx="1187547" cy="3427280"/>
            </a:xfrm>
            <a:custGeom>
              <a:avLst/>
              <a:gdLst>
                <a:gd name="connsiteX0" fmla="*/ 1187920 w 1187919"/>
                <a:gd name="connsiteY0" fmla="*/ 0 h 3426767"/>
                <a:gd name="connsiteX1" fmla="*/ 990431 w 1187919"/>
                <a:gd name="connsiteY1" fmla="*/ 197489 h 3426767"/>
                <a:gd name="connsiteX2" fmla="*/ 990431 w 1187919"/>
                <a:gd name="connsiteY2" fmla="*/ 2436337 h 3426767"/>
                <a:gd name="connsiteX3" fmla="*/ 0 w 1187919"/>
                <a:gd name="connsiteY3" fmla="*/ 3426767 h 3426767"/>
                <a:gd name="connsiteX4" fmla="*/ 57239 w 1187919"/>
                <a:gd name="connsiteY4" fmla="*/ 3426767 h 3426767"/>
                <a:gd name="connsiteX5" fmla="*/ 1030851 w 1187919"/>
                <a:gd name="connsiteY5" fmla="*/ 2453156 h 3426767"/>
                <a:gd name="connsiteX6" fmla="*/ 1030851 w 1187919"/>
                <a:gd name="connsiteY6" fmla="*/ 214309 h 3426767"/>
                <a:gd name="connsiteX7" fmla="*/ 1187920 w 1187919"/>
                <a:gd name="connsiteY7" fmla="*/ 57240 h 3426767"/>
                <a:gd name="connsiteX8" fmla="*/ 1187920 w 1187919"/>
                <a:gd name="connsiteY8" fmla="*/ 0 h 342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7919" h="3426767">
                  <a:moveTo>
                    <a:pt x="1187920" y="0"/>
                  </a:moveTo>
                  <a:lnTo>
                    <a:pt x="990431" y="197489"/>
                  </a:lnTo>
                  <a:lnTo>
                    <a:pt x="990431" y="2436337"/>
                  </a:lnTo>
                  <a:lnTo>
                    <a:pt x="0" y="3426767"/>
                  </a:lnTo>
                  <a:lnTo>
                    <a:pt x="57239" y="3426767"/>
                  </a:lnTo>
                  <a:lnTo>
                    <a:pt x="1030851" y="2453156"/>
                  </a:lnTo>
                  <a:lnTo>
                    <a:pt x="1030851" y="214309"/>
                  </a:lnTo>
                  <a:lnTo>
                    <a:pt x="1187920" y="57240"/>
                  </a:lnTo>
                  <a:lnTo>
                    <a:pt x="1187920" y="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7" name="Freeform: Shape 228">
              <a:extLst>
                <a:ext uri="{FF2B5EF4-FFF2-40B4-BE49-F238E27FC236}">
                  <a16:creationId xmlns:a16="http://schemas.microsoft.com/office/drawing/2014/main" id="{E8100882-8B44-E21C-6924-82BB10642363}"/>
                </a:ext>
              </a:extLst>
            </p:cNvPr>
            <p:cNvSpPr/>
            <p:nvPr/>
          </p:nvSpPr>
          <p:spPr>
            <a:xfrm>
              <a:off x="9770230" y="0"/>
              <a:ext cx="2055980" cy="4241635"/>
            </a:xfrm>
            <a:custGeom>
              <a:avLst/>
              <a:gdLst>
                <a:gd name="connsiteX0" fmla="*/ 1302128 w 2056819"/>
                <a:gd name="connsiteY0" fmla="*/ 2825075 h 4241953"/>
                <a:gd name="connsiteX1" fmla="*/ 143776 w 2056819"/>
                <a:gd name="connsiteY1" fmla="*/ 1666724 h 4241953"/>
                <a:gd name="connsiteX2" fmla="*/ 143776 w 2056819"/>
                <a:gd name="connsiteY2" fmla="*/ 86537 h 4241953"/>
                <a:gd name="connsiteX3" fmla="*/ 57239 w 2056819"/>
                <a:gd name="connsiteY3" fmla="*/ 0 h 4241953"/>
                <a:gd name="connsiteX4" fmla="*/ 0 w 2056819"/>
                <a:gd name="connsiteY4" fmla="*/ 0 h 4241953"/>
                <a:gd name="connsiteX5" fmla="*/ 103356 w 2056819"/>
                <a:gd name="connsiteY5" fmla="*/ 103356 h 4241953"/>
                <a:gd name="connsiteX6" fmla="*/ 103356 w 2056819"/>
                <a:gd name="connsiteY6" fmla="*/ 1683543 h 4241953"/>
                <a:gd name="connsiteX7" fmla="*/ 1261708 w 2056819"/>
                <a:gd name="connsiteY7" fmla="*/ 2841895 h 4241953"/>
                <a:gd name="connsiteX8" fmla="*/ 1261708 w 2056819"/>
                <a:gd name="connsiteY8" fmla="*/ 3475326 h 4241953"/>
                <a:gd name="connsiteX9" fmla="*/ 2028065 w 2056819"/>
                <a:gd name="connsiteY9" fmla="*/ 4241953 h 4241953"/>
                <a:gd name="connsiteX10" fmla="*/ 2056820 w 2056819"/>
                <a:gd name="connsiteY10" fmla="*/ 4213198 h 4241953"/>
                <a:gd name="connsiteX11" fmla="*/ 1302128 w 2056819"/>
                <a:gd name="connsiteY11" fmla="*/ 3458506 h 4241953"/>
                <a:gd name="connsiteX12" fmla="*/ 1302128 w 2056819"/>
                <a:gd name="connsiteY12" fmla="*/ 2825075 h 4241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6819" h="4241953">
                  <a:moveTo>
                    <a:pt x="1302128" y="2825075"/>
                  </a:moveTo>
                  <a:lnTo>
                    <a:pt x="143776" y="1666724"/>
                  </a:lnTo>
                  <a:lnTo>
                    <a:pt x="143776" y="86537"/>
                  </a:lnTo>
                  <a:lnTo>
                    <a:pt x="57239" y="0"/>
                  </a:lnTo>
                  <a:lnTo>
                    <a:pt x="0" y="0"/>
                  </a:lnTo>
                  <a:lnTo>
                    <a:pt x="103356" y="103356"/>
                  </a:lnTo>
                  <a:lnTo>
                    <a:pt x="103356" y="1683543"/>
                  </a:lnTo>
                  <a:lnTo>
                    <a:pt x="1261708" y="2841895"/>
                  </a:lnTo>
                  <a:lnTo>
                    <a:pt x="1261708" y="3475326"/>
                  </a:lnTo>
                  <a:lnTo>
                    <a:pt x="2028065" y="4241953"/>
                  </a:lnTo>
                  <a:lnTo>
                    <a:pt x="2056820" y="4213198"/>
                  </a:lnTo>
                  <a:lnTo>
                    <a:pt x="1302128" y="3458506"/>
                  </a:lnTo>
                  <a:lnTo>
                    <a:pt x="1302128" y="2825075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8" name="Freeform: Shape 229">
              <a:extLst>
                <a:ext uri="{FF2B5EF4-FFF2-40B4-BE49-F238E27FC236}">
                  <a16:creationId xmlns:a16="http://schemas.microsoft.com/office/drawing/2014/main" id="{E6357365-77C5-4934-0EDD-03DFC770E433}"/>
                </a:ext>
              </a:extLst>
            </p:cNvPr>
            <p:cNvSpPr/>
            <p:nvPr/>
          </p:nvSpPr>
          <p:spPr>
            <a:xfrm>
              <a:off x="8152435" y="6787886"/>
              <a:ext cx="3562640" cy="4528962"/>
            </a:xfrm>
            <a:custGeom>
              <a:avLst/>
              <a:gdLst>
                <a:gd name="connsiteX0" fmla="*/ 40420 w 3563219"/>
                <a:gd name="connsiteY0" fmla="*/ 4528150 h 4528150"/>
                <a:gd name="connsiteX1" fmla="*/ 40420 w 3563219"/>
                <a:gd name="connsiteY1" fmla="*/ 3608522 h 4528150"/>
                <a:gd name="connsiteX2" fmla="*/ 1349601 w 3563219"/>
                <a:gd name="connsiteY2" fmla="*/ 2299341 h 4528150"/>
                <a:gd name="connsiteX3" fmla="*/ 2166416 w 3563219"/>
                <a:gd name="connsiteY3" fmla="*/ 2299341 h 4528150"/>
                <a:gd name="connsiteX4" fmla="*/ 3064341 w 3563219"/>
                <a:gd name="connsiteY4" fmla="*/ 1401687 h 4528150"/>
                <a:gd name="connsiteX5" fmla="*/ 3064341 w 3563219"/>
                <a:gd name="connsiteY5" fmla="*/ 527633 h 4528150"/>
                <a:gd name="connsiteX6" fmla="*/ 3563219 w 3563219"/>
                <a:gd name="connsiteY6" fmla="*/ 28755 h 4528150"/>
                <a:gd name="connsiteX7" fmla="*/ 3534464 w 3563219"/>
                <a:gd name="connsiteY7" fmla="*/ 0 h 4528150"/>
                <a:gd name="connsiteX8" fmla="*/ 3023650 w 3563219"/>
                <a:gd name="connsiteY8" fmla="*/ 510814 h 4528150"/>
                <a:gd name="connsiteX9" fmla="*/ 3023650 w 3563219"/>
                <a:gd name="connsiteY9" fmla="*/ 1384868 h 4528150"/>
                <a:gd name="connsiteX10" fmla="*/ 2149868 w 3563219"/>
                <a:gd name="connsiteY10" fmla="*/ 2258650 h 4528150"/>
                <a:gd name="connsiteX11" fmla="*/ 1333054 w 3563219"/>
                <a:gd name="connsiteY11" fmla="*/ 2258650 h 4528150"/>
                <a:gd name="connsiteX12" fmla="*/ 0 w 3563219"/>
                <a:gd name="connsiteY12" fmla="*/ 3591703 h 4528150"/>
                <a:gd name="connsiteX13" fmla="*/ 0 w 3563219"/>
                <a:gd name="connsiteY13" fmla="*/ 4528150 h 4528150"/>
                <a:gd name="connsiteX14" fmla="*/ 40420 w 3563219"/>
                <a:gd name="connsiteY14" fmla="*/ 4528150 h 45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63219" h="4528150">
                  <a:moveTo>
                    <a:pt x="40420" y="4528150"/>
                  </a:moveTo>
                  <a:lnTo>
                    <a:pt x="40420" y="3608522"/>
                  </a:lnTo>
                  <a:lnTo>
                    <a:pt x="1349601" y="2299341"/>
                  </a:lnTo>
                  <a:lnTo>
                    <a:pt x="2166416" y="2299341"/>
                  </a:lnTo>
                  <a:lnTo>
                    <a:pt x="3064341" y="1401687"/>
                  </a:lnTo>
                  <a:lnTo>
                    <a:pt x="3064341" y="527633"/>
                  </a:lnTo>
                  <a:lnTo>
                    <a:pt x="3563219" y="28755"/>
                  </a:lnTo>
                  <a:lnTo>
                    <a:pt x="3534464" y="0"/>
                  </a:lnTo>
                  <a:lnTo>
                    <a:pt x="3023650" y="510814"/>
                  </a:lnTo>
                  <a:lnTo>
                    <a:pt x="3023650" y="1384868"/>
                  </a:lnTo>
                  <a:lnTo>
                    <a:pt x="2149868" y="2258650"/>
                  </a:lnTo>
                  <a:lnTo>
                    <a:pt x="1333054" y="2258650"/>
                  </a:lnTo>
                  <a:lnTo>
                    <a:pt x="0" y="3591703"/>
                  </a:lnTo>
                  <a:lnTo>
                    <a:pt x="0" y="4528150"/>
                  </a:lnTo>
                  <a:lnTo>
                    <a:pt x="40420" y="452815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9" name="Freeform: Shape 230">
              <a:extLst>
                <a:ext uri="{FF2B5EF4-FFF2-40B4-BE49-F238E27FC236}">
                  <a16:creationId xmlns:a16="http://schemas.microsoft.com/office/drawing/2014/main" id="{7984DC99-B4CB-FA39-C943-2B2BE1656BB7}"/>
                </a:ext>
              </a:extLst>
            </p:cNvPr>
            <p:cNvSpPr/>
            <p:nvPr/>
          </p:nvSpPr>
          <p:spPr>
            <a:xfrm>
              <a:off x="3113299" y="6306893"/>
              <a:ext cx="8103260" cy="5009955"/>
            </a:xfrm>
            <a:custGeom>
              <a:avLst/>
              <a:gdLst>
                <a:gd name="connsiteX0" fmla="*/ 57239 w 8102491"/>
                <a:gd name="connsiteY0" fmla="*/ 5009938 h 5009937"/>
                <a:gd name="connsiteX1" fmla="*/ 205628 w 8102491"/>
                <a:gd name="connsiteY1" fmla="*/ 4861549 h 5009937"/>
                <a:gd name="connsiteX2" fmla="*/ 955708 w 8102491"/>
                <a:gd name="connsiteY2" fmla="*/ 4861549 h 5009937"/>
                <a:gd name="connsiteX3" fmla="*/ 2447187 w 8102491"/>
                <a:gd name="connsiteY3" fmla="*/ 3370070 h 5009937"/>
                <a:gd name="connsiteX4" fmla="*/ 3632123 w 8102491"/>
                <a:gd name="connsiteY4" fmla="*/ 3370070 h 5009937"/>
                <a:gd name="connsiteX5" fmla="*/ 5602406 w 8102491"/>
                <a:gd name="connsiteY5" fmla="*/ 1399516 h 5009937"/>
                <a:gd name="connsiteX6" fmla="*/ 6731459 w 8102491"/>
                <a:gd name="connsiteY6" fmla="*/ 1399516 h 5009937"/>
                <a:gd name="connsiteX7" fmla="*/ 8102491 w 8102491"/>
                <a:gd name="connsiteY7" fmla="*/ 28755 h 5009937"/>
                <a:gd name="connsiteX8" fmla="*/ 8073736 w 8102491"/>
                <a:gd name="connsiteY8" fmla="*/ 0 h 5009937"/>
                <a:gd name="connsiteX9" fmla="*/ 6714640 w 8102491"/>
                <a:gd name="connsiteY9" fmla="*/ 1359096 h 5009937"/>
                <a:gd name="connsiteX10" fmla="*/ 5585858 w 8102491"/>
                <a:gd name="connsiteY10" fmla="*/ 1359096 h 5009937"/>
                <a:gd name="connsiteX11" fmla="*/ 3615304 w 8102491"/>
                <a:gd name="connsiteY11" fmla="*/ 3329650 h 5009937"/>
                <a:gd name="connsiteX12" fmla="*/ 2430368 w 8102491"/>
                <a:gd name="connsiteY12" fmla="*/ 3329650 h 5009937"/>
                <a:gd name="connsiteX13" fmla="*/ 938889 w 8102491"/>
                <a:gd name="connsiteY13" fmla="*/ 4821129 h 5009937"/>
                <a:gd name="connsiteX14" fmla="*/ 188808 w 8102491"/>
                <a:gd name="connsiteY14" fmla="*/ 4821129 h 5009937"/>
                <a:gd name="connsiteX15" fmla="*/ 0 w 8102491"/>
                <a:gd name="connsiteY15" fmla="*/ 5009938 h 5009937"/>
                <a:gd name="connsiteX16" fmla="*/ 57239 w 8102491"/>
                <a:gd name="connsiteY16" fmla="*/ 5009938 h 500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02491" h="5009937">
                  <a:moveTo>
                    <a:pt x="57239" y="5009938"/>
                  </a:moveTo>
                  <a:lnTo>
                    <a:pt x="205628" y="4861549"/>
                  </a:lnTo>
                  <a:lnTo>
                    <a:pt x="955708" y="4861549"/>
                  </a:lnTo>
                  <a:lnTo>
                    <a:pt x="2447187" y="3370070"/>
                  </a:lnTo>
                  <a:lnTo>
                    <a:pt x="3632123" y="3370070"/>
                  </a:lnTo>
                  <a:lnTo>
                    <a:pt x="5602406" y="1399516"/>
                  </a:lnTo>
                  <a:lnTo>
                    <a:pt x="6731459" y="1399516"/>
                  </a:lnTo>
                  <a:lnTo>
                    <a:pt x="8102491" y="28755"/>
                  </a:lnTo>
                  <a:lnTo>
                    <a:pt x="8073736" y="0"/>
                  </a:lnTo>
                  <a:lnTo>
                    <a:pt x="6714640" y="1359096"/>
                  </a:lnTo>
                  <a:lnTo>
                    <a:pt x="5585858" y="1359096"/>
                  </a:lnTo>
                  <a:lnTo>
                    <a:pt x="3615304" y="3329650"/>
                  </a:lnTo>
                  <a:lnTo>
                    <a:pt x="2430368" y="3329650"/>
                  </a:lnTo>
                  <a:lnTo>
                    <a:pt x="938889" y="4821129"/>
                  </a:lnTo>
                  <a:lnTo>
                    <a:pt x="188808" y="4821129"/>
                  </a:lnTo>
                  <a:lnTo>
                    <a:pt x="0" y="5009938"/>
                  </a:lnTo>
                  <a:lnTo>
                    <a:pt x="57239" y="5009938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0" name="Freeform: Shape 231">
              <a:extLst>
                <a:ext uri="{FF2B5EF4-FFF2-40B4-BE49-F238E27FC236}">
                  <a16:creationId xmlns:a16="http://schemas.microsoft.com/office/drawing/2014/main" id="{B09BAEDE-C823-CB79-DA2F-F8B7AC70FE03}"/>
                </a:ext>
              </a:extLst>
            </p:cNvPr>
            <p:cNvSpPr/>
            <p:nvPr/>
          </p:nvSpPr>
          <p:spPr>
            <a:xfrm>
              <a:off x="-487444" y="5816374"/>
              <a:ext cx="11213427" cy="3303460"/>
            </a:xfrm>
            <a:custGeom>
              <a:avLst/>
              <a:gdLst>
                <a:gd name="connsiteX0" fmla="*/ 165004 w 11212203"/>
                <a:gd name="connsiteY0" fmla="*/ 3275124 h 3303132"/>
                <a:gd name="connsiteX1" fmla="*/ 191047 w 11212203"/>
                <a:gd name="connsiteY1" fmla="*/ 3227107 h 3303132"/>
                <a:gd name="connsiteX2" fmla="*/ 2931212 w 11212203"/>
                <a:gd name="connsiteY2" fmla="*/ 3227921 h 3303132"/>
                <a:gd name="connsiteX3" fmla="*/ 2939622 w 11212203"/>
                <a:gd name="connsiteY3" fmla="*/ 3227921 h 3303132"/>
                <a:gd name="connsiteX4" fmla="*/ 3733377 w 11212203"/>
                <a:gd name="connsiteY4" fmla="*/ 2434166 h 3303132"/>
                <a:gd name="connsiteX5" fmla="*/ 6713894 w 11212203"/>
                <a:gd name="connsiteY5" fmla="*/ 2434166 h 3303132"/>
                <a:gd name="connsiteX6" fmla="*/ 8674682 w 11212203"/>
                <a:gd name="connsiteY6" fmla="*/ 473378 h 3303132"/>
                <a:gd name="connsiteX7" fmla="*/ 10767581 w 11212203"/>
                <a:gd name="connsiteY7" fmla="*/ 473378 h 3303132"/>
                <a:gd name="connsiteX8" fmla="*/ 11212204 w 11212203"/>
                <a:gd name="connsiteY8" fmla="*/ 28755 h 3303132"/>
                <a:gd name="connsiteX9" fmla="*/ 11183449 w 11212203"/>
                <a:gd name="connsiteY9" fmla="*/ 0 h 3303132"/>
                <a:gd name="connsiteX10" fmla="*/ 10750762 w 11212203"/>
                <a:gd name="connsiteY10" fmla="*/ 432686 h 3303132"/>
                <a:gd name="connsiteX11" fmla="*/ 8657863 w 11212203"/>
                <a:gd name="connsiteY11" fmla="*/ 432686 h 3303132"/>
                <a:gd name="connsiteX12" fmla="*/ 6697075 w 11212203"/>
                <a:gd name="connsiteY12" fmla="*/ 2393474 h 3303132"/>
                <a:gd name="connsiteX13" fmla="*/ 3724697 w 11212203"/>
                <a:gd name="connsiteY13" fmla="*/ 2393474 h 3303132"/>
                <a:gd name="connsiteX14" fmla="*/ 3716287 w 11212203"/>
                <a:gd name="connsiteY14" fmla="*/ 2393474 h 3303132"/>
                <a:gd name="connsiteX15" fmla="*/ 2922531 w 11212203"/>
                <a:gd name="connsiteY15" fmla="*/ 3187229 h 3303132"/>
                <a:gd name="connsiteX16" fmla="*/ 190775 w 11212203"/>
                <a:gd name="connsiteY16" fmla="*/ 3186416 h 3303132"/>
                <a:gd name="connsiteX17" fmla="*/ 164733 w 11212203"/>
                <a:gd name="connsiteY17" fmla="*/ 3138400 h 3303132"/>
                <a:gd name="connsiteX18" fmla="*/ 28281 w 11212203"/>
                <a:gd name="connsiteY18" fmla="*/ 3138400 h 3303132"/>
                <a:gd name="connsiteX19" fmla="*/ 28281 w 11212203"/>
                <a:gd name="connsiteY19" fmla="*/ 3274852 h 3303132"/>
                <a:gd name="connsiteX20" fmla="*/ 164733 w 11212203"/>
                <a:gd name="connsiteY20" fmla="*/ 3274852 h 330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212203" h="3303132">
                  <a:moveTo>
                    <a:pt x="165004" y="3275124"/>
                  </a:moveTo>
                  <a:cubicBezTo>
                    <a:pt x="178568" y="3261560"/>
                    <a:pt x="187249" y="3244740"/>
                    <a:pt x="191047" y="3227107"/>
                  </a:cubicBezTo>
                  <a:lnTo>
                    <a:pt x="2931212" y="3227921"/>
                  </a:lnTo>
                  <a:lnTo>
                    <a:pt x="2939622" y="3227921"/>
                  </a:lnTo>
                  <a:cubicBezTo>
                    <a:pt x="2939622" y="3227921"/>
                    <a:pt x="3733377" y="2434166"/>
                    <a:pt x="3733377" y="2434166"/>
                  </a:cubicBezTo>
                  <a:lnTo>
                    <a:pt x="6713894" y="2434166"/>
                  </a:lnTo>
                  <a:cubicBezTo>
                    <a:pt x="6713894" y="2434166"/>
                    <a:pt x="8674682" y="473378"/>
                    <a:pt x="8674682" y="473378"/>
                  </a:cubicBezTo>
                  <a:lnTo>
                    <a:pt x="10767581" y="473378"/>
                  </a:lnTo>
                  <a:lnTo>
                    <a:pt x="11212204" y="28755"/>
                  </a:lnTo>
                  <a:lnTo>
                    <a:pt x="11183449" y="0"/>
                  </a:lnTo>
                  <a:lnTo>
                    <a:pt x="10750762" y="432686"/>
                  </a:lnTo>
                  <a:lnTo>
                    <a:pt x="8657863" y="432686"/>
                  </a:lnTo>
                  <a:lnTo>
                    <a:pt x="6697075" y="2393474"/>
                  </a:lnTo>
                  <a:lnTo>
                    <a:pt x="3724697" y="2393474"/>
                  </a:lnTo>
                  <a:cubicBezTo>
                    <a:pt x="3724697" y="2393474"/>
                    <a:pt x="3716287" y="2393474"/>
                    <a:pt x="3716287" y="2393474"/>
                  </a:cubicBezTo>
                  <a:lnTo>
                    <a:pt x="2922531" y="3187229"/>
                  </a:lnTo>
                  <a:lnTo>
                    <a:pt x="190775" y="3186416"/>
                  </a:lnTo>
                  <a:cubicBezTo>
                    <a:pt x="186977" y="3168783"/>
                    <a:pt x="178297" y="3151964"/>
                    <a:pt x="164733" y="3138400"/>
                  </a:cubicBezTo>
                  <a:cubicBezTo>
                    <a:pt x="127025" y="3100692"/>
                    <a:pt x="65988" y="3100692"/>
                    <a:pt x="28281" y="3138400"/>
                  </a:cubicBezTo>
                  <a:cubicBezTo>
                    <a:pt x="-9427" y="3176107"/>
                    <a:pt x="-9427" y="3237144"/>
                    <a:pt x="28281" y="3274852"/>
                  </a:cubicBezTo>
                  <a:cubicBezTo>
                    <a:pt x="65988" y="3312559"/>
                    <a:pt x="127025" y="3312559"/>
                    <a:pt x="164733" y="3274852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1" name="Freeform: Shape 232">
              <a:extLst>
                <a:ext uri="{FF2B5EF4-FFF2-40B4-BE49-F238E27FC236}">
                  <a16:creationId xmlns:a16="http://schemas.microsoft.com/office/drawing/2014/main" id="{6B5D3333-BC28-B827-FF77-050118B4FD6E}"/>
                </a:ext>
              </a:extLst>
            </p:cNvPr>
            <p:cNvSpPr/>
            <p:nvPr/>
          </p:nvSpPr>
          <p:spPr>
            <a:xfrm>
              <a:off x="2759258" y="4606746"/>
              <a:ext cx="8087384" cy="1271539"/>
            </a:xfrm>
            <a:custGeom>
              <a:avLst/>
              <a:gdLst>
                <a:gd name="connsiteX0" fmla="*/ 164733 w 8086282"/>
                <a:gd name="connsiteY0" fmla="*/ 1244075 h 1272083"/>
                <a:gd name="connsiteX1" fmla="*/ 190775 w 8086282"/>
                <a:gd name="connsiteY1" fmla="*/ 1196059 h 1272083"/>
                <a:gd name="connsiteX2" fmla="*/ 3249691 w 8086282"/>
                <a:gd name="connsiteY2" fmla="*/ 1196059 h 1272083"/>
                <a:gd name="connsiteX3" fmla="*/ 4405058 w 8086282"/>
                <a:gd name="connsiteY3" fmla="*/ 40692 h 1272083"/>
                <a:gd name="connsiteX4" fmla="*/ 7481879 w 8086282"/>
                <a:gd name="connsiteY4" fmla="*/ 40692 h 1272083"/>
                <a:gd name="connsiteX5" fmla="*/ 8057527 w 8086282"/>
                <a:gd name="connsiteY5" fmla="*/ 616341 h 1272083"/>
                <a:gd name="connsiteX6" fmla="*/ 8086283 w 8086282"/>
                <a:gd name="connsiteY6" fmla="*/ 587585 h 1272083"/>
                <a:gd name="connsiteX7" fmla="*/ 7498698 w 8086282"/>
                <a:gd name="connsiteY7" fmla="*/ 0 h 1272083"/>
                <a:gd name="connsiteX8" fmla="*/ 4388239 w 8086282"/>
                <a:gd name="connsiteY8" fmla="*/ 0 h 1272083"/>
                <a:gd name="connsiteX9" fmla="*/ 3232872 w 8086282"/>
                <a:gd name="connsiteY9" fmla="*/ 1155367 h 1272083"/>
                <a:gd name="connsiteX10" fmla="*/ 190775 w 8086282"/>
                <a:gd name="connsiteY10" fmla="*/ 1155367 h 1272083"/>
                <a:gd name="connsiteX11" fmla="*/ 164733 w 8086282"/>
                <a:gd name="connsiteY11" fmla="*/ 1107351 h 1272083"/>
                <a:gd name="connsiteX12" fmla="*/ 28281 w 8086282"/>
                <a:gd name="connsiteY12" fmla="*/ 1107351 h 1272083"/>
                <a:gd name="connsiteX13" fmla="*/ 28281 w 8086282"/>
                <a:gd name="connsiteY13" fmla="*/ 1243803 h 1272083"/>
                <a:gd name="connsiteX14" fmla="*/ 164733 w 8086282"/>
                <a:gd name="connsiteY14" fmla="*/ 1243803 h 1272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86282" h="1272083">
                  <a:moveTo>
                    <a:pt x="164733" y="1244075"/>
                  </a:moveTo>
                  <a:cubicBezTo>
                    <a:pt x="178297" y="1230511"/>
                    <a:pt x="186977" y="1213692"/>
                    <a:pt x="190775" y="1196059"/>
                  </a:cubicBezTo>
                  <a:lnTo>
                    <a:pt x="3249691" y="1196059"/>
                  </a:lnTo>
                  <a:lnTo>
                    <a:pt x="4405058" y="40692"/>
                  </a:lnTo>
                  <a:lnTo>
                    <a:pt x="7481879" y="40692"/>
                  </a:lnTo>
                  <a:cubicBezTo>
                    <a:pt x="7481879" y="40692"/>
                    <a:pt x="8057527" y="616341"/>
                    <a:pt x="8057527" y="616341"/>
                  </a:cubicBezTo>
                  <a:lnTo>
                    <a:pt x="8086283" y="587585"/>
                  </a:lnTo>
                  <a:lnTo>
                    <a:pt x="7498698" y="0"/>
                  </a:lnTo>
                  <a:lnTo>
                    <a:pt x="4388239" y="0"/>
                  </a:lnTo>
                  <a:cubicBezTo>
                    <a:pt x="4388239" y="0"/>
                    <a:pt x="3232872" y="1155367"/>
                    <a:pt x="3232872" y="1155367"/>
                  </a:cubicBezTo>
                  <a:lnTo>
                    <a:pt x="190775" y="1155367"/>
                  </a:lnTo>
                  <a:cubicBezTo>
                    <a:pt x="186977" y="1137734"/>
                    <a:pt x="178297" y="1121187"/>
                    <a:pt x="164733" y="1107351"/>
                  </a:cubicBezTo>
                  <a:cubicBezTo>
                    <a:pt x="127025" y="1069644"/>
                    <a:pt x="65988" y="1069644"/>
                    <a:pt x="28281" y="1107351"/>
                  </a:cubicBezTo>
                  <a:cubicBezTo>
                    <a:pt x="-9427" y="1145059"/>
                    <a:pt x="-9427" y="1206096"/>
                    <a:pt x="28281" y="1243803"/>
                  </a:cubicBezTo>
                  <a:cubicBezTo>
                    <a:pt x="65988" y="1281511"/>
                    <a:pt x="127025" y="1281511"/>
                    <a:pt x="164733" y="1243803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2" name="Freeform: Shape 233">
              <a:extLst>
                <a:ext uri="{FF2B5EF4-FFF2-40B4-BE49-F238E27FC236}">
                  <a16:creationId xmlns:a16="http://schemas.microsoft.com/office/drawing/2014/main" id="{4BD53B14-C5AE-EAD4-D181-0838DF17188F}"/>
                </a:ext>
              </a:extLst>
            </p:cNvPr>
            <p:cNvSpPr/>
            <p:nvPr/>
          </p:nvSpPr>
          <p:spPr>
            <a:xfrm>
              <a:off x="4562805" y="3279647"/>
              <a:ext cx="6650579" cy="1574739"/>
            </a:xfrm>
            <a:custGeom>
              <a:avLst/>
              <a:gdLst>
                <a:gd name="connsiteX0" fmla="*/ 164733 w 6650144"/>
                <a:gd name="connsiteY0" fmla="*/ 766628 h 1574761"/>
                <a:gd name="connsiteX1" fmla="*/ 190775 w 6650144"/>
                <a:gd name="connsiteY1" fmla="*/ 718612 h 1574761"/>
                <a:gd name="connsiteX2" fmla="*/ 1025494 w 6650144"/>
                <a:gd name="connsiteY2" fmla="*/ 718612 h 1574761"/>
                <a:gd name="connsiteX3" fmla="*/ 1703414 w 6650144"/>
                <a:gd name="connsiteY3" fmla="*/ 40692 h 1574761"/>
                <a:gd name="connsiteX4" fmla="*/ 3557590 w 6650144"/>
                <a:gd name="connsiteY4" fmla="*/ 40692 h 1574761"/>
                <a:gd name="connsiteX5" fmla="*/ 4161995 w 6650144"/>
                <a:gd name="connsiteY5" fmla="*/ 645096 h 1574761"/>
                <a:gd name="connsiteX6" fmla="*/ 5691724 w 6650144"/>
                <a:gd name="connsiteY6" fmla="*/ 645096 h 1574761"/>
                <a:gd name="connsiteX7" fmla="*/ 6621389 w 6650144"/>
                <a:gd name="connsiteY7" fmla="*/ 1574761 h 1574761"/>
                <a:gd name="connsiteX8" fmla="*/ 6650144 w 6650144"/>
                <a:gd name="connsiteY8" fmla="*/ 1546006 h 1574761"/>
                <a:gd name="connsiteX9" fmla="*/ 5708543 w 6650144"/>
                <a:gd name="connsiteY9" fmla="*/ 604404 h 1574761"/>
                <a:gd name="connsiteX10" fmla="*/ 4178814 w 6650144"/>
                <a:gd name="connsiteY10" fmla="*/ 604404 h 1574761"/>
                <a:gd name="connsiteX11" fmla="*/ 3574409 w 6650144"/>
                <a:gd name="connsiteY11" fmla="*/ 0 h 1574761"/>
                <a:gd name="connsiteX12" fmla="*/ 1686595 w 6650144"/>
                <a:gd name="connsiteY12" fmla="*/ 0 h 1574761"/>
                <a:gd name="connsiteX13" fmla="*/ 1008675 w 6650144"/>
                <a:gd name="connsiteY13" fmla="*/ 677920 h 1574761"/>
                <a:gd name="connsiteX14" fmla="*/ 190775 w 6650144"/>
                <a:gd name="connsiteY14" fmla="*/ 677920 h 1574761"/>
                <a:gd name="connsiteX15" fmla="*/ 164733 w 6650144"/>
                <a:gd name="connsiteY15" fmla="*/ 629904 h 1574761"/>
                <a:gd name="connsiteX16" fmla="*/ 28281 w 6650144"/>
                <a:gd name="connsiteY16" fmla="*/ 629904 h 1574761"/>
                <a:gd name="connsiteX17" fmla="*/ 28281 w 6650144"/>
                <a:gd name="connsiteY17" fmla="*/ 766357 h 1574761"/>
                <a:gd name="connsiteX18" fmla="*/ 164733 w 6650144"/>
                <a:gd name="connsiteY18" fmla="*/ 766357 h 157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50144" h="1574761">
                  <a:moveTo>
                    <a:pt x="164733" y="766628"/>
                  </a:moveTo>
                  <a:cubicBezTo>
                    <a:pt x="178297" y="753064"/>
                    <a:pt x="186978" y="736245"/>
                    <a:pt x="190775" y="718612"/>
                  </a:cubicBezTo>
                  <a:lnTo>
                    <a:pt x="1025494" y="718612"/>
                  </a:lnTo>
                  <a:cubicBezTo>
                    <a:pt x="1025494" y="718612"/>
                    <a:pt x="1703414" y="40692"/>
                    <a:pt x="1703414" y="40692"/>
                  </a:cubicBezTo>
                  <a:lnTo>
                    <a:pt x="3557590" y="40692"/>
                  </a:lnTo>
                  <a:lnTo>
                    <a:pt x="4161995" y="645096"/>
                  </a:lnTo>
                  <a:lnTo>
                    <a:pt x="5691724" y="645096"/>
                  </a:lnTo>
                  <a:cubicBezTo>
                    <a:pt x="5691724" y="645096"/>
                    <a:pt x="6621389" y="1574761"/>
                    <a:pt x="6621389" y="1574761"/>
                  </a:cubicBezTo>
                  <a:lnTo>
                    <a:pt x="6650144" y="1546006"/>
                  </a:lnTo>
                  <a:lnTo>
                    <a:pt x="5708543" y="604404"/>
                  </a:lnTo>
                  <a:lnTo>
                    <a:pt x="4178814" y="604404"/>
                  </a:lnTo>
                  <a:lnTo>
                    <a:pt x="3574409" y="0"/>
                  </a:lnTo>
                  <a:lnTo>
                    <a:pt x="1686595" y="0"/>
                  </a:lnTo>
                  <a:cubicBezTo>
                    <a:pt x="1686595" y="0"/>
                    <a:pt x="1008675" y="677920"/>
                    <a:pt x="1008675" y="677920"/>
                  </a:cubicBezTo>
                  <a:lnTo>
                    <a:pt x="190775" y="677920"/>
                  </a:lnTo>
                  <a:cubicBezTo>
                    <a:pt x="186978" y="660287"/>
                    <a:pt x="178297" y="643739"/>
                    <a:pt x="164733" y="629904"/>
                  </a:cubicBezTo>
                  <a:cubicBezTo>
                    <a:pt x="127025" y="592197"/>
                    <a:pt x="65988" y="592197"/>
                    <a:pt x="28281" y="629904"/>
                  </a:cubicBezTo>
                  <a:cubicBezTo>
                    <a:pt x="-9427" y="667612"/>
                    <a:pt x="-9427" y="728649"/>
                    <a:pt x="28281" y="766357"/>
                  </a:cubicBezTo>
                  <a:cubicBezTo>
                    <a:pt x="65988" y="804064"/>
                    <a:pt x="127025" y="804064"/>
                    <a:pt x="164733" y="766357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3" name="Freeform: Shape 234">
              <a:extLst>
                <a:ext uri="{FF2B5EF4-FFF2-40B4-BE49-F238E27FC236}">
                  <a16:creationId xmlns:a16="http://schemas.microsoft.com/office/drawing/2014/main" id="{6B1C858D-1C57-3D52-47D1-57B12D0FB997}"/>
                </a:ext>
              </a:extLst>
            </p:cNvPr>
            <p:cNvSpPr/>
            <p:nvPr/>
          </p:nvSpPr>
          <p:spPr>
            <a:xfrm>
              <a:off x="6663238" y="1782694"/>
              <a:ext cx="4918476" cy="2704995"/>
            </a:xfrm>
            <a:custGeom>
              <a:avLst/>
              <a:gdLst>
                <a:gd name="connsiteX0" fmla="*/ 148727 w 4918042"/>
                <a:gd name="connsiteY0" fmla="*/ 177483 h 2704696"/>
                <a:gd name="connsiteX1" fmla="*/ 448488 w 4918042"/>
                <a:gd name="connsiteY1" fmla="*/ 477244 h 2704696"/>
                <a:gd name="connsiteX2" fmla="*/ 1798361 w 4918042"/>
                <a:gd name="connsiteY2" fmla="*/ 477244 h 2704696"/>
                <a:gd name="connsiteX3" fmla="*/ 2812936 w 4918042"/>
                <a:gd name="connsiteY3" fmla="*/ 1491818 h 2704696"/>
                <a:gd name="connsiteX4" fmla="*/ 3676409 w 4918042"/>
                <a:gd name="connsiteY4" fmla="*/ 1491818 h 2704696"/>
                <a:gd name="connsiteX5" fmla="*/ 4889287 w 4918042"/>
                <a:gd name="connsiteY5" fmla="*/ 2704696 h 2704696"/>
                <a:gd name="connsiteX6" fmla="*/ 4918042 w 4918042"/>
                <a:gd name="connsiteY6" fmla="*/ 2675941 h 2704696"/>
                <a:gd name="connsiteX7" fmla="*/ 3693228 w 4918042"/>
                <a:gd name="connsiteY7" fmla="*/ 1451127 h 2704696"/>
                <a:gd name="connsiteX8" fmla="*/ 2829755 w 4918042"/>
                <a:gd name="connsiteY8" fmla="*/ 1451127 h 2704696"/>
                <a:gd name="connsiteX9" fmla="*/ 1815180 w 4918042"/>
                <a:gd name="connsiteY9" fmla="*/ 436552 h 2704696"/>
                <a:gd name="connsiteX10" fmla="*/ 465307 w 4918042"/>
                <a:gd name="connsiteY10" fmla="*/ 436552 h 2704696"/>
                <a:gd name="connsiteX11" fmla="*/ 177482 w 4918042"/>
                <a:gd name="connsiteY11" fmla="*/ 148727 h 2704696"/>
                <a:gd name="connsiteX12" fmla="*/ 164732 w 4918042"/>
                <a:gd name="connsiteY12" fmla="*/ 28281 h 2704696"/>
                <a:gd name="connsiteX13" fmla="*/ 28280 w 4918042"/>
                <a:gd name="connsiteY13" fmla="*/ 28281 h 2704696"/>
                <a:gd name="connsiteX14" fmla="*/ 28280 w 4918042"/>
                <a:gd name="connsiteY14" fmla="*/ 164733 h 2704696"/>
                <a:gd name="connsiteX15" fmla="*/ 148727 w 4918042"/>
                <a:gd name="connsiteY15" fmla="*/ 177483 h 270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18042" h="2704696">
                  <a:moveTo>
                    <a:pt x="148727" y="177483"/>
                  </a:moveTo>
                  <a:lnTo>
                    <a:pt x="448488" y="477244"/>
                  </a:lnTo>
                  <a:lnTo>
                    <a:pt x="1798361" y="477244"/>
                  </a:lnTo>
                  <a:cubicBezTo>
                    <a:pt x="1798361" y="477244"/>
                    <a:pt x="2812936" y="1491818"/>
                    <a:pt x="2812936" y="1491818"/>
                  </a:cubicBezTo>
                  <a:lnTo>
                    <a:pt x="3676409" y="1491818"/>
                  </a:lnTo>
                  <a:cubicBezTo>
                    <a:pt x="3676409" y="1491818"/>
                    <a:pt x="4889287" y="2704696"/>
                    <a:pt x="4889287" y="2704696"/>
                  </a:cubicBezTo>
                  <a:lnTo>
                    <a:pt x="4918042" y="2675941"/>
                  </a:lnTo>
                  <a:lnTo>
                    <a:pt x="3693228" y="1451127"/>
                  </a:lnTo>
                  <a:lnTo>
                    <a:pt x="2829755" y="1451127"/>
                  </a:lnTo>
                  <a:cubicBezTo>
                    <a:pt x="2829755" y="1451127"/>
                    <a:pt x="1815180" y="436552"/>
                    <a:pt x="1815180" y="436552"/>
                  </a:cubicBezTo>
                  <a:lnTo>
                    <a:pt x="465307" y="436552"/>
                  </a:lnTo>
                  <a:cubicBezTo>
                    <a:pt x="465307" y="436552"/>
                    <a:pt x="177482" y="148727"/>
                    <a:pt x="177482" y="148727"/>
                  </a:cubicBezTo>
                  <a:cubicBezTo>
                    <a:pt x="201626" y="111291"/>
                    <a:pt x="197557" y="60834"/>
                    <a:pt x="164732" y="28281"/>
                  </a:cubicBezTo>
                  <a:cubicBezTo>
                    <a:pt x="127025" y="-9427"/>
                    <a:pt x="65988" y="-9427"/>
                    <a:pt x="28280" y="28281"/>
                  </a:cubicBezTo>
                  <a:cubicBezTo>
                    <a:pt x="-9427" y="65988"/>
                    <a:pt x="-9427" y="127025"/>
                    <a:pt x="28280" y="164733"/>
                  </a:cubicBezTo>
                  <a:cubicBezTo>
                    <a:pt x="61105" y="197557"/>
                    <a:pt x="111562" y="201626"/>
                    <a:pt x="148727" y="177483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4" name="Freeform: Shape 235">
              <a:extLst>
                <a:ext uri="{FF2B5EF4-FFF2-40B4-BE49-F238E27FC236}">
                  <a16:creationId xmlns:a16="http://schemas.microsoft.com/office/drawing/2014/main" id="{4DDC3E87-BD2B-2835-DD1B-0D1C4A5F44B7}"/>
                </a:ext>
              </a:extLst>
            </p:cNvPr>
            <p:cNvSpPr/>
            <p:nvPr/>
          </p:nvSpPr>
          <p:spPr>
            <a:xfrm>
              <a:off x="7134765" y="7640341"/>
              <a:ext cx="3584867" cy="3676507"/>
            </a:xfrm>
            <a:custGeom>
              <a:avLst/>
              <a:gdLst>
                <a:gd name="connsiteX0" fmla="*/ 25229 w 3584718"/>
                <a:gd name="connsiteY0" fmla="*/ 3676681 h 3677223"/>
                <a:gd name="connsiteX1" fmla="*/ 25229 w 3584718"/>
                <a:gd name="connsiteY1" fmla="*/ 2711207 h 3677223"/>
                <a:gd name="connsiteX2" fmla="*/ 1934203 w 3584718"/>
                <a:gd name="connsiteY2" fmla="*/ 802233 h 3677223"/>
                <a:gd name="connsiteX3" fmla="*/ 2800118 w 3584718"/>
                <a:gd name="connsiteY3" fmla="*/ 802233 h 3677223"/>
                <a:gd name="connsiteX4" fmla="*/ 3491603 w 3584718"/>
                <a:gd name="connsiteY4" fmla="*/ 110749 h 3677223"/>
                <a:gd name="connsiteX5" fmla="*/ 3567017 w 3584718"/>
                <a:gd name="connsiteY5" fmla="*/ 102882 h 3677223"/>
                <a:gd name="connsiteX6" fmla="*/ 3567017 w 3584718"/>
                <a:gd name="connsiteY6" fmla="*/ 17701 h 3677223"/>
                <a:gd name="connsiteX7" fmla="*/ 3481836 w 3584718"/>
                <a:gd name="connsiteY7" fmla="*/ 17701 h 3677223"/>
                <a:gd name="connsiteX8" fmla="*/ 3473970 w 3584718"/>
                <a:gd name="connsiteY8" fmla="*/ 93116 h 3677223"/>
                <a:gd name="connsiteX9" fmla="*/ 2789810 w 3584718"/>
                <a:gd name="connsiteY9" fmla="*/ 777275 h 3677223"/>
                <a:gd name="connsiteX10" fmla="*/ 1923895 w 3584718"/>
                <a:gd name="connsiteY10" fmla="*/ 777275 h 3677223"/>
                <a:gd name="connsiteX11" fmla="*/ 0 w 3584718"/>
                <a:gd name="connsiteY11" fmla="*/ 2701170 h 3677223"/>
                <a:gd name="connsiteX12" fmla="*/ 0 w 3584718"/>
                <a:gd name="connsiteY12" fmla="*/ 3677224 h 3677223"/>
                <a:gd name="connsiteX13" fmla="*/ 25229 w 3584718"/>
                <a:gd name="connsiteY13" fmla="*/ 3677224 h 367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84718" h="3677223">
                  <a:moveTo>
                    <a:pt x="25229" y="3676681"/>
                  </a:moveTo>
                  <a:lnTo>
                    <a:pt x="25229" y="2711207"/>
                  </a:lnTo>
                  <a:cubicBezTo>
                    <a:pt x="25229" y="2711207"/>
                    <a:pt x="1934203" y="802233"/>
                    <a:pt x="1934203" y="802233"/>
                  </a:cubicBezTo>
                  <a:lnTo>
                    <a:pt x="2800118" y="802233"/>
                  </a:lnTo>
                  <a:lnTo>
                    <a:pt x="3491603" y="110749"/>
                  </a:lnTo>
                  <a:cubicBezTo>
                    <a:pt x="3514932" y="125941"/>
                    <a:pt x="3546400" y="123228"/>
                    <a:pt x="3567017" y="102882"/>
                  </a:cubicBezTo>
                  <a:cubicBezTo>
                    <a:pt x="3590618" y="79281"/>
                    <a:pt x="3590618" y="41302"/>
                    <a:pt x="3567017" y="17701"/>
                  </a:cubicBezTo>
                  <a:cubicBezTo>
                    <a:pt x="3543417" y="-5900"/>
                    <a:pt x="3505437" y="-5900"/>
                    <a:pt x="3481836" y="17701"/>
                  </a:cubicBezTo>
                  <a:cubicBezTo>
                    <a:pt x="3461490" y="38046"/>
                    <a:pt x="3458778" y="69786"/>
                    <a:pt x="3473970" y="93116"/>
                  </a:cubicBezTo>
                  <a:lnTo>
                    <a:pt x="2789810" y="777275"/>
                  </a:lnTo>
                  <a:lnTo>
                    <a:pt x="1923895" y="777275"/>
                  </a:lnTo>
                  <a:lnTo>
                    <a:pt x="0" y="2701170"/>
                  </a:lnTo>
                  <a:lnTo>
                    <a:pt x="0" y="3677224"/>
                  </a:lnTo>
                  <a:cubicBezTo>
                    <a:pt x="0" y="3677224"/>
                    <a:pt x="25229" y="3677224"/>
                    <a:pt x="25229" y="3677224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5" name="Freeform: Shape 236">
              <a:extLst>
                <a:ext uri="{FF2B5EF4-FFF2-40B4-BE49-F238E27FC236}">
                  <a16:creationId xmlns:a16="http://schemas.microsoft.com/office/drawing/2014/main" id="{0D30CC9F-5FDC-78FB-A8FC-FF18AD37D687}"/>
                </a:ext>
              </a:extLst>
            </p:cNvPr>
            <p:cNvSpPr/>
            <p:nvPr/>
          </p:nvSpPr>
          <p:spPr>
            <a:xfrm>
              <a:off x="8406456" y="111121"/>
              <a:ext cx="2449713" cy="3052644"/>
            </a:xfrm>
            <a:custGeom>
              <a:avLst/>
              <a:gdLst>
                <a:gd name="connsiteX0" fmla="*/ 2339829 w 2450578"/>
                <a:gd name="connsiteY0" fmla="*/ 2959425 h 3052540"/>
                <a:gd name="connsiteX1" fmla="*/ 2347696 w 2450578"/>
                <a:gd name="connsiteY1" fmla="*/ 3034840 h 3052540"/>
                <a:gd name="connsiteX2" fmla="*/ 2432878 w 2450578"/>
                <a:gd name="connsiteY2" fmla="*/ 3034840 h 3052540"/>
                <a:gd name="connsiteX3" fmla="*/ 2432878 w 2450578"/>
                <a:gd name="connsiteY3" fmla="*/ 2949659 h 3052540"/>
                <a:gd name="connsiteX4" fmla="*/ 2357463 w 2450578"/>
                <a:gd name="connsiteY4" fmla="*/ 2941792 h 3052540"/>
                <a:gd name="connsiteX5" fmla="*/ 1931016 w 2450578"/>
                <a:gd name="connsiteY5" fmla="*/ 2515345 h 3052540"/>
                <a:gd name="connsiteX6" fmla="*/ 1578627 w 2450578"/>
                <a:gd name="connsiteY6" fmla="*/ 2515345 h 3052540"/>
                <a:gd name="connsiteX7" fmla="*/ 858930 w 2450578"/>
                <a:gd name="connsiteY7" fmla="*/ 1795648 h 3052540"/>
                <a:gd name="connsiteX8" fmla="*/ 858930 w 2450578"/>
                <a:gd name="connsiteY8" fmla="*/ 846451 h 3052540"/>
                <a:gd name="connsiteX9" fmla="*/ 858930 w 2450578"/>
                <a:gd name="connsiteY9" fmla="*/ 841297 h 3052540"/>
                <a:gd name="connsiteX10" fmla="*/ 110749 w 2450578"/>
                <a:gd name="connsiteY10" fmla="*/ 93116 h 3052540"/>
                <a:gd name="connsiteX11" fmla="*/ 102882 w 2450578"/>
                <a:gd name="connsiteY11" fmla="*/ 17701 h 3052540"/>
                <a:gd name="connsiteX12" fmla="*/ 17701 w 2450578"/>
                <a:gd name="connsiteY12" fmla="*/ 17701 h 3052540"/>
                <a:gd name="connsiteX13" fmla="*/ 17701 w 2450578"/>
                <a:gd name="connsiteY13" fmla="*/ 102882 h 3052540"/>
                <a:gd name="connsiteX14" fmla="*/ 93116 w 2450578"/>
                <a:gd name="connsiteY14" fmla="*/ 110749 h 3052540"/>
                <a:gd name="connsiteX15" fmla="*/ 833701 w 2450578"/>
                <a:gd name="connsiteY15" fmla="*/ 851334 h 3052540"/>
                <a:gd name="connsiteX16" fmla="*/ 833701 w 2450578"/>
                <a:gd name="connsiteY16" fmla="*/ 1800531 h 3052540"/>
                <a:gd name="connsiteX17" fmla="*/ 833701 w 2450578"/>
                <a:gd name="connsiteY17" fmla="*/ 1805685 h 3052540"/>
                <a:gd name="connsiteX18" fmla="*/ 1568047 w 2450578"/>
                <a:gd name="connsiteY18" fmla="*/ 2540031 h 3052540"/>
                <a:gd name="connsiteX19" fmla="*/ 1920435 w 2450578"/>
                <a:gd name="connsiteY19" fmla="*/ 2540031 h 3052540"/>
                <a:gd name="connsiteX20" fmla="*/ 2339558 w 2450578"/>
                <a:gd name="connsiteY20" fmla="*/ 2959154 h 305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50578" h="3052540">
                  <a:moveTo>
                    <a:pt x="2339829" y="2959425"/>
                  </a:moveTo>
                  <a:cubicBezTo>
                    <a:pt x="2324638" y="2982755"/>
                    <a:pt x="2327351" y="3014223"/>
                    <a:pt x="2347696" y="3034840"/>
                  </a:cubicBezTo>
                  <a:cubicBezTo>
                    <a:pt x="2371297" y="3058441"/>
                    <a:pt x="2409276" y="3058441"/>
                    <a:pt x="2432878" y="3034840"/>
                  </a:cubicBezTo>
                  <a:cubicBezTo>
                    <a:pt x="2456478" y="3011239"/>
                    <a:pt x="2456478" y="2973260"/>
                    <a:pt x="2432878" y="2949659"/>
                  </a:cubicBezTo>
                  <a:cubicBezTo>
                    <a:pt x="2412532" y="2929313"/>
                    <a:pt x="2380792" y="2926601"/>
                    <a:pt x="2357463" y="2941792"/>
                  </a:cubicBezTo>
                  <a:lnTo>
                    <a:pt x="1931016" y="2515345"/>
                  </a:lnTo>
                  <a:lnTo>
                    <a:pt x="1578627" y="2515345"/>
                  </a:lnTo>
                  <a:cubicBezTo>
                    <a:pt x="1578627" y="2515345"/>
                    <a:pt x="858930" y="1795648"/>
                    <a:pt x="858930" y="1795648"/>
                  </a:cubicBezTo>
                  <a:lnTo>
                    <a:pt x="858930" y="846451"/>
                  </a:lnTo>
                  <a:cubicBezTo>
                    <a:pt x="858930" y="846451"/>
                    <a:pt x="858930" y="841297"/>
                    <a:pt x="858930" y="841297"/>
                  </a:cubicBezTo>
                  <a:lnTo>
                    <a:pt x="110749" y="93116"/>
                  </a:lnTo>
                  <a:cubicBezTo>
                    <a:pt x="125940" y="69786"/>
                    <a:pt x="123228" y="38318"/>
                    <a:pt x="102882" y="17701"/>
                  </a:cubicBezTo>
                  <a:cubicBezTo>
                    <a:pt x="79281" y="-5900"/>
                    <a:pt x="41302" y="-5900"/>
                    <a:pt x="17701" y="17701"/>
                  </a:cubicBezTo>
                  <a:cubicBezTo>
                    <a:pt x="-5900" y="41302"/>
                    <a:pt x="-5900" y="79281"/>
                    <a:pt x="17701" y="102882"/>
                  </a:cubicBezTo>
                  <a:cubicBezTo>
                    <a:pt x="38047" y="123227"/>
                    <a:pt x="69786" y="125940"/>
                    <a:pt x="93116" y="110749"/>
                  </a:cubicBezTo>
                  <a:lnTo>
                    <a:pt x="833701" y="851334"/>
                  </a:lnTo>
                  <a:lnTo>
                    <a:pt x="833701" y="1800531"/>
                  </a:lnTo>
                  <a:cubicBezTo>
                    <a:pt x="833701" y="1800531"/>
                    <a:pt x="833701" y="1805685"/>
                    <a:pt x="833701" y="1805685"/>
                  </a:cubicBezTo>
                  <a:lnTo>
                    <a:pt x="1568047" y="2540031"/>
                  </a:lnTo>
                  <a:lnTo>
                    <a:pt x="1920435" y="2540031"/>
                  </a:lnTo>
                  <a:cubicBezTo>
                    <a:pt x="1920435" y="2540031"/>
                    <a:pt x="2339558" y="2959154"/>
                    <a:pt x="2339558" y="2959154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6" name="Freeform: Shape 237">
              <a:extLst>
                <a:ext uri="{FF2B5EF4-FFF2-40B4-BE49-F238E27FC236}">
                  <a16:creationId xmlns:a16="http://schemas.microsoft.com/office/drawing/2014/main" id="{10F32E92-A92A-5755-A1DA-2B9EFEB700F9}"/>
                </a:ext>
              </a:extLst>
            </p:cNvPr>
            <p:cNvSpPr/>
            <p:nvPr/>
          </p:nvSpPr>
          <p:spPr>
            <a:xfrm>
              <a:off x="11691261" y="11170804"/>
              <a:ext cx="163525" cy="146044"/>
            </a:xfrm>
            <a:custGeom>
              <a:avLst/>
              <a:gdLst>
                <a:gd name="connsiteX0" fmla="*/ 0 w 163105"/>
                <a:gd name="connsiteY0" fmla="*/ 144930 h 145201"/>
                <a:gd name="connsiteX1" fmla="*/ 35809 w 163105"/>
                <a:gd name="connsiteY1" fmla="*/ 144930 h 145201"/>
                <a:gd name="connsiteX2" fmla="*/ 69990 w 163105"/>
                <a:gd name="connsiteY2" fmla="*/ 110749 h 145201"/>
                <a:gd name="connsiteX3" fmla="*/ 145405 w 163105"/>
                <a:gd name="connsiteY3" fmla="*/ 102882 h 145201"/>
                <a:gd name="connsiteX4" fmla="*/ 145405 w 163105"/>
                <a:gd name="connsiteY4" fmla="*/ 17701 h 145201"/>
                <a:gd name="connsiteX5" fmla="*/ 60223 w 163105"/>
                <a:gd name="connsiteY5" fmla="*/ 17701 h 145201"/>
                <a:gd name="connsiteX6" fmla="*/ 52357 w 163105"/>
                <a:gd name="connsiteY6" fmla="*/ 93116 h 145201"/>
                <a:gd name="connsiteX7" fmla="*/ 272 w 163105"/>
                <a:gd name="connsiteY7" fmla="*/ 145201 h 14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105" h="145201">
                  <a:moveTo>
                    <a:pt x="0" y="144930"/>
                  </a:moveTo>
                  <a:lnTo>
                    <a:pt x="35809" y="144930"/>
                  </a:lnTo>
                  <a:lnTo>
                    <a:pt x="69990" y="110749"/>
                  </a:lnTo>
                  <a:cubicBezTo>
                    <a:pt x="93319" y="125941"/>
                    <a:pt x="124787" y="123228"/>
                    <a:pt x="145405" y="102882"/>
                  </a:cubicBezTo>
                  <a:cubicBezTo>
                    <a:pt x="169006" y="79281"/>
                    <a:pt x="169006" y="41302"/>
                    <a:pt x="145405" y="17701"/>
                  </a:cubicBezTo>
                  <a:cubicBezTo>
                    <a:pt x="121804" y="-5900"/>
                    <a:pt x="83825" y="-5900"/>
                    <a:pt x="60223" y="17701"/>
                  </a:cubicBezTo>
                  <a:cubicBezTo>
                    <a:pt x="39878" y="38046"/>
                    <a:pt x="37166" y="69786"/>
                    <a:pt x="52357" y="93116"/>
                  </a:cubicBezTo>
                  <a:lnTo>
                    <a:pt x="272" y="145201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7" name="Freeform: Shape 238">
              <a:extLst>
                <a:ext uri="{FF2B5EF4-FFF2-40B4-BE49-F238E27FC236}">
                  <a16:creationId xmlns:a16="http://schemas.microsoft.com/office/drawing/2014/main" id="{48CA3B93-1456-3489-459D-78FCB51B2206}"/>
                </a:ext>
              </a:extLst>
            </p:cNvPr>
            <p:cNvSpPr/>
            <p:nvPr/>
          </p:nvSpPr>
          <p:spPr>
            <a:xfrm>
              <a:off x="10352889" y="0"/>
              <a:ext cx="835093" cy="2520852"/>
            </a:xfrm>
            <a:custGeom>
              <a:avLst/>
              <a:gdLst>
                <a:gd name="connsiteX0" fmla="*/ 786159 w 833972"/>
                <a:gd name="connsiteY0" fmla="*/ 2402698 h 2521584"/>
                <a:gd name="connsiteX1" fmla="*/ 786159 w 833972"/>
                <a:gd name="connsiteY1" fmla="*/ 1549261 h 2521584"/>
                <a:gd name="connsiteX2" fmla="*/ 786159 w 833972"/>
                <a:gd name="connsiteY2" fmla="*/ 1544107 h 2521584"/>
                <a:gd name="connsiteX3" fmla="*/ 25229 w 833972"/>
                <a:gd name="connsiteY3" fmla="*/ 783176 h 2521584"/>
                <a:gd name="connsiteX4" fmla="*/ 25229 w 833972"/>
                <a:gd name="connsiteY4" fmla="*/ 0 h 2521584"/>
                <a:gd name="connsiteX5" fmla="*/ 0 w 833972"/>
                <a:gd name="connsiteY5" fmla="*/ 0 h 2521584"/>
                <a:gd name="connsiteX6" fmla="*/ 0 w 833972"/>
                <a:gd name="connsiteY6" fmla="*/ 788059 h 2521584"/>
                <a:gd name="connsiteX7" fmla="*/ 0 w 833972"/>
                <a:gd name="connsiteY7" fmla="*/ 793213 h 2521584"/>
                <a:gd name="connsiteX8" fmla="*/ 760931 w 833972"/>
                <a:gd name="connsiteY8" fmla="*/ 1554144 h 2521584"/>
                <a:gd name="connsiteX9" fmla="*/ 760931 w 833972"/>
                <a:gd name="connsiteY9" fmla="*/ 2402426 h 2521584"/>
                <a:gd name="connsiteX10" fmla="*/ 731090 w 833972"/>
                <a:gd name="connsiteY10" fmla="*/ 2418703 h 2521584"/>
                <a:gd name="connsiteX11" fmla="*/ 731090 w 833972"/>
                <a:gd name="connsiteY11" fmla="*/ 2503884 h 2521584"/>
                <a:gd name="connsiteX12" fmla="*/ 816271 w 833972"/>
                <a:gd name="connsiteY12" fmla="*/ 2503884 h 2521584"/>
                <a:gd name="connsiteX13" fmla="*/ 816271 w 833972"/>
                <a:gd name="connsiteY13" fmla="*/ 2418703 h 2521584"/>
                <a:gd name="connsiteX14" fmla="*/ 786431 w 833972"/>
                <a:gd name="connsiteY14" fmla="*/ 2402426 h 252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33972" h="2521584">
                  <a:moveTo>
                    <a:pt x="786159" y="2402698"/>
                  </a:moveTo>
                  <a:lnTo>
                    <a:pt x="786159" y="1549261"/>
                  </a:lnTo>
                  <a:cubicBezTo>
                    <a:pt x="786159" y="1549261"/>
                    <a:pt x="786159" y="1544107"/>
                    <a:pt x="786159" y="1544107"/>
                  </a:cubicBezTo>
                  <a:lnTo>
                    <a:pt x="25229" y="783176"/>
                  </a:lnTo>
                  <a:lnTo>
                    <a:pt x="25229" y="0"/>
                  </a:lnTo>
                  <a:lnTo>
                    <a:pt x="0" y="0"/>
                  </a:lnTo>
                  <a:lnTo>
                    <a:pt x="0" y="788059"/>
                  </a:lnTo>
                  <a:cubicBezTo>
                    <a:pt x="0" y="788059"/>
                    <a:pt x="0" y="793213"/>
                    <a:pt x="0" y="793213"/>
                  </a:cubicBezTo>
                  <a:lnTo>
                    <a:pt x="760931" y="1554144"/>
                  </a:lnTo>
                  <a:lnTo>
                    <a:pt x="760931" y="2402426"/>
                  </a:lnTo>
                  <a:cubicBezTo>
                    <a:pt x="750080" y="2404868"/>
                    <a:pt x="739500" y="2410293"/>
                    <a:pt x="731090" y="2418703"/>
                  </a:cubicBezTo>
                  <a:cubicBezTo>
                    <a:pt x="707489" y="2442304"/>
                    <a:pt x="707489" y="2480283"/>
                    <a:pt x="731090" y="2503884"/>
                  </a:cubicBezTo>
                  <a:cubicBezTo>
                    <a:pt x="754691" y="2527485"/>
                    <a:pt x="792670" y="2527485"/>
                    <a:pt x="816271" y="2503884"/>
                  </a:cubicBezTo>
                  <a:cubicBezTo>
                    <a:pt x="839872" y="2480283"/>
                    <a:pt x="839872" y="2442304"/>
                    <a:pt x="816271" y="2418703"/>
                  </a:cubicBezTo>
                  <a:cubicBezTo>
                    <a:pt x="807862" y="2410293"/>
                    <a:pt x="797282" y="2404868"/>
                    <a:pt x="786431" y="2402426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8" name="Freeform: Shape 239">
              <a:extLst>
                <a:ext uri="{FF2B5EF4-FFF2-40B4-BE49-F238E27FC236}">
                  <a16:creationId xmlns:a16="http://schemas.microsoft.com/office/drawing/2014/main" id="{7BFB2CA8-D5E9-44CC-0A34-A28005CA4646}"/>
                </a:ext>
              </a:extLst>
            </p:cNvPr>
            <p:cNvSpPr/>
            <p:nvPr/>
          </p:nvSpPr>
          <p:spPr>
            <a:xfrm>
              <a:off x="5883713" y="9996099"/>
              <a:ext cx="336577" cy="1320749"/>
            </a:xfrm>
            <a:custGeom>
              <a:avLst/>
              <a:gdLst>
                <a:gd name="connsiteX0" fmla="*/ 264223 w 336993"/>
                <a:gd name="connsiteY0" fmla="*/ 119159 h 1319828"/>
                <a:gd name="connsiteX1" fmla="*/ 264223 w 336993"/>
                <a:gd name="connsiteY1" fmla="*/ 1055877 h 1319828"/>
                <a:gd name="connsiteX2" fmla="*/ 0 w 336993"/>
                <a:gd name="connsiteY2" fmla="*/ 1319829 h 1319828"/>
                <a:gd name="connsiteX3" fmla="*/ 35808 w 336993"/>
                <a:gd name="connsiteY3" fmla="*/ 1319829 h 1319828"/>
                <a:gd name="connsiteX4" fmla="*/ 289452 w 336993"/>
                <a:gd name="connsiteY4" fmla="*/ 1066185 h 1319828"/>
                <a:gd name="connsiteX5" fmla="*/ 289452 w 336993"/>
                <a:gd name="connsiteY5" fmla="*/ 119159 h 1319828"/>
                <a:gd name="connsiteX6" fmla="*/ 319292 w 336993"/>
                <a:gd name="connsiteY6" fmla="*/ 102882 h 1319828"/>
                <a:gd name="connsiteX7" fmla="*/ 319292 w 336993"/>
                <a:gd name="connsiteY7" fmla="*/ 17701 h 1319828"/>
                <a:gd name="connsiteX8" fmla="*/ 234111 w 336993"/>
                <a:gd name="connsiteY8" fmla="*/ 17701 h 1319828"/>
                <a:gd name="connsiteX9" fmla="*/ 234111 w 336993"/>
                <a:gd name="connsiteY9" fmla="*/ 102882 h 1319828"/>
                <a:gd name="connsiteX10" fmla="*/ 263952 w 336993"/>
                <a:gd name="connsiteY10" fmla="*/ 119159 h 131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6993" h="1319828">
                  <a:moveTo>
                    <a:pt x="264223" y="119159"/>
                  </a:moveTo>
                  <a:lnTo>
                    <a:pt x="264223" y="1055877"/>
                  </a:lnTo>
                  <a:cubicBezTo>
                    <a:pt x="264223" y="1055877"/>
                    <a:pt x="0" y="1319829"/>
                    <a:pt x="0" y="1319829"/>
                  </a:cubicBezTo>
                  <a:lnTo>
                    <a:pt x="35808" y="1319829"/>
                  </a:lnTo>
                  <a:lnTo>
                    <a:pt x="289452" y="1066185"/>
                  </a:lnTo>
                  <a:lnTo>
                    <a:pt x="289452" y="119159"/>
                  </a:lnTo>
                  <a:cubicBezTo>
                    <a:pt x="300303" y="116717"/>
                    <a:pt x="310883" y="111291"/>
                    <a:pt x="319292" y="102882"/>
                  </a:cubicBezTo>
                  <a:cubicBezTo>
                    <a:pt x="342893" y="79281"/>
                    <a:pt x="342893" y="41302"/>
                    <a:pt x="319292" y="17701"/>
                  </a:cubicBezTo>
                  <a:cubicBezTo>
                    <a:pt x="295691" y="-5900"/>
                    <a:pt x="257441" y="-5900"/>
                    <a:pt x="234111" y="17701"/>
                  </a:cubicBezTo>
                  <a:cubicBezTo>
                    <a:pt x="210510" y="41302"/>
                    <a:pt x="210510" y="79281"/>
                    <a:pt x="234111" y="102882"/>
                  </a:cubicBezTo>
                  <a:cubicBezTo>
                    <a:pt x="242521" y="111291"/>
                    <a:pt x="253101" y="116717"/>
                    <a:pt x="263952" y="119159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9" name="Freeform: Shape 240">
              <a:extLst>
                <a:ext uri="{FF2B5EF4-FFF2-40B4-BE49-F238E27FC236}">
                  <a16:creationId xmlns:a16="http://schemas.microsoft.com/office/drawing/2014/main" id="{F855F34B-8DAF-CBB0-8526-32BE9F4A38D7}"/>
                </a:ext>
              </a:extLst>
            </p:cNvPr>
            <p:cNvSpPr/>
            <p:nvPr/>
          </p:nvSpPr>
          <p:spPr>
            <a:xfrm>
              <a:off x="7244311" y="6370390"/>
              <a:ext cx="3343548" cy="2076369"/>
            </a:xfrm>
            <a:custGeom>
              <a:avLst/>
              <a:gdLst>
                <a:gd name="connsiteX0" fmla="*/ 3232329 w 3343078"/>
                <a:gd name="connsiteY0" fmla="*/ 93116 h 2076215"/>
                <a:gd name="connsiteX1" fmla="*/ 2512362 w 3343078"/>
                <a:gd name="connsiteY1" fmla="*/ 813084 h 2076215"/>
                <a:gd name="connsiteX2" fmla="*/ 1245499 w 3343078"/>
                <a:gd name="connsiteY2" fmla="*/ 813084 h 2076215"/>
                <a:gd name="connsiteX3" fmla="*/ 93116 w 3343078"/>
                <a:gd name="connsiteY3" fmla="*/ 1965468 h 2076215"/>
                <a:gd name="connsiteX4" fmla="*/ 17701 w 3343078"/>
                <a:gd name="connsiteY4" fmla="*/ 1973334 h 2076215"/>
                <a:gd name="connsiteX5" fmla="*/ 17701 w 3343078"/>
                <a:gd name="connsiteY5" fmla="*/ 2058515 h 2076215"/>
                <a:gd name="connsiteX6" fmla="*/ 102882 w 3343078"/>
                <a:gd name="connsiteY6" fmla="*/ 2058515 h 2076215"/>
                <a:gd name="connsiteX7" fmla="*/ 110749 w 3343078"/>
                <a:gd name="connsiteY7" fmla="*/ 1983100 h 2076215"/>
                <a:gd name="connsiteX8" fmla="*/ 1255808 w 3343078"/>
                <a:gd name="connsiteY8" fmla="*/ 838042 h 2076215"/>
                <a:gd name="connsiteX9" fmla="*/ 2517516 w 3343078"/>
                <a:gd name="connsiteY9" fmla="*/ 838042 h 2076215"/>
                <a:gd name="connsiteX10" fmla="*/ 2522670 w 3343078"/>
                <a:gd name="connsiteY10" fmla="*/ 838042 h 2076215"/>
                <a:gd name="connsiteX11" fmla="*/ 3249963 w 3343078"/>
                <a:gd name="connsiteY11" fmla="*/ 110749 h 2076215"/>
                <a:gd name="connsiteX12" fmla="*/ 3325378 w 3343078"/>
                <a:gd name="connsiteY12" fmla="*/ 102882 h 2076215"/>
                <a:gd name="connsiteX13" fmla="*/ 3325378 w 3343078"/>
                <a:gd name="connsiteY13" fmla="*/ 17701 h 2076215"/>
                <a:gd name="connsiteX14" fmla="*/ 3240197 w 3343078"/>
                <a:gd name="connsiteY14" fmla="*/ 17701 h 2076215"/>
                <a:gd name="connsiteX15" fmla="*/ 3232329 w 3343078"/>
                <a:gd name="connsiteY15" fmla="*/ 93116 h 207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343078" h="2076215">
                  <a:moveTo>
                    <a:pt x="3232329" y="93116"/>
                  </a:moveTo>
                  <a:lnTo>
                    <a:pt x="2512362" y="813084"/>
                  </a:lnTo>
                  <a:lnTo>
                    <a:pt x="1245499" y="813084"/>
                  </a:lnTo>
                  <a:lnTo>
                    <a:pt x="93116" y="1965468"/>
                  </a:lnTo>
                  <a:cubicBezTo>
                    <a:pt x="69786" y="1950276"/>
                    <a:pt x="38318" y="1952988"/>
                    <a:pt x="17701" y="1973334"/>
                  </a:cubicBezTo>
                  <a:cubicBezTo>
                    <a:pt x="-5900" y="1996936"/>
                    <a:pt x="-5900" y="2034914"/>
                    <a:pt x="17701" y="2058515"/>
                  </a:cubicBezTo>
                  <a:cubicBezTo>
                    <a:pt x="41302" y="2082116"/>
                    <a:pt x="79281" y="2082116"/>
                    <a:pt x="102882" y="2058515"/>
                  </a:cubicBezTo>
                  <a:cubicBezTo>
                    <a:pt x="123228" y="2038170"/>
                    <a:pt x="125941" y="2006430"/>
                    <a:pt x="110749" y="1983100"/>
                  </a:cubicBezTo>
                  <a:lnTo>
                    <a:pt x="1255808" y="838042"/>
                  </a:lnTo>
                  <a:lnTo>
                    <a:pt x="2517516" y="838042"/>
                  </a:lnTo>
                  <a:cubicBezTo>
                    <a:pt x="2517516" y="838042"/>
                    <a:pt x="2522670" y="838042"/>
                    <a:pt x="2522670" y="838042"/>
                  </a:cubicBezTo>
                  <a:lnTo>
                    <a:pt x="3249963" y="110749"/>
                  </a:lnTo>
                  <a:cubicBezTo>
                    <a:pt x="3273292" y="125940"/>
                    <a:pt x="3304760" y="123228"/>
                    <a:pt x="3325378" y="102882"/>
                  </a:cubicBezTo>
                  <a:cubicBezTo>
                    <a:pt x="3348979" y="79281"/>
                    <a:pt x="3348979" y="41302"/>
                    <a:pt x="3325378" y="17701"/>
                  </a:cubicBezTo>
                  <a:cubicBezTo>
                    <a:pt x="3301777" y="-5900"/>
                    <a:pt x="3263797" y="-5900"/>
                    <a:pt x="3240197" y="17701"/>
                  </a:cubicBezTo>
                  <a:cubicBezTo>
                    <a:pt x="3219851" y="38047"/>
                    <a:pt x="3217138" y="69786"/>
                    <a:pt x="3232329" y="93116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0" name="Freeform: Shape 241">
              <a:extLst>
                <a:ext uri="{FF2B5EF4-FFF2-40B4-BE49-F238E27FC236}">
                  <a16:creationId xmlns:a16="http://schemas.microsoft.com/office/drawing/2014/main" id="{8A1B08EA-1BB9-10D9-3D3D-0F81B96B6B8E}"/>
                </a:ext>
              </a:extLst>
            </p:cNvPr>
            <p:cNvSpPr/>
            <p:nvPr/>
          </p:nvSpPr>
          <p:spPr>
            <a:xfrm>
              <a:off x="1435175" y="10559639"/>
              <a:ext cx="2478289" cy="757209"/>
            </a:xfrm>
            <a:custGeom>
              <a:avLst/>
              <a:gdLst>
                <a:gd name="connsiteX0" fmla="*/ 35808 w 2477366"/>
                <a:gd name="connsiteY0" fmla="*/ 757201 h 757200"/>
                <a:gd name="connsiteX1" fmla="*/ 719968 w 2477366"/>
                <a:gd name="connsiteY1" fmla="*/ 73041 h 757200"/>
                <a:gd name="connsiteX2" fmla="*/ 2358208 w 2477366"/>
                <a:gd name="connsiteY2" fmla="*/ 73041 h 757200"/>
                <a:gd name="connsiteX3" fmla="*/ 2374485 w 2477366"/>
                <a:gd name="connsiteY3" fmla="*/ 102882 h 757200"/>
                <a:gd name="connsiteX4" fmla="*/ 2459666 w 2477366"/>
                <a:gd name="connsiteY4" fmla="*/ 102882 h 757200"/>
                <a:gd name="connsiteX5" fmla="*/ 2459666 w 2477366"/>
                <a:gd name="connsiteY5" fmla="*/ 17701 h 757200"/>
                <a:gd name="connsiteX6" fmla="*/ 2374485 w 2477366"/>
                <a:gd name="connsiteY6" fmla="*/ 17701 h 757200"/>
                <a:gd name="connsiteX7" fmla="*/ 2358208 w 2477366"/>
                <a:gd name="connsiteY7" fmla="*/ 47541 h 757200"/>
                <a:gd name="connsiteX8" fmla="*/ 709388 w 2477366"/>
                <a:gd name="connsiteY8" fmla="*/ 47541 h 757200"/>
                <a:gd name="connsiteX9" fmla="*/ 0 w 2477366"/>
                <a:gd name="connsiteY9" fmla="*/ 756930 h 757200"/>
                <a:gd name="connsiteX10" fmla="*/ 35808 w 2477366"/>
                <a:gd name="connsiteY10" fmla="*/ 756930 h 7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7366" h="757200">
                  <a:moveTo>
                    <a:pt x="35808" y="757201"/>
                  </a:moveTo>
                  <a:lnTo>
                    <a:pt x="719968" y="73041"/>
                  </a:lnTo>
                  <a:lnTo>
                    <a:pt x="2358208" y="73041"/>
                  </a:lnTo>
                  <a:cubicBezTo>
                    <a:pt x="2360649" y="83892"/>
                    <a:pt x="2366075" y="94472"/>
                    <a:pt x="2374485" y="102882"/>
                  </a:cubicBezTo>
                  <a:cubicBezTo>
                    <a:pt x="2398086" y="126483"/>
                    <a:pt x="2436065" y="126483"/>
                    <a:pt x="2459666" y="102882"/>
                  </a:cubicBezTo>
                  <a:cubicBezTo>
                    <a:pt x="2483266" y="79281"/>
                    <a:pt x="2483266" y="41302"/>
                    <a:pt x="2459666" y="17701"/>
                  </a:cubicBezTo>
                  <a:cubicBezTo>
                    <a:pt x="2436065" y="-5900"/>
                    <a:pt x="2398086" y="-5900"/>
                    <a:pt x="2374485" y="17701"/>
                  </a:cubicBezTo>
                  <a:cubicBezTo>
                    <a:pt x="2366075" y="26111"/>
                    <a:pt x="2360649" y="36690"/>
                    <a:pt x="2358208" y="47541"/>
                  </a:cubicBezTo>
                  <a:lnTo>
                    <a:pt x="709388" y="47541"/>
                  </a:lnTo>
                  <a:lnTo>
                    <a:pt x="0" y="756930"/>
                  </a:lnTo>
                  <a:lnTo>
                    <a:pt x="35808" y="75693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1" name="Freeform: Shape 242">
              <a:extLst>
                <a:ext uri="{FF2B5EF4-FFF2-40B4-BE49-F238E27FC236}">
                  <a16:creationId xmlns:a16="http://schemas.microsoft.com/office/drawing/2014/main" id="{626AC877-3146-190D-6BDA-FE9B92859553}"/>
                </a:ext>
              </a:extLst>
            </p:cNvPr>
            <p:cNvSpPr/>
            <p:nvPr/>
          </p:nvSpPr>
          <p:spPr>
            <a:xfrm>
              <a:off x="-2078249" y="8929341"/>
              <a:ext cx="8500168" cy="1787456"/>
            </a:xfrm>
            <a:custGeom>
              <a:avLst/>
              <a:gdLst>
                <a:gd name="connsiteX0" fmla="*/ 102882 w 8499504"/>
                <a:gd name="connsiteY0" fmla="*/ 1769606 h 1787306"/>
                <a:gd name="connsiteX1" fmla="*/ 119158 w 8499504"/>
                <a:gd name="connsiteY1" fmla="*/ 1739765 h 1787306"/>
                <a:gd name="connsiteX2" fmla="*/ 2824601 w 8499504"/>
                <a:gd name="connsiteY2" fmla="*/ 1739765 h 1787306"/>
                <a:gd name="connsiteX3" fmla="*/ 3283058 w 8499504"/>
                <a:gd name="connsiteY3" fmla="*/ 1281308 h 1787306"/>
                <a:gd name="connsiteX4" fmla="*/ 5075926 w 8499504"/>
                <a:gd name="connsiteY4" fmla="*/ 1281308 h 1787306"/>
                <a:gd name="connsiteX5" fmla="*/ 6284192 w 8499504"/>
                <a:gd name="connsiteY5" fmla="*/ 73041 h 1787306"/>
                <a:gd name="connsiteX6" fmla="*/ 8380347 w 8499504"/>
                <a:gd name="connsiteY6" fmla="*/ 73041 h 1787306"/>
                <a:gd name="connsiteX7" fmla="*/ 8396623 w 8499504"/>
                <a:gd name="connsiteY7" fmla="*/ 102882 h 1787306"/>
                <a:gd name="connsiteX8" fmla="*/ 8481804 w 8499504"/>
                <a:gd name="connsiteY8" fmla="*/ 102882 h 1787306"/>
                <a:gd name="connsiteX9" fmla="*/ 8481804 w 8499504"/>
                <a:gd name="connsiteY9" fmla="*/ 17701 h 1787306"/>
                <a:gd name="connsiteX10" fmla="*/ 8396623 w 8499504"/>
                <a:gd name="connsiteY10" fmla="*/ 17701 h 1787306"/>
                <a:gd name="connsiteX11" fmla="*/ 8380347 w 8499504"/>
                <a:gd name="connsiteY11" fmla="*/ 47541 h 1787306"/>
                <a:gd name="connsiteX12" fmla="*/ 6279038 w 8499504"/>
                <a:gd name="connsiteY12" fmla="*/ 47541 h 1787306"/>
                <a:gd name="connsiteX13" fmla="*/ 6273884 w 8499504"/>
                <a:gd name="connsiteY13" fmla="*/ 47541 h 1787306"/>
                <a:gd name="connsiteX14" fmla="*/ 5065617 w 8499504"/>
                <a:gd name="connsiteY14" fmla="*/ 1255808 h 1787306"/>
                <a:gd name="connsiteX15" fmla="*/ 3272750 w 8499504"/>
                <a:gd name="connsiteY15" fmla="*/ 1255808 h 1787306"/>
                <a:gd name="connsiteX16" fmla="*/ 2814292 w 8499504"/>
                <a:gd name="connsiteY16" fmla="*/ 1714265 h 1787306"/>
                <a:gd name="connsiteX17" fmla="*/ 119158 w 8499504"/>
                <a:gd name="connsiteY17" fmla="*/ 1714265 h 1787306"/>
                <a:gd name="connsiteX18" fmla="*/ 102882 w 8499504"/>
                <a:gd name="connsiteY18" fmla="*/ 1684425 h 1787306"/>
                <a:gd name="connsiteX19" fmla="*/ 17701 w 8499504"/>
                <a:gd name="connsiteY19" fmla="*/ 1684425 h 1787306"/>
                <a:gd name="connsiteX20" fmla="*/ 17701 w 8499504"/>
                <a:gd name="connsiteY20" fmla="*/ 1769606 h 1787306"/>
                <a:gd name="connsiteX21" fmla="*/ 102882 w 8499504"/>
                <a:gd name="connsiteY21" fmla="*/ 1769606 h 178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99504" h="1787306">
                  <a:moveTo>
                    <a:pt x="102882" y="1769606"/>
                  </a:moveTo>
                  <a:cubicBezTo>
                    <a:pt x="111291" y="1761196"/>
                    <a:pt x="116717" y="1750616"/>
                    <a:pt x="119158" y="1739765"/>
                  </a:cubicBezTo>
                  <a:lnTo>
                    <a:pt x="2824601" y="1739765"/>
                  </a:lnTo>
                  <a:lnTo>
                    <a:pt x="3283058" y="1281308"/>
                  </a:lnTo>
                  <a:lnTo>
                    <a:pt x="5075926" y="1281308"/>
                  </a:lnTo>
                  <a:lnTo>
                    <a:pt x="6284192" y="73041"/>
                  </a:lnTo>
                  <a:lnTo>
                    <a:pt x="8380347" y="73041"/>
                  </a:lnTo>
                  <a:cubicBezTo>
                    <a:pt x="8382788" y="83892"/>
                    <a:pt x="8388213" y="94472"/>
                    <a:pt x="8396623" y="102882"/>
                  </a:cubicBezTo>
                  <a:cubicBezTo>
                    <a:pt x="8420224" y="126483"/>
                    <a:pt x="8458203" y="126483"/>
                    <a:pt x="8481804" y="102882"/>
                  </a:cubicBezTo>
                  <a:cubicBezTo>
                    <a:pt x="8505405" y="79280"/>
                    <a:pt x="8505405" y="41302"/>
                    <a:pt x="8481804" y="17701"/>
                  </a:cubicBezTo>
                  <a:cubicBezTo>
                    <a:pt x="8458203" y="-5900"/>
                    <a:pt x="8420224" y="-5900"/>
                    <a:pt x="8396623" y="17701"/>
                  </a:cubicBezTo>
                  <a:cubicBezTo>
                    <a:pt x="8388213" y="26110"/>
                    <a:pt x="8382788" y="36690"/>
                    <a:pt x="8380347" y="47541"/>
                  </a:cubicBezTo>
                  <a:lnTo>
                    <a:pt x="6279038" y="47541"/>
                  </a:lnTo>
                  <a:cubicBezTo>
                    <a:pt x="6279038" y="47541"/>
                    <a:pt x="6273884" y="47541"/>
                    <a:pt x="6273884" y="47541"/>
                  </a:cubicBezTo>
                  <a:lnTo>
                    <a:pt x="5065617" y="1255808"/>
                  </a:lnTo>
                  <a:lnTo>
                    <a:pt x="3272750" y="1255808"/>
                  </a:lnTo>
                  <a:lnTo>
                    <a:pt x="2814292" y="1714265"/>
                  </a:lnTo>
                  <a:lnTo>
                    <a:pt x="119158" y="1714265"/>
                  </a:lnTo>
                  <a:cubicBezTo>
                    <a:pt x="116717" y="1703414"/>
                    <a:pt x="111291" y="1692834"/>
                    <a:pt x="102882" y="1684425"/>
                  </a:cubicBezTo>
                  <a:cubicBezTo>
                    <a:pt x="79281" y="1660824"/>
                    <a:pt x="41302" y="1660824"/>
                    <a:pt x="17701" y="1684425"/>
                  </a:cubicBezTo>
                  <a:cubicBezTo>
                    <a:pt x="-5900" y="1708026"/>
                    <a:pt x="-5900" y="1746004"/>
                    <a:pt x="17701" y="1769606"/>
                  </a:cubicBezTo>
                  <a:cubicBezTo>
                    <a:pt x="41302" y="1793207"/>
                    <a:pt x="79281" y="1793207"/>
                    <a:pt x="102882" y="1769606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2" name="Freeform: Shape 243">
              <a:extLst>
                <a:ext uri="{FF2B5EF4-FFF2-40B4-BE49-F238E27FC236}">
                  <a16:creationId xmlns:a16="http://schemas.microsoft.com/office/drawing/2014/main" id="{C62D6937-D8D7-2C78-1E69-0C2962EDB821}"/>
                </a:ext>
              </a:extLst>
            </p:cNvPr>
            <p:cNvSpPr/>
            <p:nvPr/>
          </p:nvSpPr>
          <p:spPr>
            <a:xfrm>
              <a:off x="454020" y="8064186"/>
              <a:ext cx="2014701" cy="120645"/>
            </a:xfrm>
            <a:custGeom>
              <a:avLst/>
              <a:gdLst>
                <a:gd name="connsiteX0" fmla="*/ 102882 w 2014364"/>
                <a:gd name="connsiteY0" fmla="*/ 102882 h 120582"/>
                <a:gd name="connsiteX1" fmla="*/ 119158 w 2014364"/>
                <a:gd name="connsiteY1" fmla="*/ 73041 h 120582"/>
                <a:gd name="connsiteX2" fmla="*/ 1895207 w 2014364"/>
                <a:gd name="connsiteY2" fmla="*/ 73041 h 120582"/>
                <a:gd name="connsiteX3" fmla="*/ 1911483 w 2014364"/>
                <a:gd name="connsiteY3" fmla="*/ 102882 h 120582"/>
                <a:gd name="connsiteX4" fmla="*/ 1996664 w 2014364"/>
                <a:gd name="connsiteY4" fmla="*/ 102882 h 120582"/>
                <a:gd name="connsiteX5" fmla="*/ 1996664 w 2014364"/>
                <a:gd name="connsiteY5" fmla="*/ 17701 h 120582"/>
                <a:gd name="connsiteX6" fmla="*/ 1911483 w 2014364"/>
                <a:gd name="connsiteY6" fmla="*/ 17701 h 120582"/>
                <a:gd name="connsiteX7" fmla="*/ 1895207 w 2014364"/>
                <a:gd name="connsiteY7" fmla="*/ 47541 h 120582"/>
                <a:gd name="connsiteX8" fmla="*/ 119158 w 2014364"/>
                <a:gd name="connsiteY8" fmla="*/ 47541 h 120582"/>
                <a:gd name="connsiteX9" fmla="*/ 102882 w 2014364"/>
                <a:gd name="connsiteY9" fmla="*/ 17701 h 120582"/>
                <a:gd name="connsiteX10" fmla="*/ 17701 w 2014364"/>
                <a:gd name="connsiteY10" fmla="*/ 17701 h 120582"/>
                <a:gd name="connsiteX11" fmla="*/ 17701 w 2014364"/>
                <a:gd name="connsiteY11" fmla="*/ 102882 h 120582"/>
                <a:gd name="connsiteX12" fmla="*/ 102882 w 2014364"/>
                <a:gd name="connsiteY12" fmla="*/ 102882 h 12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364" h="120582">
                  <a:moveTo>
                    <a:pt x="102882" y="102882"/>
                  </a:moveTo>
                  <a:cubicBezTo>
                    <a:pt x="111291" y="94472"/>
                    <a:pt x="116717" y="83892"/>
                    <a:pt x="119158" y="73041"/>
                  </a:cubicBezTo>
                  <a:lnTo>
                    <a:pt x="1895207" y="73041"/>
                  </a:lnTo>
                  <a:cubicBezTo>
                    <a:pt x="1897648" y="83892"/>
                    <a:pt x="1903074" y="94472"/>
                    <a:pt x="1911483" y="102882"/>
                  </a:cubicBezTo>
                  <a:cubicBezTo>
                    <a:pt x="1935084" y="126483"/>
                    <a:pt x="1973063" y="126483"/>
                    <a:pt x="1996664" y="102882"/>
                  </a:cubicBezTo>
                  <a:cubicBezTo>
                    <a:pt x="2020265" y="79281"/>
                    <a:pt x="2020265" y="41302"/>
                    <a:pt x="1996664" y="17701"/>
                  </a:cubicBezTo>
                  <a:cubicBezTo>
                    <a:pt x="1973063" y="-5900"/>
                    <a:pt x="1935084" y="-5900"/>
                    <a:pt x="1911483" y="17701"/>
                  </a:cubicBezTo>
                  <a:cubicBezTo>
                    <a:pt x="1903074" y="26111"/>
                    <a:pt x="1897648" y="36690"/>
                    <a:pt x="1895207" y="47541"/>
                  </a:cubicBezTo>
                  <a:lnTo>
                    <a:pt x="119158" y="47541"/>
                  </a:lnTo>
                  <a:cubicBezTo>
                    <a:pt x="116717" y="36690"/>
                    <a:pt x="111291" y="26111"/>
                    <a:pt x="102882" y="17701"/>
                  </a:cubicBezTo>
                  <a:cubicBezTo>
                    <a:pt x="79281" y="-5900"/>
                    <a:pt x="41302" y="-5900"/>
                    <a:pt x="17701" y="17701"/>
                  </a:cubicBezTo>
                  <a:cubicBezTo>
                    <a:pt x="-5900" y="41302"/>
                    <a:pt x="-5900" y="79281"/>
                    <a:pt x="17701" y="102882"/>
                  </a:cubicBezTo>
                  <a:cubicBezTo>
                    <a:pt x="41302" y="126483"/>
                    <a:pt x="79281" y="126483"/>
                    <a:pt x="102882" y="102882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3" name="Freeform: Shape 244">
              <a:extLst>
                <a:ext uri="{FF2B5EF4-FFF2-40B4-BE49-F238E27FC236}">
                  <a16:creationId xmlns:a16="http://schemas.microsoft.com/office/drawing/2014/main" id="{52A1AA7F-3B18-0A58-DE47-DD37F8C09527}"/>
                </a:ext>
              </a:extLst>
            </p:cNvPr>
            <p:cNvSpPr/>
            <p:nvPr/>
          </p:nvSpPr>
          <p:spPr>
            <a:xfrm>
              <a:off x="1265299" y="5517935"/>
              <a:ext cx="8195343" cy="1849366"/>
            </a:xfrm>
            <a:custGeom>
              <a:avLst/>
              <a:gdLst>
                <a:gd name="connsiteX0" fmla="*/ 102339 w 8194318"/>
                <a:gd name="connsiteY0" fmla="*/ 1832000 h 1849700"/>
                <a:gd name="connsiteX1" fmla="*/ 118616 w 8194318"/>
                <a:gd name="connsiteY1" fmla="*/ 1802159 h 1849700"/>
                <a:gd name="connsiteX2" fmla="*/ 2097308 w 8194318"/>
                <a:gd name="connsiteY2" fmla="*/ 1802159 h 1849700"/>
                <a:gd name="connsiteX3" fmla="*/ 2639590 w 8194318"/>
                <a:gd name="connsiteY3" fmla="*/ 1259877 h 1849700"/>
                <a:gd name="connsiteX4" fmla="*/ 5036591 w 8194318"/>
                <a:gd name="connsiteY4" fmla="*/ 1259877 h 1849700"/>
                <a:gd name="connsiteX5" fmla="*/ 6223426 w 8194318"/>
                <a:gd name="connsiteY5" fmla="*/ 73041 h 1849700"/>
                <a:gd name="connsiteX6" fmla="*/ 8075161 w 8194318"/>
                <a:gd name="connsiteY6" fmla="*/ 73041 h 1849700"/>
                <a:gd name="connsiteX7" fmla="*/ 8091437 w 8194318"/>
                <a:gd name="connsiteY7" fmla="*/ 102882 h 1849700"/>
                <a:gd name="connsiteX8" fmla="*/ 8176618 w 8194318"/>
                <a:gd name="connsiteY8" fmla="*/ 102882 h 1849700"/>
                <a:gd name="connsiteX9" fmla="*/ 8176618 w 8194318"/>
                <a:gd name="connsiteY9" fmla="*/ 17701 h 1849700"/>
                <a:gd name="connsiteX10" fmla="*/ 8091437 w 8194318"/>
                <a:gd name="connsiteY10" fmla="*/ 17701 h 1849700"/>
                <a:gd name="connsiteX11" fmla="*/ 8075161 w 8194318"/>
                <a:gd name="connsiteY11" fmla="*/ 47541 h 1849700"/>
                <a:gd name="connsiteX12" fmla="*/ 6213117 w 8194318"/>
                <a:gd name="connsiteY12" fmla="*/ 47541 h 1849700"/>
                <a:gd name="connsiteX13" fmla="*/ 5026282 w 8194318"/>
                <a:gd name="connsiteY13" fmla="*/ 1234377 h 1849700"/>
                <a:gd name="connsiteX14" fmla="*/ 2634707 w 8194318"/>
                <a:gd name="connsiteY14" fmla="*/ 1234377 h 1849700"/>
                <a:gd name="connsiteX15" fmla="*/ 2629553 w 8194318"/>
                <a:gd name="connsiteY15" fmla="*/ 1234377 h 1849700"/>
                <a:gd name="connsiteX16" fmla="*/ 2087271 w 8194318"/>
                <a:gd name="connsiteY16" fmla="*/ 1776659 h 1849700"/>
                <a:gd name="connsiteX17" fmla="*/ 119158 w 8194318"/>
                <a:gd name="connsiteY17" fmla="*/ 1776659 h 1849700"/>
                <a:gd name="connsiteX18" fmla="*/ 102882 w 8194318"/>
                <a:gd name="connsiteY18" fmla="*/ 1746818 h 1849700"/>
                <a:gd name="connsiteX19" fmla="*/ 17701 w 8194318"/>
                <a:gd name="connsiteY19" fmla="*/ 1746818 h 1849700"/>
                <a:gd name="connsiteX20" fmla="*/ 17701 w 8194318"/>
                <a:gd name="connsiteY20" fmla="*/ 1832000 h 1849700"/>
                <a:gd name="connsiteX21" fmla="*/ 102882 w 8194318"/>
                <a:gd name="connsiteY21" fmla="*/ 1832000 h 184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94318" h="1849700">
                  <a:moveTo>
                    <a:pt x="102339" y="1832000"/>
                  </a:moveTo>
                  <a:cubicBezTo>
                    <a:pt x="110749" y="1823590"/>
                    <a:pt x="116174" y="1813010"/>
                    <a:pt x="118616" y="1802159"/>
                  </a:cubicBezTo>
                  <a:lnTo>
                    <a:pt x="2097308" y="1802159"/>
                  </a:lnTo>
                  <a:lnTo>
                    <a:pt x="2639590" y="1259877"/>
                  </a:lnTo>
                  <a:lnTo>
                    <a:pt x="5036591" y="1259877"/>
                  </a:lnTo>
                  <a:cubicBezTo>
                    <a:pt x="5036591" y="1259877"/>
                    <a:pt x="6223426" y="73041"/>
                    <a:pt x="6223426" y="73041"/>
                  </a:cubicBezTo>
                  <a:lnTo>
                    <a:pt x="8075161" y="73041"/>
                  </a:lnTo>
                  <a:cubicBezTo>
                    <a:pt x="8077602" y="83892"/>
                    <a:pt x="8083027" y="94472"/>
                    <a:pt x="8091437" y="102882"/>
                  </a:cubicBezTo>
                  <a:cubicBezTo>
                    <a:pt x="8115038" y="126483"/>
                    <a:pt x="8153017" y="126483"/>
                    <a:pt x="8176618" y="102882"/>
                  </a:cubicBezTo>
                  <a:cubicBezTo>
                    <a:pt x="8200219" y="79281"/>
                    <a:pt x="8200219" y="41302"/>
                    <a:pt x="8176618" y="17701"/>
                  </a:cubicBezTo>
                  <a:cubicBezTo>
                    <a:pt x="8153017" y="-5900"/>
                    <a:pt x="8114767" y="-5900"/>
                    <a:pt x="8091437" y="17701"/>
                  </a:cubicBezTo>
                  <a:cubicBezTo>
                    <a:pt x="8083027" y="26111"/>
                    <a:pt x="8077602" y="36690"/>
                    <a:pt x="8075161" y="47541"/>
                  </a:cubicBezTo>
                  <a:lnTo>
                    <a:pt x="6213117" y="47541"/>
                  </a:lnTo>
                  <a:lnTo>
                    <a:pt x="5026282" y="1234377"/>
                  </a:lnTo>
                  <a:lnTo>
                    <a:pt x="2634707" y="1234377"/>
                  </a:lnTo>
                  <a:cubicBezTo>
                    <a:pt x="2634707" y="1234377"/>
                    <a:pt x="2629553" y="1234377"/>
                    <a:pt x="2629553" y="1234377"/>
                  </a:cubicBezTo>
                  <a:lnTo>
                    <a:pt x="2087271" y="1776659"/>
                  </a:lnTo>
                  <a:lnTo>
                    <a:pt x="119158" y="1776659"/>
                  </a:lnTo>
                  <a:cubicBezTo>
                    <a:pt x="116717" y="1765808"/>
                    <a:pt x="111291" y="1755228"/>
                    <a:pt x="102882" y="1746818"/>
                  </a:cubicBezTo>
                  <a:cubicBezTo>
                    <a:pt x="79281" y="1723217"/>
                    <a:pt x="41302" y="1723217"/>
                    <a:pt x="17701" y="1746818"/>
                  </a:cubicBezTo>
                  <a:cubicBezTo>
                    <a:pt x="-5900" y="1770419"/>
                    <a:pt x="-5900" y="1808398"/>
                    <a:pt x="17701" y="1832000"/>
                  </a:cubicBezTo>
                  <a:cubicBezTo>
                    <a:pt x="41302" y="1855600"/>
                    <a:pt x="79281" y="1855600"/>
                    <a:pt x="102882" y="1832000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4" name="Freeform: Shape 245">
              <a:extLst>
                <a:ext uri="{FF2B5EF4-FFF2-40B4-BE49-F238E27FC236}">
                  <a16:creationId xmlns:a16="http://schemas.microsoft.com/office/drawing/2014/main" id="{93144D65-FC69-FD1E-D95F-C4CFA7598AF4}"/>
                </a:ext>
              </a:extLst>
            </p:cNvPr>
            <p:cNvSpPr/>
            <p:nvPr/>
          </p:nvSpPr>
          <p:spPr>
            <a:xfrm>
              <a:off x="3988083" y="6616443"/>
              <a:ext cx="3081588" cy="849280"/>
            </a:xfrm>
            <a:custGeom>
              <a:avLst/>
              <a:gdLst>
                <a:gd name="connsiteX0" fmla="*/ 17701 w 3081567"/>
                <a:gd name="connsiteY0" fmla="*/ 746622 h 849502"/>
                <a:gd name="connsiteX1" fmla="*/ 17701 w 3081567"/>
                <a:gd name="connsiteY1" fmla="*/ 831802 h 849502"/>
                <a:gd name="connsiteX2" fmla="*/ 102882 w 3081567"/>
                <a:gd name="connsiteY2" fmla="*/ 831802 h 849502"/>
                <a:gd name="connsiteX3" fmla="*/ 119158 w 3081567"/>
                <a:gd name="connsiteY3" fmla="*/ 801962 h 849502"/>
                <a:gd name="connsiteX4" fmla="*/ 2292085 w 3081567"/>
                <a:gd name="connsiteY4" fmla="*/ 801962 h 849502"/>
                <a:gd name="connsiteX5" fmla="*/ 2297239 w 3081567"/>
                <a:gd name="connsiteY5" fmla="*/ 801962 h 849502"/>
                <a:gd name="connsiteX6" fmla="*/ 2988451 w 3081567"/>
                <a:gd name="connsiteY6" fmla="*/ 110749 h 849502"/>
                <a:gd name="connsiteX7" fmla="*/ 3063866 w 3081567"/>
                <a:gd name="connsiteY7" fmla="*/ 102882 h 849502"/>
                <a:gd name="connsiteX8" fmla="*/ 3063866 w 3081567"/>
                <a:gd name="connsiteY8" fmla="*/ 17701 h 849502"/>
                <a:gd name="connsiteX9" fmla="*/ 2978686 w 3081567"/>
                <a:gd name="connsiteY9" fmla="*/ 17701 h 849502"/>
                <a:gd name="connsiteX10" fmla="*/ 2970819 w 3081567"/>
                <a:gd name="connsiteY10" fmla="*/ 93116 h 849502"/>
                <a:gd name="connsiteX11" fmla="*/ 2286930 w 3081567"/>
                <a:gd name="connsiteY11" fmla="*/ 777005 h 849502"/>
                <a:gd name="connsiteX12" fmla="*/ 119429 w 3081567"/>
                <a:gd name="connsiteY12" fmla="*/ 777005 h 849502"/>
                <a:gd name="connsiteX13" fmla="*/ 103153 w 3081567"/>
                <a:gd name="connsiteY13" fmla="*/ 747164 h 849502"/>
                <a:gd name="connsiteX14" fmla="*/ 17972 w 3081567"/>
                <a:gd name="connsiteY14" fmla="*/ 747164 h 84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81567" h="849502">
                  <a:moveTo>
                    <a:pt x="17701" y="746622"/>
                  </a:moveTo>
                  <a:cubicBezTo>
                    <a:pt x="-5900" y="770223"/>
                    <a:pt x="-5900" y="808201"/>
                    <a:pt x="17701" y="831802"/>
                  </a:cubicBezTo>
                  <a:cubicBezTo>
                    <a:pt x="41302" y="855403"/>
                    <a:pt x="79281" y="855403"/>
                    <a:pt x="102882" y="831802"/>
                  </a:cubicBezTo>
                  <a:cubicBezTo>
                    <a:pt x="111291" y="823393"/>
                    <a:pt x="116717" y="812812"/>
                    <a:pt x="119158" y="801962"/>
                  </a:cubicBezTo>
                  <a:lnTo>
                    <a:pt x="2292085" y="801962"/>
                  </a:lnTo>
                  <a:cubicBezTo>
                    <a:pt x="2292085" y="801962"/>
                    <a:pt x="2297239" y="801962"/>
                    <a:pt x="2297239" y="801962"/>
                  </a:cubicBezTo>
                  <a:lnTo>
                    <a:pt x="2988451" y="110749"/>
                  </a:lnTo>
                  <a:cubicBezTo>
                    <a:pt x="3011782" y="125940"/>
                    <a:pt x="3043250" y="123228"/>
                    <a:pt x="3063866" y="102882"/>
                  </a:cubicBezTo>
                  <a:cubicBezTo>
                    <a:pt x="3087468" y="79281"/>
                    <a:pt x="3087468" y="41302"/>
                    <a:pt x="3063866" y="17701"/>
                  </a:cubicBezTo>
                  <a:cubicBezTo>
                    <a:pt x="3040265" y="-5900"/>
                    <a:pt x="3002287" y="-5900"/>
                    <a:pt x="2978686" y="17701"/>
                  </a:cubicBezTo>
                  <a:cubicBezTo>
                    <a:pt x="2958340" y="38047"/>
                    <a:pt x="2955627" y="69786"/>
                    <a:pt x="2970819" y="93116"/>
                  </a:cubicBezTo>
                  <a:lnTo>
                    <a:pt x="2286930" y="777005"/>
                  </a:lnTo>
                  <a:lnTo>
                    <a:pt x="119429" y="777005"/>
                  </a:lnTo>
                  <a:cubicBezTo>
                    <a:pt x="116988" y="766154"/>
                    <a:pt x="111563" y="755573"/>
                    <a:pt x="103153" y="747164"/>
                  </a:cubicBezTo>
                  <a:cubicBezTo>
                    <a:pt x="79552" y="723563"/>
                    <a:pt x="41573" y="723563"/>
                    <a:pt x="17972" y="747164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5" name="Freeform: Shape 246">
              <a:extLst>
                <a:ext uri="{FF2B5EF4-FFF2-40B4-BE49-F238E27FC236}">
                  <a16:creationId xmlns:a16="http://schemas.microsoft.com/office/drawing/2014/main" id="{FC728C3C-55FD-4CF6-3D90-3B38C99E4A07}"/>
                </a:ext>
              </a:extLst>
            </p:cNvPr>
            <p:cNvSpPr/>
            <p:nvPr/>
          </p:nvSpPr>
          <p:spPr>
            <a:xfrm>
              <a:off x="3811856" y="4032093"/>
              <a:ext cx="3997651" cy="795307"/>
            </a:xfrm>
            <a:custGeom>
              <a:avLst/>
              <a:gdLst>
                <a:gd name="connsiteX0" fmla="*/ 102882 w 3997125"/>
                <a:gd name="connsiteY0" fmla="*/ 777547 h 795518"/>
                <a:gd name="connsiteX1" fmla="*/ 119158 w 3997125"/>
                <a:gd name="connsiteY1" fmla="*/ 747706 h 795518"/>
                <a:gd name="connsiteX2" fmla="*/ 1734611 w 3997125"/>
                <a:gd name="connsiteY2" fmla="*/ 747706 h 795518"/>
                <a:gd name="connsiteX3" fmla="*/ 1739765 w 3997125"/>
                <a:gd name="connsiteY3" fmla="*/ 747706 h 795518"/>
                <a:gd name="connsiteX4" fmla="*/ 2414702 w 3997125"/>
                <a:gd name="connsiteY4" fmla="*/ 72770 h 795518"/>
                <a:gd name="connsiteX5" fmla="*/ 3877967 w 3997125"/>
                <a:gd name="connsiteY5" fmla="*/ 72770 h 795518"/>
                <a:gd name="connsiteX6" fmla="*/ 3894244 w 3997125"/>
                <a:gd name="connsiteY6" fmla="*/ 102882 h 795518"/>
                <a:gd name="connsiteX7" fmla="*/ 3979425 w 3997125"/>
                <a:gd name="connsiteY7" fmla="*/ 102882 h 795518"/>
                <a:gd name="connsiteX8" fmla="*/ 3979425 w 3997125"/>
                <a:gd name="connsiteY8" fmla="*/ 17701 h 795518"/>
                <a:gd name="connsiteX9" fmla="*/ 3894244 w 3997125"/>
                <a:gd name="connsiteY9" fmla="*/ 17701 h 795518"/>
                <a:gd name="connsiteX10" fmla="*/ 3877967 w 3997125"/>
                <a:gd name="connsiteY10" fmla="*/ 47541 h 795518"/>
                <a:gd name="connsiteX11" fmla="*/ 2409548 w 3997125"/>
                <a:gd name="connsiteY11" fmla="*/ 47541 h 795518"/>
                <a:gd name="connsiteX12" fmla="*/ 2404393 w 3997125"/>
                <a:gd name="connsiteY12" fmla="*/ 47541 h 795518"/>
                <a:gd name="connsiteX13" fmla="*/ 1729457 w 3997125"/>
                <a:gd name="connsiteY13" fmla="*/ 722478 h 795518"/>
                <a:gd name="connsiteX14" fmla="*/ 119158 w 3997125"/>
                <a:gd name="connsiteY14" fmla="*/ 722478 h 795518"/>
                <a:gd name="connsiteX15" fmla="*/ 102882 w 3997125"/>
                <a:gd name="connsiteY15" fmla="*/ 692637 h 795518"/>
                <a:gd name="connsiteX16" fmla="*/ 17701 w 3997125"/>
                <a:gd name="connsiteY16" fmla="*/ 692637 h 795518"/>
                <a:gd name="connsiteX17" fmla="*/ 17701 w 3997125"/>
                <a:gd name="connsiteY17" fmla="*/ 777818 h 795518"/>
                <a:gd name="connsiteX18" fmla="*/ 102882 w 3997125"/>
                <a:gd name="connsiteY18" fmla="*/ 777818 h 79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97125" h="795518">
                  <a:moveTo>
                    <a:pt x="102882" y="777547"/>
                  </a:moveTo>
                  <a:cubicBezTo>
                    <a:pt x="111291" y="769137"/>
                    <a:pt x="116717" y="758558"/>
                    <a:pt x="119158" y="747706"/>
                  </a:cubicBezTo>
                  <a:lnTo>
                    <a:pt x="1734611" y="747706"/>
                  </a:lnTo>
                  <a:cubicBezTo>
                    <a:pt x="1734611" y="747706"/>
                    <a:pt x="1739765" y="747706"/>
                    <a:pt x="1739765" y="747706"/>
                  </a:cubicBezTo>
                  <a:lnTo>
                    <a:pt x="2414702" y="72770"/>
                  </a:lnTo>
                  <a:lnTo>
                    <a:pt x="3877967" y="72770"/>
                  </a:lnTo>
                  <a:cubicBezTo>
                    <a:pt x="3880410" y="83621"/>
                    <a:pt x="3885835" y="94201"/>
                    <a:pt x="3894244" y="102882"/>
                  </a:cubicBezTo>
                  <a:cubicBezTo>
                    <a:pt x="3917845" y="126483"/>
                    <a:pt x="3955824" y="126483"/>
                    <a:pt x="3979425" y="102882"/>
                  </a:cubicBezTo>
                  <a:cubicBezTo>
                    <a:pt x="4003026" y="79281"/>
                    <a:pt x="4003026" y="41302"/>
                    <a:pt x="3979425" y="17701"/>
                  </a:cubicBezTo>
                  <a:cubicBezTo>
                    <a:pt x="3955824" y="-5900"/>
                    <a:pt x="3917845" y="-5900"/>
                    <a:pt x="3894244" y="17701"/>
                  </a:cubicBezTo>
                  <a:cubicBezTo>
                    <a:pt x="3885835" y="26111"/>
                    <a:pt x="3880410" y="36690"/>
                    <a:pt x="3877967" y="47541"/>
                  </a:cubicBezTo>
                  <a:lnTo>
                    <a:pt x="2409548" y="47541"/>
                  </a:lnTo>
                  <a:cubicBezTo>
                    <a:pt x="2409548" y="47541"/>
                    <a:pt x="2404393" y="47541"/>
                    <a:pt x="2404393" y="47541"/>
                  </a:cubicBezTo>
                  <a:lnTo>
                    <a:pt x="1729457" y="722478"/>
                  </a:lnTo>
                  <a:lnTo>
                    <a:pt x="119158" y="722478"/>
                  </a:lnTo>
                  <a:cubicBezTo>
                    <a:pt x="116717" y="711626"/>
                    <a:pt x="111291" y="701047"/>
                    <a:pt x="102882" y="692637"/>
                  </a:cubicBezTo>
                  <a:cubicBezTo>
                    <a:pt x="79281" y="669036"/>
                    <a:pt x="41302" y="669036"/>
                    <a:pt x="17701" y="692637"/>
                  </a:cubicBezTo>
                  <a:cubicBezTo>
                    <a:pt x="-5900" y="716238"/>
                    <a:pt x="-5900" y="754217"/>
                    <a:pt x="17701" y="777818"/>
                  </a:cubicBezTo>
                  <a:cubicBezTo>
                    <a:pt x="41302" y="801419"/>
                    <a:pt x="79281" y="801419"/>
                    <a:pt x="102882" y="777818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6" name="Freeform: Shape 247">
              <a:extLst>
                <a:ext uri="{FF2B5EF4-FFF2-40B4-BE49-F238E27FC236}">
                  <a16:creationId xmlns:a16="http://schemas.microsoft.com/office/drawing/2014/main" id="{60BE3FC3-39B8-FEC7-A312-8CA7BE45D518}"/>
                </a:ext>
              </a:extLst>
            </p:cNvPr>
            <p:cNvSpPr/>
            <p:nvPr/>
          </p:nvSpPr>
          <p:spPr>
            <a:xfrm>
              <a:off x="5770991" y="2746268"/>
              <a:ext cx="4113548" cy="833406"/>
            </a:xfrm>
            <a:custGeom>
              <a:avLst/>
              <a:gdLst>
                <a:gd name="connsiteX0" fmla="*/ 102882 w 4112690"/>
                <a:gd name="connsiteY0" fmla="*/ 102610 h 832412"/>
                <a:gd name="connsiteX1" fmla="*/ 119159 w 4112690"/>
                <a:gd name="connsiteY1" fmla="*/ 72770 h 832412"/>
                <a:gd name="connsiteX2" fmla="*/ 2580451 w 4112690"/>
                <a:gd name="connsiteY2" fmla="*/ 72770 h 832412"/>
                <a:gd name="connsiteX3" fmla="*/ 3292282 w 4112690"/>
                <a:gd name="connsiteY3" fmla="*/ 784600 h 832412"/>
                <a:gd name="connsiteX4" fmla="*/ 3993531 w 4112690"/>
                <a:gd name="connsiteY4" fmla="*/ 784600 h 832412"/>
                <a:gd name="connsiteX5" fmla="*/ 4009808 w 4112690"/>
                <a:gd name="connsiteY5" fmla="*/ 814712 h 832412"/>
                <a:gd name="connsiteX6" fmla="*/ 4094990 w 4112690"/>
                <a:gd name="connsiteY6" fmla="*/ 814712 h 832412"/>
                <a:gd name="connsiteX7" fmla="*/ 4094990 w 4112690"/>
                <a:gd name="connsiteY7" fmla="*/ 729531 h 832412"/>
                <a:gd name="connsiteX8" fmla="*/ 4009808 w 4112690"/>
                <a:gd name="connsiteY8" fmla="*/ 729531 h 832412"/>
                <a:gd name="connsiteX9" fmla="*/ 3993531 w 4112690"/>
                <a:gd name="connsiteY9" fmla="*/ 759371 h 832412"/>
                <a:gd name="connsiteX10" fmla="*/ 3302590 w 4112690"/>
                <a:gd name="connsiteY10" fmla="*/ 759371 h 832412"/>
                <a:gd name="connsiteX11" fmla="*/ 2590760 w 4112690"/>
                <a:gd name="connsiteY11" fmla="*/ 47541 h 832412"/>
                <a:gd name="connsiteX12" fmla="*/ 119159 w 4112690"/>
                <a:gd name="connsiteY12" fmla="*/ 47541 h 832412"/>
                <a:gd name="connsiteX13" fmla="*/ 102882 w 4112690"/>
                <a:gd name="connsiteY13" fmla="*/ 17701 h 832412"/>
                <a:gd name="connsiteX14" fmla="*/ 17701 w 4112690"/>
                <a:gd name="connsiteY14" fmla="*/ 17701 h 832412"/>
                <a:gd name="connsiteX15" fmla="*/ 17701 w 4112690"/>
                <a:gd name="connsiteY15" fmla="*/ 102882 h 832412"/>
                <a:gd name="connsiteX16" fmla="*/ 102882 w 4112690"/>
                <a:gd name="connsiteY16" fmla="*/ 102882 h 83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12690" h="832412">
                  <a:moveTo>
                    <a:pt x="102882" y="102610"/>
                  </a:moveTo>
                  <a:cubicBezTo>
                    <a:pt x="111291" y="94201"/>
                    <a:pt x="116717" y="83621"/>
                    <a:pt x="119159" y="72770"/>
                  </a:cubicBezTo>
                  <a:lnTo>
                    <a:pt x="2580451" y="72770"/>
                  </a:lnTo>
                  <a:cubicBezTo>
                    <a:pt x="2580451" y="72770"/>
                    <a:pt x="3292282" y="784600"/>
                    <a:pt x="3292282" y="784600"/>
                  </a:cubicBezTo>
                  <a:lnTo>
                    <a:pt x="3993531" y="784600"/>
                  </a:lnTo>
                  <a:cubicBezTo>
                    <a:pt x="3995974" y="795451"/>
                    <a:pt x="4001399" y="806031"/>
                    <a:pt x="4009808" y="814712"/>
                  </a:cubicBezTo>
                  <a:cubicBezTo>
                    <a:pt x="4033409" y="838313"/>
                    <a:pt x="4071389" y="838313"/>
                    <a:pt x="4094990" y="814712"/>
                  </a:cubicBezTo>
                  <a:cubicBezTo>
                    <a:pt x="4118590" y="791111"/>
                    <a:pt x="4118590" y="753132"/>
                    <a:pt x="4094990" y="729531"/>
                  </a:cubicBezTo>
                  <a:cubicBezTo>
                    <a:pt x="4071389" y="705930"/>
                    <a:pt x="4033409" y="705930"/>
                    <a:pt x="4009808" y="729531"/>
                  </a:cubicBezTo>
                  <a:cubicBezTo>
                    <a:pt x="4001399" y="737940"/>
                    <a:pt x="3995974" y="748520"/>
                    <a:pt x="3993531" y="759371"/>
                  </a:cubicBezTo>
                  <a:lnTo>
                    <a:pt x="3302590" y="759371"/>
                  </a:lnTo>
                  <a:cubicBezTo>
                    <a:pt x="3302590" y="759371"/>
                    <a:pt x="2590760" y="47541"/>
                    <a:pt x="2590760" y="47541"/>
                  </a:cubicBezTo>
                  <a:lnTo>
                    <a:pt x="119159" y="47541"/>
                  </a:lnTo>
                  <a:cubicBezTo>
                    <a:pt x="116717" y="36690"/>
                    <a:pt x="111291" y="26110"/>
                    <a:pt x="102882" y="17701"/>
                  </a:cubicBezTo>
                  <a:cubicBezTo>
                    <a:pt x="79281" y="-5900"/>
                    <a:pt x="41302" y="-5900"/>
                    <a:pt x="17701" y="17701"/>
                  </a:cubicBezTo>
                  <a:cubicBezTo>
                    <a:pt x="-5900" y="41302"/>
                    <a:pt x="-5900" y="79281"/>
                    <a:pt x="17701" y="102882"/>
                  </a:cubicBezTo>
                  <a:cubicBezTo>
                    <a:pt x="41302" y="126483"/>
                    <a:pt x="79281" y="126483"/>
                    <a:pt x="102882" y="102882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7" name="Freeform: Shape 248">
              <a:extLst>
                <a:ext uri="{FF2B5EF4-FFF2-40B4-BE49-F238E27FC236}">
                  <a16:creationId xmlns:a16="http://schemas.microsoft.com/office/drawing/2014/main" id="{5BD78949-E10C-B1CD-E781-92F41F4968E4}"/>
                </a:ext>
              </a:extLst>
            </p:cNvPr>
            <p:cNvSpPr/>
            <p:nvPr/>
          </p:nvSpPr>
          <p:spPr>
            <a:xfrm>
              <a:off x="7112538" y="1400121"/>
              <a:ext cx="2283011" cy="1165180"/>
            </a:xfrm>
            <a:custGeom>
              <a:avLst/>
              <a:gdLst>
                <a:gd name="connsiteX0" fmla="*/ 103153 w 2283200"/>
                <a:gd name="connsiteY0" fmla="*/ 102339 h 1164455"/>
                <a:gd name="connsiteX1" fmla="*/ 119429 w 2283200"/>
                <a:gd name="connsiteY1" fmla="*/ 72499 h 1164455"/>
                <a:gd name="connsiteX2" fmla="*/ 1173610 w 2283200"/>
                <a:gd name="connsiteY2" fmla="*/ 72499 h 1164455"/>
                <a:gd name="connsiteX3" fmla="*/ 2172451 w 2283200"/>
                <a:gd name="connsiteY3" fmla="*/ 1071339 h 1164455"/>
                <a:gd name="connsiteX4" fmla="*/ 2180318 w 2283200"/>
                <a:gd name="connsiteY4" fmla="*/ 1146754 h 1164455"/>
                <a:gd name="connsiteX5" fmla="*/ 2265499 w 2283200"/>
                <a:gd name="connsiteY5" fmla="*/ 1146754 h 1164455"/>
                <a:gd name="connsiteX6" fmla="*/ 2265499 w 2283200"/>
                <a:gd name="connsiteY6" fmla="*/ 1061573 h 1164455"/>
                <a:gd name="connsiteX7" fmla="*/ 2190084 w 2283200"/>
                <a:gd name="connsiteY7" fmla="*/ 1053707 h 1164455"/>
                <a:gd name="connsiteX8" fmla="*/ 1183919 w 2283200"/>
                <a:gd name="connsiteY8" fmla="*/ 47541 h 1164455"/>
                <a:gd name="connsiteX9" fmla="*/ 119158 w 2283200"/>
                <a:gd name="connsiteY9" fmla="*/ 47541 h 1164455"/>
                <a:gd name="connsiteX10" fmla="*/ 102881 w 2283200"/>
                <a:gd name="connsiteY10" fmla="*/ 17701 h 1164455"/>
                <a:gd name="connsiteX11" fmla="*/ 17701 w 2283200"/>
                <a:gd name="connsiteY11" fmla="*/ 17701 h 1164455"/>
                <a:gd name="connsiteX12" fmla="*/ 17701 w 2283200"/>
                <a:gd name="connsiteY12" fmla="*/ 102882 h 1164455"/>
                <a:gd name="connsiteX13" fmla="*/ 102881 w 2283200"/>
                <a:gd name="connsiteY13" fmla="*/ 102882 h 116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3200" h="1164455">
                  <a:moveTo>
                    <a:pt x="103153" y="102339"/>
                  </a:moveTo>
                  <a:cubicBezTo>
                    <a:pt x="111562" y="93930"/>
                    <a:pt x="116988" y="83350"/>
                    <a:pt x="119429" y="72499"/>
                  </a:cubicBezTo>
                  <a:lnTo>
                    <a:pt x="1173610" y="72499"/>
                  </a:lnTo>
                  <a:cubicBezTo>
                    <a:pt x="1173610" y="72499"/>
                    <a:pt x="2172451" y="1071339"/>
                    <a:pt x="2172451" y="1071339"/>
                  </a:cubicBezTo>
                  <a:cubicBezTo>
                    <a:pt x="2157260" y="1094669"/>
                    <a:pt x="2159973" y="1126137"/>
                    <a:pt x="2180318" y="1146754"/>
                  </a:cubicBezTo>
                  <a:cubicBezTo>
                    <a:pt x="2203919" y="1170355"/>
                    <a:pt x="2241898" y="1170355"/>
                    <a:pt x="2265499" y="1146754"/>
                  </a:cubicBezTo>
                  <a:cubicBezTo>
                    <a:pt x="2289101" y="1123153"/>
                    <a:pt x="2289101" y="1085175"/>
                    <a:pt x="2265499" y="1061573"/>
                  </a:cubicBezTo>
                  <a:cubicBezTo>
                    <a:pt x="2245153" y="1041228"/>
                    <a:pt x="2213414" y="1038515"/>
                    <a:pt x="2190084" y="1053707"/>
                  </a:cubicBezTo>
                  <a:lnTo>
                    <a:pt x="1183919" y="47541"/>
                  </a:lnTo>
                  <a:lnTo>
                    <a:pt x="119158" y="47541"/>
                  </a:lnTo>
                  <a:cubicBezTo>
                    <a:pt x="116717" y="36690"/>
                    <a:pt x="111291" y="26110"/>
                    <a:pt x="102881" y="17701"/>
                  </a:cubicBezTo>
                  <a:cubicBezTo>
                    <a:pt x="79280" y="-5900"/>
                    <a:pt x="41030" y="-5900"/>
                    <a:pt x="17701" y="17701"/>
                  </a:cubicBezTo>
                  <a:cubicBezTo>
                    <a:pt x="-5900" y="41302"/>
                    <a:pt x="-5900" y="79281"/>
                    <a:pt x="17701" y="102882"/>
                  </a:cubicBezTo>
                  <a:cubicBezTo>
                    <a:pt x="41302" y="126483"/>
                    <a:pt x="79280" y="126483"/>
                    <a:pt x="102881" y="102882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8" name="Freeform: Shape 249">
              <a:extLst>
                <a:ext uri="{FF2B5EF4-FFF2-40B4-BE49-F238E27FC236}">
                  <a16:creationId xmlns:a16="http://schemas.microsoft.com/office/drawing/2014/main" id="{D70B9191-DFFA-D8DA-3C56-73B85186443F}"/>
                </a:ext>
              </a:extLst>
            </p:cNvPr>
            <p:cNvSpPr/>
            <p:nvPr/>
          </p:nvSpPr>
          <p:spPr>
            <a:xfrm>
              <a:off x="9157405" y="8973789"/>
              <a:ext cx="2000413" cy="2343059"/>
            </a:xfrm>
            <a:custGeom>
              <a:avLst/>
              <a:gdLst>
                <a:gd name="connsiteX0" fmla="*/ 35809 w 2000461"/>
                <a:gd name="connsiteY0" fmla="*/ 2342813 h 2342812"/>
                <a:gd name="connsiteX1" fmla="*/ 593011 w 2000461"/>
                <a:gd name="connsiteY1" fmla="*/ 1785610 h 2342812"/>
                <a:gd name="connsiteX2" fmla="*/ 1223730 w 2000461"/>
                <a:gd name="connsiteY2" fmla="*/ 1785610 h 2342812"/>
                <a:gd name="connsiteX3" fmla="*/ 1952921 w 2000461"/>
                <a:gd name="connsiteY3" fmla="*/ 1056419 h 2342812"/>
                <a:gd name="connsiteX4" fmla="*/ 1952921 w 2000461"/>
                <a:gd name="connsiteY4" fmla="*/ 119158 h 2342812"/>
                <a:gd name="connsiteX5" fmla="*/ 1982761 w 2000461"/>
                <a:gd name="connsiteY5" fmla="*/ 102881 h 2342812"/>
                <a:gd name="connsiteX6" fmla="*/ 1982761 w 2000461"/>
                <a:gd name="connsiteY6" fmla="*/ 17701 h 2342812"/>
                <a:gd name="connsiteX7" fmla="*/ 1897581 w 2000461"/>
                <a:gd name="connsiteY7" fmla="*/ 17701 h 2342812"/>
                <a:gd name="connsiteX8" fmla="*/ 1897581 w 2000461"/>
                <a:gd name="connsiteY8" fmla="*/ 102881 h 2342812"/>
                <a:gd name="connsiteX9" fmla="*/ 1927421 w 2000461"/>
                <a:gd name="connsiteY9" fmla="*/ 119158 h 2342812"/>
                <a:gd name="connsiteX10" fmla="*/ 1927421 w 2000461"/>
                <a:gd name="connsiteY10" fmla="*/ 1045839 h 2342812"/>
                <a:gd name="connsiteX11" fmla="*/ 1213149 w 2000461"/>
                <a:gd name="connsiteY11" fmla="*/ 1760111 h 2342812"/>
                <a:gd name="connsiteX12" fmla="*/ 582431 w 2000461"/>
                <a:gd name="connsiteY12" fmla="*/ 1760111 h 2342812"/>
                <a:gd name="connsiteX13" fmla="*/ 0 w 2000461"/>
                <a:gd name="connsiteY13" fmla="*/ 2342542 h 2342812"/>
                <a:gd name="connsiteX14" fmla="*/ 35809 w 2000461"/>
                <a:gd name="connsiteY14" fmla="*/ 2342542 h 234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00461" h="2342812">
                  <a:moveTo>
                    <a:pt x="35809" y="2342813"/>
                  </a:moveTo>
                  <a:lnTo>
                    <a:pt x="593011" y="1785610"/>
                  </a:lnTo>
                  <a:lnTo>
                    <a:pt x="1223730" y="1785610"/>
                  </a:lnTo>
                  <a:lnTo>
                    <a:pt x="1952921" y="1056419"/>
                  </a:lnTo>
                  <a:lnTo>
                    <a:pt x="1952921" y="119158"/>
                  </a:lnTo>
                  <a:cubicBezTo>
                    <a:pt x="1963772" y="116717"/>
                    <a:pt x="1974352" y="111291"/>
                    <a:pt x="1982761" y="102881"/>
                  </a:cubicBezTo>
                  <a:cubicBezTo>
                    <a:pt x="2006362" y="79280"/>
                    <a:pt x="2006362" y="41302"/>
                    <a:pt x="1982761" y="17701"/>
                  </a:cubicBezTo>
                  <a:cubicBezTo>
                    <a:pt x="1959160" y="-5900"/>
                    <a:pt x="1921182" y="-5900"/>
                    <a:pt x="1897581" y="17701"/>
                  </a:cubicBezTo>
                  <a:cubicBezTo>
                    <a:pt x="1873980" y="41302"/>
                    <a:pt x="1873980" y="79280"/>
                    <a:pt x="1897581" y="102881"/>
                  </a:cubicBezTo>
                  <a:cubicBezTo>
                    <a:pt x="1905990" y="111291"/>
                    <a:pt x="1916570" y="116717"/>
                    <a:pt x="1927421" y="119158"/>
                  </a:cubicBezTo>
                  <a:lnTo>
                    <a:pt x="1927421" y="1045839"/>
                  </a:lnTo>
                  <a:lnTo>
                    <a:pt x="1213149" y="1760111"/>
                  </a:lnTo>
                  <a:lnTo>
                    <a:pt x="582431" y="1760111"/>
                  </a:lnTo>
                  <a:lnTo>
                    <a:pt x="0" y="2342542"/>
                  </a:lnTo>
                  <a:lnTo>
                    <a:pt x="35809" y="2342542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9" name="Freeform: Shape 250">
              <a:extLst>
                <a:ext uri="{FF2B5EF4-FFF2-40B4-BE49-F238E27FC236}">
                  <a16:creationId xmlns:a16="http://schemas.microsoft.com/office/drawing/2014/main" id="{E4DE0559-C50F-EF86-1C9E-9ED881A64725}"/>
                </a:ext>
              </a:extLst>
            </p:cNvPr>
            <p:cNvSpPr/>
            <p:nvPr/>
          </p:nvSpPr>
          <p:spPr>
            <a:xfrm>
              <a:off x="11608705" y="4514674"/>
              <a:ext cx="447711" cy="476231"/>
            </a:xfrm>
            <a:custGeom>
              <a:avLst/>
              <a:gdLst>
                <a:gd name="connsiteX0" fmla="*/ 447674 w 447673"/>
                <a:gd name="connsiteY0" fmla="*/ 418919 h 476429"/>
                <a:gd name="connsiteX1" fmla="*/ 177482 w 447673"/>
                <a:gd name="connsiteY1" fmla="*/ 148727 h 476429"/>
                <a:gd name="connsiteX2" fmla="*/ 164732 w 447673"/>
                <a:gd name="connsiteY2" fmla="*/ 28281 h 476429"/>
                <a:gd name="connsiteX3" fmla="*/ 28280 w 447673"/>
                <a:gd name="connsiteY3" fmla="*/ 28281 h 476429"/>
                <a:gd name="connsiteX4" fmla="*/ 28280 w 447673"/>
                <a:gd name="connsiteY4" fmla="*/ 164733 h 476429"/>
                <a:gd name="connsiteX5" fmla="*/ 148727 w 447673"/>
                <a:gd name="connsiteY5" fmla="*/ 177483 h 476429"/>
                <a:gd name="connsiteX6" fmla="*/ 447674 w 447673"/>
                <a:gd name="connsiteY6" fmla="*/ 476429 h 476429"/>
                <a:gd name="connsiteX7" fmla="*/ 447674 w 447673"/>
                <a:gd name="connsiteY7" fmla="*/ 419190 h 47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7673" h="476429">
                  <a:moveTo>
                    <a:pt x="447674" y="418919"/>
                  </a:moveTo>
                  <a:lnTo>
                    <a:pt x="177482" y="148727"/>
                  </a:lnTo>
                  <a:cubicBezTo>
                    <a:pt x="201626" y="111291"/>
                    <a:pt x="197557" y="60834"/>
                    <a:pt x="164732" y="28281"/>
                  </a:cubicBezTo>
                  <a:cubicBezTo>
                    <a:pt x="127025" y="-9427"/>
                    <a:pt x="65988" y="-9427"/>
                    <a:pt x="28280" y="28281"/>
                  </a:cubicBezTo>
                  <a:cubicBezTo>
                    <a:pt x="-9427" y="65988"/>
                    <a:pt x="-9427" y="127025"/>
                    <a:pt x="28280" y="164733"/>
                  </a:cubicBezTo>
                  <a:cubicBezTo>
                    <a:pt x="61105" y="197557"/>
                    <a:pt x="111562" y="201626"/>
                    <a:pt x="148727" y="177483"/>
                  </a:cubicBezTo>
                  <a:lnTo>
                    <a:pt x="447674" y="476429"/>
                  </a:lnTo>
                  <a:lnTo>
                    <a:pt x="447674" y="41919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0" name="Freeform: Shape 251">
              <a:extLst>
                <a:ext uri="{FF2B5EF4-FFF2-40B4-BE49-F238E27FC236}">
                  <a16:creationId xmlns:a16="http://schemas.microsoft.com/office/drawing/2014/main" id="{E8D404E4-9020-87C9-2E70-3D0339CE0541}"/>
                </a:ext>
              </a:extLst>
            </p:cNvPr>
            <p:cNvSpPr/>
            <p:nvPr/>
          </p:nvSpPr>
          <p:spPr>
            <a:xfrm>
              <a:off x="11337219" y="4967095"/>
              <a:ext cx="719197" cy="747683"/>
            </a:xfrm>
            <a:custGeom>
              <a:avLst/>
              <a:gdLst>
                <a:gd name="connsiteX0" fmla="*/ 719425 w 719425"/>
                <a:gd name="connsiteY0" fmla="*/ 690670 h 747909"/>
                <a:gd name="connsiteX1" fmla="*/ 28755 w 719425"/>
                <a:gd name="connsiteY1" fmla="*/ 0 h 747909"/>
                <a:gd name="connsiteX2" fmla="*/ 0 w 719425"/>
                <a:gd name="connsiteY2" fmla="*/ 28484 h 747909"/>
                <a:gd name="connsiteX3" fmla="*/ 719425 w 719425"/>
                <a:gd name="connsiteY3" fmla="*/ 747910 h 747909"/>
                <a:gd name="connsiteX4" fmla="*/ 719425 w 719425"/>
                <a:gd name="connsiteY4" fmla="*/ 690670 h 7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425" h="747909">
                  <a:moveTo>
                    <a:pt x="719425" y="690670"/>
                  </a:moveTo>
                  <a:lnTo>
                    <a:pt x="28755" y="0"/>
                  </a:lnTo>
                  <a:lnTo>
                    <a:pt x="0" y="28484"/>
                  </a:lnTo>
                  <a:lnTo>
                    <a:pt x="719425" y="747910"/>
                  </a:lnTo>
                  <a:lnTo>
                    <a:pt x="719425" y="69067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1" name="Freeform: Shape 252">
              <a:extLst>
                <a:ext uri="{FF2B5EF4-FFF2-40B4-BE49-F238E27FC236}">
                  <a16:creationId xmlns:a16="http://schemas.microsoft.com/office/drawing/2014/main" id="{1B12C7A1-6CE4-4BEB-81A3-B4243AED1E73}"/>
                </a:ext>
              </a:extLst>
            </p:cNvPr>
            <p:cNvSpPr/>
            <p:nvPr/>
          </p:nvSpPr>
          <p:spPr>
            <a:xfrm>
              <a:off x="10894271" y="5964006"/>
              <a:ext cx="1162145" cy="39685"/>
            </a:xfrm>
            <a:custGeom>
              <a:avLst/>
              <a:gdLst>
                <a:gd name="connsiteX0" fmla="*/ 0 w 1161877"/>
                <a:gd name="connsiteY0" fmla="*/ 0 h 40420"/>
                <a:gd name="connsiteX1" fmla="*/ 1161879 w 1161877"/>
                <a:gd name="connsiteY1" fmla="*/ 0 h 40420"/>
                <a:gd name="connsiteX2" fmla="*/ 1161879 w 1161877"/>
                <a:gd name="connsiteY2" fmla="*/ 40420 h 40420"/>
                <a:gd name="connsiteX3" fmla="*/ 1 w 1161877"/>
                <a:gd name="connsiteY3" fmla="*/ 40420 h 40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877" h="40420">
                  <a:moveTo>
                    <a:pt x="0" y="0"/>
                  </a:moveTo>
                  <a:lnTo>
                    <a:pt x="1161879" y="0"/>
                  </a:lnTo>
                  <a:lnTo>
                    <a:pt x="1161879" y="40420"/>
                  </a:lnTo>
                  <a:lnTo>
                    <a:pt x="1" y="4042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2" name="Freeform: Shape 253">
              <a:extLst>
                <a:ext uri="{FF2B5EF4-FFF2-40B4-BE49-F238E27FC236}">
                  <a16:creationId xmlns:a16="http://schemas.microsoft.com/office/drawing/2014/main" id="{B89DF221-3DC8-C62B-1321-D6B5CFB2A2B0}"/>
                </a:ext>
              </a:extLst>
            </p:cNvPr>
            <p:cNvSpPr/>
            <p:nvPr/>
          </p:nvSpPr>
          <p:spPr>
            <a:xfrm>
              <a:off x="11337219" y="7262531"/>
              <a:ext cx="719197" cy="747683"/>
            </a:xfrm>
            <a:custGeom>
              <a:avLst/>
              <a:gdLst>
                <a:gd name="connsiteX0" fmla="*/ 719425 w 719425"/>
                <a:gd name="connsiteY0" fmla="*/ 0 h 747638"/>
                <a:gd name="connsiteX1" fmla="*/ 0 w 719425"/>
                <a:gd name="connsiteY1" fmla="*/ 719154 h 747638"/>
                <a:gd name="connsiteX2" fmla="*/ 28755 w 719425"/>
                <a:gd name="connsiteY2" fmla="*/ 747638 h 747638"/>
                <a:gd name="connsiteX3" fmla="*/ 719425 w 719425"/>
                <a:gd name="connsiteY3" fmla="*/ 57239 h 747638"/>
                <a:gd name="connsiteX4" fmla="*/ 719425 w 719425"/>
                <a:gd name="connsiteY4" fmla="*/ 0 h 74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425" h="747638">
                  <a:moveTo>
                    <a:pt x="719425" y="0"/>
                  </a:moveTo>
                  <a:lnTo>
                    <a:pt x="0" y="719154"/>
                  </a:lnTo>
                  <a:lnTo>
                    <a:pt x="28755" y="747638"/>
                  </a:lnTo>
                  <a:lnTo>
                    <a:pt x="719425" y="57239"/>
                  </a:lnTo>
                  <a:lnTo>
                    <a:pt x="719425" y="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3" name="Freeform: Shape 254">
              <a:extLst>
                <a:ext uri="{FF2B5EF4-FFF2-40B4-BE49-F238E27FC236}">
                  <a16:creationId xmlns:a16="http://schemas.microsoft.com/office/drawing/2014/main" id="{4A7660F1-5DA4-2460-21D5-AEDEB992CA77}"/>
                </a:ext>
              </a:extLst>
            </p:cNvPr>
            <p:cNvSpPr/>
            <p:nvPr/>
          </p:nvSpPr>
          <p:spPr>
            <a:xfrm>
              <a:off x="10868869" y="5243309"/>
              <a:ext cx="1187547" cy="476231"/>
            </a:xfrm>
            <a:custGeom>
              <a:avLst/>
              <a:gdLst>
                <a:gd name="connsiteX0" fmla="*/ 1187717 w 1187716"/>
                <a:gd name="connsiteY0" fmla="*/ 436552 h 477243"/>
                <a:gd name="connsiteX1" fmla="*/ 465307 w 1187716"/>
                <a:gd name="connsiteY1" fmla="*/ 436552 h 477243"/>
                <a:gd name="connsiteX2" fmla="*/ 177482 w 1187716"/>
                <a:gd name="connsiteY2" fmla="*/ 148727 h 477243"/>
                <a:gd name="connsiteX3" fmla="*/ 164732 w 1187716"/>
                <a:gd name="connsiteY3" fmla="*/ 28281 h 477243"/>
                <a:gd name="connsiteX4" fmla="*/ 28280 w 1187716"/>
                <a:gd name="connsiteY4" fmla="*/ 28281 h 477243"/>
                <a:gd name="connsiteX5" fmla="*/ 28280 w 1187716"/>
                <a:gd name="connsiteY5" fmla="*/ 164733 h 477243"/>
                <a:gd name="connsiteX6" fmla="*/ 148727 w 1187716"/>
                <a:gd name="connsiteY6" fmla="*/ 177483 h 477243"/>
                <a:gd name="connsiteX7" fmla="*/ 448488 w 1187716"/>
                <a:gd name="connsiteY7" fmla="*/ 477244 h 477243"/>
                <a:gd name="connsiteX8" fmla="*/ 1187717 w 1187716"/>
                <a:gd name="connsiteY8" fmla="*/ 477244 h 477243"/>
                <a:gd name="connsiteX9" fmla="*/ 1187717 w 1187716"/>
                <a:gd name="connsiteY9" fmla="*/ 436823 h 477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87716" h="477243">
                  <a:moveTo>
                    <a:pt x="1187717" y="436552"/>
                  </a:moveTo>
                  <a:lnTo>
                    <a:pt x="465307" y="436552"/>
                  </a:lnTo>
                  <a:cubicBezTo>
                    <a:pt x="465307" y="436552"/>
                    <a:pt x="177482" y="148727"/>
                    <a:pt x="177482" y="148727"/>
                  </a:cubicBezTo>
                  <a:cubicBezTo>
                    <a:pt x="201626" y="111291"/>
                    <a:pt x="197557" y="60834"/>
                    <a:pt x="164732" y="28281"/>
                  </a:cubicBezTo>
                  <a:cubicBezTo>
                    <a:pt x="127025" y="-9427"/>
                    <a:pt x="65988" y="-9427"/>
                    <a:pt x="28280" y="28281"/>
                  </a:cubicBezTo>
                  <a:cubicBezTo>
                    <a:pt x="-9427" y="65988"/>
                    <a:pt x="-9427" y="127025"/>
                    <a:pt x="28280" y="164733"/>
                  </a:cubicBezTo>
                  <a:cubicBezTo>
                    <a:pt x="61105" y="197557"/>
                    <a:pt x="111562" y="201626"/>
                    <a:pt x="148727" y="177483"/>
                  </a:cubicBezTo>
                  <a:lnTo>
                    <a:pt x="448488" y="477244"/>
                  </a:lnTo>
                  <a:lnTo>
                    <a:pt x="1187717" y="477244"/>
                  </a:lnTo>
                  <a:lnTo>
                    <a:pt x="1187717" y="436823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4" name="Freeform: Shape 255">
              <a:extLst>
                <a:ext uri="{FF2B5EF4-FFF2-40B4-BE49-F238E27FC236}">
                  <a16:creationId xmlns:a16="http://schemas.microsoft.com/office/drawing/2014/main" id="{E2D233C2-D768-CF8A-4A4E-5DFFF71791AC}"/>
                </a:ext>
              </a:extLst>
            </p:cNvPr>
            <p:cNvSpPr/>
            <p:nvPr/>
          </p:nvSpPr>
          <p:spPr>
            <a:xfrm>
              <a:off x="11100663" y="6191009"/>
              <a:ext cx="955753" cy="477819"/>
            </a:xfrm>
            <a:custGeom>
              <a:avLst/>
              <a:gdLst>
                <a:gd name="connsiteX0" fmla="*/ 956046 w 956045"/>
                <a:gd name="connsiteY0" fmla="*/ 436552 h 477243"/>
                <a:gd name="connsiteX1" fmla="*/ 465307 w 956045"/>
                <a:gd name="connsiteY1" fmla="*/ 436552 h 477243"/>
                <a:gd name="connsiteX2" fmla="*/ 177482 w 956045"/>
                <a:gd name="connsiteY2" fmla="*/ 148727 h 477243"/>
                <a:gd name="connsiteX3" fmla="*/ 164732 w 956045"/>
                <a:gd name="connsiteY3" fmla="*/ 28281 h 477243"/>
                <a:gd name="connsiteX4" fmla="*/ 28280 w 956045"/>
                <a:gd name="connsiteY4" fmla="*/ 28281 h 477243"/>
                <a:gd name="connsiteX5" fmla="*/ 28280 w 956045"/>
                <a:gd name="connsiteY5" fmla="*/ 164733 h 477243"/>
                <a:gd name="connsiteX6" fmla="*/ 148727 w 956045"/>
                <a:gd name="connsiteY6" fmla="*/ 177483 h 477243"/>
                <a:gd name="connsiteX7" fmla="*/ 448488 w 956045"/>
                <a:gd name="connsiteY7" fmla="*/ 477244 h 477243"/>
                <a:gd name="connsiteX8" fmla="*/ 955776 w 956045"/>
                <a:gd name="connsiteY8" fmla="*/ 477244 h 477243"/>
                <a:gd name="connsiteX9" fmla="*/ 955776 w 956045"/>
                <a:gd name="connsiteY9" fmla="*/ 436823 h 477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045" h="477243">
                  <a:moveTo>
                    <a:pt x="956046" y="436552"/>
                  </a:moveTo>
                  <a:lnTo>
                    <a:pt x="465307" y="436552"/>
                  </a:lnTo>
                  <a:cubicBezTo>
                    <a:pt x="465307" y="436552"/>
                    <a:pt x="177482" y="148727"/>
                    <a:pt x="177482" y="148727"/>
                  </a:cubicBezTo>
                  <a:cubicBezTo>
                    <a:pt x="201626" y="111291"/>
                    <a:pt x="197557" y="60834"/>
                    <a:pt x="164732" y="28281"/>
                  </a:cubicBezTo>
                  <a:cubicBezTo>
                    <a:pt x="127025" y="-9427"/>
                    <a:pt x="65988" y="-9427"/>
                    <a:pt x="28280" y="28281"/>
                  </a:cubicBezTo>
                  <a:cubicBezTo>
                    <a:pt x="-9427" y="65988"/>
                    <a:pt x="-9427" y="127025"/>
                    <a:pt x="28280" y="164733"/>
                  </a:cubicBezTo>
                  <a:cubicBezTo>
                    <a:pt x="61105" y="197557"/>
                    <a:pt x="111562" y="201626"/>
                    <a:pt x="148727" y="177483"/>
                  </a:cubicBezTo>
                  <a:lnTo>
                    <a:pt x="448488" y="477244"/>
                  </a:lnTo>
                  <a:lnTo>
                    <a:pt x="955776" y="477244"/>
                  </a:lnTo>
                  <a:lnTo>
                    <a:pt x="955776" y="436823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57DE9E6-C50F-4F88-7ED1-C72B6516D413}"/>
              </a:ext>
            </a:extLst>
          </p:cNvPr>
          <p:cNvSpPr/>
          <p:nvPr/>
        </p:nvSpPr>
        <p:spPr>
          <a:xfrm rot="5400000">
            <a:off x="4371071" y="-4397373"/>
            <a:ext cx="11309350" cy="20104100"/>
          </a:xfrm>
          <a:prstGeom prst="rect">
            <a:avLst/>
          </a:prstGeom>
          <a:gradFill flip="none" rotWithShape="1">
            <a:gsLst>
              <a:gs pos="27000">
                <a:srgbClr val="004331">
                  <a:alpha val="0"/>
                </a:srgbClr>
              </a:gs>
              <a:gs pos="51000">
                <a:srgbClr val="00433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pic>
        <p:nvPicPr>
          <p:cNvPr id="36" name="object 5">
            <a:extLst>
              <a:ext uri="{FF2B5EF4-FFF2-40B4-BE49-F238E27FC236}">
                <a16:creationId xmlns:a16="http://schemas.microsoft.com/office/drawing/2014/main" id="{2850746E-D55C-01C7-A3E2-452FE31A3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801688"/>
            <a:ext cx="3921125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0" name="Text Placeholder 6"/>
          <p:cNvSpPr>
            <a:spLocks noGrp="1"/>
          </p:cNvSpPr>
          <p:nvPr>
            <p:ph type="body" sz="quarter" idx="13"/>
          </p:nvPr>
        </p:nvSpPr>
        <p:spPr bwMode="black">
          <a:xfrm>
            <a:off x="1060495" y="10237196"/>
            <a:ext cx="10406248" cy="539491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2001" b="1" i="0" cap="all" baseline="0">
                <a:solidFill>
                  <a:srgbClr val="20BF61"/>
                </a:solidFill>
                <a:latin typeface="Basis Grotesque Arabic Pro" panose="020B0503030604040103" pitchFamily="34" charset="0"/>
                <a:ea typeface="+mn-ea"/>
                <a:cs typeface="Basis Grotesque Arabic Pro" panose="020B0503030604040103" pitchFamily="34" charset="0"/>
                <a:sym typeface="Trebuchet MS" panose="020B070302020209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592" indent="0" algn="ctr">
              <a:buNone/>
              <a:defRPr/>
            </a:lvl4pPr>
            <a:lvl5pPr marL="457188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1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0495" y="8627012"/>
            <a:ext cx="10406248" cy="719317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2401" b="0" i="0" baseline="0">
                <a:solidFill>
                  <a:srgbClr val="FFFFFF"/>
                </a:solidFill>
                <a:latin typeface="Basis Grotesque Arabic Pro" panose="020B0503030604040103" pitchFamily="34" charset="0"/>
                <a:ea typeface="+mn-ea"/>
                <a:cs typeface="Basis Grotesque Arabic Pro" panose="020B0503030604040103" pitchFamily="34" charset="0"/>
                <a:sym typeface="Trebuchet MS" panose="020B0703020202090204" pitchFamily="34" charset="0"/>
              </a:defRPr>
            </a:lvl1pPr>
            <a:lvl2pPr marL="457188" indent="0" algn="ctr">
              <a:buNone/>
              <a:defRPr sz="2001"/>
            </a:lvl2pPr>
            <a:lvl3pPr marL="914373" indent="0" algn="ctr">
              <a:buNone/>
              <a:defRPr sz="1801"/>
            </a:lvl3pPr>
            <a:lvl4pPr marL="1371561" indent="0" algn="ctr">
              <a:buNone/>
              <a:defRPr sz="1601"/>
            </a:lvl4pPr>
            <a:lvl5pPr marL="1828746" indent="0" algn="ctr">
              <a:buNone/>
              <a:defRPr sz="1601"/>
            </a:lvl5pPr>
            <a:lvl6pPr marL="2285932" indent="0" algn="ctr">
              <a:buNone/>
              <a:defRPr sz="1601"/>
            </a:lvl6pPr>
            <a:lvl7pPr marL="2743120" indent="0" algn="ctr">
              <a:buNone/>
              <a:defRPr sz="1601"/>
            </a:lvl7pPr>
            <a:lvl8pPr marL="3200305" indent="0" algn="ctr">
              <a:buNone/>
              <a:defRPr sz="1601"/>
            </a:lvl8pPr>
            <a:lvl9pPr marL="3657491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2" name="Title 1"/>
          <p:cNvSpPr>
            <a:spLocks noGrp="1"/>
          </p:cNvSpPr>
          <p:nvPr>
            <p:ph type="ctrTitle"/>
          </p:nvPr>
        </p:nvSpPr>
        <p:spPr bwMode="ltGray">
          <a:xfrm>
            <a:off x="1060495" y="3110557"/>
            <a:ext cx="10406248" cy="517549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3000"/>
              </a:lnSpc>
              <a:defRPr sz="6601" b="1" i="0" baseline="0">
                <a:solidFill>
                  <a:srgbClr val="FFFFFF"/>
                </a:solidFill>
                <a:latin typeface="Basis Grotesque Arabic Pro" panose="020B0503030604040103" pitchFamily="34" charset="0"/>
                <a:ea typeface="+mj-ea"/>
                <a:cs typeface="Basis Grotesque Arabic Pro" panose="020B0503030604040103" pitchFamily="34" charset="0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549137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F219E50-4AD8-34CF-DA5E-B339D1097B7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860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A5E617-64CF-EDA6-162D-D66105121F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3">
            <a:extLst>
              <a:ext uri="{FF2B5EF4-FFF2-40B4-BE49-F238E27FC236}">
                <a16:creationId xmlns:a16="http://schemas.microsoft.com/office/drawing/2014/main" id="{4B154251-1BDF-F627-B2E6-7BEB6C68F33C}"/>
              </a:ext>
            </a:extLst>
          </p:cNvPr>
          <p:cNvSpPr/>
          <p:nvPr/>
        </p:nvSpPr>
        <p:spPr>
          <a:xfrm>
            <a:off x="5026025" y="0"/>
            <a:ext cx="15078075" cy="11309350"/>
          </a:xfrm>
          <a:custGeom>
            <a:avLst/>
            <a:gdLst/>
            <a:ahLst/>
            <a:cxnLst/>
            <a:rect l="l" t="t" r="r" b="b"/>
            <a:pathLst>
              <a:path w="15078075" h="11308715">
                <a:moveTo>
                  <a:pt x="0" y="11308556"/>
                </a:moveTo>
                <a:lnTo>
                  <a:pt x="1127" y="11224164"/>
                </a:lnTo>
                <a:lnTo>
                  <a:pt x="4493" y="11140612"/>
                </a:lnTo>
                <a:lnTo>
                  <a:pt x="10075" y="11057892"/>
                </a:lnTo>
                <a:lnTo>
                  <a:pt x="17852" y="10975994"/>
                </a:lnTo>
                <a:lnTo>
                  <a:pt x="27800" y="10894910"/>
                </a:lnTo>
                <a:lnTo>
                  <a:pt x="39896" y="10814632"/>
                </a:lnTo>
                <a:lnTo>
                  <a:pt x="54118" y="10735151"/>
                </a:lnTo>
                <a:lnTo>
                  <a:pt x="70444" y="10656459"/>
                </a:lnTo>
                <a:lnTo>
                  <a:pt x="88851" y="10578547"/>
                </a:lnTo>
                <a:lnTo>
                  <a:pt x="109316" y="10501407"/>
                </a:lnTo>
                <a:lnTo>
                  <a:pt x="131816" y="10425031"/>
                </a:lnTo>
                <a:lnTo>
                  <a:pt x="156329" y="10349409"/>
                </a:lnTo>
                <a:lnTo>
                  <a:pt x="182832" y="10274534"/>
                </a:lnTo>
                <a:lnTo>
                  <a:pt x="211304" y="10200396"/>
                </a:lnTo>
                <a:lnTo>
                  <a:pt x="241720" y="10126988"/>
                </a:lnTo>
                <a:lnTo>
                  <a:pt x="274059" y="10054301"/>
                </a:lnTo>
                <a:lnTo>
                  <a:pt x="308297" y="9982326"/>
                </a:lnTo>
                <a:lnTo>
                  <a:pt x="344413" y="9911056"/>
                </a:lnTo>
                <a:lnTo>
                  <a:pt x="382383" y="9840480"/>
                </a:lnTo>
                <a:lnTo>
                  <a:pt x="422186" y="9770592"/>
                </a:lnTo>
                <a:lnTo>
                  <a:pt x="463797" y="9701382"/>
                </a:lnTo>
                <a:lnTo>
                  <a:pt x="507196" y="9632843"/>
                </a:lnTo>
                <a:lnTo>
                  <a:pt x="552358" y="9564964"/>
                </a:lnTo>
                <a:lnTo>
                  <a:pt x="599263" y="9497739"/>
                </a:lnTo>
                <a:lnTo>
                  <a:pt x="647886" y="9431159"/>
                </a:lnTo>
                <a:lnTo>
                  <a:pt x="698205" y="9365214"/>
                </a:lnTo>
                <a:lnTo>
                  <a:pt x="750198" y="9299897"/>
                </a:lnTo>
                <a:lnTo>
                  <a:pt x="803842" y="9235200"/>
                </a:lnTo>
                <a:lnTo>
                  <a:pt x="859114" y="9171113"/>
                </a:lnTo>
                <a:lnTo>
                  <a:pt x="915993" y="9107628"/>
                </a:lnTo>
                <a:lnTo>
                  <a:pt x="974454" y="9044737"/>
                </a:lnTo>
                <a:lnTo>
                  <a:pt x="1034476" y="8982431"/>
                </a:lnTo>
                <a:lnTo>
                  <a:pt x="1096036" y="8920702"/>
                </a:lnTo>
                <a:lnTo>
                  <a:pt x="1159111" y="8859541"/>
                </a:lnTo>
                <a:lnTo>
                  <a:pt x="1223680" y="8798940"/>
                </a:lnTo>
                <a:lnTo>
                  <a:pt x="1289718" y="8738890"/>
                </a:lnTo>
                <a:lnTo>
                  <a:pt x="1357203" y="8679383"/>
                </a:lnTo>
                <a:lnTo>
                  <a:pt x="1426114" y="8620410"/>
                </a:lnTo>
                <a:lnTo>
                  <a:pt x="1496427" y="8561963"/>
                </a:lnTo>
                <a:lnTo>
                  <a:pt x="1568119" y="8504034"/>
                </a:lnTo>
                <a:lnTo>
                  <a:pt x="1641169" y="8446613"/>
                </a:lnTo>
                <a:lnTo>
                  <a:pt x="1715553" y="8389693"/>
                </a:lnTo>
                <a:lnTo>
                  <a:pt x="1791248" y="8333265"/>
                </a:lnTo>
                <a:lnTo>
                  <a:pt x="1868233" y="8277320"/>
                </a:lnTo>
                <a:lnTo>
                  <a:pt x="1946485" y="8221850"/>
                </a:lnTo>
                <a:lnTo>
                  <a:pt x="2025980" y="8166847"/>
                </a:lnTo>
                <a:lnTo>
                  <a:pt x="2106697" y="8112301"/>
                </a:lnTo>
                <a:lnTo>
                  <a:pt x="2188612" y="8058205"/>
                </a:lnTo>
                <a:lnTo>
                  <a:pt x="2271704" y="8004550"/>
                </a:lnTo>
                <a:lnTo>
                  <a:pt x="2355949" y="7951328"/>
                </a:lnTo>
                <a:lnTo>
                  <a:pt x="2441325" y="7898530"/>
                </a:lnTo>
                <a:lnTo>
                  <a:pt x="2527809" y="7846147"/>
                </a:lnTo>
                <a:lnTo>
                  <a:pt x="2615378" y="7794172"/>
                </a:lnTo>
                <a:lnTo>
                  <a:pt x="2704011" y="7742595"/>
                </a:lnTo>
                <a:lnTo>
                  <a:pt x="2793684" y="7691408"/>
                </a:lnTo>
                <a:lnTo>
                  <a:pt x="2884375" y="7640603"/>
                </a:lnTo>
                <a:lnTo>
                  <a:pt x="2976061" y="7590171"/>
                </a:lnTo>
                <a:lnTo>
                  <a:pt x="3068719" y="7540104"/>
                </a:lnTo>
                <a:lnTo>
                  <a:pt x="3162328" y="7490393"/>
                </a:lnTo>
                <a:lnTo>
                  <a:pt x="3256864" y="7441029"/>
                </a:lnTo>
                <a:lnTo>
                  <a:pt x="3352304" y="7392005"/>
                </a:lnTo>
                <a:lnTo>
                  <a:pt x="3448627" y="7343312"/>
                </a:lnTo>
                <a:lnTo>
                  <a:pt x="3545809" y="7294941"/>
                </a:lnTo>
                <a:lnTo>
                  <a:pt x="3643827" y="7246884"/>
                </a:lnTo>
                <a:lnTo>
                  <a:pt x="3742660" y="7199132"/>
                </a:lnTo>
                <a:lnTo>
                  <a:pt x="3842285" y="7151677"/>
                </a:lnTo>
                <a:lnTo>
                  <a:pt x="3942679" y="7104511"/>
                </a:lnTo>
                <a:lnTo>
                  <a:pt x="4043819" y="7057624"/>
                </a:lnTo>
                <a:lnTo>
                  <a:pt x="4145682" y="7011009"/>
                </a:lnTo>
                <a:lnTo>
                  <a:pt x="4248247" y="6964657"/>
                </a:lnTo>
                <a:lnTo>
                  <a:pt x="4351490" y="6918559"/>
                </a:lnTo>
                <a:lnTo>
                  <a:pt x="4455390" y="6872707"/>
                </a:lnTo>
                <a:lnTo>
                  <a:pt x="4559922" y="6827092"/>
                </a:lnTo>
                <a:lnTo>
                  <a:pt x="4665065" y="6781707"/>
                </a:lnTo>
                <a:lnTo>
                  <a:pt x="4770797" y="6736542"/>
                </a:lnTo>
                <a:lnTo>
                  <a:pt x="4877093" y="6691589"/>
                </a:lnTo>
                <a:lnTo>
                  <a:pt x="4983933" y="6646839"/>
                </a:lnTo>
                <a:lnTo>
                  <a:pt x="5091292" y="6602285"/>
                </a:lnTo>
                <a:lnTo>
                  <a:pt x="5199150" y="6557917"/>
                </a:lnTo>
                <a:lnTo>
                  <a:pt x="5307482" y="6513728"/>
                </a:lnTo>
                <a:lnTo>
                  <a:pt x="5416266" y="6469708"/>
                </a:lnTo>
                <a:lnTo>
                  <a:pt x="5525481" y="6425849"/>
                </a:lnTo>
                <a:lnTo>
                  <a:pt x="5635102" y="6382143"/>
                </a:lnTo>
                <a:lnTo>
                  <a:pt x="5745108" y="6338581"/>
                </a:lnTo>
                <a:lnTo>
                  <a:pt x="5855476" y="6295155"/>
                </a:lnTo>
                <a:lnTo>
                  <a:pt x="5966183" y="6251856"/>
                </a:lnTo>
                <a:lnTo>
                  <a:pt x="6077206" y="6208675"/>
                </a:lnTo>
                <a:lnTo>
                  <a:pt x="6188524" y="6165605"/>
                </a:lnTo>
                <a:lnTo>
                  <a:pt x="6300113" y="6122637"/>
                </a:lnTo>
                <a:lnTo>
                  <a:pt x="6411951" y="6079762"/>
                </a:lnTo>
                <a:lnTo>
                  <a:pt x="6524015" y="6036972"/>
                </a:lnTo>
                <a:lnTo>
                  <a:pt x="6636282" y="5994258"/>
                </a:lnTo>
                <a:lnTo>
                  <a:pt x="6748731" y="5951612"/>
                </a:lnTo>
                <a:lnTo>
                  <a:pt x="6861338" y="5909025"/>
                </a:lnTo>
                <a:lnTo>
                  <a:pt x="6974080" y="5866490"/>
                </a:lnTo>
                <a:lnTo>
                  <a:pt x="7086936" y="5823996"/>
                </a:lnTo>
                <a:lnTo>
                  <a:pt x="7199882" y="5781537"/>
                </a:lnTo>
                <a:lnTo>
                  <a:pt x="7312896" y="5739103"/>
                </a:lnTo>
                <a:lnTo>
                  <a:pt x="7425955" y="5696686"/>
                </a:lnTo>
                <a:lnTo>
                  <a:pt x="7539037" y="5654278"/>
                </a:lnTo>
                <a:lnTo>
                  <a:pt x="7652119" y="5611869"/>
                </a:lnTo>
                <a:lnTo>
                  <a:pt x="7765178" y="5569452"/>
                </a:lnTo>
                <a:lnTo>
                  <a:pt x="7878192" y="5527018"/>
                </a:lnTo>
                <a:lnTo>
                  <a:pt x="7991138" y="5484559"/>
                </a:lnTo>
                <a:lnTo>
                  <a:pt x="8103994" y="5442065"/>
                </a:lnTo>
                <a:lnTo>
                  <a:pt x="8216736" y="5399530"/>
                </a:lnTo>
                <a:lnTo>
                  <a:pt x="8329343" y="5356943"/>
                </a:lnTo>
                <a:lnTo>
                  <a:pt x="8441791" y="5314297"/>
                </a:lnTo>
                <a:lnTo>
                  <a:pt x="8554059" y="5271583"/>
                </a:lnTo>
                <a:lnTo>
                  <a:pt x="8666123" y="5228793"/>
                </a:lnTo>
                <a:lnTo>
                  <a:pt x="8777961" y="5185918"/>
                </a:lnTo>
                <a:lnTo>
                  <a:pt x="8889550" y="5142950"/>
                </a:lnTo>
                <a:lnTo>
                  <a:pt x="9000868" y="5099880"/>
                </a:lnTo>
                <a:lnTo>
                  <a:pt x="9111891" y="5056700"/>
                </a:lnTo>
                <a:lnTo>
                  <a:pt x="9222598" y="5013401"/>
                </a:lnTo>
                <a:lnTo>
                  <a:pt x="9332966" y="4969974"/>
                </a:lnTo>
                <a:lnTo>
                  <a:pt x="9442972" y="4926412"/>
                </a:lnTo>
                <a:lnTo>
                  <a:pt x="9552593" y="4882706"/>
                </a:lnTo>
                <a:lnTo>
                  <a:pt x="9661808" y="4838847"/>
                </a:lnTo>
                <a:lnTo>
                  <a:pt x="9770592" y="4794827"/>
                </a:lnTo>
                <a:lnTo>
                  <a:pt x="9878924" y="4750638"/>
                </a:lnTo>
                <a:lnTo>
                  <a:pt x="9986781" y="4706270"/>
                </a:lnTo>
                <a:lnTo>
                  <a:pt x="10094141" y="4661716"/>
                </a:lnTo>
                <a:lnTo>
                  <a:pt x="10200981" y="4616966"/>
                </a:lnTo>
                <a:lnTo>
                  <a:pt x="10307277" y="4572013"/>
                </a:lnTo>
                <a:lnTo>
                  <a:pt x="10413009" y="4526848"/>
                </a:lnTo>
                <a:lnTo>
                  <a:pt x="10518152" y="4481463"/>
                </a:lnTo>
                <a:lnTo>
                  <a:pt x="10622684" y="4435849"/>
                </a:lnTo>
                <a:lnTo>
                  <a:pt x="10726583" y="4389997"/>
                </a:lnTo>
                <a:lnTo>
                  <a:pt x="10829827" y="4343899"/>
                </a:lnTo>
                <a:lnTo>
                  <a:pt x="10932392" y="4297546"/>
                </a:lnTo>
                <a:lnTo>
                  <a:pt x="11034255" y="4250931"/>
                </a:lnTo>
                <a:lnTo>
                  <a:pt x="11135395" y="4204044"/>
                </a:lnTo>
                <a:lnTo>
                  <a:pt x="11235789" y="4156878"/>
                </a:lnTo>
                <a:lnTo>
                  <a:pt x="11335414" y="4109423"/>
                </a:lnTo>
                <a:lnTo>
                  <a:pt x="11434247" y="4061671"/>
                </a:lnTo>
                <a:lnTo>
                  <a:pt x="11532265" y="4013614"/>
                </a:lnTo>
                <a:lnTo>
                  <a:pt x="11629447" y="3965243"/>
                </a:lnTo>
                <a:lnTo>
                  <a:pt x="11725770" y="3916550"/>
                </a:lnTo>
                <a:lnTo>
                  <a:pt x="11821210" y="3867526"/>
                </a:lnTo>
                <a:lnTo>
                  <a:pt x="11915746" y="3818162"/>
                </a:lnTo>
                <a:lnTo>
                  <a:pt x="12009354" y="3768451"/>
                </a:lnTo>
                <a:lnTo>
                  <a:pt x="12102013" y="3718384"/>
                </a:lnTo>
                <a:lnTo>
                  <a:pt x="12193699" y="3667952"/>
                </a:lnTo>
                <a:lnTo>
                  <a:pt x="12284390" y="3617147"/>
                </a:lnTo>
                <a:lnTo>
                  <a:pt x="12374063" y="3565960"/>
                </a:lnTo>
                <a:lnTo>
                  <a:pt x="12462696" y="3514384"/>
                </a:lnTo>
                <a:lnTo>
                  <a:pt x="12550265" y="3462408"/>
                </a:lnTo>
                <a:lnTo>
                  <a:pt x="12636749" y="3410025"/>
                </a:lnTo>
                <a:lnTo>
                  <a:pt x="12722125" y="3357227"/>
                </a:lnTo>
                <a:lnTo>
                  <a:pt x="12806370" y="3304005"/>
                </a:lnTo>
                <a:lnTo>
                  <a:pt x="12889462" y="3250350"/>
                </a:lnTo>
                <a:lnTo>
                  <a:pt x="12971377" y="3196254"/>
                </a:lnTo>
                <a:lnTo>
                  <a:pt x="13052094" y="3141709"/>
                </a:lnTo>
                <a:lnTo>
                  <a:pt x="13131589" y="3086705"/>
                </a:lnTo>
                <a:lnTo>
                  <a:pt x="13209841" y="3031235"/>
                </a:lnTo>
                <a:lnTo>
                  <a:pt x="13286826" y="2975291"/>
                </a:lnTo>
                <a:lnTo>
                  <a:pt x="13362521" y="2918862"/>
                </a:lnTo>
                <a:lnTo>
                  <a:pt x="13436905" y="2861942"/>
                </a:lnTo>
                <a:lnTo>
                  <a:pt x="13509955" y="2804521"/>
                </a:lnTo>
                <a:lnTo>
                  <a:pt x="13581647" y="2746592"/>
                </a:lnTo>
                <a:lnTo>
                  <a:pt x="13651960" y="2688145"/>
                </a:lnTo>
                <a:lnTo>
                  <a:pt x="13720871" y="2629172"/>
                </a:lnTo>
                <a:lnTo>
                  <a:pt x="13788356" y="2569665"/>
                </a:lnTo>
                <a:lnTo>
                  <a:pt x="13854394" y="2509615"/>
                </a:lnTo>
                <a:lnTo>
                  <a:pt x="13918962" y="2449014"/>
                </a:lnTo>
                <a:lnTo>
                  <a:pt x="13982038" y="2387853"/>
                </a:lnTo>
                <a:lnTo>
                  <a:pt x="14043598" y="2326124"/>
                </a:lnTo>
                <a:lnTo>
                  <a:pt x="14103620" y="2263818"/>
                </a:lnTo>
                <a:lnTo>
                  <a:pt x="14162081" y="2200927"/>
                </a:lnTo>
                <a:lnTo>
                  <a:pt x="14218960" y="2137442"/>
                </a:lnTo>
                <a:lnTo>
                  <a:pt x="14274232" y="2073355"/>
                </a:lnTo>
                <a:lnTo>
                  <a:pt x="14327876" y="2008658"/>
                </a:lnTo>
                <a:lnTo>
                  <a:pt x="14379869" y="1943341"/>
                </a:lnTo>
                <a:lnTo>
                  <a:pt x="14430188" y="1877397"/>
                </a:lnTo>
                <a:lnTo>
                  <a:pt x="14478811" y="1810816"/>
                </a:lnTo>
                <a:lnTo>
                  <a:pt x="14525716" y="1743591"/>
                </a:lnTo>
                <a:lnTo>
                  <a:pt x="14570878" y="1675713"/>
                </a:lnTo>
                <a:lnTo>
                  <a:pt x="14614277" y="1607173"/>
                </a:lnTo>
                <a:lnTo>
                  <a:pt x="14655888" y="1537963"/>
                </a:lnTo>
                <a:lnTo>
                  <a:pt x="14695691" y="1468075"/>
                </a:lnTo>
                <a:lnTo>
                  <a:pt x="14733661" y="1397500"/>
                </a:lnTo>
                <a:lnTo>
                  <a:pt x="14769777" y="1326229"/>
                </a:lnTo>
                <a:lnTo>
                  <a:pt x="14804015" y="1254254"/>
                </a:lnTo>
                <a:lnTo>
                  <a:pt x="14836354" y="1181567"/>
                </a:lnTo>
                <a:lnTo>
                  <a:pt x="14866770" y="1108159"/>
                </a:lnTo>
                <a:lnTo>
                  <a:pt x="14895241" y="1034021"/>
                </a:lnTo>
                <a:lnTo>
                  <a:pt x="14921745" y="959146"/>
                </a:lnTo>
                <a:lnTo>
                  <a:pt x="14946258" y="883524"/>
                </a:lnTo>
                <a:lnTo>
                  <a:pt x="14968758" y="807148"/>
                </a:lnTo>
                <a:lnTo>
                  <a:pt x="14989223" y="730008"/>
                </a:lnTo>
                <a:lnTo>
                  <a:pt x="15007630" y="652096"/>
                </a:lnTo>
                <a:lnTo>
                  <a:pt x="15023955" y="573404"/>
                </a:lnTo>
                <a:lnTo>
                  <a:pt x="15038178" y="493923"/>
                </a:lnTo>
                <a:lnTo>
                  <a:pt x="15050274" y="413645"/>
                </a:lnTo>
                <a:lnTo>
                  <a:pt x="15060222" y="332562"/>
                </a:lnTo>
                <a:lnTo>
                  <a:pt x="15067999" y="250664"/>
                </a:lnTo>
                <a:lnTo>
                  <a:pt x="15073581" y="167943"/>
                </a:lnTo>
                <a:lnTo>
                  <a:pt x="15076947" y="84391"/>
                </a:lnTo>
                <a:lnTo>
                  <a:pt x="15078074" y="0"/>
                </a:lnTo>
              </a:path>
            </a:pathLst>
          </a:custGeom>
          <a:ln w="31412">
            <a:solidFill>
              <a:srgbClr val="000000"/>
            </a:solidFill>
          </a:ln>
        </p:spPr>
        <p:txBody>
          <a:bodyPr lIns="0" tIns="0" rIns="0" bIns="0"/>
          <a:lstStyle/>
          <a:p>
            <a:pPr algn="r" defTabSz="914373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801" kern="0">
              <a:solidFill>
                <a:sysClr val="windowText" lastClr="000000"/>
              </a:solidFill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04C61A4-BC96-D094-A574-63AA9ED46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846138"/>
            <a:ext cx="3908425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05D7D43-329D-D97B-3EB5-A2E416C24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925" y="8550275"/>
            <a:ext cx="7070725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 defTabSz="912813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 defTabSz="912813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 defTabSz="912813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 defTabSz="912813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algn="r" eaLnBrk="1" hangingPunct="1">
              <a:defRPr/>
            </a:pPr>
            <a:r>
              <a:rPr lang="ar-AE" altLang="en-CN" sz="6000" b="1">
                <a:solidFill>
                  <a:srgbClr val="0B4332"/>
                </a:solidFill>
                <a:ea typeface="Basis Grotesque Arabic Pro"/>
                <a:cs typeface="Basis Grotesque Arabic Pro"/>
              </a:rPr>
              <a:t>عنوان العرض التقديمي</a:t>
            </a:r>
            <a:endParaRPr lang="en-US" altLang="en-CN" sz="6000" b="1">
              <a:solidFill>
                <a:srgbClr val="0B4332"/>
              </a:solidFill>
              <a:ea typeface="Basis Grotesque Arabic Pro"/>
              <a:cs typeface="Basis Grotesque Arabic Pr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009ED4-704C-D0B7-8A3C-D16824DF7B16}"/>
              </a:ext>
            </a:extLst>
          </p:cNvPr>
          <p:cNvSpPr/>
          <p:nvPr/>
        </p:nvSpPr>
        <p:spPr>
          <a:xfrm>
            <a:off x="-158750" y="-60325"/>
            <a:ext cx="20262850" cy="11369675"/>
          </a:xfrm>
          <a:prstGeom prst="rect">
            <a:avLst/>
          </a:prstGeom>
          <a:solidFill>
            <a:srgbClr val="0B433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1" kern="0">
              <a:solidFill>
                <a:srgbClr val="BCFFBB"/>
              </a:solidFill>
              <a:latin typeface="Basis Grotesque Arabic Pro" panose="020B0503030604040103" pitchFamily="34" charset="0"/>
            </a:endParaRP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7D49D704-D5F5-8D49-D7E9-E0767B9DB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25" y="-60325"/>
            <a:ext cx="10515600" cy="1182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0">
            <a:extLst>
              <a:ext uri="{FF2B5EF4-FFF2-40B4-BE49-F238E27FC236}">
                <a16:creationId xmlns:a16="http://schemas.microsoft.com/office/drawing/2014/main" id="{5AB05EB4-67A5-2907-C1A5-77EB60215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873125"/>
            <a:ext cx="3902075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450" y="8286687"/>
            <a:ext cx="17593805" cy="1277144"/>
          </a:xfrm>
          <a:prstGeom prst="rect">
            <a:avLst/>
          </a:prstGeom>
        </p:spPr>
        <p:txBody>
          <a:bodyPr tIns="0" rIns="0"/>
          <a:lstStyle>
            <a:lvl1pPr>
              <a:defRPr sz="7999">
                <a:solidFill>
                  <a:srgbClr val="BCFFB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977031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dditional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6D1A579-1D75-532E-8A5E-D964E0B4DF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8704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385235-3E6A-3B30-7FB2-FA7C1008A0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bg object 16">
            <a:extLst>
              <a:ext uri="{FF2B5EF4-FFF2-40B4-BE49-F238E27FC236}">
                <a16:creationId xmlns:a16="http://schemas.microsoft.com/office/drawing/2014/main" id="{67BE57C5-8654-E807-A560-2AD10EC2B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02913"/>
            <a:ext cx="2010410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7F435CE-D628-769D-00BF-8E7B4AF19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913" y="741363"/>
            <a:ext cx="2608262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B17F35-9B91-5749-D35A-D8056C02F8D3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69812040-07EC-4946-9A8C-5A80B1502BA3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8" y="633417"/>
            <a:ext cx="15394743" cy="8309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436290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8EFB40F-95EE-25CC-FDBF-3ADE324A70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8807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92B981-FEE4-A675-D608-72611BD89D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11B835EA-B3BB-FDE7-172B-7A639CCB31C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50925" y="633415"/>
            <a:ext cx="16054285" cy="64620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599" b="1" i="0" u="none" kern="0" spc="0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495806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8D09294-BAFC-E497-8871-79CB2EEA1D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8909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153B99-2C71-4673-6F7F-DC09BA70DC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26BC2699-B2C1-5899-320C-867E0022914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5" y="633417"/>
            <a:ext cx="16054285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0B43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142367" y="3524254"/>
            <a:ext cx="17819371" cy="62903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9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9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9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599">
                <a:solidFill>
                  <a:srgbClr val="00433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59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005478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A35BDE-1BB3-722D-FDCE-38F6E8419DDD}"/>
              </a:ext>
            </a:extLst>
          </p:cNvPr>
          <p:cNvSpPr/>
          <p:nvPr/>
        </p:nvSpPr>
        <p:spPr bwMode="ltGray">
          <a:xfrm>
            <a:off x="0" y="-1588"/>
            <a:ext cx="7740650" cy="11310938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9" bIns="45719"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B7EF9563-3BA0-D78C-46B2-A983407B754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FAB76DF7-AA60-75D7-DF4C-C12FBA998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 bwMode="ltGray">
          <a:xfrm>
            <a:off x="1050926" y="2546627"/>
            <a:ext cx="5680782" cy="2466674"/>
          </a:xfrm>
          <a:noFill/>
        </p:spPr>
        <p:txBody>
          <a:bodyPr tIns="0" rIns="320040" bIns="0" anchor="b">
            <a:noAutofit/>
          </a:bodyPr>
          <a:lstStyle>
            <a:lvl1pPr>
              <a:defRPr sz="4800">
                <a:solidFill>
                  <a:srgbClr val="00433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181855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C3B44FC-D70A-4A97-9EC4-E73BC3F79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911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8D01E8B-80D7-742E-CBB3-4B3D9099D8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3C11D413-8FC1-B869-2D93-4987F22EDF2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68FB7-70F9-9080-5C45-767711D980E8}"/>
              </a:ext>
            </a:extLst>
          </p:cNvPr>
          <p:cNvSpPr/>
          <p:nvPr/>
        </p:nvSpPr>
        <p:spPr bwMode="white">
          <a:xfrm>
            <a:off x="1143000" y="2355850"/>
            <a:ext cx="1562100" cy="1562100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3AA50-2A24-1573-F189-5C590B06E393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DC8ADB6B-D869-F64A-8537-271BE82EF561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Freeform: Shape 91">
            <a:extLst>
              <a:ext uri="{FF2B5EF4-FFF2-40B4-BE49-F238E27FC236}">
                <a16:creationId xmlns:a16="http://schemas.microsoft.com/office/drawing/2014/main" id="{2309734E-9CC6-DED1-2396-31403BAAE31C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92">
            <a:extLst>
              <a:ext uri="{FF2B5EF4-FFF2-40B4-BE49-F238E27FC236}">
                <a16:creationId xmlns:a16="http://schemas.microsoft.com/office/drawing/2014/main" id="{0951203F-C2AC-9DD6-92F5-FAD3884889BB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93">
            <a:extLst>
              <a:ext uri="{FF2B5EF4-FFF2-40B4-BE49-F238E27FC236}">
                <a16:creationId xmlns:a16="http://schemas.microsoft.com/office/drawing/2014/main" id="{B2D3D795-F4DB-9C19-A90C-166F649EBEC8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94">
            <a:extLst>
              <a:ext uri="{FF2B5EF4-FFF2-40B4-BE49-F238E27FC236}">
                <a16:creationId xmlns:a16="http://schemas.microsoft.com/office/drawing/2014/main" id="{5E18DDDE-715E-9A5A-E9BE-3BEF7A31D015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95">
            <a:extLst>
              <a:ext uri="{FF2B5EF4-FFF2-40B4-BE49-F238E27FC236}">
                <a16:creationId xmlns:a16="http://schemas.microsoft.com/office/drawing/2014/main" id="{34288BB0-89E6-B081-3657-6747BCE6A5F9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96">
            <a:extLst>
              <a:ext uri="{FF2B5EF4-FFF2-40B4-BE49-F238E27FC236}">
                <a16:creationId xmlns:a16="http://schemas.microsoft.com/office/drawing/2014/main" id="{171B4F54-414C-3221-873F-4053864CA91E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97">
            <a:extLst>
              <a:ext uri="{FF2B5EF4-FFF2-40B4-BE49-F238E27FC236}">
                <a16:creationId xmlns:a16="http://schemas.microsoft.com/office/drawing/2014/main" id="{B4A0548C-D75F-61C8-4852-9B442F7BCE5F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98">
            <a:extLst>
              <a:ext uri="{FF2B5EF4-FFF2-40B4-BE49-F238E27FC236}">
                <a16:creationId xmlns:a16="http://schemas.microsoft.com/office/drawing/2014/main" id="{3DD54705-63EB-C782-EEFA-60F46BCABEE2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99">
            <a:extLst>
              <a:ext uri="{FF2B5EF4-FFF2-40B4-BE49-F238E27FC236}">
                <a16:creationId xmlns:a16="http://schemas.microsoft.com/office/drawing/2014/main" id="{C78D007B-027B-A9B2-2634-E2769759DB41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100">
            <a:extLst>
              <a:ext uri="{FF2B5EF4-FFF2-40B4-BE49-F238E27FC236}">
                <a16:creationId xmlns:a16="http://schemas.microsoft.com/office/drawing/2014/main" id="{7015FD2C-4491-82B5-B1B4-64103636DFCC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101">
            <a:extLst>
              <a:ext uri="{FF2B5EF4-FFF2-40B4-BE49-F238E27FC236}">
                <a16:creationId xmlns:a16="http://schemas.microsoft.com/office/drawing/2014/main" id="{3B4580D2-79E3-6BB8-22C4-547D9917C559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102">
            <a:extLst>
              <a:ext uri="{FF2B5EF4-FFF2-40B4-BE49-F238E27FC236}">
                <a16:creationId xmlns:a16="http://schemas.microsoft.com/office/drawing/2014/main" id="{B21051B0-A9DF-9A48-BA03-8FF8EEB97431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103">
            <a:extLst>
              <a:ext uri="{FF2B5EF4-FFF2-40B4-BE49-F238E27FC236}">
                <a16:creationId xmlns:a16="http://schemas.microsoft.com/office/drawing/2014/main" id="{1F5A30CF-9DD9-4782-C1A5-2F9D2DF37468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104">
            <a:extLst>
              <a:ext uri="{FF2B5EF4-FFF2-40B4-BE49-F238E27FC236}">
                <a16:creationId xmlns:a16="http://schemas.microsoft.com/office/drawing/2014/main" id="{F0E308B4-906E-47A5-5E25-FDD4143C72AA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9830B513-C338-D35B-BA08-8D72BC698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42367" y="4399798"/>
            <a:ext cx="17819371" cy="5278730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lIns="274320" tIns="274320" rIns="274320" bIns="137160" anchor="b">
            <a:noAutofit/>
          </a:bodyPr>
          <a:lstStyle>
            <a:lvl1pPr marL="0" algn="l" defTabSz="914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8800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967540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761E16B-7C01-A38D-52D9-5FDD29EEC5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9216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AF9164-6342-FB91-98F0-9D857FBF83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FCDB730-D8DE-96E5-A0CE-BF0809C3CE2A}"/>
              </a:ext>
            </a:extLst>
          </p:cNvPr>
          <p:cNvCxnSpPr/>
          <p:nvPr/>
        </p:nvCxnSpPr>
        <p:spPr bwMode="white">
          <a:xfrm>
            <a:off x="1143000" y="6069013"/>
            <a:ext cx="18965863" cy="0"/>
          </a:xfrm>
          <a:prstGeom prst="line">
            <a:avLst/>
          </a:prstGeom>
          <a:ln w="19050" cmpd="sng">
            <a:solidFill>
              <a:srgbClr val="FFFFFF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136CC8-2B91-5641-AFCD-E8B96006F8B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2B40F3D-F3ED-5641-AEC7-7EDFA223B3CD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Freeform: Shape 15">
            <a:extLst>
              <a:ext uri="{FF2B5EF4-FFF2-40B4-BE49-F238E27FC236}">
                <a16:creationId xmlns:a16="http://schemas.microsoft.com/office/drawing/2014/main" id="{7681FC80-DD38-0048-6C71-CC84D79E4DE2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16">
            <a:extLst>
              <a:ext uri="{FF2B5EF4-FFF2-40B4-BE49-F238E27FC236}">
                <a16:creationId xmlns:a16="http://schemas.microsoft.com/office/drawing/2014/main" id="{000C19F5-2BFE-E2D4-7BB5-B2BB3536419A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20297699-A2F2-F657-9FC6-39DA0F9C8189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8">
            <a:extLst>
              <a:ext uri="{FF2B5EF4-FFF2-40B4-BE49-F238E27FC236}">
                <a16:creationId xmlns:a16="http://schemas.microsoft.com/office/drawing/2014/main" id="{17DB4901-8331-E6F5-57CD-7E48F179464B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25D4AB76-8605-A122-FFD5-213D89FE0596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0">
            <a:extLst>
              <a:ext uri="{FF2B5EF4-FFF2-40B4-BE49-F238E27FC236}">
                <a16:creationId xmlns:a16="http://schemas.microsoft.com/office/drawing/2014/main" id="{523936AF-CE13-2547-D1AD-A187499874DB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1">
            <a:extLst>
              <a:ext uri="{FF2B5EF4-FFF2-40B4-BE49-F238E27FC236}">
                <a16:creationId xmlns:a16="http://schemas.microsoft.com/office/drawing/2014/main" id="{80390F10-F29A-2E5D-F6EA-EE03067F2975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2">
            <a:extLst>
              <a:ext uri="{FF2B5EF4-FFF2-40B4-BE49-F238E27FC236}">
                <a16:creationId xmlns:a16="http://schemas.microsoft.com/office/drawing/2014/main" id="{9009452F-670C-1E48-BDEC-67C848A4D337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3F434173-BF46-11EB-5789-51C77A27436C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4">
            <a:extLst>
              <a:ext uri="{FF2B5EF4-FFF2-40B4-BE49-F238E27FC236}">
                <a16:creationId xmlns:a16="http://schemas.microsoft.com/office/drawing/2014/main" id="{EB156B1C-B6DB-5DB5-072F-94B8A578FD31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5">
            <a:extLst>
              <a:ext uri="{FF2B5EF4-FFF2-40B4-BE49-F238E27FC236}">
                <a16:creationId xmlns:a16="http://schemas.microsoft.com/office/drawing/2014/main" id="{4EC42783-2BD5-50D8-C8DD-2CCC668D7B48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6">
            <a:extLst>
              <a:ext uri="{FF2B5EF4-FFF2-40B4-BE49-F238E27FC236}">
                <a16:creationId xmlns:a16="http://schemas.microsoft.com/office/drawing/2014/main" id="{6746C65D-FD93-B322-088F-15DC85FC4155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7">
            <a:extLst>
              <a:ext uri="{FF2B5EF4-FFF2-40B4-BE49-F238E27FC236}">
                <a16:creationId xmlns:a16="http://schemas.microsoft.com/office/drawing/2014/main" id="{B4F46A1F-1864-801B-A46C-80598044C588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8">
            <a:extLst>
              <a:ext uri="{FF2B5EF4-FFF2-40B4-BE49-F238E27FC236}">
                <a16:creationId xmlns:a16="http://schemas.microsoft.com/office/drawing/2014/main" id="{3E8B1D41-C35A-081A-CBBD-FD859C02945A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833B1CC4-6954-7949-2C76-48D0CC260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" name="Title 1"/>
          <p:cNvSpPr>
            <a:spLocks noGrp="1"/>
          </p:cNvSpPr>
          <p:nvPr>
            <p:ph type="title"/>
          </p:nvPr>
        </p:nvSpPr>
        <p:spPr bwMode="blackWhite">
          <a:xfrm>
            <a:off x="1050928" y="6310677"/>
            <a:ext cx="17910812" cy="3366090"/>
          </a:xfrm>
        </p:spPr>
        <p:txBody>
          <a:bodyPr>
            <a:noAutofit/>
          </a:bodyPr>
          <a:lstStyle>
            <a:lvl1pPr>
              <a:defRPr sz="880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1909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A4E2EF7-6307-8B22-CFB3-AD642EE600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9318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329400-054F-878C-31E3-C4E1649347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58D40361-C3D3-544D-E2FA-42274E959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V="1">
            <a:off x="6702425" y="0"/>
            <a:ext cx="687388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49C6BE9F-69C3-5ADC-9113-BF21CBD61A7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BE3B02-6399-694A-6118-CA8B5D462675}"/>
              </a:ext>
            </a:extLst>
          </p:cNvPr>
          <p:cNvSpPr/>
          <p:nvPr/>
        </p:nvSpPr>
        <p:spPr bwMode="white">
          <a:xfrm>
            <a:off x="0" y="0"/>
            <a:ext cx="6726238" cy="11309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F8D29-77D5-A5D1-3197-469D76973BB3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8BC291C2-C818-804B-8EC1-E74B8DDA12F1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Freeform: Shape 18">
            <a:extLst>
              <a:ext uri="{FF2B5EF4-FFF2-40B4-BE49-F238E27FC236}">
                <a16:creationId xmlns:a16="http://schemas.microsoft.com/office/drawing/2014/main" id="{608D7C67-65A6-AA75-F6E4-3E415B36FAE9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20">
            <a:extLst>
              <a:ext uri="{FF2B5EF4-FFF2-40B4-BE49-F238E27FC236}">
                <a16:creationId xmlns:a16="http://schemas.microsoft.com/office/drawing/2014/main" id="{BD53BDE8-CEDF-8631-3C8C-3AC402AD91AF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21">
            <a:extLst>
              <a:ext uri="{FF2B5EF4-FFF2-40B4-BE49-F238E27FC236}">
                <a16:creationId xmlns:a16="http://schemas.microsoft.com/office/drawing/2014/main" id="{3FCB0FF1-FDF0-C517-DBB4-E5D228F0B378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2">
            <a:extLst>
              <a:ext uri="{FF2B5EF4-FFF2-40B4-BE49-F238E27FC236}">
                <a16:creationId xmlns:a16="http://schemas.microsoft.com/office/drawing/2014/main" id="{2505CC3E-5170-56A2-2EB6-DE3611A09D71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3">
            <a:extLst>
              <a:ext uri="{FF2B5EF4-FFF2-40B4-BE49-F238E27FC236}">
                <a16:creationId xmlns:a16="http://schemas.microsoft.com/office/drawing/2014/main" id="{2B1122BB-F154-19FF-E546-60465CC2F831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7">
            <a:extLst>
              <a:ext uri="{FF2B5EF4-FFF2-40B4-BE49-F238E27FC236}">
                <a16:creationId xmlns:a16="http://schemas.microsoft.com/office/drawing/2014/main" id="{86882F10-8955-F074-548D-ABC48722EBCD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8">
            <a:extLst>
              <a:ext uri="{FF2B5EF4-FFF2-40B4-BE49-F238E27FC236}">
                <a16:creationId xmlns:a16="http://schemas.microsoft.com/office/drawing/2014/main" id="{1D50CCE0-0071-1BC7-8B26-D17F37A01436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9">
            <a:extLst>
              <a:ext uri="{FF2B5EF4-FFF2-40B4-BE49-F238E27FC236}">
                <a16:creationId xmlns:a16="http://schemas.microsoft.com/office/drawing/2014/main" id="{ABDD692D-44F7-4158-E4E7-2781DBF132F3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30">
            <a:extLst>
              <a:ext uri="{FF2B5EF4-FFF2-40B4-BE49-F238E27FC236}">
                <a16:creationId xmlns:a16="http://schemas.microsoft.com/office/drawing/2014/main" id="{0D45A3D5-B3D0-6CAB-7CB1-2A7DB446252C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31">
            <a:extLst>
              <a:ext uri="{FF2B5EF4-FFF2-40B4-BE49-F238E27FC236}">
                <a16:creationId xmlns:a16="http://schemas.microsoft.com/office/drawing/2014/main" id="{E311D6DA-31D6-A306-D44F-024193790809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32">
            <a:extLst>
              <a:ext uri="{FF2B5EF4-FFF2-40B4-BE49-F238E27FC236}">
                <a16:creationId xmlns:a16="http://schemas.microsoft.com/office/drawing/2014/main" id="{DCD437D3-4E8E-87B1-42BB-202D6339C5D0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33">
            <a:extLst>
              <a:ext uri="{FF2B5EF4-FFF2-40B4-BE49-F238E27FC236}">
                <a16:creationId xmlns:a16="http://schemas.microsoft.com/office/drawing/2014/main" id="{7A404D91-06AD-4044-10C6-EB62EEE99B78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4">
            <a:extLst>
              <a:ext uri="{FF2B5EF4-FFF2-40B4-BE49-F238E27FC236}">
                <a16:creationId xmlns:a16="http://schemas.microsoft.com/office/drawing/2014/main" id="{AB1D781E-25EF-F12B-275D-645116316727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35">
            <a:extLst>
              <a:ext uri="{FF2B5EF4-FFF2-40B4-BE49-F238E27FC236}">
                <a16:creationId xmlns:a16="http://schemas.microsoft.com/office/drawing/2014/main" id="{A9FCC779-F61C-B17B-6F9E-71BDCCB3B810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74298686-512B-A308-1C6E-E1F632388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itle 4"/>
          <p:cNvSpPr>
            <a:spLocks noGrp="1"/>
          </p:cNvSpPr>
          <p:nvPr>
            <p:ph type="title"/>
          </p:nvPr>
        </p:nvSpPr>
        <p:spPr>
          <a:xfrm>
            <a:off x="1050925" y="4421342"/>
            <a:ext cx="5145665" cy="246667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800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006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893A37F-70A3-0995-3E09-B47504855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V="1">
            <a:off x="11815763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31C02E-4B09-03DC-66DB-08D3C087F1DB}"/>
              </a:ext>
            </a:extLst>
          </p:cNvPr>
          <p:cNvSpPr/>
          <p:nvPr/>
        </p:nvSpPr>
        <p:spPr bwMode="white">
          <a:xfrm>
            <a:off x="0" y="0"/>
            <a:ext cx="11826875" cy="11309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C55161B9-FB20-97FB-59B8-003CB2D1A71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F2EA0-A5C1-C26F-2223-EA38D13CCB93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6FDA339-5F9A-FA44-A345-A305FABB66DC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9ADA2AF1-C47C-4786-0084-BA534A660102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01441C2A-74EC-E019-D633-DE3ADFC74281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8">
            <a:extLst>
              <a:ext uri="{FF2B5EF4-FFF2-40B4-BE49-F238E27FC236}">
                <a16:creationId xmlns:a16="http://schemas.microsoft.com/office/drawing/2014/main" id="{5A0BEE8C-13B8-234A-3267-7983B742A1D3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20">
            <a:extLst>
              <a:ext uri="{FF2B5EF4-FFF2-40B4-BE49-F238E27FC236}">
                <a16:creationId xmlns:a16="http://schemas.microsoft.com/office/drawing/2014/main" id="{91902600-25D9-A1D7-FF56-342746443185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1">
            <a:extLst>
              <a:ext uri="{FF2B5EF4-FFF2-40B4-BE49-F238E27FC236}">
                <a16:creationId xmlns:a16="http://schemas.microsoft.com/office/drawing/2014/main" id="{C944B8BB-B0F8-75BD-7A0C-8BA11EDD05F6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3">
            <a:extLst>
              <a:ext uri="{FF2B5EF4-FFF2-40B4-BE49-F238E27FC236}">
                <a16:creationId xmlns:a16="http://schemas.microsoft.com/office/drawing/2014/main" id="{8CD7EE6F-ABF6-47C4-C9DB-025ECD08B66F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4">
            <a:extLst>
              <a:ext uri="{FF2B5EF4-FFF2-40B4-BE49-F238E27FC236}">
                <a16:creationId xmlns:a16="http://schemas.microsoft.com/office/drawing/2014/main" id="{A5472443-5010-AC85-10E9-C3CC251A9789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5">
            <a:extLst>
              <a:ext uri="{FF2B5EF4-FFF2-40B4-BE49-F238E27FC236}">
                <a16:creationId xmlns:a16="http://schemas.microsoft.com/office/drawing/2014/main" id="{A5089F29-273E-1257-CAD2-8A469E03E265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6">
            <a:extLst>
              <a:ext uri="{FF2B5EF4-FFF2-40B4-BE49-F238E27FC236}">
                <a16:creationId xmlns:a16="http://schemas.microsoft.com/office/drawing/2014/main" id="{99C7FBDE-B7CD-1338-4745-461BD47E0C05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7">
            <a:extLst>
              <a:ext uri="{FF2B5EF4-FFF2-40B4-BE49-F238E27FC236}">
                <a16:creationId xmlns:a16="http://schemas.microsoft.com/office/drawing/2014/main" id="{6FBAC646-71FD-312B-A78A-85D9F3B63FD3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8">
            <a:extLst>
              <a:ext uri="{FF2B5EF4-FFF2-40B4-BE49-F238E27FC236}">
                <a16:creationId xmlns:a16="http://schemas.microsoft.com/office/drawing/2014/main" id="{86F11938-BFEA-40C5-B59D-76F00F99F094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9">
            <a:extLst>
              <a:ext uri="{FF2B5EF4-FFF2-40B4-BE49-F238E27FC236}">
                <a16:creationId xmlns:a16="http://schemas.microsoft.com/office/drawing/2014/main" id="{DEBC07D4-EF83-CD3B-90E2-D44203CDC908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30">
            <a:extLst>
              <a:ext uri="{FF2B5EF4-FFF2-40B4-BE49-F238E27FC236}">
                <a16:creationId xmlns:a16="http://schemas.microsoft.com/office/drawing/2014/main" id="{6C8546C8-E631-9727-C931-9AC8C315FE39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1">
            <a:extLst>
              <a:ext uri="{FF2B5EF4-FFF2-40B4-BE49-F238E27FC236}">
                <a16:creationId xmlns:a16="http://schemas.microsoft.com/office/drawing/2014/main" id="{0E23DB8E-E1B7-DAB3-B140-644621C86985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0" name="object 5">
            <a:extLst>
              <a:ext uri="{FF2B5EF4-FFF2-40B4-BE49-F238E27FC236}">
                <a16:creationId xmlns:a16="http://schemas.microsoft.com/office/drawing/2014/main" id="{E50D8986-62E5-661F-FA3F-A9EA3C3BF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itle 3"/>
          <p:cNvSpPr>
            <a:spLocks noGrp="1"/>
          </p:cNvSpPr>
          <p:nvPr>
            <p:ph type="title"/>
          </p:nvPr>
        </p:nvSpPr>
        <p:spPr>
          <a:xfrm>
            <a:off x="1050925" y="633417"/>
            <a:ext cx="10317203" cy="8309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 i="0" u="none" kern="0" spc="0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190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27F8C15-C3C7-7316-2142-8D99949E1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H="1">
            <a:off x="6053138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AACB77-A858-CCF9-964E-CBB81DBA6B6D}"/>
              </a:ext>
            </a:extLst>
          </p:cNvPr>
          <p:cNvSpPr/>
          <p:nvPr/>
        </p:nvSpPr>
        <p:spPr bwMode="white">
          <a:xfrm>
            <a:off x="6729413" y="-1588"/>
            <a:ext cx="13374687" cy="113109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5E29EFFE-D929-6F31-5130-D51E4FA0512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496DB-85F2-B3FF-8862-7E8EE4B0142E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822AD251-5590-B44D-87B7-1DA5210A4C50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FB614618-DF42-44CA-4DE1-BF85880D8A68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5CF89557-FE2B-228C-275F-D532F1D89A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8" name="Freeform: Shape 31">
                <a:extLst>
                  <a:ext uri="{FF2B5EF4-FFF2-40B4-BE49-F238E27FC236}">
                    <a16:creationId xmlns:a16="http://schemas.microsoft.com/office/drawing/2014/main" id="{E96C671B-1E2C-DEAF-F9F3-E71C2390BA18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32">
                <a:extLst>
                  <a:ext uri="{FF2B5EF4-FFF2-40B4-BE49-F238E27FC236}">
                    <a16:creationId xmlns:a16="http://schemas.microsoft.com/office/drawing/2014/main" id="{0AF09FA1-9BE3-79C9-2105-02B101B8CC4C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3">
                <a:extLst>
                  <a:ext uri="{FF2B5EF4-FFF2-40B4-BE49-F238E27FC236}">
                    <a16:creationId xmlns:a16="http://schemas.microsoft.com/office/drawing/2014/main" id="{6FA92638-598C-A6D9-AAA3-2B914B9E8E49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4">
                <a:extLst>
                  <a:ext uri="{FF2B5EF4-FFF2-40B4-BE49-F238E27FC236}">
                    <a16:creationId xmlns:a16="http://schemas.microsoft.com/office/drawing/2014/main" id="{3B3E0DFF-3FDB-4A06-3B41-54FEE57C97CB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5">
                <a:extLst>
                  <a:ext uri="{FF2B5EF4-FFF2-40B4-BE49-F238E27FC236}">
                    <a16:creationId xmlns:a16="http://schemas.microsoft.com/office/drawing/2014/main" id="{31974F4F-730D-8B16-717A-8AAB3C73594F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2FFBD6B0-4379-C7E6-2172-E406C14B86C7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22E27FC6-FDA5-5E2B-AA6B-032FF4676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9" name="Freeform: Shape 23">
                <a:extLst>
                  <a:ext uri="{FF2B5EF4-FFF2-40B4-BE49-F238E27FC236}">
                    <a16:creationId xmlns:a16="http://schemas.microsoft.com/office/drawing/2014/main" id="{264C7F2D-9BE9-6E09-60A6-4B80E1789008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Freeform: Shape 24">
                <a:extLst>
                  <a:ext uri="{FF2B5EF4-FFF2-40B4-BE49-F238E27FC236}">
                    <a16:creationId xmlns:a16="http://schemas.microsoft.com/office/drawing/2014/main" id="{0198B184-FCA7-F937-CC19-EE4D3EC0D45D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5">
                <a:extLst>
                  <a:ext uri="{FF2B5EF4-FFF2-40B4-BE49-F238E27FC236}">
                    <a16:creationId xmlns:a16="http://schemas.microsoft.com/office/drawing/2014/main" id="{F41C43EB-08EF-3B38-B970-036BB74AB654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6">
                <a:extLst>
                  <a:ext uri="{FF2B5EF4-FFF2-40B4-BE49-F238E27FC236}">
                    <a16:creationId xmlns:a16="http://schemas.microsoft.com/office/drawing/2014/main" id="{BC2EFEFA-2582-1D77-2782-720CE9C35C3E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7">
                <a:extLst>
                  <a:ext uri="{FF2B5EF4-FFF2-40B4-BE49-F238E27FC236}">
                    <a16:creationId xmlns:a16="http://schemas.microsoft.com/office/drawing/2014/main" id="{8B9A9754-F7A4-4D76-454F-9893C59552A1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8">
                <a:extLst>
                  <a:ext uri="{FF2B5EF4-FFF2-40B4-BE49-F238E27FC236}">
                    <a16:creationId xmlns:a16="http://schemas.microsoft.com/office/drawing/2014/main" id="{6958E867-AABB-0B5C-DB96-3175D132F8A1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9">
                <a:extLst>
                  <a:ext uri="{FF2B5EF4-FFF2-40B4-BE49-F238E27FC236}">
                    <a16:creationId xmlns:a16="http://schemas.microsoft.com/office/drawing/2014/main" id="{F7685778-9956-2D90-3485-9809084BDAB4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30">
                <a:extLst>
                  <a:ext uri="{FF2B5EF4-FFF2-40B4-BE49-F238E27FC236}">
                    <a16:creationId xmlns:a16="http://schemas.microsoft.com/office/drawing/2014/main" id="{CB461222-7395-9232-572E-46FDC1B5D438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4" name="object 5">
            <a:extLst>
              <a:ext uri="{FF2B5EF4-FFF2-40B4-BE49-F238E27FC236}">
                <a16:creationId xmlns:a16="http://schemas.microsoft.com/office/drawing/2014/main" id="{EFEC6340-FEE2-3F14-1947-00C9C2503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4"/>
          <p:cNvSpPr>
            <a:spLocks noGrp="1"/>
          </p:cNvSpPr>
          <p:nvPr>
            <p:ph type="title"/>
          </p:nvPr>
        </p:nvSpPr>
        <p:spPr>
          <a:xfrm>
            <a:off x="1050925" y="4421342"/>
            <a:ext cx="5145665" cy="246667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80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5243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5E8D3E8-FB70-6224-CDB2-C166B226D5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962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5CBDEB-52E2-404E-A2F5-AF20FE316F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5FFB9132-ECCF-06C1-44C7-A8422CAE0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H="1">
            <a:off x="9382125" y="0"/>
            <a:ext cx="687388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91FCC9-1C83-312B-9799-59EA97B51C07}"/>
              </a:ext>
            </a:extLst>
          </p:cNvPr>
          <p:cNvSpPr/>
          <p:nvPr/>
        </p:nvSpPr>
        <p:spPr>
          <a:xfrm>
            <a:off x="10052050" y="0"/>
            <a:ext cx="10052050" cy="1130935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Copyright" hidden="1">
            <a:extLst>
              <a:ext uri="{FF2B5EF4-FFF2-40B4-BE49-F238E27FC236}">
                <a16:creationId xmlns:a16="http://schemas.microsoft.com/office/drawing/2014/main" id="{720E7291-ED16-F31F-A256-9B548E2A0B5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9943A-41C2-935C-FF77-47FE57B91AD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08FF17-2690-4540-9D5D-FFD595CB982D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7DEF1-07CD-F9D9-5157-8D50C297858B}"/>
              </a:ext>
            </a:extLst>
          </p:cNvPr>
          <p:cNvSpPr txBox="1"/>
          <p:nvPr/>
        </p:nvSpPr>
        <p:spPr>
          <a:xfrm>
            <a:off x="18486438" y="107124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C1D36841-48BD-AA4B-9131-0EFFD8E04CE2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8" name="Group 10">
            <a:extLst>
              <a:ext uri="{FF2B5EF4-FFF2-40B4-BE49-F238E27FC236}">
                <a16:creationId xmlns:a16="http://schemas.microsoft.com/office/drawing/2014/main" id="{3F74AAB2-B4CD-7F1F-B337-5D677B11A4A1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F85DC5A8-B10E-E9C4-30E8-7F542382A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21" name="Freeform: Shape 33">
                <a:extLst>
                  <a:ext uri="{FF2B5EF4-FFF2-40B4-BE49-F238E27FC236}">
                    <a16:creationId xmlns:a16="http://schemas.microsoft.com/office/drawing/2014/main" id="{7019D73E-966E-79E4-7322-4739BE232A6A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4">
                <a:extLst>
                  <a:ext uri="{FF2B5EF4-FFF2-40B4-BE49-F238E27FC236}">
                    <a16:creationId xmlns:a16="http://schemas.microsoft.com/office/drawing/2014/main" id="{3EE6FF90-9CE3-E7C7-6306-4A86F37B0530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5">
                <a:extLst>
                  <a:ext uri="{FF2B5EF4-FFF2-40B4-BE49-F238E27FC236}">
                    <a16:creationId xmlns:a16="http://schemas.microsoft.com/office/drawing/2014/main" id="{F31F5013-7B6E-A0DA-A695-421527499CCA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6">
                <a:extLst>
                  <a:ext uri="{FF2B5EF4-FFF2-40B4-BE49-F238E27FC236}">
                    <a16:creationId xmlns:a16="http://schemas.microsoft.com/office/drawing/2014/main" id="{D1ED578D-6F66-3292-A9B6-5A350C8DD8C9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" name="Freeform: Shape 37">
                <a:extLst>
                  <a:ext uri="{FF2B5EF4-FFF2-40B4-BE49-F238E27FC236}">
                    <a16:creationId xmlns:a16="http://schemas.microsoft.com/office/drawing/2014/main" id="{FDF1BDF7-D3D0-2329-FCC2-AF8E18858533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" name="Freeform: Shape 38">
                <a:extLst>
                  <a:ext uri="{FF2B5EF4-FFF2-40B4-BE49-F238E27FC236}">
                    <a16:creationId xmlns:a16="http://schemas.microsoft.com/office/drawing/2014/main" id="{B922B702-C053-99D1-E82C-AF9A2F94A652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0" name="Group 13">
              <a:extLst>
                <a:ext uri="{FF2B5EF4-FFF2-40B4-BE49-F238E27FC236}">
                  <a16:creationId xmlns:a16="http://schemas.microsoft.com/office/drawing/2014/main" id="{4085972B-F856-3378-2F45-27BCFC5E95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1" name="Freeform: Shape 25">
                <a:extLst>
                  <a:ext uri="{FF2B5EF4-FFF2-40B4-BE49-F238E27FC236}">
                    <a16:creationId xmlns:a16="http://schemas.microsoft.com/office/drawing/2014/main" id="{28253EC7-8894-1BA6-53CC-3820A7DA4F11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6">
                <a:extLst>
                  <a:ext uri="{FF2B5EF4-FFF2-40B4-BE49-F238E27FC236}">
                    <a16:creationId xmlns:a16="http://schemas.microsoft.com/office/drawing/2014/main" id="{CDCB1361-D5C8-478A-79E6-B603D05C0EB7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7">
                <a:extLst>
                  <a:ext uri="{FF2B5EF4-FFF2-40B4-BE49-F238E27FC236}">
                    <a16:creationId xmlns:a16="http://schemas.microsoft.com/office/drawing/2014/main" id="{38D8BCDA-C013-6448-5C24-6F47B222E205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8">
                <a:extLst>
                  <a:ext uri="{FF2B5EF4-FFF2-40B4-BE49-F238E27FC236}">
                    <a16:creationId xmlns:a16="http://schemas.microsoft.com/office/drawing/2014/main" id="{D9541DB2-6F10-BDBE-1087-74E474CC2B1A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9">
                <a:extLst>
                  <a:ext uri="{FF2B5EF4-FFF2-40B4-BE49-F238E27FC236}">
                    <a16:creationId xmlns:a16="http://schemas.microsoft.com/office/drawing/2014/main" id="{467A85E8-E3CD-09CD-94AC-9879B48CBBB4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30">
                <a:extLst>
                  <a:ext uri="{FF2B5EF4-FFF2-40B4-BE49-F238E27FC236}">
                    <a16:creationId xmlns:a16="http://schemas.microsoft.com/office/drawing/2014/main" id="{E64D8562-7F6A-6250-FA36-788A84ABD271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31">
                <a:extLst>
                  <a:ext uri="{FF2B5EF4-FFF2-40B4-BE49-F238E27FC236}">
                    <a16:creationId xmlns:a16="http://schemas.microsoft.com/office/drawing/2014/main" id="{319DC4D8-4727-CFD7-41D5-46E6639C2A28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2">
                <a:extLst>
                  <a:ext uri="{FF2B5EF4-FFF2-40B4-BE49-F238E27FC236}">
                    <a16:creationId xmlns:a16="http://schemas.microsoft.com/office/drawing/2014/main" id="{4667B9E6-CFD4-0832-AD24-DCFD6EBD0B41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7" name="object 5">
            <a:extLst>
              <a:ext uri="{FF2B5EF4-FFF2-40B4-BE49-F238E27FC236}">
                <a16:creationId xmlns:a16="http://schemas.microsoft.com/office/drawing/2014/main" id="{2AB0BFD9-CCD9-36FD-B56A-D6D71A72A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10045491" y="0"/>
            <a:ext cx="10058608" cy="11309350"/>
          </a:xfrm>
          <a:prstGeom prst="rect">
            <a:avLst/>
          </a:prstGeom>
          <a:noFill/>
        </p:spPr>
        <p:txBody>
          <a:bodyPr lIns="914400" tIns="914400" rIns="914400" bIns="914400" rtlCol="0">
            <a:noAutofit/>
          </a:bodyPr>
          <a:lstStyle>
            <a:lvl1pPr algn="ctr">
              <a:defRPr sz="2799" baseline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 noProof="0">
                <a:sym typeface="Trebuchet MS" panose="020B0703020202090204" pitchFamily="34" charset="0"/>
              </a:rPr>
              <a:t>Click icon to add picture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 bwMode="black">
          <a:xfrm>
            <a:off x="1038846" y="2944589"/>
            <a:ext cx="7236289" cy="5420177"/>
          </a:xfrm>
          <a:prstGeom prst="rect">
            <a:avLst/>
          </a:prstGeom>
          <a:noFill/>
        </p:spPr>
        <p:txBody>
          <a:bodyPr tIns="0" rIns="320040" bIns="0" anchor="ctr">
            <a:noAutofit/>
          </a:bodyPr>
          <a:lstStyle>
            <a:lvl1pPr>
              <a:defRPr sz="7799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3318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1604463-A196-F0CB-B24B-90068945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H="1">
            <a:off x="12218988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CEBB64-E584-A22E-8AB8-B527050716FF}"/>
              </a:ext>
            </a:extLst>
          </p:cNvPr>
          <p:cNvSpPr/>
          <p:nvPr/>
        </p:nvSpPr>
        <p:spPr bwMode="gray">
          <a:xfrm>
            <a:off x="12893675" y="0"/>
            <a:ext cx="7210425" cy="11309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2D22CBEA-AB13-5A97-30C1-3C6E308C80E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C5F62-FD29-1473-7768-009305292B6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236B27CE-EDEC-9A4A-8F2E-D22E4D018ED8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954D9-F472-EDC8-6576-04978CA1F851}"/>
              </a:ext>
            </a:extLst>
          </p:cNvPr>
          <p:cNvSpPr txBox="1"/>
          <p:nvPr/>
        </p:nvSpPr>
        <p:spPr>
          <a:xfrm>
            <a:off x="18486438" y="107124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894686AB-D9A4-4942-8DF2-6F06351A6398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DE8479A0-2FD9-794F-BBCD-7FCBA438B67C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EE7ECA84-AA49-BE20-386C-BE1466704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20" name="Freeform: Shape 29">
                <a:extLst>
                  <a:ext uri="{FF2B5EF4-FFF2-40B4-BE49-F238E27FC236}">
                    <a16:creationId xmlns:a16="http://schemas.microsoft.com/office/drawing/2014/main" id="{9E360368-51AB-7674-DB42-2F17F8CF68D4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0">
                <a:extLst>
                  <a:ext uri="{FF2B5EF4-FFF2-40B4-BE49-F238E27FC236}">
                    <a16:creationId xmlns:a16="http://schemas.microsoft.com/office/drawing/2014/main" id="{627CC015-F3A8-DB05-5EF3-46316CC0098A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1">
                <a:extLst>
                  <a:ext uri="{FF2B5EF4-FFF2-40B4-BE49-F238E27FC236}">
                    <a16:creationId xmlns:a16="http://schemas.microsoft.com/office/drawing/2014/main" id="{A0C78D23-9DF2-D5EE-FF4C-DC0F9AEBA826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2">
                <a:extLst>
                  <a:ext uri="{FF2B5EF4-FFF2-40B4-BE49-F238E27FC236}">
                    <a16:creationId xmlns:a16="http://schemas.microsoft.com/office/drawing/2014/main" id="{20CCF61F-2107-5362-209B-551A44B376E5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3">
                <a:extLst>
                  <a:ext uri="{FF2B5EF4-FFF2-40B4-BE49-F238E27FC236}">
                    <a16:creationId xmlns:a16="http://schemas.microsoft.com/office/drawing/2014/main" id="{44C4BFD9-1326-EB3D-A2C6-40BA8CF65F5B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" name="Freeform: Shape 34">
                <a:extLst>
                  <a:ext uri="{FF2B5EF4-FFF2-40B4-BE49-F238E27FC236}">
                    <a16:creationId xmlns:a16="http://schemas.microsoft.com/office/drawing/2014/main" id="{D6104866-CEEA-226C-EA6A-270DE3B513DD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9F8CB50C-31C5-BABA-564B-E643FF2A7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0" name="Freeform: Shape 21">
                <a:extLst>
                  <a:ext uri="{FF2B5EF4-FFF2-40B4-BE49-F238E27FC236}">
                    <a16:creationId xmlns:a16="http://schemas.microsoft.com/office/drawing/2014/main" id="{82BB4A8C-9E94-5C6B-6AED-BF37BAECB59A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2">
                <a:extLst>
                  <a:ext uri="{FF2B5EF4-FFF2-40B4-BE49-F238E27FC236}">
                    <a16:creationId xmlns:a16="http://schemas.microsoft.com/office/drawing/2014/main" id="{4DCBC79E-38AD-FC36-EDD3-F8F7C5FBD6EC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3">
                <a:extLst>
                  <a:ext uri="{FF2B5EF4-FFF2-40B4-BE49-F238E27FC236}">
                    <a16:creationId xmlns:a16="http://schemas.microsoft.com/office/drawing/2014/main" id="{F91C7536-57E7-33FC-F9E8-32C146693016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4">
                <a:extLst>
                  <a:ext uri="{FF2B5EF4-FFF2-40B4-BE49-F238E27FC236}">
                    <a16:creationId xmlns:a16="http://schemas.microsoft.com/office/drawing/2014/main" id="{E4576235-5F3D-F916-95C3-6692D4D387FE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5">
                <a:extLst>
                  <a:ext uri="{FF2B5EF4-FFF2-40B4-BE49-F238E27FC236}">
                    <a16:creationId xmlns:a16="http://schemas.microsoft.com/office/drawing/2014/main" id="{D435EFDD-6C7B-3ABA-7C0C-7F0D72D0E625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6">
                <a:extLst>
                  <a:ext uri="{FF2B5EF4-FFF2-40B4-BE49-F238E27FC236}">
                    <a16:creationId xmlns:a16="http://schemas.microsoft.com/office/drawing/2014/main" id="{25545317-9553-1CF6-FAB1-5E0C46493B25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27">
                <a:extLst>
                  <a:ext uri="{FF2B5EF4-FFF2-40B4-BE49-F238E27FC236}">
                    <a16:creationId xmlns:a16="http://schemas.microsoft.com/office/drawing/2014/main" id="{0C874E2D-7EC8-C17C-955E-B8BD70B07C81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28">
                <a:extLst>
                  <a:ext uri="{FF2B5EF4-FFF2-40B4-BE49-F238E27FC236}">
                    <a16:creationId xmlns:a16="http://schemas.microsoft.com/office/drawing/2014/main" id="{72E87052-7A20-8B32-D61B-D10F9CCC3F50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6" name="object 5">
            <a:extLst>
              <a:ext uri="{FF2B5EF4-FFF2-40B4-BE49-F238E27FC236}">
                <a16:creationId xmlns:a16="http://schemas.microsoft.com/office/drawing/2014/main" id="{36583732-B7BF-CAC9-399C-BB33CCE8C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2894899" y="0"/>
            <a:ext cx="7209204" cy="11309350"/>
          </a:xfrm>
          <a:prstGeom prst="rect">
            <a:avLst/>
          </a:prstGeom>
          <a:noFill/>
        </p:spPr>
        <p:txBody>
          <a:bodyPr lIns="182880" tIns="914400" rIns="182880" bIns="914400" rtlCol="0">
            <a:noAutofit/>
          </a:bodyPr>
          <a:lstStyle>
            <a:lvl1pPr algn="ctr">
              <a:defRPr sz="2799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 noProof="0">
                <a:sym typeface="Trebuchet MS" panose="020B0703020202090204" pitchFamily="34" charset="0"/>
              </a:rPr>
              <a:t>Click icon to add picture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 bwMode="blackWhite">
          <a:xfrm>
            <a:off x="1038844" y="2944589"/>
            <a:ext cx="10301953" cy="542017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7799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5327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4">
            <a:extLst>
              <a:ext uri="{FF2B5EF4-FFF2-40B4-BE49-F238E27FC236}">
                <a16:creationId xmlns:a16="http://schemas.microsoft.com/office/drawing/2014/main" id="{BC8A2C86-8FC4-7405-3193-6E1867D71CC1}"/>
              </a:ext>
            </a:extLst>
          </p:cNvPr>
          <p:cNvSpPr/>
          <p:nvPr/>
        </p:nvSpPr>
        <p:spPr bwMode="ltGray">
          <a:xfrm>
            <a:off x="3175" y="1588"/>
            <a:ext cx="6740525" cy="1130935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EAA3E87A-1B5E-7E08-7655-C4D06CC7A7D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7BFEA-471C-CCF6-D2D6-950D6BDE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65271" y="5920833"/>
            <a:ext cx="2251239" cy="5578756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B9E7E9-5AF9-43B0-C52A-BCC1FE5B8949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23EA9EF1-6F83-9A4D-9FFC-7A2D7FF27601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79A212B4-1FA1-B020-E5AA-B65C4C909B7C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382D6EFF-0C1B-27AB-722B-0343710382EE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9">
            <a:extLst>
              <a:ext uri="{FF2B5EF4-FFF2-40B4-BE49-F238E27FC236}">
                <a16:creationId xmlns:a16="http://schemas.microsoft.com/office/drawing/2014/main" id="{62EB4298-7514-F757-F2FE-BB77F5107B5B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20">
            <a:extLst>
              <a:ext uri="{FF2B5EF4-FFF2-40B4-BE49-F238E27FC236}">
                <a16:creationId xmlns:a16="http://schemas.microsoft.com/office/drawing/2014/main" id="{D84DAB8E-20CC-49A1-3024-EF57977ECCAE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1">
            <a:extLst>
              <a:ext uri="{FF2B5EF4-FFF2-40B4-BE49-F238E27FC236}">
                <a16:creationId xmlns:a16="http://schemas.microsoft.com/office/drawing/2014/main" id="{6EB2C871-60C7-4E83-DE0F-87B927C7ABAC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2">
            <a:extLst>
              <a:ext uri="{FF2B5EF4-FFF2-40B4-BE49-F238E27FC236}">
                <a16:creationId xmlns:a16="http://schemas.microsoft.com/office/drawing/2014/main" id="{6018030D-D7BE-50C1-19AD-3A35F6623347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3">
            <a:extLst>
              <a:ext uri="{FF2B5EF4-FFF2-40B4-BE49-F238E27FC236}">
                <a16:creationId xmlns:a16="http://schemas.microsoft.com/office/drawing/2014/main" id="{89D06883-5388-0DDD-A045-CCEA92D90673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4">
            <a:extLst>
              <a:ext uri="{FF2B5EF4-FFF2-40B4-BE49-F238E27FC236}">
                <a16:creationId xmlns:a16="http://schemas.microsoft.com/office/drawing/2014/main" id="{E0E260A9-8126-6ECB-E6CC-07868D793797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5">
            <a:extLst>
              <a:ext uri="{FF2B5EF4-FFF2-40B4-BE49-F238E27FC236}">
                <a16:creationId xmlns:a16="http://schemas.microsoft.com/office/drawing/2014/main" id="{948F5D8E-2AAA-5CB7-4E53-0B1AD654BEA2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6">
            <a:extLst>
              <a:ext uri="{FF2B5EF4-FFF2-40B4-BE49-F238E27FC236}">
                <a16:creationId xmlns:a16="http://schemas.microsoft.com/office/drawing/2014/main" id="{F9CA2710-1591-09C1-0A34-C80992AF3B99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7">
            <a:extLst>
              <a:ext uri="{FF2B5EF4-FFF2-40B4-BE49-F238E27FC236}">
                <a16:creationId xmlns:a16="http://schemas.microsoft.com/office/drawing/2014/main" id="{B06BFC7A-9F08-CEAB-F86E-275082275577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8">
            <a:extLst>
              <a:ext uri="{FF2B5EF4-FFF2-40B4-BE49-F238E27FC236}">
                <a16:creationId xmlns:a16="http://schemas.microsoft.com/office/drawing/2014/main" id="{A6CA8402-2CA2-9A07-F016-BA67B9159182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9">
            <a:extLst>
              <a:ext uri="{FF2B5EF4-FFF2-40B4-BE49-F238E27FC236}">
                <a16:creationId xmlns:a16="http://schemas.microsoft.com/office/drawing/2014/main" id="{F315DEF0-EB7E-A7AE-6D70-A5BBA12DE0C0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30">
            <a:extLst>
              <a:ext uri="{FF2B5EF4-FFF2-40B4-BE49-F238E27FC236}">
                <a16:creationId xmlns:a16="http://schemas.microsoft.com/office/drawing/2014/main" id="{10ED96C2-5D82-F969-A9BC-614830C5DD89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A4A631C0-6D99-C13F-F5B0-4A28F2D1B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itle 2"/>
          <p:cNvSpPr>
            <a:spLocks noGrp="1"/>
          </p:cNvSpPr>
          <p:nvPr>
            <p:ph type="title"/>
          </p:nvPr>
        </p:nvSpPr>
        <p:spPr>
          <a:xfrm>
            <a:off x="1038845" y="4558380"/>
            <a:ext cx="4087172" cy="216739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800" baseline="0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047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4">
            <a:extLst>
              <a:ext uri="{FF2B5EF4-FFF2-40B4-BE49-F238E27FC236}">
                <a16:creationId xmlns:a16="http://schemas.microsoft.com/office/drawing/2014/main" id="{4856AD73-5F67-7C78-F65A-A2F2FF1ABCD6}"/>
              </a:ext>
            </a:extLst>
          </p:cNvPr>
          <p:cNvSpPr/>
          <p:nvPr/>
        </p:nvSpPr>
        <p:spPr bwMode="ltGray">
          <a:xfrm>
            <a:off x="0" y="0"/>
            <a:ext cx="6742113" cy="1130935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F3CD1E1D-204F-56C8-9F7A-74EE85B5F70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268C3-9F49-5563-4EE3-4A924C00E7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" b="1103"/>
          <a:stretch>
            <a:fillRect/>
          </a:stretch>
        </p:blipFill>
        <p:spPr>
          <a:xfrm rot="120000">
            <a:off x="3585893" y="5611519"/>
            <a:ext cx="4443393" cy="5708674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52F371-3F79-C2C2-14C0-351661D4035D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8694C039-5B98-0143-A028-859F3C0902E1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9FC8B-3A3B-4367-8D30-59EDBEA633FA}"/>
              </a:ext>
            </a:extLst>
          </p:cNvPr>
          <p:cNvSpPr txBox="1"/>
          <p:nvPr/>
        </p:nvSpPr>
        <p:spPr>
          <a:xfrm>
            <a:off x="18486438" y="107124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774FFEF9-7F6D-A84F-AE53-BC5ABB6DE339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52F1BB25-B98F-E2EA-4687-0D49745DE34E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380309E8-C9CA-71D1-3DF2-54A68E7F61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9" name="Freeform: Shape 30">
                <a:extLst>
                  <a:ext uri="{FF2B5EF4-FFF2-40B4-BE49-F238E27FC236}">
                    <a16:creationId xmlns:a16="http://schemas.microsoft.com/office/drawing/2014/main" id="{7989D547-D48F-1671-A54F-2C57832A2F03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1">
                <a:extLst>
                  <a:ext uri="{FF2B5EF4-FFF2-40B4-BE49-F238E27FC236}">
                    <a16:creationId xmlns:a16="http://schemas.microsoft.com/office/drawing/2014/main" id="{E18B6B9D-0507-14D2-B1D3-DFCBF140CF31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2">
                <a:extLst>
                  <a:ext uri="{FF2B5EF4-FFF2-40B4-BE49-F238E27FC236}">
                    <a16:creationId xmlns:a16="http://schemas.microsoft.com/office/drawing/2014/main" id="{612894AC-21BE-A50D-7649-DBFEE11CFE33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3">
                <a:extLst>
                  <a:ext uri="{FF2B5EF4-FFF2-40B4-BE49-F238E27FC236}">
                    <a16:creationId xmlns:a16="http://schemas.microsoft.com/office/drawing/2014/main" id="{B4B8864E-05F5-5D17-3BFA-554DE986BBE1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4">
                <a:extLst>
                  <a:ext uri="{FF2B5EF4-FFF2-40B4-BE49-F238E27FC236}">
                    <a16:creationId xmlns:a16="http://schemas.microsoft.com/office/drawing/2014/main" id="{F76B880D-322A-2B9D-71D5-678CF4B956F6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5">
                <a:extLst>
                  <a:ext uri="{FF2B5EF4-FFF2-40B4-BE49-F238E27FC236}">
                    <a16:creationId xmlns:a16="http://schemas.microsoft.com/office/drawing/2014/main" id="{67797F8D-DED9-5346-E332-427B5E6E687B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04A98B70-6751-7276-C0B1-CD671E674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1" name="Freeform: Shape 22">
                <a:extLst>
                  <a:ext uri="{FF2B5EF4-FFF2-40B4-BE49-F238E27FC236}">
                    <a16:creationId xmlns:a16="http://schemas.microsoft.com/office/drawing/2014/main" id="{6627DECC-047C-A32F-BEAF-EFBA24D1BEAB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3">
                <a:extLst>
                  <a:ext uri="{FF2B5EF4-FFF2-40B4-BE49-F238E27FC236}">
                    <a16:creationId xmlns:a16="http://schemas.microsoft.com/office/drawing/2014/main" id="{9964468B-34DC-F62B-AA86-FF4E4527057B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4">
                <a:extLst>
                  <a:ext uri="{FF2B5EF4-FFF2-40B4-BE49-F238E27FC236}">
                    <a16:creationId xmlns:a16="http://schemas.microsoft.com/office/drawing/2014/main" id="{C9D8CAE0-5B80-1D15-0FEC-9BE70F71FCE5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0ED20EB0-FC9E-CFF2-0A73-05128F6E15C8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7C128432-0EC0-148A-1CF0-104D4D1D9F1D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7">
                <a:extLst>
                  <a:ext uri="{FF2B5EF4-FFF2-40B4-BE49-F238E27FC236}">
                    <a16:creationId xmlns:a16="http://schemas.microsoft.com/office/drawing/2014/main" id="{A8D6DE6E-FE10-BD42-5662-07B3B8C3E702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8">
                <a:extLst>
                  <a:ext uri="{FF2B5EF4-FFF2-40B4-BE49-F238E27FC236}">
                    <a16:creationId xmlns:a16="http://schemas.microsoft.com/office/drawing/2014/main" id="{FA1FA6CF-2FF7-A2D6-9E37-E095C3688EE9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29">
                <a:extLst>
                  <a:ext uri="{FF2B5EF4-FFF2-40B4-BE49-F238E27FC236}">
                    <a16:creationId xmlns:a16="http://schemas.microsoft.com/office/drawing/2014/main" id="{1F5FB7F0-0251-4E51-77EB-A2D6EA3E09D1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5" name="object 5">
            <a:extLst>
              <a:ext uri="{FF2B5EF4-FFF2-40B4-BE49-F238E27FC236}">
                <a16:creationId xmlns:a16="http://schemas.microsoft.com/office/drawing/2014/main" id="{C4145FBF-7417-865E-051B-06965E862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038845" y="4558380"/>
            <a:ext cx="4087172" cy="2167396"/>
          </a:xfrm>
        </p:spPr>
        <p:txBody>
          <a:bodyPr anchor="ctr">
            <a:noAutofit/>
          </a:bodyPr>
          <a:lstStyle>
            <a:lvl1pPr>
              <a:defRPr sz="48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45845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C6C83467-C736-2010-DBA8-CF7BC1A0610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Pentagon 3">
            <a:extLst>
              <a:ext uri="{FF2B5EF4-FFF2-40B4-BE49-F238E27FC236}">
                <a16:creationId xmlns:a16="http://schemas.microsoft.com/office/drawing/2014/main" id="{3E7BA5FD-1C13-ACC4-105B-9C05B791E7CA}"/>
              </a:ext>
            </a:extLst>
          </p:cNvPr>
          <p:cNvSpPr/>
          <p:nvPr/>
        </p:nvSpPr>
        <p:spPr bwMode="white">
          <a:xfrm>
            <a:off x="0" y="0"/>
            <a:ext cx="8948738" cy="1130935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ED9B4-FAC5-E4DF-BC9E-AF8318A3B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745" y="5597606"/>
            <a:ext cx="2141296" cy="5890286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38901A-D100-CF7D-8AD0-5B79D8ECAB84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04C6643-A8A3-DA43-9176-721E50D07BCE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Freeform: Shape 18">
            <a:extLst>
              <a:ext uri="{FF2B5EF4-FFF2-40B4-BE49-F238E27FC236}">
                <a16:creationId xmlns:a16="http://schemas.microsoft.com/office/drawing/2014/main" id="{9143B195-52B3-5B94-6DD0-576329D47B59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33660FFB-59B0-430A-3E2F-7CFFDE5FE995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20">
            <a:extLst>
              <a:ext uri="{FF2B5EF4-FFF2-40B4-BE49-F238E27FC236}">
                <a16:creationId xmlns:a16="http://schemas.microsoft.com/office/drawing/2014/main" id="{C3601BF1-950A-67B9-2459-03309DC929C3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21">
            <a:extLst>
              <a:ext uri="{FF2B5EF4-FFF2-40B4-BE49-F238E27FC236}">
                <a16:creationId xmlns:a16="http://schemas.microsoft.com/office/drawing/2014/main" id="{3B0842DE-F942-DE8D-0419-CA3FD9DBBA9A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2">
            <a:extLst>
              <a:ext uri="{FF2B5EF4-FFF2-40B4-BE49-F238E27FC236}">
                <a16:creationId xmlns:a16="http://schemas.microsoft.com/office/drawing/2014/main" id="{6A4DDDBE-E921-CE5A-4D18-085EF8D23242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3">
            <a:extLst>
              <a:ext uri="{FF2B5EF4-FFF2-40B4-BE49-F238E27FC236}">
                <a16:creationId xmlns:a16="http://schemas.microsoft.com/office/drawing/2014/main" id="{7295EF91-425C-2A03-818A-B640E9389F3B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4">
            <a:extLst>
              <a:ext uri="{FF2B5EF4-FFF2-40B4-BE49-F238E27FC236}">
                <a16:creationId xmlns:a16="http://schemas.microsoft.com/office/drawing/2014/main" id="{067DD815-B713-9844-AD00-22E85581DC06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5">
            <a:extLst>
              <a:ext uri="{FF2B5EF4-FFF2-40B4-BE49-F238E27FC236}">
                <a16:creationId xmlns:a16="http://schemas.microsoft.com/office/drawing/2014/main" id="{1B929351-1E34-428E-5EE9-CAED2C56DDAE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6">
            <a:extLst>
              <a:ext uri="{FF2B5EF4-FFF2-40B4-BE49-F238E27FC236}">
                <a16:creationId xmlns:a16="http://schemas.microsoft.com/office/drawing/2014/main" id="{AD91A5C4-14D3-36D4-8C44-C06586B40360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7">
            <a:extLst>
              <a:ext uri="{FF2B5EF4-FFF2-40B4-BE49-F238E27FC236}">
                <a16:creationId xmlns:a16="http://schemas.microsoft.com/office/drawing/2014/main" id="{5FB980E8-F9A4-ECD8-BDCA-AFC0F0611E0E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8">
            <a:extLst>
              <a:ext uri="{FF2B5EF4-FFF2-40B4-BE49-F238E27FC236}">
                <a16:creationId xmlns:a16="http://schemas.microsoft.com/office/drawing/2014/main" id="{E9BF16D0-B34D-52DD-6513-7A64C3729010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9">
            <a:extLst>
              <a:ext uri="{FF2B5EF4-FFF2-40B4-BE49-F238E27FC236}">
                <a16:creationId xmlns:a16="http://schemas.microsoft.com/office/drawing/2014/main" id="{DA6FA390-6F44-33FA-6D81-D673DE19BB79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0">
            <a:extLst>
              <a:ext uri="{FF2B5EF4-FFF2-40B4-BE49-F238E27FC236}">
                <a16:creationId xmlns:a16="http://schemas.microsoft.com/office/drawing/2014/main" id="{6A30E4D0-4BB2-9BC2-CFCA-90A2AC7BFE72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31">
            <a:extLst>
              <a:ext uri="{FF2B5EF4-FFF2-40B4-BE49-F238E27FC236}">
                <a16:creationId xmlns:a16="http://schemas.microsoft.com/office/drawing/2014/main" id="{65DB6D97-13A2-0E0B-8A7D-BFF40D9BCED4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A65602BC-A85D-E06F-87F1-6C0BA5E8C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38846" y="2944589"/>
            <a:ext cx="6698456" cy="542017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7799" b="1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1464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ntagon 3">
            <a:extLst>
              <a:ext uri="{FF2B5EF4-FFF2-40B4-BE49-F238E27FC236}">
                <a16:creationId xmlns:a16="http://schemas.microsoft.com/office/drawing/2014/main" id="{FD3962F5-D5B3-1C96-424E-596BA54A64C5}"/>
              </a:ext>
            </a:extLst>
          </p:cNvPr>
          <p:cNvSpPr/>
          <p:nvPr/>
        </p:nvSpPr>
        <p:spPr bwMode="white">
          <a:xfrm>
            <a:off x="0" y="0"/>
            <a:ext cx="8948738" cy="11309350"/>
          </a:xfrm>
          <a:prstGeom prst="homePlate">
            <a:avLst>
              <a:gd name="adj" fmla="val 129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D2840049-8071-A918-F566-1A3B83AA799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19D0B-3E6E-0498-CC84-158184298C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3" b="129"/>
          <a:stretch>
            <a:fillRect/>
          </a:stretch>
        </p:blipFill>
        <p:spPr>
          <a:xfrm>
            <a:off x="5900070" y="5633735"/>
            <a:ext cx="4443393" cy="5675618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AC9C53-343F-6F7E-D7E1-5AA936ED704E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5354F01-D990-D345-9E75-BEDB44229301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4C7E77-47FB-D347-223D-564339AEA1AB}"/>
              </a:ext>
            </a:extLst>
          </p:cNvPr>
          <p:cNvSpPr txBox="1"/>
          <p:nvPr/>
        </p:nvSpPr>
        <p:spPr>
          <a:xfrm>
            <a:off x="18486438" y="107124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F36841A-3325-654E-8AB7-B7B27DE8361B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C463BD31-ED89-CDA7-4F64-142D016CDFFA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B3D8E3DF-B0BB-0A86-C124-A938743BFF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9" name="Freeform: Shape 30">
                <a:extLst>
                  <a:ext uri="{FF2B5EF4-FFF2-40B4-BE49-F238E27FC236}">
                    <a16:creationId xmlns:a16="http://schemas.microsoft.com/office/drawing/2014/main" id="{5D603719-8B4E-9610-A18B-AD11EA84F8A3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1">
                <a:extLst>
                  <a:ext uri="{FF2B5EF4-FFF2-40B4-BE49-F238E27FC236}">
                    <a16:creationId xmlns:a16="http://schemas.microsoft.com/office/drawing/2014/main" id="{C4B39FD7-C17D-7033-1579-2DC3D2E43BAA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2">
                <a:extLst>
                  <a:ext uri="{FF2B5EF4-FFF2-40B4-BE49-F238E27FC236}">
                    <a16:creationId xmlns:a16="http://schemas.microsoft.com/office/drawing/2014/main" id="{554BD744-0274-1138-F411-F2C87EB2CDDA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3">
                <a:extLst>
                  <a:ext uri="{FF2B5EF4-FFF2-40B4-BE49-F238E27FC236}">
                    <a16:creationId xmlns:a16="http://schemas.microsoft.com/office/drawing/2014/main" id="{48BB737D-9103-2509-C795-496B8DEC7994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4">
                <a:extLst>
                  <a:ext uri="{FF2B5EF4-FFF2-40B4-BE49-F238E27FC236}">
                    <a16:creationId xmlns:a16="http://schemas.microsoft.com/office/drawing/2014/main" id="{2240A8DB-0319-D243-A042-8CAC9F34C2FA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5">
                <a:extLst>
                  <a:ext uri="{FF2B5EF4-FFF2-40B4-BE49-F238E27FC236}">
                    <a16:creationId xmlns:a16="http://schemas.microsoft.com/office/drawing/2014/main" id="{6CF81C82-FA3A-450D-3A90-D607439A6EAA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589B8153-7B5F-9BDA-15F5-9BA466505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0" name="Freeform: Shape 22">
                <a:extLst>
                  <a:ext uri="{FF2B5EF4-FFF2-40B4-BE49-F238E27FC236}">
                    <a16:creationId xmlns:a16="http://schemas.microsoft.com/office/drawing/2014/main" id="{9457C165-D16E-1E62-EC22-0F0C399E8AE6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23">
                <a:extLst>
                  <a:ext uri="{FF2B5EF4-FFF2-40B4-BE49-F238E27FC236}">
                    <a16:creationId xmlns:a16="http://schemas.microsoft.com/office/drawing/2014/main" id="{771E6023-9CE4-C843-51E7-1AE43A2F0152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4">
                <a:extLst>
                  <a:ext uri="{FF2B5EF4-FFF2-40B4-BE49-F238E27FC236}">
                    <a16:creationId xmlns:a16="http://schemas.microsoft.com/office/drawing/2014/main" id="{77012D89-B758-4C67-C73A-19D2872E33D1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5">
                <a:extLst>
                  <a:ext uri="{FF2B5EF4-FFF2-40B4-BE49-F238E27FC236}">
                    <a16:creationId xmlns:a16="http://schemas.microsoft.com/office/drawing/2014/main" id="{86D31686-A970-6192-F529-03220C9AF845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613D61FF-7F3A-3FF5-0ADD-C8E8223D9DF5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7">
                <a:extLst>
                  <a:ext uri="{FF2B5EF4-FFF2-40B4-BE49-F238E27FC236}">
                    <a16:creationId xmlns:a16="http://schemas.microsoft.com/office/drawing/2014/main" id="{79C74027-BB2A-2759-AEE7-5E5FDA9AAE11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8">
                <a:extLst>
                  <a:ext uri="{FF2B5EF4-FFF2-40B4-BE49-F238E27FC236}">
                    <a16:creationId xmlns:a16="http://schemas.microsoft.com/office/drawing/2014/main" id="{30A46219-BB24-651C-9A64-6436A7F6DD88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29">
                <a:extLst>
                  <a:ext uri="{FF2B5EF4-FFF2-40B4-BE49-F238E27FC236}">
                    <a16:creationId xmlns:a16="http://schemas.microsoft.com/office/drawing/2014/main" id="{3292B211-3862-5BE1-E2FE-EEBC2A5F8B5A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5" name="object 5">
            <a:extLst>
              <a:ext uri="{FF2B5EF4-FFF2-40B4-BE49-F238E27FC236}">
                <a16:creationId xmlns:a16="http://schemas.microsoft.com/office/drawing/2014/main" id="{20DE1005-763A-B577-ADF8-758C574F8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38846" y="2944589"/>
            <a:ext cx="6698456" cy="542017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7799" b="1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174939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D211D02A-C363-4861-9B00-4AFFCD3FDDC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Pentagon 8">
            <a:extLst>
              <a:ext uri="{FF2B5EF4-FFF2-40B4-BE49-F238E27FC236}">
                <a16:creationId xmlns:a16="http://schemas.microsoft.com/office/drawing/2014/main" id="{3C55DDF1-17FB-FBDB-F08C-C4F34D94BA57}"/>
              </a:ext>
            </a:extLst>
          </p:cNvPr>
          <p:cNvSpPr/>
          <p:nvPr/>
        </p:nvSpPr>
        <p:spPr bwMode="white">
          <a:xfrm>
            <a:off x="0" y="0"/>
            <a:ext cx="10493375" cy="1130935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BB0FD-5A02-17E8-3B67-C7419BD20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00762" y="5919525"/>
            <a:ext cx="2251239" cy="5578756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D9DC37-E4E4-B746-5C09-AA143DDF870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F0AE5C4E-9EEA-2F40-9C71-CE50C4027517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Freeform: Shape 18">
            <a:extLst>
              <a:ext uri="{FF2B5EF4-FFF2-40B4-BE49-F238E27FC236}">
                <a16:creationId xmlns:a16="http://schemas.microsoft.com/office/drawing/2014/main" id="{87471B4B-C04B-1A42-8EC8-EBE17A898A4A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60B7A846-2D3C-9337-A304-50CD2D3FBD7F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20">
            <a:extLst>
              <a:ext uri="{FF2B5EF4-FFF2-40B4-BE49-F238E27FC236}">
                <a16:creationId xmlns:a16="http://schemas.microsoft.com/office/drawing/2014/main" id="{517F9FBD-ADC2-5FE4-39D4-1F0ED02E24FC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21">
            <a:extLst>
              <a:ext uri="{FF2B5EF4-FFF2-40B4-BE49-F238E27FC236}">
                <a16:creationId xmlns:a16="http://schemas.microsoft.com/office/drawing/2014/main" id="{6AD360B7-6236-AC16-52F0-E48D47C1E8E8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2">
            <a:extLst>
              <a:ext uri="{FF2B5EF4-FFF2-40B4-BE49-F238E27FC236}">
                <a16:creationId xmlns:a16="http://schemas.microsoft.com/office/drawing/2014/main" id="{C0E8FBEC-EA91-E41E-CA75-9CEE2C23DCEB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3">
            <a:extLst>
              <a:ext uri="{FF2B5EF4-FFF2-40B4-BE49-F238E27FC236}">
                <a16:creationId xmlns:a16="http://schemas.microsoft.com/office/drawing/2014/main" id="{F09DE848-8A7A-D342-9870-F7055FD74E30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4">
            <a:extLst>
              <a:ext uri="{FF2B5EF4-FFF2-40B4-BE49-F238E27FC236}">
                <a16:creationId xmlns:a16="http://schemas.microsoft.com/office/drawing/2014/main" id="{C0047ECC-6AC9-0FE4-1513-39D6546E6E1E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5">
            <a:extLst>
              <a:ext uri="{FF2B5EF4-FFF2-40B4-BE49-F238E27FC236}">
                <a16:creationId xmlns:a16="http://schemas.microsoft.com/office/drawing/2014/main" id="{1314EDEB-C638-2D23-1483-FEC50129C477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6">
            <a:extLst>
              <a:ext uri="{FF2B5EF4-FFF2-40B4-BE49-F238E27FC236}">
                <a16:creationId xmlns:a16="http://schemas.microsoft.com/office/drawing/2014/main" id="{C6BF9683-1361-0DE0-83F2-61B04F43CEE7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7">
            <a:extLst>
              <a:ext uri="{FF2B5EF4-FFF2-40B4-BE49-F238E27FC236}">
                <a16:creationId xmlns:a16="http://schemas.microsoft.com/office/drawing/2014/main" id="{B99BC1C6-73B9-06D9-EE43-DCBC680D1A71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8">
            <a:extLst>
              <a:ext uri="{FF2B5EF4-FFF2-40B4-BE49-F238E27FC236}">
                <a16:creationId xmlns:a16="http://schemas.microsoft.com/office/drawing/2014/main" id="{E2D70A48-C00C-FB56-F757-D5DBA938B046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9">
            <a:extLst>
              <a:ext uri="{FF2B5EF4-FFF2-40B4-BE49-F238E27FC236}">
                <a16:creationId xmlns:a16="http://schemas.microsoft.com/office/drawing/2014/main" id="{CA642DD2-C435-E4F6-A1F1-77B1C9EC48CA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0">
            <a:extLst>
              <a:ext uri="{FF2B5EF4-FFF2-40B4-BE49-F238E27FC236}">
                <a16:creationId xmlns:a16="http://schemas.microsoft.com/office/drawing/2014/main" id="{DC0A3F6A-0124-72DB-29ED-A8AF0630C6A2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31">
            <a:extLst>
              <a:ext uri="{FF2B5EF4-FFF2-40B4-BE49-F238E27FC236}">
                <a16:creationId xmlns:a16="http://schemas.microsoft.com/office/drawing/2014/main" id="{14C342D5-C3C6-2399-ADE5-4270C542A1F2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75D5654E-9E81-86E7-6EC0-748FFC49A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2"/>
          <p:cNvSpPr>
            <a:spLocks noGrp="1"/>
          </p:cNvSpPr>
          <p:nvPr>
            <p:ph type="title"/>
          </p:nvPr>
        </p:nvSpPr>
        <p:spPr>
          <a:xfrm>
            <a:off x="1050928" y="633417"/>
            <a:ext cx="7706649" cy="8309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 i="0" u="none" kern="0" spc="0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654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ntagon 8">
            <a:extLst>
              <a:ext uri="{FF2B5EF4-FFF2-40B4-BE49-F238E27FC236}">
                <a16:creationId xmlns:a16="http://schemas.microsoft.com/office/drawing/2014/main" id="{4DC56A14-A556-CE52-5329-99AE3CFBCB8D}"/>
              </a:ext>
            </a:extLst>
          </p:cNvPr>
          <p:cNvSpPr/>
          <p:nvPr/>
        </p:nvSpPr>
        <p:spPr bwMode="white">
          <a:xfrm>
            <a:off x="0" y="0"/>
            <a:ext cx="10493375" cy="11309350"/>
          </a:xfrm>
          <a:prstGeom prst="homePlate">
            <a:avLst>
              <a:gd name="adj" fmla="val 129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1903CF8E-0C03-4172-73C5-C1DA62AC185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DCC88C-CB0F-BFEC-5534-963F19AD5B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92" b="129"/>
          <a:stretch>
            <a:fillRect/>
          </a:stretch>
        </p:blipFill>
        <p:spPr>
          <a:xfrm rot="120000">
            <a:off x="7354638" y="5619725"/>
            <a:ext cx="4443393" cy="5700108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83E919-1B9D-6EB1-AF04-3BB17F34F62C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6ADB8CC-720F-5C40-BD15-9FD583DBCE89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243E28-63C1-DC40-AA01-49687D9B4078}"/>
              </a:ext>
            </a:extLst>
          </p:cNvPr>
          <p:cNvSpPr txBox="1"/>
          <p:nvPr/>
        </p:nvSpPr>
        <p:spPr>
          <a:xfrm>
            <a:off x="18486438" y="107124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F27F3E3F-0582-2043-BBF4-2E74EA5B58AA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1589A4C3-EF54-5F04-EA64-B618B05DB577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0A22B577-2BC1-BBDC-3FE1-8C5D919CFB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9" name="Freeform: Shape 30">
                <a:extLst>
                  <a:ext uri="{FF2B5EF4-FFF2-40B4-BE49-F238E27FC236}">
                    <a16:creationId xmlns:a16="http://schemas.microsoft.com/office/drawing/2014/main" id="{BD7A007D-C5F3-97F4-D7D6-1553C8328F24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1">
                <a:extLst>
                  <a:ext uri="{FF2B5EF4-FFF2-40B4-BE49-F238E27FC236}">
                    <a16:creationId xmlns:a16="http://schemas.microsoft.com/office/drawing/2014/main" id="{51F4B9C5-77B1-CE11-FDC2-C20C8527AA1D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2">
                <a:extLst>
                  <a:ext uri="{FF2B5EF4-FFF2-40B4-BE49-F238E27FC236}">
                    <a16:creationId xmlns:a16="http://schemas.microsoft.com/office/drawing/2014/main" id="{1D869896-7804-39AB-098B-FBE78E72337D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3">
                <a:extLst>
                  <a:ext uri="{FF2B5EF4-FFF2-40B4-BE49-F238E27FC236}">
                    <a16:creationId xmlns:a16="http://schemas.microsoft.com/office/drawing/2014/main" id="{33C631C3-4F47-45AA-64D8-87BDB25E1F3F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4">
                <a:extLst>
                  <a:ext uri="{FF2B5EF4-FFF2-40B4-BE49-F238E27FC236}">
                    <a16:creationId xmlns:a16="http://schemas.microsoft.com/office/drawing/2014/main" id="{0469B46A-1295-A63E-CEFF-BF4BE31DE772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5">
                <a:extLst>
                  <a:ext uri="{FF2B5EF4-FFF2-40B4-BE49-F238E27FC236}">
                    <a16:creationId xmlns:a16="http://schemas.microsoft.com/office/drawing/2014/main" id="{D2376FA1-FDA6-32C8-A106-44A9D8291DE7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07216FFC-4698-48E8-C2CB-8FB4E936C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0" name="Freeform: Shape 22">
                <a:extLst>
                  <a:ext uri="{FF2B5EF4-FFF2-40B4-BE49-F238E27FC236}">
                    <a16:creationId xmlns:a16="http://schemas.microsoft.com/office/drawing/2014/main" id="{A2139FBF-E6F8-3662-70DE-C5C8A4014D93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23">
                <a:extLst>
                  <a:ext uri="{FF2B5EF4-FFF2-40B4-BE49-F238E27FC236}">
                    <a16:creationId xmlns:a16="http://schemas.microsoft.com/office/drawing/2014/main" id="{BDBAEDC4-AF55-43FC-D523-15290F37F68A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4">
                <a:extLst>
                  <a:ext uri="{FF2B5EF4-FFF2-40B4-BE49-F238E27FC236}">
                    <a16:creationId xmlns:a16="http://schemas.microsoft.com/office/drawing/2014/main" id="{C8BABAB7-4947-6EA7-87D3-31764471EA3D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5">
                <a:extLst>
                  <a:ext uri="{FF2B5EF4-FFF2-40B4-BE49-F238E27FC236}">
                    <a16:creationId xmlns:a16="http://schemas.microsoft.com/office/drawing/2014/main" id="{6AE4ECE9-2D5A-861B-2358-C2BB77F93E50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6">
                <a:extLst>
                  <a:ext uri="{FF2B5EF4-FFF2-40B4-BE49-F238E27FC236}">
                    <a16:creationId xmlns:a16="http://schemas.microsoft.com/office/drawing/2014/main" id="{9AB4C4FC-DB4F-F85C-A3C1-65058E62C007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7">
                <a:extLst>
                  <a:ext uri="{FF2B5EF4-FFF2-40B4-BE49-F238E27FC236}">
                    <a16:creationId xmlns:a16="http://schemas.microsoft.com/office/drawing/2014/main" id="{64B89547-D45F-CB49-D40F-83E2333B29D6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8">
                <a:extLst>
                  <a:ext uri="{FF2B5EF4-FFF2-40B4-BE49-F238E27FC236}">
                    <a16:creationId xmlns:a16="http://schemas.microsoft.com/office/drawing/2014/main" id="{79E797E3-763E-3D35-F0E3-9BE9DC15B9B2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29">
                <a:extLst>
                  <a:ext uri="{FF2B5EF4-FFF2-40B4-BE49-F238E27FC236}">
                    <a16:creationId xmlns:a16="http://schemas.microsoft.com/office/drawing/2014/main" id="{5D838774-F434-ACB3-3132-79397C5820FE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5" name="object 5">
            <a:extLst>
              <a:ext uri="{FF2B5EF4-FFF2-40B4-BE49-F238E27FC236}">
                <a16:creationId xmlns:a16="http://schemas.microsoft.com/office/drawing/2014/main" id="{29EB0CE5-8C39-21D4-08BF-36152C839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2"/>
          <p:cNvSpPr>
            <a:spLocks noGrp="1"/>
          </p:cNvSpPr>
          <p:nvPr>
            <p:ph type="title"/>
          </p:nvPr>
        </p:nvSpPr>
        <p:spPr>
          <a:xfrm>
            <a:off x="1050928" y="633417"/>
            <a:ext cx="7706649" cy="8309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 i="0" u="none" kern="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806716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8">
            <a:extLst>
              <a:ext uri="{FF2B5EF4-FFF2-40B4-BE49-F238E27FC236}">
                <a16:creationId xmlns:a16="http://schemas.microsoft.com/office/drawing/2014/main" id="{E2B5DBD3-F4D3-6C32-4712-48ECA0FE6E55}"/>
              </a:ext>
            </a:extLst>
          </p:cNvPr>
          <p:cNvSpPr/>
          <p:nvPr/>
        </p:nvSpPr>
        <p:spPr bwMode="white">
          <a:xfrm>
            <a:off x="0" y="0"/>
            <a:ext cx="13927138" cy="1130935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C774B4FC-6A33-B892-13DA-DEC84E17EE8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A7F88-81ED-BBE4-282F-B5DC1B1C9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51260" y="5919525"/>
            <a:ext cx="2251239" cy="5578756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AE8D8F-097D-DA7B-6876-5AC808D626E5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46179F2-DCB4-0144-AABB-FEC42F8CB603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Freeform: Shape 17">
            <a:extLst>
              <a:ext uri="{FF2B5EF4-FFF2-40B4-BE49-F238E27FC236}">
                <a16:creationId xmlns:a16="http://schemas.microsoft.com/office/drawing/2014/main" id="{F5C390D6-3F6A-A1CD-45D1-B1B90A22946B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8">
            <a:extLst>
              <a:ext uri="{FF2B5EF4-FFF2-40B4-BE49-F238E27FC236}">
                <a16:creationId xmlns:a16="http://schemas.microsoft.com/office/drawing/2014/main" id="{C3084AA7-2E14-4E4D-B5F4-E38F3DA46128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9">
            <a:extLst>
              <a:ext uri="{FF2B5EF4-FFF2-40B4-BE49-F238E27FC236}">
                <a16:creationId xmlns:a16="http://schemas.microsoft.com/office/drawing/2014/main" id="{0E095350-5295-F314-A62E-53E34791C101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20">
            <a:extLst>
              <a:ext uri="{FF2B5EF4-FFF2-40B4-BE49-F238E27FC236}">
                <a16:creationId xmlns:a16="http://schemas.microsoft.com/office/drawing/2014/main" id="{3B48B54C-27D3-294C-BB45-D7366E2887BD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1">
            <a:extLst>
              <a:ext uri="{FF2B5EF4-FFF2-40B4-BE49-F238E27FC236}">
                <a16:creationId xmlns:a16="http://schemas.microsoft.com/office/drawing/2014/main" id="{B0D27327-B095-DA2F-2B0C-9475AF62BCF1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2">
            <a:extLst>
              <a:ext uri="{FF2B5EF4-FFF2-40B4-BE49-F238E27FC236}">
                <a16:creationId xmlns:a16="http://schemas.microsoft.com/office/drawing/2014/main" id="{90B46414-FEE8-14BD-E93E-4E11472CB558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79F9B3F1-A982-3944-6DD6-EF445524E0BE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4">
            <a:extLst>
              <a:ext uri="{FF2B5EF4-FFF2-40B4-BE49-F238E27FC236}">
                <a16:creationId xmlns:a16="http://schemas.microsoft.com/office/drawing/2014/main" id="{C5815886-04F9-7D91-7AD7-394ED9EFFA78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5">
            <a:extLst>
              <a:ext uri="{FF2B5EF4-FFF2-40B4-BE49-F238E27FC236}">
                <a16:creationId xmlns:a16="http://schemas.microsoft.com/office/drawing/2014/main" id="{1D33751E-96F0-E6C4-FEF9-998A781E025C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6">
            <a:extLst>
              <a:ext uri="{FF2B5EF4-FFF2-40B4-BE49-F238E27FC236}">
                <a16:creationId xmlns:a16="http://schemas.microsoft.com/office/drawing/2014/main" id="{E3D19A8A-AB0B-ABF6-2B32-9714BA6F0622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7">
            <a:extLst>
              <a:ext uri="{FF2B5EF4-FFF2-40B4-BE49-F238E27FC236}">
                <a16:creationId xmlns:a16="http://schemas.microsoft.com/office/drawing/2014/main" id="{06691FBE-3363-C5D2-5DE6-97A92284652D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8">
            <a:extLst>
              <a:ext uri="{FF2B5EF4-FFF2-40B4-BE49-F238E27FC236}">
                <a16:creationId xmlns:a16="http://schemas.microsoft.com/office/drawing/2014/main" id="{8F0E3210-8AC3-6EFD-E6EB-E192048ACFAF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9">
            <a:extLst>
              <a:ext uri="{FF2B5EF4-FFF2-40B4-BE49-F238E27FC236}">
                <a16:creationId xmlns:a16="http://schemas.microsoft.com/office/drawing/2014/main" id="{CCD555FA-0255-B64D-9DF6-94ACC5C57FF0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30">
            <a:extLst>
              <a:ext uri="{FF2B5EF4-FFF2-40B4-BE49-F238E27FC236}">
                <a16:creationId xmlns:a16="http://schemas.microsoft.com/office/drawing/2014/main" id="{3225B5D0-55E9-8835-08DD-A505CBF5A77D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325151B9-E2BA-1C7D-4138-F41FB7026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1050925" y="633417"/>
            <a:ext cx="10317203" cy="8309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 i="0" u="none" kern="0" spc="0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3847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8">
            <a:extLst>
              <a:ext uri="{FF2B5EF4-FFF2-40B4-BE49-F238E27FC236}">
                <a16:creationId xmlns:a16="http://schemas.microsoft.com/office/drawing/2014/main" id="{A9FEA0DD-52BE-A52C-7D71-11E241DC18F5}"/>
              </a:ext>
            </a:extLst>
          </p:cNvPr>
          <p:cNvSpPr/>
          <p:nvPr/>
        </p:nvSpPr>
        <p:spPr bwMode="white">
          <a:xfrm>
            <a:off x="0" y="0"/>
            <a:ext cx="13927138" cy="1130935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57923D6D-CFD4-7DF6-8170-2926123CEDF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6F242-C354-DA2C-9BEC-6741ED8AB1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92" b="129"/>
          <a:stretch>
            <a:fillRect/>
          </a:stretch>
        </p:blipFill>
        <p:spPr>
          <a:xfrm rot="120000">
            <a:off x="10829745" y="5619725"/>
            <a:ext cx="4443393" cy="5700108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C5E49-E0ED-EE35-B58F-534A2E65610F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4A8D103-CF20-3743-855F-469B411E9BC8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052B94FA-21EF-7113-FCA9-1CAFB2051217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D9FEF2A0-8934-42BA-D882-0885F3D71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8" name="Freeform: Shape 31">
                <a:extLst>
                  <a:ext uri="{FF2B5EF4-FFF2-40B4-BE49-F238E27FC236}">
                    <a16:creationId xmlns:a16="http://schemas.microsoft.com/office/drawing/2014/main" id="{3B7B63BC-3FC7-204E-100C-154E3B94ED76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32">
                <a:extLst>
                  <a:ext uri="{FF2B5EF4-FFF2-40B4-BE49-F238E27FC236}">
                    <a16:creationId xmlns:a16="http://schemas.microsoft.com/office/drawing/2014/main" id="{18D1BB48-7E04-BAC0-0A14-CD5A019C55CF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3">
                <a:extLst>
                  <a:ext uri="{FF2B5EF4-FFF2-40B4-BE49-F238E27FC236}">
                    <a16:creationId xmlns:a16="http://schemas.microsoft.com/office/drawing/2014/main" id="{65FEF41A-4B70-8F82-A62E-FCD25B13D390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4">
                <a:extLst>
                  <a:ext uri="{FF2B5EF4-FFF2-40B4-BE49-F238E27FC236}">
                    <a16:creationId xmlns:a16="http://schemas.microsoft.com/office/drawing/2014/main" id="{5CB886CC-02C9-06F3-50E2-422C598FBD56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5">
                <a:extLst>
                  <a:ext uri="{FF2B5EF4-FFF2-40B4-BE49-F238E27FC236}">
                    <a16:creationId xmlns:a16="http://schemas.microsoft.com/office/drawing/2014/main" id="{6FD6F6FA-9C23-0750-9F81-D49F0454636C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7BE85135-0B98-F93A-E6B2-F872EAB7A4EF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1CBF564F-FDA5-6B7C-97E1-1C208EF69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9" name="Freeform: Shape 23">
                <a:extLst>
                  <a:ext uri="{FF2B5EF4-FFF2-40B4-BE49-F238E27FC236}">
                    <a16:creationId xmlns:a16="http://schemas.microsoft.com/office/drawing/2014/main" id="{A9917DE3-0950-3D1A-F431-1EBDBD07102F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Freeform: Shape 24">
                <a:extLst>
                  <a:ext uri="{FF2B5EF4-FFF2-40B4-BE49-F238E27FC236}">
                    <a16:creationId xmlns:a16="http://schemas.microsoft.com/office/drawing/2014/main" id="{92337170-3E4F-6DAE-3769-7BECF3FC0FDD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5">
                <a:extLst>
                  <a:ext uri="{FF2B5EF4-FFF2-40B4-BE49-F238E27FC236}">
                    <a16:creationId xmlns:a16="http://schemas.microsoft.com/office/drawing/2014/main" id="{26899D22-3793-D5D7-1380-87C58A7DBBAB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6">
                <a:extLst>
                  <a:ext uri="{FF2B5EF4-FFF2-40B4-BE49-F238E27FC236}">
                    <a16:creationId xmlns:a16="http://schemas.microsoft.com/office/drawing/2014/main" id="{C445B114-C110-F1D2-340F-3D441A73215F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7">
                <a:extLst>
                  <a:ext uri="{FF2B5EF4-FFF2-40B4-BE49-F238E27FC236}">
                    <a16:creationId xmlns:a16="http://schemas.microsoft.com/office/drawing/2014/main" id="{1B34B39F-8B89-79D1-A7AC-84F6DC23F300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8">
                <a:extLst>
                  <a:ext uri="{FF2B5EF4-FFF2-40B4-BE49-F238E27FC236}">
                    <a16:creationId xmlns:a16="http://schemas.microsoft.com/office/drawing/2014/main" id="{242247C7-0C49-F778-F4E1-6B8A98C6D94F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9">
                <a:extLst>
                  <a:ext uri="{FF2B5EF4-FFF2-40B4-BE49-F238E27FC236}">
                    <a16:creationId xmlns:a16="http://schemas.microsoft.com/office/drawing/2014/main" id="{59D212A7-A570-A950-3EA7-B21431BBACF9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30">
                <a:extLst>
                  <a:ext uri="{FF2B5EF4-FFF2-40B4-BE49-F238E27FC236}">
                    <a16:creationId xmlns:a16="http://schemas.microsoft.com/office/drawing/2014/main" id="{52F44F31-E3E5-963D-C854-A205DEC3AE7B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4" name="object 5">
            <a:extLst>
              <a:ext uri="{FF2B5EF4-FFF2-40B4-BE49-F238E27FC236}">
                <a16:creationId xmlns:a16="http://schemas.microsoft.com/office/drawing/2014/main" id="{DE7DEA2F-24F8-EE1E-6850-3E8FB3DB6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1050925" y="633417"/>
            <a:ext cx="10317203" cy="8309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 i="0" u="none" kern="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591586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26E7584A-0719-6854-64E6-D46780C66BD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65108-7CAF-8922-BFDA-CF046321C723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70843B07-316A-0141-958C-1933D65A7068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Freeform: Shape 12">
            <a:extLst>
              <a:ext uri="{FF2B5EF4-FFF2-40B4-BE49-F238E27FC236}">
                <a16:creationId xmlns:a16="http://schemas.microsoft.com/office/drawing/2014/main" id="{1ADFB2AE-4F81-912A-27C6-82F94745FD62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5" name="Freeform: Shape 13">
            <a:extLst>
              <a:ext uri="{FF2B5EF4-FFF2-40B4-BE49-F238E27FC236}">
                <a16:creationId xmlns:a16="http://schemas.microsoft.com/office/drawing/2014/main" id="{26D3AE55-BFEF-F8A8-A320-34601DA24367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96222EF5-A720-67C7-964D-DB69D3561607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0C603CF3-76A4-E8B5-B33A-27A173A6A277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6">
            <a:extLst>
              <a:ext uri="{FF2B5EF4-FFF2-40B4-BE49-F238E27FC236}">
                <a16:creationId xmlns:a16="http://schemas.microsoft.com/office/drawing/2014/main" id="{AC667D74-007C-E83E-3A96-EAC5FD490276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7">
            <a:extLst>
              <a:ext uri="{FF2B5EF4-FFF2-40B4-BE49-F238E27FC236}">
                <a16:creationId xmlns:a16="http://schemas.microsoft.com/office/drawing/2014/main" id="{A0F33AF0-2507-EFCA-F61B-F6CD3C845E01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D1E9B49B-B512-4AE3-4A6D-90DE56A78A44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9">
            <a:extLst>
              <a:ext uri="{FF2B5EF4-FFF2-40B4-BE49-F238E27FC236}">
                <a16:creationId xmlns:a16="http://schemas.microsoft.com/office/drawing/2014/main" id="{E79A6F1F-9062-697F-BD0D-0CC6C874F83A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0">
            <a:extLst>
              <a:ext uri="{FF2B5EF4-FFF2-40B4-BE49-F238E27FC236}">
                <a16:creationId xmlns:a16="http://schemas.microsoft.com/office/drawing/2014/main" id="{7012F6D6-49D7-DA20-E2E3-897549E14E18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1">
            <a:extLst>
              <a:ext uri="{FF2B5EF4-FFF2-40B4-BE49-F238E27FC236}">
                <a16:creationId xmlns:a16="http://schemas.microsoft.com/office/drawing/2014/main" id="{9F6AE6F0-7153-FD5B-CB64-1E09A5F25BAC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2">
            <a:extLst>
              <a:ext uri="{FF2B5EF4-FFF2-40B4-BE49-F238E27FC236}">
                <a16:creationId xmlns:a16="http://schemas.microsoft.com/office/drawing/2014/main" id="{CB643CDE-1C66-A92A-2518-169C608079BA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3">
            <a:extLst>
              <a:ext uri="{FF2B5EF4-FFF2-40B4-BE49-F238E27FC236}">
                <a16:creationId xmlns:a16="http://schemas.microsoft.com/office/drawing/2014/main" id="{9DBCB026-032A-A9E8-8970-CFF71700C601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4">
            <a:extLst>
              <a:ext uri="{FF2B5EF4-FFF2-40B4-BE49-F238E27FC236}">
                <a16:creationId xmlns:a16="http://schemas.microsoft.com/office/drawing/2014/main" id="{676CF02C-61BF-65AB-C060-4D2456B3FA8C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5">
            <a:extLst>
              <a:ext uri="{FF2B5EF4-FFF2-40B4-BE49-F238E27FC236}">
                <a16:creationId xmlns:a16="http://schemas.microsoft.com/office/drawing/2014/main" id="{A7AAA65F-96C1-6982-D573-05F08466C971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50139696-114E-70C5-A3DB-EAC45F014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38846" y="6309910"/>
            <a:ext cx="17922893" cy="2649321"/>
          </a:xfrm>
        </p:spPr>
        <p:txBody>
          <a:bodyPr anchor="b">
            <a:noAutofit/>
          </a:bodyPr>
          <a:lstStyle>
            <a:lvl1pPr marL="0" algn="l" defTabSz="914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8800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4622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5A8A9B5E-07E2-FA90-F49C-7D6FB8E2766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4582F8-0AC9-E6EF-D024-FF7D61668297}"/>
              </a:ext>
            </a:extLst>
          </p:cNvPr>
          <p:cNvSpPr/>
          <p:nvPr/>
        </p:nvSpPr>
        <p:spPr bwMode="white">
          <a:xfrm>
            <a:off x="1143000" y="1031875"/>
            <a:ext cx="1536700" cy="1538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50928" y="6309910"/>
            <a:ext cx="17910812" cy="264932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88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22904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rgbClr val="003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A5BDE9-15BF-5E46-64B9-EE4D336201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8" b="42"/>
          <a:stretch>
            <a:fillRect/>
          </a:stretch>
        </p:blipFill>
        <p:spPr>
          <a:xfrm rot="16200000" flipH="1">
            <a:off x="11208689" y="167868"/>
            <a:ext cx="1268562" cy="16522268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43107044-12EF-D3E9-070E-CA0E4A75EB83}"/>
              </a:ext>
            </a:extLst>
          </p:cNvPr>
          <p:cNvSpPr/>
          <p:nvPr/>
        </p:nvSpPr>
        <p:spPr bwMode="white">
          <a:xfrm flipH="1">
            <a:off x="0" y="0"/>
            <a:ext cx="20104100" cy="9675813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004331"/>
          </a:solidFill>
          <a:ln>
            <a:noFill/>
          </a:ln>
          <a:effectLst/>
        </p:spPr>
        <p:txBody>
          <a:bodyPr tIns="45719" bIns="45719"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000000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75402-0A57-B6BA-27FB-64E486812475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4A78471-9D1D-EB4F-B727-3FF92964C7AF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Freeform: Shape 8">
            <a:extLst>
              <a:ext uri="{FF2B5EF4-FFF2-40B4-BE49-F238E27FC236}">
                <a16:creationId xmlns:a16="http://schemas.microsoft.com/office/drawing/2014/main" id="{9082B33F-2243-737C-CCFF-1365E80C119C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5A5913BA-4B57-81E7-246F-BC7D613CA6DE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2EF99227-FF14-E89B-3872-5C3FD9DF0E2F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82B18133-7085-4464-27CD-CD1733821773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2">
            <a:extLst>
              <a:ext uri="{FF2B5EF4-FFF2-40B4-BE49-F238E27FC236}">
                <a16:creationId xmlns:a16="http://schemas.microsoft.com/office/drawing/2014/main" id="{57CC19EA-A4CF-D120-9AE0-E9B3BBDD89F2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3">
            <a:extLst>
              <a:ext uri="{FF2B5EF4-FFF2-40B4-BE49-F238E27FC236}">
                <a16:creationId xmlns:a16="http://schemas.microsoft.com/office/drawing/2014/main" id="{CD63C694-E0A7-BBAB-75D5-9BCBEA6A0A4B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4">
            <a:extLst>
              <a:ext uri="{FF2B5EF4-FFF2-40B4-BE49-F238E27FC236}">
                <a16:creationId xmlns:a16="http://schemas.microsoft.com/office/drawing/2014/main" id="{B376BD66-1E0D-DD1A-2461-3199ECD9CDEB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5">
            <a:extLst>
              <a:ext uri="{FF2B5EF4-FFF2-40B4-BE49-F238E27FC236}">
                <a16:creationId xmlns:a16="http://schemas.microsoft.com/office/drawing/2014/main" id="{C4489ABE-CFCF-CE8A-4DDD-4B6C0C144553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16">
            <a:extLst>
              <a:ext uri="{FF2B5EF4-FFF2-40B4-BE49-F238E27FC236}">
                <a16:creationId xmlns:a16="http://schemas.microsoft.com/office/drawing/2014/main" id="{BBC8235B-FBAB-DBCC-CBBC-BF1C0DD3C16E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17">
            <a:extLst>
              <a:ext uri="{FF2B5EF4-FFF2-40B4-BE49-F238E27FC236}">
                <a16:creationId xmlns:a16="http://schemas.microsoft.com/office/drawing/2014/main" id="{94649D33-65FC-B463-C6DB-8C4D03E20CCE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1C54035F-C4E0-BA4D-9230-AC20CF925A53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AA178C87-8C70-6F25-EE7C-15A27A0A1F2C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2908E6C3-F7AB-0C3A-0A2A-5A1577FD59F7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1">
            <a:extLst>
              <a:ext uri="{FF2B5EF4-FFF2-40B4-BE49-F238E27FC236}">
                <a16:creationId xmlns:a16="http://schemas.microsoft.com/office/drawing/2014/main" id="{47E68935-31C7-B426-A253-9243908D81D7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46741C90-E815-4ADA-DDDC-DD8B68A0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0267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B098767D-F1C5-8295-12A9-E88CD507831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2D570-9F24-53EB-B672-18118056E40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F3AA17D4-F342-0E40-995F-57EB05FB77E9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Freeform: Shape 13">
            <a:extLst>
              <a:ext uri="{FF2B5EF4-FFF2-40B4-BE49-F238E27FC236}">
                <a16:creationId xmlns:a16="http://schemas.microsoft.com/office/drawing/2014/main" id="{5D081C20-A716-BB3F-A936-C04F940C2677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96BE7827-4527-FB5A-E121-07A18B01E8FF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0CA3D6A9-11D4-EC3F-9902-1AF3F1BE23DF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8AA83625-0491-EB9C-4DC2-5D45EDFB27DF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83AF6AF0-E812-A67E-D314-C794E38F2427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0DD440F4-BC5A-1C59-680E-5B13482426B4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D50FD5CD-4A6E-9A0C-7E8C-C33C77262227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0">
            <a:extLst>
              <a:ext uri="{FF2B5EF4-FFF2-40B4-BE49-F238E27FC236}">
                <a16:creationId xmlns:a16="http://schemas.microsoft.com/office/drawing/2014/main" id="{6C86E58E-C8BE-9429-3B5F-FD40C4145D71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1">
            <a:extLst>
              <a:ext uri="{FF2B5EF4-FFF2-40B4-BE49-F238E27FC236}">
                <a16:creationId xmlns:a16="http://schemas.microsoft.com/office/drawing/2014/main" id="{D60657F8-1EFB-333D-8B58-4C6DD8B6EFBD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2">
            <a:extLst>
              <a:ext uri="{FF2B5EF4-FFF2-40B4-BE49-F238E27FC236}">
                <a16:creationId xmlns:a16="http://schemas.microsoft.com/office/drawing/2014/main" id="{3A647C6E-6A37-1C97-11D8-F5A8226C1393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3">
            <a:extLst>
              <a:ext uri="{FF2B5EF4-FFF2-40B4-BE49-F238E27FC236}">
                <a16:creationId xmlns:a16="http://schemas.microsoft.com/office/drawing/2014/main" id="{B1397C5B-148A-74D4-87D7-E242C4D9CC8E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4">
            <a:extLst>
              <a:ext uri="{FF2B5EF4-FFF2-40B4-BE49-F238E27FC236}">
                <a16:creationId xmlns:a16="http://schemas.microsoft.com/office/drawing/2014/main" id="{8F207CF6-7B58-0C79-4D6C-CB470B7461F4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5">
            <a:extLst>
              <a:ext uri="{FF2B5EF4-FFF2-40B4-BE49-F238E27FC236}">
                <a16:creationId xmlns:a16="http://schemas.microsoft.com/office/drawing/2014/main" id="{BBCABBC9-2DCF-3A2C-4AFC-888736881E26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6">
            <a:extLst>
              <a:ext uri="{FF2B5EF4-FFF2-40B4-BE49-F238E27FC236}">
                <a16:creationId xmlns:a16="http://schemas.microsoft.com/office/drawing/2014/main" id="{DC2DC185-C711-6D4C-246B-9A18062997D4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EAFBF63E-5579-04BB-FBA7-DAEF30FE3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0925" y="633417"/>
            <a:ext cx="16054285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945512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7DE366D-A00D-5D78-5752-C63AF767D8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1060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7A8295-C78D-C2DC-9988-CDC1EF24DE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96304141-CE10-4E28-3BB2-69F0CC2F16F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8402025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68B7D6D-BDAA-6A23-9A4A-CD3436C49F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116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21E27F-0648-74CC-EE12-D08723A3D3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C558160C-CCD3-F087-0E7A-0DDBB273436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E8059-396B-C581-3B65-35161DA1CF62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8172A755-1702-5A4B-8057-E6BD908783B3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Freeform: Shape 10">
            <a:extLst>
              <a:ext uri="{FF2B5EF4-FFF2-40B4-BE49-F238E27FC236}">
                <a16:creationId xmlns:a16="http://schemas.microsoft.com/office/drawing/2014/main" id="{605683A6-BBEB-1715-B567-361A7E190148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BD50D280-FD06-3907-73A6-7ED8209B101B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2">
            <a:extLst>
              <a:ext uri="{FF2B5EF4-FFF2-40B4-BE49-F238E27FC236}">
                <a16:creationId xmlns:a16="http://schemas.microsoft.com/office/drawing/2014/main" id="{BD5F6C3D-AAAA-BAC5-6468-27D3E5131402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9BEF7C8A-F3F7-68BF-2F95-5205BEE35463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4">
            <a:extLst>
              <a:ext uri="{FF2B5EF4-FFF2-40B4-BE49-F238E27FC236}">
                <a16:creationId xmlns:a16="http://schemas.microsoft.com/office/drawing/2014/main" id="{5A80F03A-9EA8-C38A-486D-664BC8738107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5">
            <a:extLst>
              <a:ext uri="{FF2B5EF4-FFF2-40B4-BE49-F238E27FC236}">
                <a16:creationId xmlns:a16="http://schemas.microsoft.com/office/drawing/2014/main" id="{CB722D98-9AF1-4F48-76AD-F20582EC239B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D0024C9C-1C23-744A-B031-7A2B80FDB160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7E80D844-B8F6-E346-C6C5-8723101F7D67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18">
            <a:extLst>
              <a:ext uri="{FF2B5EF4-FFF2-40B4-BE49-F238E27FC236}">
                <a16:creationId xmlns:a16="http://schemas.microsoft.com/office/drawing/2014/main" id="{47809768-7677-544A-EA27-E3567CF83D25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EFBAF8D6-FEDD-E1FA-35F9-6CE9679376FC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0">
            <a:extLst>
              <a:ext uri="{FF2B5EF4-FFF2-40B4-BE49-F238E27FC236}">
                <a16:creationId xmlns:a16="http://schemas.microsoft.com/office/drawing/2014/main" id="{784549B7-D651-F120-19ED-1D019E7C19EC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1">
            <a:extLst>
              <a:ext uri="{FF2B5EF4-FFF2-40B4-BE49-F238E27FC236}">
                <a16:creationId xmlns:a16="http://schemas.microsoft.com/office/drawing/2014/main" id="{74AF9E8C-6D3C-BF52-E9C6-9CF9B927DED7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2">
            <a:extLst>
              <a:ext uri="{FF2B5EF4-FFF2-40B4-BE49-F238E27FC236}">
                <a16:creationId xmlns:a16="http://schemas.microsoft.com/office/drawing/2014/main" id="{EA8708C9-57C2-F525-2450-5982D9AC0883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BCCA036B-90F3-4E72-C22B-9BF700FD50B9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EE2761E9-B198-C95E-3E8C-667B4EF17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9524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D69E311-05C2-B475-FDE7-95756682BE4A}"/>
              </a:ext>
            </a:extLst>
          </p:cNvPr>
          <p:cNvSpPr txBox="1"/>
          <p:nvPr/>
        </p:nvSpPr>
        <p:spPr>
          <a:xfrm>
            <a:off x="1054100" y="4875213"/>
            <a:ext cx="5535613" cy="1219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3" fontAlgn="auto">
              <a:spcAft>
                <a:spcPts val="0"/>
              </a:spcAft>
              <a:defRPr/>
            </a:pPr>
            <a:r>
              <a:rPr lang="en-US" sz="8800" b="1">
                <a:solidFill>
                  <a:srgbClr val="004331"/>
                </a:solidFill>
                <a:sym typeface="Trebuchet MS" panose="020B0703020202090204" pitchFamily="34" charset="0"/>
              </a:rPr>
              <a:t>Disclaimer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CE4860-0BFD-4231-6E8D-4B29CC8FA6C1}"/>
              </a:ext>
            </a:extLst>
          </p:cNvPr>
          <p:cNvCxnSpPr/>
          <p:nvPr/>
        </p:nvCxnSpPr>
        <p:spPr>
          <a:xfrm>
            <a:off x="7656513" y="2687638"/>
            <a:ext cx="0" cy="5594350"/>
          </a:xfrm>
          <a:prstGeom prst="line">
            <a:avLst/>
          </a:prstGeom>
          <a:ln w="9525">
            <a:solidFill>
              <a:srgbClr val="004331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E84132FC-5C16-F28D-0B63-83ED4FD0086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723236" y="2688297"/>
            <a:ext cx="10238501" cy="5593873"/>
          </a:xfrm>
        </p:spPr>
        <p:txBody>
          <a:bodyPr wrap="none" anchor="ctr"/>
          <a:lstStyle>
            <a:lvl1pPr>
              <a:defRPr lang="en-US" sz="2401" b="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330613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9449B4-0AFA-2618-DAF2-16A469DAA253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rgbClr val="004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27CCF9-1756-D712-378C-1410FC19F90C}"/>
              </a:ext>
            </a:extLst>
          </p:cNvPr>
          <p:cNvGrpSpPr/>
          <p:nvPr/>
        </p:nvGrpSpPr>
        <p:grpSpPr>
          <a:xfrm>
            <a:off x="10280459" y="3"/>
            <a:ext cx="9851352" cy="11302013"/>
            <a:chOff x="2161310" y="3668712"/>
            <a:chExt cx="9624297" cy="11041521"/>
          </a:xfrm>
          <a:solidFill>
            <a:srgbClr val="FFFFFF"/>
          </a:solidFill>
        </p:grpSpPr>
        <p:sp>
          <p:nvSpPr>
            <p:cNvPr id="4" name="Freeform: Shape 11">
              <a:extLst>
                <a:ext uri="{FF2B5EF4-FFF2-40B4-BE49-F238E27FC236}">
                  <a16:creationId xmlns:a16="http://schemas.microsoft.com/office/drawing/2014/main" id="{EF3CD686-1FE3-CF0F-CB79-FBFA65C95C4F}"/>
                </a:ext>
              </a:extLst>
            </p:cNvPr>
            <p:cNvSpPr/>
            <p:nvPr/>
          </p:nvSpPr>
          <p:spPr>
            <a:xfrm>
              <a:off x="2985204" y="5019737"/>
              <a:ext cx="8793514" cy="2667180"/>
            </a:xfrm>
            <a:custGeom>
              <a:avLst/>
              <a:gdLst>
                <a:gd name="connsiteX0" fmla="*/ 8793514 w 8793514"/>
                <a:gd name="connsiteY0" fmla="*/ 2508181 h 2667180"/>
                <a:gd name="connsiteX1" fmla="*/ 8790599 w 8793514"/>
                <a:gd name="connsiteY1" fmla="*/ 2507915 h 2667180"/>
                <a:gd name="connsiteX2" fmla="*/ 5290734 w 8793514"/>
                <a:gd name="connsiteY2" fmla="*/ 2507915 h 2667180"/>
                <a:gd name="connsiteX3" fmla="*/ 114209 w 8793514"/>
                <a:gd name="connsiteY3" fmla="*/ 7898 h 2667180"/>
                <a:gd name="connsiteX4" fmla="*/ 7943 w 8793514"/>
                <a:gd name="connsiteY4" fmla="*/ 44998 h 2667180"/>
                <a:gd name="connsiteX5" fmla="*/ 45044 w 8793514"/>
                <a:gd name="connsiteY5" fmla="*/ 151263 h 2667180"/>
                <a:gd name="connsiteX6" fmla="*/ 5237999 w 8793514"/>
                <a:gd name="connsiteY6" fmla="*/ 2659231 h 2667180"/>
                <a:gd name="connsiteX7" fmla="*/ 5272449 w 8793514"/>
                <a:gd name="connsiteY7" fmla="*/ 2667181 h 2667180"/>
                <a:gd name="connsiteX8" fmla="*/ 8790334 w 8793514"/>
                <a:gd name="connsiteY8" fmla="*/ 2667181 h 2667180"/>
                <a:gd name="connsiteX9" fmla="*/ 8793249 w 8793514"/>
                <a:gd name="connsiteY9" fmla="*/ 2666916 h 2667180"/>
                <a:gd name="connsiteX10" fmla="*/ 8793249 w 8793514"/>
                <a:gd name="connsiteY10" fmla="*/ 2508445 h 2667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93514" h="2667180">
                  <a:moveTo>
                    <a:pt x="8793514" y="2508181"/>
                  </a:moveTo>
                  <a:cubicBezTo>
                    <a:pt x="8793514" y="2508181"/>
                    <a:pt x="8791659" y="2507915"/>
                    <a:pt x="8790599" y="2507915"/>
                  </a:cubicBezTo>
                  <a:lnTo>
                    <a:pt x="5290734" y="2507915"/>
                  </a:lnTo>
                  <a:lnTo>
                    <a:pt x="114209" y="7898"/>
                  </a:lnTo>
                  <a:cubicBezTo>
                    <a:pt x="74459" y="-11182"/>
                    <a:pt x="27023" y="5513"/>
                    <a:pt x="7943" y="44998"/>
                  </a:cubicBezTo>
                  <a:cubicBezTo>
                    <a:pt x="-11137" y="84483"/>
                    <a:pt x="5293" y="132183"/>
                    <a:pt x="45044" y="151263"/>
                  </a:cubicBezTo>
                  <a:lnTo>
                    <a:pt x="5237999" y="2659231"/>
                  </a:lnTo>
                  <a:cubicBezTo>
                    <a:pt x="5248864" y="2664531"/>
                    <a:pt x="5260524" y="2667181"/>
                    <a:pt x="5272449" y="2667181"/>
                  </a:cubicBezTo>
                  <a:lnTo>
                    <a:pt x="8790334" y="2667181"/>
                  </a:lnTo>
                  <a:cubicBezTo>
                    <a:pt x="8790334" y="2667181"/>
                    <a:pt x="8792189" y="2667181"/>
                    <a:pt x="8793249" y="2666916"/>
                  </a:cubicBezTo>
                  <a:lnTo>
                    <a:pt x="8793249" y="2508445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AB13E549-5666-DB1A-1A6B-13FF75804D39}"/>
                </a:ext>
              </a:extLst>
            </p:cNvPr>
            <p:cNvSpPr/>
            <p:nvPr/>
          </p:nvSpPr>
          <p:spPr>
            <a:xfrm>
              <a:off x="5282223" y="10161760"/>
              <a:ext cx="6496229" cy="4548473"/>
            </a:xfrm>
            <a:custGeom>
              <a:avLst/>
              <a:gdLst>
                <a:gd name="connsiteX0" fmla="*/ 199281 w 6496229"/>
                <a:gd name="connsiteY0" fmla="*/ 4548473 h 4548473"/>
                <a:gd name="connsiteX1" fmla="*/ 438311 w 6496229"/>
                <a:gd name="connsiteY1" fmla="*/ 4231002 h 4548473"/>
                <a:gd name="connsiteX2" fmla="*/ 1873820 w 6496229"/>
                <a:gd name="connsiteY2" fmla="*/ 4231002 h 4548473"/>
                <a:gd name="connsiteX3" fmla="*/ 1942721 w 6496229"/>
                <a:gd name="connsiteY3" fmla="*/ 4191252 h 4548473"/>
                <a:gd name="connsiteX4" fmla="*/ 4280028 w 6496229"/>
                <a:gd name="connsiteY4" fmla="*/ 159000 h 4548473"/>
                <a:gd name="connsiteX5" fmla="*/ 6493314 w 6496229"/>
                <a:gd name="connsiteY5" fmla="*/ 159000 h 4548473"/>
                <a:gd name="connsiteX6" fmla="*/ 6496229 w 6496229"/>
                <a:gd name="connsiteY6" fmla="*/ 158735 h 4548473"/>
                <a:gd name="connsiteX7" fmla="*/ 6496229 w 6496229"/>
                <a:gd name="connsiteY7" fmla="*/ 265 h 4548473"/>
                <a:gd name="connsiteX8" fmla="*/ 6493314 w 6496229"/>
                <a:gd name="connsiteY8" fmla="*/ 0 h 4548473"/>
                <a:gd name="connsiteX9" fmla="*/ 4234182 w 6496229"/>
                <a:gd name="connsiteY9" fmla="*/ 0 h 4548473"/>
                <a:gd name="connsiteX10" fmla="*/ 4165283 w 6496229"/>
                <a:gd name="connsiteY10" fmla="*/ 39750 h 4548473"/>
                <a:gd name="connsiteX11" fmla="*/ 1827975 w 6496229"/>
                <a:gd name="connsiteY11" fmla="*/ 4072002 h 4548473"/>
                <a:gd name="connsiteX12" fmla="*/ 398561 w 6496229"/>
                <a:gd name="connsiteY12" fmla="*/ 4072002 h 4548473"/>
                <a:gd name="connsiteX13" fmla="*/ 334961 w 6496229"/>
                <a:gd name="connsiteY13" fmla="*/ 4103802 h 4548473"/>
                <a:gd name="connsiteX14" fmla="*/ 0 w 6496229"/>
                <a:gd name="connsiteY14" fmla="*/ 4548473 h 4548473"/>
                <a:gd name="connsiteX15" fmla="*/ 199016 w 6496229"/>
                <a:gd name="connsiteY15" fmla="*/ 4548473 h 454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96229" h="4548473">
                  <a:moveTo>
                    <a:pt x="199281" y="4548473"/>
                  </a:moveTo>
                  <a:lnTo>
                    <a:pt x="438311" y="4231002"/>
                  </a:lnTo>
                  <a:lnTo>
                    <a:pt x="1873820" y="4231002"/>
                  </a:lnTo>
                  <a:cubicBezTo>
                    <a:pt x="1902176" y="4231002"/>
                    <a:pt x="1928411" y="4215897"/>
                    <a:pt x="1942721" y="4191252"/>
                  </a:cubicBezTo>
                  <a:lnTo>
                    <a:pt x="4280028" y="159000"/>
                  </a:lnTo>
                  <a:lnTo>
                    <a:pt x="6493314" y="159000"/>
                  </a:lnTo>
                  <a:cubicBezTo>
                    <a:pt x="6493314" y="159000"/>
                    <a:pt x="6495169" y="159000"/>
                    <a:pt x="6496229" y="158735"/>
                  </a:cubicBezTo>
                  <a:lnTo>
                    <a:pt x="6496229" y="265"/>
                  </a:lnTo>
                  <a:cubicBezTo>
                    <a:pt x="6496229" y="265"/>
                    <a:pt x="6494374" y="0"/>
                    <a:pt x="6493314" y="0"/>
                  </a:cubicBezTo>
                  <a:lnTo>
                    <a:pt x="4234182" y="0"/>
                  </a:lnTo>
                  <a:cubicBezTo>
                    <a:pt x="4205828" y="0"/>
                    <a:pt x="4179592" y="15105"/>
                    <a:pt x="4165283" y="39750"/>
                  </a:cubicBezTo>
                  <a:lnTo>
                    <a:pt x="1827975" y="4072002"/>
                  </a:lnTo>
                  <a:lnTo>
                    <a:pt x="398561" y="4072002"/>
                  </a:lnTo>
                  <a:cubicBezTo>
                    <a:pt x="373651" y="4072002"/>
                    <a:pt x="350066" y="4083662"/>
                    <a:pt x="334961" y="4103802"/>
                  </a:cubicBezTo>
                  <a:lnTo>
                    <a:pt x="0" y="4548473"/>
                  </a:lnTo>
                  <a:lnTo>
                    <a:pt x="199016" y="4548473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6" name="Freeform: Shape 13">
              <a:extLst>
                <a:ext uri="{FF2B5EF4-FFF2-40B4-BE49-F238E27FC236}">
                  <a16:creationId xmlns:a16="http://schemas.microsoft.com/office/drawing/2014/main" id="{33E2554C-27EC-44AE-D0A8-69CCA7FE6674}"/>
                </a:ext>
              </a:extLst>
            </p:cNvPr>
            <p:cNvSpPr/>
            <p:nvPr/>
          </p:nvSpPr>
          <p:spPr>
            <a:xfrm>
              <a:off x="4032215" y="9325418"/>
              <a:ext cx="7746767" cy="3365244"/>
            </a:xfrm>
            <a:custGeom>
              <a:avLst/>
              <a:gdLst>
                <a:gd name="connsiteX0" fmla="*/ 7746503 w 7746767"/>
                <a:gd name="connsiteY0" fmla="*/ 0 h 3365244"/>
                <a:gd name="connsiteX1" fmla="*/ 4367743 w 7746767"/>
                <a:gd name="connsiteY1" fmla="*/ 0 h 3365244"/>
                <a:gd name="connsiteX2" fmla="*/ 4299903 w 7746767"/>
                <a:gd name="connsiteY2" fmla="*/ 37895 h 3365244"/>
                <a:gd name="connsiteX3" fmla="*/ 2356122 w 7746767"/>
                <a:gd name="connsiteY3" fmla="*/ 3206245 h 3365244"/>
                <a:gd name="connsiteX4" fmla="*/ 79500 w 7746767"/>
                <a:gd name="connsiteY4" fmla="*/ 3206245 h 3365244"/>
                <a:gd name="connsiteX5" fmla="*/ 0 w 7746767"/>
                <a:gd name="connsiteY5" fmla="*/ 3285745 h 3365244"/>
                <a:gd name="connsiteX6" fmla="*/ 79500 w 7746767"/>
                <a:gd name="connsiteY6" fmla="*/ 3365245 h 3365244"/>
                <a:gd name="connsiteX7" fmla="*/ 2400642 w 7746767"/>
                <a:gd name="connsiteY7" fmla="*/ 3365245 h 3365244"/>
                <a:gd name="connsiteX8" fmla="*/ 2468482 w 7746767"/>
                <a:gd name="connsiteY8" fmla="*/ 3327349 h 3365244"/>
                <a:gd name="connsiteX9" fmla="*/ 4412263 w 7746767"/>
                <a:gd name="connsiteY9" fmla="*/ 159000 h 3365244"/>
                <a:gd name="connsiteX10" fmla="*/ 7746768 w 7746767"/>
                <a:gd name="connsiteY10" fmla="*/ 159000 h 3365244"/>
                <a:gd name="connsiteX11" fmla="*/ 7746768 w 7746767"/>
                <a:gd name="connsiteY11" fmla="*/ 0 h 336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46767" h="3365244">
                  <a:moveTo>
                    <a:pt x="7746503" y="0"/>
                  </a:moveTo>
                  <a:lnTo>
                    <a:pt x="4367743" y="0"/>
                  </a:lnTo>
                  <a:cubicBezTo>
                    <a:pt x="4340183" y="0"/>
                    <a:pt x="4314478" y="14310"/>
                    <a:pt x="4299903" y="37895"/>
                  </a:cubicBezTo>
                  <a:lnTo>
                    <a:pt x="2356122" y="3206245"/>
                  </a:lnTo>
                  <a:lnTo>
                    <a:pt x="79500" y="3206245"/>
                  </a:lnTo>
                  <a:cubicBezTo>
                    <a:pt x="35510" y="3206245"/>
                    <a:pt x="0" y="3241755"/>
                    <a:pt x="0" y="3285745"/>
                  </a:cubicBezTo>
                  <a:cubicBezTo>
                    <a:pt x="0" y="3329734"/>
                    <a:pt x="35510" y="3365245"/>
                    <a:pt x="79500" y="3365245"/>
                  </a:cubicBezTo>
                  <a:lnTo>
                    <a:pt x="2400642" y="3365245"/>
                  </a:lnTo>
                  <a:cubicBezTo>
                    <a:pt x="2428202" y="3365245"/>
                    <a:pt x="2453907" y="3350935"/>
                    <a:pt x="2468482" y="3327349"/>
                  </a:cubicBezTo>
                  <a:lnTo>
                    <a:pt x="4412263" y="159000"/>
                  </a:lnTo>
                  <a:lnTo>
                    <a:pt x="7746768" y="159000"/>
                  </a:lnTo>
                  <a:lnTo>
                    <a:pt x="7746768" y="0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7" name="Freeform: Shape 15">
              <a:extLst>
                <a:ext uri="{FF2B5EF4-FFF2-40B4-BE49-F238E27FC236}">
                  <a16:creationId xmlns:a16="http://schemas.microsoft.com/office/drawing/2014/main" id="{7A747CC7-57E9-D72A-D443-84E9B0D9B9C6}"/>
                </a:ext>
              </a:extLst>
            </p:cNvPr>
            <p:cNvSpPr/>
            <p:nvPr/>
          </p:nvSpPr>
          <p:spPr>
            <a:xfrm>
              <a:off x="2161310" y="3668712"/>
              <a:ext cx="8202039" cy="2949458"/>
            </a:xfrm>
            <a:custGeom>
              <a:avLst/>
              <a:gdLst>
                <a:gd name="connsiteX0" fmla="*/ 8122539 w 8202039"/>
                <a:gd name="connsiteY0" fmla="*/ 1536474 h 2949458"/>
                <a:gd name="connsiteX1" fmla="*/ 8043039 w 8202039"/>
                <a:gd name="connsiteY1" fmla="*/ 1615975 h 2949458"/>
                <a:gd name="connsiteX2" fmla="*/ 8043039 w 8202039"/>
                <a:gd name="connsiteY2" fmla="*/ 2790458 h 2949458"/>
                <a:gd name="connsiteX3" fmla="*/ 5977358 w 8202039"/>
                <a:gd name="connsiteY3" fmla="*/ 2790458 h 2949458"/>
                <a:gd name="connsiteX4" fmla="*/ 357486 w 8202039"/>
                <a:gd name="connsiteY4" fmla="*/ 0 h 2949458"/>
                <a:gd name="connsiteX5" fmla="*/ 0 w 8202039"/>
                <a:gd name="connsiteY5" fmla="*/ 0 h 2949458"/>
                <a:gd name="connsiteX6" fmla="*/ 5923562 w 8202039"/>
                <a:gd name="connsiteY6" fmla="*/ 2941244 h 2949458"/>
                <a:gd name="connsiteX7" fmla="*/ 5958808 w 8202039"/>
                <a:gd name="connsiteY7" fmla="*/ 2949459 h 2949458"/>
                <a:gd name="connsiteX8" fmla="*/ 8122539 w 8202039"/>
                <a:gd name="connsiteY8" fmla="*/ 2949459 h 2949458"/>
                <a:gd name="connsiteX9" fmla="*/ 8202039 w 8202039"/>
                <a:gd name="connsiteY9" fmla="*/ 2869959 h 2949458"/>
                <a:gd name="connsiteX10" fmla="*/ 8202039 w 8202039"/>
                <a:gd name="connsiteY10" fmla="*/ 1615975 h 2949458"/>
                <a:gd name="connsiteX11" fmla="*/ 8122539 w 8202039"/>
                <a:gd name="connsiteY11" fmla="*/ 1536474 h 2949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02039" h="2949458">
                  <a:moveTo>
                    <a:pt x="8122539" y="1536474"/>
                  </a:moveTo>
                  <a:cubicBezTo>
                    <a:pt x="8078549" y="1536474"/>
                    <a:pt x="8043039" y="1571985"/>
                    <a:pt x="8043039" y="1615975"/>
                  </a:cubicBezTo>
                  <a:lnTo>
                    <a:pt x="8043039" y="2790458"/>
                  </a:lnTo>
                  <a:lnTo>
                    <a:pt x="5977358" y="2790458"/>
                  </a:lnTo>
                  <a:lnTo>
                    <a:pt x="357486" y="0"/>
                  </a:lnTo>
                  <a:lnTo>
                    <a:pt x="0" y="0"/>
                  </a:lnTo>
                  <a:lnTo>
                    <a:pt x="5923562" y="2941244"/>
                  </a:lnTo>
                  <a:cubicBezTo>
                    <a:pt x="5934428" y="2946809"/>
                    <a:pt x="5946617" y="2949459"/>
                    <a:pt x="5958808" y="2949459"/>
                  </a:cubicBezTo>
                  <a:lnTo>
                    <a:pt x="8122539" y="2949459"/>
                  </a:lnTo>
                  <a:cubicBezTo>
                    <a:pt x="8166529" y="2949459"/>
                    <a:pt x="8202039" y="2913949"/>
                    <a:pt x="8202039" y="2869959"/>
                  </a:cubicBezTo>
                  <a:lnTo>
                    <a:pt x="8202039" y="1615975"/>
                  </a:lnTo>
                  <a:cubicBezTo>
                    <a:pt x="8202039" y="1571985"/>
                    <a:pt x="8166529" y="1536474"/>
                    <a:pt x="8122539" y="1536474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8" name="Freeform: Shape 16">
              <a:extLst>
                <a:ext uri="{FF2B5EF4-FFF2-40B4-BE49-F238E27FC236}">
                  <a16:creationId xmlns:a16="http://schemas.microsoft.com/office/drawing/2014/main" id="{5BF18B96-488C-D43F-6D85-7182345D9AEE}"/>
                </a:ext>
              </a:extLst>
            </p:cNvPr>
            <p:cNvSpPr/>
            <p:nvPr/>
          </p:nvSpPr>
          <p:spPr>
            <a:xfrm>
              <a:off x="8648904" y="11407529"/>
              <a:ext cx="3129813" cy="2253831"/>
            </a:xfrm>
            <a:custGeom>
              <a:avLst/>
              <a:gdLst>
                <a:gd name="connsiteX0" fmla="*/ 3129814 w 3129813"/>
                <a:gd name="connsiteY0" fmla="*/ 265 h 2253831"/>
                <a:gd name="connsiteX1" fmla="*/ 3126898 w 3129813"/>
                <a:gd name="connsiteY1" fmla="*/ 0 h 2253831"/>
                <a:gd name="connsiteX2" fmla="*/ 1221808 w 3129813"/>
                <a:gd name="connsiteY2" fmla="*/ 0 h 2253831"/>
                <a:gd name="connsiteX3" fmla="*/ 1152113 w 3129813"/>
                <a:gd name="connsiteY3" fmla="*/ 41340 h 2253831"/>
                <a:gd name="connsiteX4" fmla="*/ 9694 w 3129813"/>
                <a:gd name="connsiteY4" fmla="*/ 2136172 h 2253831"/>
                <a:gd name="connsiteX5" fmla="*/ 41494 w 3129813"/>
                <a:gd name="connsiteY5" fmla="*/ 2244026 h 2253831"/>
                <a:gd name="connsiteX6" fmla="*/ 79389 w 3129813"/>
                <a:gd name="connsiteY6" fmla="*/ 2253831 h 2253831"/>
                <a:gd name="connsiteX7" fmla="*/ 149350 w 3129813"/>
                <a:gd name="connsiteY7" fmla="*/ 2212491 h 2253831"/>
                <a:gd name="connsiteX8" fmla="*/ 1268978 w 3129813"/>
                <a:gd name="connsiteY8" fmla="*/ 159000 h 2253831"/>
                <a:gd name="connsiteX9" fmla="*/ 3126898 w 3129813"/>
                <a:gd name="connsiteY9" fmla="*/ 159000 h 2253831"/>
                <a:gd name="connsiteX10" fmla="*/ 3129814 w 3129813"/>
                <a:gd name="connsiteY10" fmla="*/ 158735 h 2253831"/>
                <a:gd name="connsiteX11" fmla="*/ 3129814 w 3129813"/>
                <a:gd name="connsiteY11" fmla="*/ 265 h 225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29813" h="2253831">
                  <a:moveTo>
                    <a:pt x="3129814" y="265"/>
                  </a:moveTo>
                  <a:cubicBezTo>
                    <a:pt x="3129814" y="265"/>
                    <a:pt x="3127959" y="0"/>
                    <a:pt x="3126898" y="0"/>
                  </a:cubicBezTo>
                  <a:lnTo>
                    <a:pt x="1221808" y="0"/>
                  </a:lnTo>
                  <a:cubicBezTo>
                    <a:pt x="1192658" y="0"/>
                    <a:pt x="1165893" y="15900"/>
                    <a:pt x="1152113" y="41340"/>
                  </a:cubicBezTo>
                  <a:lnTo>
                    <a:pt x="9694" y="2136172"/>
                  </a:lnTo>
                  <a:cubicBezTo>
                    <a:pt x="-11241" y="2174862"/>
                    <a:pt x="2804" y="2223092"/>
                    <a:pt x="41494" y="2244026"/>
                  </a:cubicBezTo>
                  <a:cubicBezTo>
                    <a:pt x="53684" y="2250651"/>
                    <a:pt x="66669" y="2253831"/>
                    <a:pt x="79389" y="2253831"/>
                  </a:cubicBezTo>
                  <a:cubicBezTo>
                    <a:pt x="107479" y="2253831"/>
                    <a:pt x="134774" y="2238727"/>
                    <a:pt x="149350" y="2212491"/>
                  </a:cubicBezTo>
                  <a:lnTo>
                    <a:pt x="1268978" y="159000"/>
                  </a:lnTo>
                  <a:lnTo>
                    <a:pt x="3126898" y="159000"/>
                  </a:lnTo>
                  <a:cubicBezTo>
                    <a:pt x="3126898" y="159000"/>
                    <a:pt x="3128754" y="159000"/>
                    <a:pt x="3129814" y="158735"/>
                  </a:cubicBezTo>
                  <a:lnTo>
                    <a:pt x="3129814" y="265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9" name="Freeform: Shape 17">
              <a:extLst>
                <a:ext uri="{FF2B5EF4-FFF2-40B4-BE49-F238E27FC236}">
                  <a16:creationId xmlns:a16="http://schemas.microsoft.com/office/drawing/2014/main" id="{D55166FD-B8B1-02D0-D4C6-BAAEA61FD7AD}"/>
                </a:ext>
              </a:extLst>
            </p:cNvPr>
            <p:cNvSpPr/>
            <p:nvPr/>
          </p:nvSpPr>
          <p:spPr>
            <a:xfrm>
              <a:off x="2759946" y="4794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1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BDC0EAE8-ED89-1CAA-F167-4A8E1D971439}"/>
                </a:ext>
              </a:extLst>
            </p:cNvPr>
            <p:cNvSpPr/>
            <p:nvPr/>
          </p:nvSpPr>
          <p:spPr>
            <a:xfrm>
              <a:off x="8423278" y="13276844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-1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1" y="610032"/>
                    <a:pt x="0" y="473472"/>
                    <a:pt x="0" y="305016"/>
                  </a:cubicBezTo>
                  <a:cubicBezTo>
                    <a:pt x="0" y="136560"/>
                    <a:pt x="136561" y="-1"/>
                    <a:pt x="305016" y="-1"/>
                  </a:cubicBezTo>
                  <a:cubicBezTo>
                    <a:pt x="473472" y="-1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1" name="Freeform: Shape 19">
              <a:extLst>
                <a:ext uri="{FF2B5EF4-FFF2-40B4-BE49-F238E27FC236}">
                  <a16:creationId xmlns:a16="http://schemas.microsoft.com/office/drawing/2014/main" id="{BB74216E-0B15-E3BE-9E5A-DE7DF31D530C}"/>
                </a:ext>
              </a:extLst>
            </p:cNvPr>
            <p:cNvSpPr/>
            <p:nvPr/>
          </p:nvSpPr>
          <p:spPr>
            <a:xfrm>
              <a:off x="9947032" y="5006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F46ED5E7-24BC-2A15-BCD3-1F19E4F5D040}"/>
                </a:ext>
              </a:extLst>
            </p:cNvPr>
            <p:cNvSpPr/>
            <p:nvPr/>
          </p:nvSpPr>
          <p:spPr>
            <a:xfrm>
              <a:off x="8355968" y="4794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1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65CA9F0A-BDF7-79C7-EA08-8CD77C3166E1}"/>
                </a:ext>
              </a:extLst>
            </p:cNvPr>
            <p:cNvSpPr/>
            <p:nvPr/>
          </p:nvSpPr>
          <p:spPr>
            <a:xfrm>
              <a:off x="3806699" y="12305882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1" y="610032"/>
                    <a:pt x="305016" y="610032"/>
                  </a:cubicBezTo>
                  <a:cubicBezTo>
                    <a:pt x="136560" y="610032"/>
                    <a:pt x="0" y="473472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1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FEA073B0-998D-4FE0-A136-625D48BF2EA3}"/>
                </a:ext>
              </a:extLst>
            </p:cNvPr>
            <p:cNvSpPr/>
            <p:nvPr/>
          </p:nvSpPr>
          <p:spPr>
            <a:xfrm>
              <a:off x="11092365" y="4613704"/>
              <a:ext cx="686352" cy="2189966"/>
            </a:xfrm>
            <a:custGeom>
              <a:avLst/>
              <a:gdLst>
                <a:gd name="connsiteX0" fmla="*/ 686353 w 686352"/>
                <a:gd name="connsiteY0" fmla="*/ 2030966 h 2189966"/>
                <a:gd name="connsiteX1" fmla="*/ 159000 w 686352"/>
                <a:gd name="connsiteY1" fmla="*/ 2030966 h 2189966"/>
                <a:gd name="connsiteX2" fmla="*/ 159000 w 686352"/>
                <a:gd name="connsiteY2" fmla="*/ 79500 h 2189966"/>
                <a:gd name="connsiteX3" fmla="*/ 79500 w 686352"/>
                <a:gd name="connsiteY3" fmla="*/ 0 h 2189966"/>
                <a:gd name="connsiteX4" fmla="*/ 0 w 686352"/>
                <a:gd name="connsiteY4" fmla="*/ 79500 h 2189966"/>
                <a:gd name="connsiteX5" fmla="*/ 0 w 686352"/>
                <a:gd name="connsiteY5" fmla="*/ 2110466 h 2189966"/>
                <a:gd name="connsiteX6" fmla="*/ 79500 w 686352"/>
                <a:gd name="connsiteY6" fmla="*/ 2189967 h 2189966"/>
                <a:gd name="connsiteX7" fmla="*/ 686353 w 686352"/>
                <a:gd name="connsiteY7" fmla="*/ 2189967 h 2189966"/>
                <a:gd name="connsiteX8" fmla="*/ 686353 w 686352"/>
                <a:gd name="connsiteY8" fmla="*/ 2030966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352" h="2189966">
                  <a:moveTo>
                    <a:pt x="686353" y="2030966"/>
                  </a:moveTo>
                  <a:lnTo>
                    <a:pt x="159000" y="2030966"/>
                  </a:lnTo>
                  <a:lnTo>
                    <a:pt x="159000" y="79500"/>
                  </a:lnTo>
                  <a:cubicBezTo>
                    <a:pt x="159000" y="35510"/>
                    <a:pt x="123490" y="0"/>
                    <a:pt x="79500" y="0"/>
                  </a:cubicBezTo>
                  <a:cubicBezTo>
                    <a:pt x="35510" y="0"/>
                    <a:pt x="0" y="35510"/>
                    <a:pt x="0" y="79500"/>
                  </a:cubicBezTo>
                  <a:lnTo>
                    <a:pt x="0" y="2110466"/>
                  </a:lnTo>
                  <a:cubicBezTo>
                    <a:pt x="0" y="2154456"/>
                    <a:pt x="35510" y="2189967"/>
                    <a:pt x="79500" y="2189967"/>
                  </a:cubicBezTo>
                  <a:lnTo>
                    <a:pt x="686353" y="2189967"/>
                  </a:lnTo>
                  <a:lnTo>
                    <a:pt x="686353" y="2030966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D029ED7F-2D1B-D568-857D-CCEEAA0428A1}"/>
                </a:ext>
              </a:extLst>
            </p:cNvPr>
            <p:cNvSpPr/>
            <p:nvPr/>
          </p:nvSpPr>
          <p:spPr>
            <a:xfrm>
              <a:off x="9066435" y="12578833"/>
              <a:ext cx="2712547" cy="2131400"/>
            </a:xfrm>
            <a:custGeom>
              <a:avLst/>
              <a:gdLst>
                <a:gd name="connsiteX0" fmla="*/ 181260 w 2712547"/>
                <a:gd name="connsiteY0" fmla="*/ 2131401 h 2131400"/>
                <a:gd name="connsiteX1" fmla="*/ 1264584 w 2712547"/>
                <a:gd name="connsiteY1" fmla="*/ 159000 h 2131400"/>
                <a:gd name="connsiteX2" fmla="*/ 2712548 w 2712547"/>
                <a:gd name="connsiteY2" fmla="*/ 159000 h 2131400"/>
                <a:gd name="connsiteX3" fmla="*/ 2712548 w 2712547"/>
                <a:gd name="connsiteY3" fmla="*/ 0 h 2131400"/>
                <a:gd name="connsiteX4" fmla="*/ 1217678 w 2712547"/>
                <a:gd name="connsiteY4" fmla="*/ 0 h 2131400"/>
                <a:gd name="connsiteX5" fmla="*/ 1147984 w 2712547"/>
                <a:gd name="connsiteY5" fmla="*/ 41340 h 2131400"/>
                <a:gd name="connsiteX6" fmla="*/ 0 w 2712547"/>
                <a:gd name="connsiteY6" fmla="*/ 2131401 h 2131400"/>
                <a:gd name="connsiteX7" fmla="*/ 181526 w 2712547"/>
                <a:gd name="connsiteY7" fmla="*/ 2131401 h 213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2547" h="2131400">
                  <a:moveTo>
                    <a:pt x="181260" y="2131401"/>
                  </a:moveTo>
                  <a:lnTo>
                    <a:pt x="1264584" y="159000"/>
                  </a:lnTo>
                  <a:lnTo>
                    <a:pt x="2712548" y="159000"/>
                  </a:lnTo>
                  <a:lnTo>
                    <a:pt x="2712548" y="0"/>
                  </a:lnTo>
                  <a:lnTo>
                    <a:pt x="1217678" y="0"/>
                  </a:lnTo>
                  <a:cubicBezTo>
                    <a:pt x="1188793" y="0"/>
                    <a:pt x="1162029" y="15899"/>
                    <a:pt x="1147984" y="41340"/>
                  </a:cubicBezTo>
                  <a:lnTo>
                    <a:pt x="0" y="2131401"/>
                  </a:lnTo>
                  <a:lnTo>
                    <a:pt x="181526" y="2131401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6" name="Freeform: Shape 24">
              <a:extLst>
                <a:ext uri="{FF2B5EF4-FFF2-40B4-BE49-F238E27FC236}">
                  <a16:creationId xmlns:a16="http://schemas.microsoft.com/office/drawing/2014/main" id="{4AB93BCE-7E39-7A8B-FD51-6DE4C24DE1EE}"/>
                </a:ext>
              </a:extLst>
            </p:cNvPr>
            <p:cNvSpPr/>
            <p:nvPr/>
          </p:nvSpPr>
          <p:spPr>
            <a:xfrm>
              <a:off x="5755515" y="3668712"/>
              <a:ext cx="3052214" cy="1509974"/>
            </a:xfrm>
            <a:custGeom>
              <a:avLst/>
              <a:gdLst>
                <a:gd name="connsiteX0" fmla="*/ 3009084 w 3052214"/>
                <a:gd name="connsiteY0" fmla="*/ 1359719 h 1509974"/>
                <a:gd name="connsiteX1" fmla="*/ 349271 w 3052214"/>
                <a:gd name="connsiteY1" fmla="*/ 0 h 1509974"/>
                <a:gd name="connsiteX2" fmla="*/ 0 w 3052214"/>
                <a:gd name="connsiteY2" fmla="*/ 0 h 1509974"/>
                <a:gd name="connsiteX3" fmla="*/ 2936738 w 3052214"/>
                <a:gd name="connsiteY3" fmla="*/ 1501229 h 1509974"/>
                <a:gd name="connsiteX4" fmla="*/ 2972779 w 3052214"/>
                <a:gd name="connsiteY4" fmla="*/ 1509974 h 1509974"/>
                <a:gd name="connsiteX5" fmla="*/ 3043534 w 3052214"/>
                <a:gd name="connsiteY5" fmla="*/ 1466514 h 1509974"/>
                <a:gd name="connsiteX6" fmla="*/ 3008819 w 3052214"/>
                <a:gd name="connsiteY6" fmla="*/ 1359454 h 150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2214" h="1509974">
                  <a:moveTo>
                    <a:pt x="3009084" y="1359719"/>
                  </a:moveTo>
                  <a:lnTo>
                    <a:pt x="349271" y="0"/>
                  </a:lnTo>
                  <a:lnTo>
                    <a:pt x="0" y="0"/>
                  </a:lnTo>
                  <a:lnTo>
                    <a:pt x="2936738" y="1501229"/>
                  </a:lnTo>
                  <a:cubicBezTo>
                    <a:pt x="2948399" y="1507059"/>
                    <a:pt x="2960589" y="1509974"/>
                    <a:pt x="2972779" y="1509974"/>
                  </a:cubicBezTo>
                  <a:cubicBezTo>
                    <a:pt x="3001664" y="1509974"/>
                    <a:pt x="3029489" y="1494074"/>
                    <a:pt x="3043534" y="1466514"/>
                  </a:cubicBezTo>
                  <a:cubicBezTo>
                    <a:pt x="3063409" y="1427559"/>
                    <a:pt x="3048039" y="1379594"/>
                    <a:pt x="3008819" y="1359454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7" name="Freeform: Shape 25">
              <a:extLst>
                <a:ext uri="{FF2B5EF4-FFF2-40B4-BE49-F238E27FC236}">
                  <a16:creationId xmlns:a16="http://schemas.microsoft.com/office/drawing/2014/main" id="{9459CEBE-4886-4580-DEA0-1FB066D6D76C}"/>
                </a:ext>
              </a:extLst>
            </p:cNvPr>
            <p:cNvSpPr/>
            <p:nvPr/>
          </p:nvSpPr>
          <p:spPr>
            <a:xfrm>
              <a:off x="6195843" y="8365320"/>
              <a:ext cx="5589764" cy="2607873"/>
            </a:xfrm>
            <a:custGeom>
              <a:avLst/>
              <a:gdLst>
                <a:gd name="connsiteX0" fmla="*/ 5589500 w 5589764"/>
                <a:gd name="connsiteY0" fmla="*/ 265 h 2607873"/>
                <a:gd name="connsiteX1" fmla="*/ 1581893 w 5589764"/>
                <a:gd name="connsiteY1" fmla="*/ 265 h 2607873"/>
                <a:gd name="connsiteX2" fmla="*/ 1514053 w 5589764"/>
                <a:gd name="connsiteY2" fmla="*/ 38160 h 2607873"/>
                <a:gd name="connsiteX3" fmla="*/ 11763 w 5589764"/>
                <a:gd name="connsiteY3" fmla="*/ 2487032 h 2607873"/>
                <a:gd name="connsiteX4" fmla="*/ 37998 w 5589764"/>
                <a:gd name="connsiteY4" fmla="*/ 2596213 h 2607873"/>
                <a:gd name="connsiteX5" fmla="*/ 79603 w 5589764"/>
                <a:gd name="connsiteY5" fmla="*/ 2607873 h 2607873"/>
                <a:gd name="connsiteX6" fmla="*/ 147444 w 5589764"/>
                <a:gd name="connsiteY6" fmla="*/ 2569977 h 2607873"/>
                <a:gd name="connsiteX7" fmla="*/ 1626678 w 5589764"/>
                <a:gd name="connsiteY7" fmla="*/ 159000 h 2607873"/>
                <a:gd name="connsiteX8" fmla="*/ 5589764 w 5589764"/>
                <a:gd name="connsiteY8" fmla="*/ 159000 h 2607873"/>
                <a:gd name="connsiteX9" fmla="*/ 5589764 w 5589764"/>
                <a:gd name="connsiteY9" fmla="*/ 0 h 260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89764" h="2607873">
                  <a:moveTo>
                    <a:pt x="5589500" y="265"/>
                  </a:moveTo>
                  <a:lnTo>
                    <a:pt x="1581893" y="265"/>
                  </a:lnTo>
                  <a:cubicBezTo>
                    <a:pt x="1554333" y="265"/>
                    <a:pt x="1528627" y="14575"/>
                    <a:pt x="1514053" y="38160"/>
                  </a:cubicBezTo>
                  <a:lnTo>
                    <a:pt x="11763" y="2487032"/>
                  </a:lnTo>
                  <a:cubicBezTo>
                    <a:pt x="-11292" y="2524397"/>
                    <a:pt x="633" y="2573423"/>
                    <a:pt x="37998" y="2596213"/>
                  </a:cubicBezTo>
                  <a:cubicBezTo>
                    <a:pt x="50983" y="2604163"/>
                    <a:pt x="65294" y="2607873"/>
                    <a:pt x="79603" y="2607873"/>
                  </a:cubicBezTo>
                  <a:cubicBezTo>
                    <a:pt x="106368" y="2607873"/>
                    <a:pt x="132339" y="2594358"/>
                    <a:pt x="147444" y="2569977"/>
                  </a:cubicBezTo>
                  <a:lnTo>
                    <a:pt x="1626678" y="159000"/>
                  </a:lnTo>
                  <a:lnTo>
                    <a:pt x="5589764" y="159000"/>
                  </a:lnTo>
                  <a:lnTo>
                    <a:pt x="5589764" y="0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8" name="Freeform: Shape 26">
              <a:extLst>
                <a:ext uri="{FF2B5EF4-FFF2-40B4-BE49-F238E27FC236}">
                  <a16:creationId xmlns:a16="http://schemas.microsoft.com/office/drawing/2014/main" id="{D60C2BFB-FDFF-F907-2035-AA673938CE2A}"/>
                </a:ext>
              </a:extLst>
            </p:cNvPr>
            <p:cNvSpPr/>
            <p:nvPr/>
          </p:nvSpPr>
          <p:spPr>
            <a:xfrm>
              <a:off x="6048341" y="10496456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0" y="610032"/>
                    <a:pt x="0" y="473472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6705696-0F19-E2F2-3A69-1DD5C3E7E7F1}"/>
              </a:ext>
            </a:extLst>
          </p:cNvPr>
          <p:cNvSpPr/>
          <p:nvPr/>
        </p:nvSpPr>
        <p:spPr>
          <a:xfrm rot="5400000">
            <a:off x="4625780" y="-4397373"/>
            <a:ext cx="11309350" cy="20104100"/>
          </a:xfrm>
          <a:prstGeom prst="rect">
            <a:avLst/>
          </a:prstGeom>
          <a:gradFill flip="none" rotWithShape="1">
            <a:gsLst>
              <a:gs pos="27000">
                <a:srgbClr val="004331">
                  <a:alpha val="0"/>
                </a:srgbClr>
              </a:gs>
              <a:gs pos="65000">
                <a:srgbClr val="00433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pic>
        <p:nvPicPr>
          <p:cNvPr id="20" name="object 5">
            <a:extLst>
              <a:ext uri="{FF2B5EF4-FFF2-40B4-BE49-F238E27FC236}">
                <a16:creationId xmlns:a16="http://schemas.microsoft.com/office/drawing/2014/main" id="{559D3A75-803B-90C4-0945-281A24B69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525" y="4143375"/>
            <a:ext cx="582295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374982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EA24593F-C1C3-0058-C09A-785187C76C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14690" name="Object 2" hidden="1">
                        <a:extLst>
                          <a:ext uri="{FF2B5EF4-FFF2-40B4-BE49-F238E27FC236}">
                            <a16:creationId xmlns:a16="http://schemas.microsoft.com/office/drawing/2014/main" id="{64439236-063E-76EB-7D3F-4F22E4EA4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ACA1310-883B-8660-8BB0-6EA5A60AB0EE}"/>
              </a:ext>
            </a:extLst>
          </p:cNvPr>
          <p:cNvSpPr/>
          <p:nvPr/>
        </p:nvSpPr>
        <p:spPr>
          <a:xfrm>
            <a:off x="3175" y="-6350"/>
            <a:ext cx="20104100" cy="11309350"/>
          </a:xfrm>
          <a:prstGeom prst="rect">
            <a:avLst/>
          </a:prstGeom>
          <a:solidFill>
            <a:srgbClr val="004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60DD26CC-6C3B-8386-9EEA-4205F45A542A}"/>
              </a:ext>
            </a:extLst>
          </p:cNvPr>
          <p:cNvGrpSpPr>
            <a:grpSpLocks/>
          </p:cNvGrpSpPr>
          <p:nvPr/>
        </p:nvGrpSpPr>
        <p:grpSpPr bwMode="auto">
          <a:xfrm>
            <a:off x="13608050" y="55563"/>
            <a:ext cx="6664325" cy="11309350"/>
            <a:chOff x="12397364" y="-55971"/>
            <a:chExt cx="6735258" cy="11429547"/>
          </a:xfrm>
        </p:grpSpPr>
        <p:grpSp>
          <p:nvGrpSpPr>
            <p:cNvPr id="5" name="Graphic 2">
              <a:extLst>
                <a:ext uri="{FF2B5EF4-FFF2-40B4-BE49-F238E27FC236}">
                  <a16:creationId xmlns:a16="http://schemas.microsoft.com/office/drawing/2014/main" id="{009C747D-8817-37CE-97E9-CB677A9304B7}"/>
                </a:ext>
              </a:extLst>
            </p:cNvPr>
            <p:cNvGrpSpPr/>
            <p:nvPr/>
          </p:nvGrpSpPr>
          <p:grpSpPr>
            <a:xfrm>
              <a:off x="12442498" y="-55971"/>
              <a:ext cx="6690124" cy="11429547"/>
              <a:chOff x="12442498" y="-55971"/>
              <a:chExt cx="6690124" cy="11429547"/>
            </a:xfrm>
            <a:noFill/>
          </p:grpSpPr>
          <p:sp>
            <p:nvSpPr>
              <p:cNvPr id="115" name="Freeform: Shape 141">
                <a:extLst>
                  <a:ext uri="{FF2B5EF4-FFF2-40B4-BE49-F238E27FC236}">
                    <a16:creationId xmlns:a16="http://schemas.microsoft.com/office/drawing/2014/main" id="{F8F31669-2B1B-443C-E7D0-3C35E6B3CF3A}"/>
                  </a:ext>
                </a:extLst>
              </p:cNvPr>
              <p:cNvSpPr/>
              <p:nvPr/>
            </p:nvSpPr>
            <p:spPr>
              <a:xfrm>
                <a:off x="13441242" y="367855"/>
                <a:ext cx="375113" cy="4136709"/>
              </a:xfrm>
              <a:custGeom>
                <a:avLst/>
                <a:gdLst>
                  <a:gd name="connsiteX0" fmla="*/ 0 w 375113"/>
                  <a:gd name="connsiteY0" fmla="*/ 0 h 4136709"/>
                  <a:gd name="connsiteX1" fmla="*/ 0 w 375113"/>
                  <a:gd name="connsiteY1" fmla="*/ 1496327 h 4136709"/>
                  <a:gd name="connsiteX2" fmla="*/ 375114 w 375113"/>
                  <a:gd name="connsiteY2" fmla="*/ 1843644 h 4136709"/>
                  <a:gd name="connsiteX3" fmla="*/ 375114 w 375113"/>
                  <a:gd name="connsiteY3" fmla="*/ 4136709 h 413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13" h="4136709">
                    <a:moveTo>
                      <a:pt x="0" y="0"/>
                    </a:moveTo>
                    <a:lnTo>
                      <a:pt x="0" y="1496327"/>
                    </a:lnTo>
                    <a:lnTo>
                      <a:pt x="375114" y="1843644"/>
                    </a:lnTo>
                    <a:lnTo>
                      <a:pt x="375114" y="4136709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6" name="Freeform: Shape 142">
                <a:extLst>
                  <a:ext uri="{FF2B5EF4-FFF2-40B4-BE49-F238E27FC236}">
                    <a16:creationId xmlns:a16="http://schemas.microsoft.com/office/drawing/2014/main" id="{F0547CAA-BACB-1EB0-1431-0764548D13ED}"/>
                  </a:ext>
                </a:extLst>
              </p:cNvPr>
              <p:cNvSpPr/>
              <p:nvPr/>
            </p:nvSpPr>
            <p:spPr>
              <a:xfrm>
                <a:off x="12942833" y="1353664"/>
                <a:ext cx="538039" cy="2010422"/>
              </a:xfrm>
              <a:custGeom>
                <a:avLst/>
                <a:gdLst>
                  <a:gd name="connsiteX0" fmla="*/ 0 w 538039"/>
                  <a:gd name="connsiteY0" fmla="*/ 0 h 2010422"/>
                  <a:gd name="connsiteX1" fmla="*/ 0 w 538039"/>
                  <a:gd name="connsiteY1" fmla="*/ 913978 h 2010422"/>
                  <a:gd name="connsiteX2" fmla="*/ 538039 w 538039"/>
                  <a:gd name="connsiteY2" fmla="*/ 1414589 h 2010422"/>
                  <a:gd name="connsiteX3" fmla="*/ 538039 w 538039"/>
                  <a:gd name="connsiteY3" fmla="*/ 2010422 h 2010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8039" h="2010422">
                    <a:moveTo>
                      <a:pt x="0" y="0"/>
                    </a:moveTo>
                    <a:lnTo>
                      <a:pt x="0" y="913978"/>
                    </a:lnTo>
                    <a:lnTo>
                      <a:pt x="538039" y="1414589"/>
                    </a:lnTo>
                    <a:lnTo>
                      <a:pt x="538039" y="201042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7" name="Freeform: Shape 143">
                <a:extLst>
                  <a:ext uri="{FF2B5EF4-FFF2-40B4-BE49-F238E27FC236}">
                    <a16:creationId xmlns:a16="http://schemas.microsoft.com/office/drawing/2014/main" id="{157C1CC2-F50B-8EEE-C9B7-288E33BEB973}"/>
                  </a:ext>
                </a:extLst>
              </p:cNvPr>
              <p:cNvSpPr/>
              <p:nvPr/>
            </p:nvSpPr>
            <p:spPr>
              <a:xfrm>
                <a:off x="12738626" y="2732475"/>
                <a:ext cx="939848" cy="1272854"/>
              </a:xfrm>
              <a:custGeom>
                <a:avLst/>
                <a:gdLst>
                  <a:gd name="connsiteX0" fmla="*/ 0 w 939848"/>
                  <a:gd name="connsiteY0" fmla="*/ 0 h 1272854"/>
                  <a:gd name="connsiteX1" fmla="*/ 0 w 939848"/>
                  <a:gd name="connsiteY1" fmla="*/ 306311 h 1272854"/>
                  <a:gd name="connsiteX2" fmla="*/ 939848 w 939848"/>
                  <a:gd name="connsiteY2" fmla="*/ 1272855 h 1272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39848" h="1272854">
                    <a:moveTo>
                      <a:pt x="0" y="0"/>
                    </a:moveTo>
                    <a:lnTo>
                      <a:pt x="0" y="306311"/>
                    </a:lnTo>
                    <a:lnTo>
                      <a:pt x="939848" y="127285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Freeform: Shape 144">
                <a:extLst>
                  <a:ext uri="{FF2B5EF4-FFF2-40B4-BE49-F238E27FC236}">
                    <a16:creationId xmlns:a16="http://schemas.microsoft.com/office/drawing/2014/main" id="{887FB3CF-A253-CD3B-B1D6-8E7950EE9FD2}"/>
                  </a:ext>
                </a:extLst>
              </p:cNvPr>
              <p:cNvSpPr/>
              <p:nvPr/>
            </p:nvSpPr>
            <p:spPr>
              <a:xfrm>
                <a:off x="13816356" y="153465"/>
                <a:ext cx="242461" cy="1480914"/>
              </a:xfrm>
              <a:custGeom>
                <a:avLst/>
                <a:gdLst>
                  <a:gd name="connsiteX0" fmla="*/ 0 w 242461"/>
                  <a:gd name="connsiteY0" fmla="*/ 0 h 1480914"/>
                  <a:gd name="connsiteX1" fmla="*/ 0 w 242461"/>
                  <a:gd name="connsiteY1" fmla="*/ 250168 h 1480914"/>
                  <a:gd name="connsiteX2" fmla="*/ 242462 w 242461"/>
                  <a:gd name="connsiteY2" fmla="*/ 439238 h 1480914"/>
                  <a:gd name="connsiteX3" fmla="*/ 242462 w 242461"/>
                  <a:gd name="connsiteY3" fmla="*/ 985534 h 1480914"/>
                  <a:gd name="connsiteX4" fmla="*/ 0 w 242461"/>
                  <a:gd name="connsiteY4" fmla="*/ 1225518 h 1480914"/>
                  <a:gd name="connsiteX5" fmla="*/ 0 w 242461"/>
                  <a:gd name="connsiteY5" fmla="*/ 1480915 h 1480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2461" h="1480914">
                    <a:moveTo>
                      <a:pt x="0" y="0"/>
                    </a:moveTo>
                    <a:lnTo>
                      <a:pt x="0" y="250168"/>
                    </a:lnTo>
                    <a:lnTo>
                      <a:pt x="242462" y="439238"/>
                    </a:lnTo>
                    <a:lnTo>
                      <a:pt x="242462" y="985534"/>
                    </a:lnTo>
                    <a:lnTo>
                      <a:pt x="0" y="1225518"/>
                    </a:lnTo>
                    <a:lnTo>
                      <a:pt x="0" y="148091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9" name="Freeform: Shape 145">
                <a:extLst>
                  <a:ext uri="{FF2B5EF4-FFF2-40B4-BE49-F238E27FC236}">
                    <a16:creationId xmlns:a16="http://schemas.microsoft.com/office/drawing/2014/main" id="{845788B3-6815-D41F-1F88-F43E57FFA5EE}"/>
                  </a:ext>
                </a:extLst>
              </p:cNvPr>
              <p:cNvSpPr/>
              <p:nvPr/>
            </p:nvSpPr>
            <p:spPr>
              <a:xfrm>
                <a:off x="14163398" y="996163"/>
                <a:ext cx="263928" cy="2323613"/>
              </a:xfrm>
              <a:custGeom>
                <a:avLst/>
                <a:gdLst>
                  <a:gd name="connsiteX0" fmla="*/ 263928 w 263928"/>
                  <a:gd name="connsiteY0" fmla="*/ 0 h 2323613"/>
                  <a:gd name="connsiteX1" fmla="*/ 263928 w 263928"/>
                  <a:gd name="connsiteY1" fmla="*/ 638216 h 2323613"/>
                  <a:gd name="connsiteX2" fmla="*/ 0 w 263928"/>
                  <a:gd name="connsiteY2" fmla="*/ 929390 h 2323613"/>
                  <a:gd name="connsiteX3" fmla="*/ 0 w 263928"/>
                  <a:gd name="connsiteY3" fmla="*/ 2323614 h 2323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3928" h="2323613">
                    <a:moveTo>
                      <a:pt x="263928" y="0"/>
                    </a:moveTo>
                    <a:lnTo>
                      <a:pt x="263928" y="638216"/>
                    </a:lnTo>
                    <a:lnTo>
                      <a:pt x="0" y="929390"/>
                    </a:lnTo>
                    <a:lnTo>
                      <a:pt x="0" y="2323614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0" name="Freeform: Shape 146">
                <a:extLst>
                  <a:ext uri="{FF2B5EF4-FFF2-40B4-BE49-F238E27FC236}">
                    <a16:creationId xmlns:a16="http://schemas.microsoft.com/office/drawing/2014/main" id="{3F51144F-1F12-16DC-0596-37209DBAF5A1}"/>
                  </a:ext>
                </a:extLst>
              </p:cNvPr>
              <p:cNvSpPr/>
              <p:nvPr/>
            </p:nvSpPr>
            <p:spPr>
              <a:xfrm>
                <a:off x="14517596" y="179059"/>
                <a:ext cx="677571" cy="3666647"/>
              </a:xfrm>
              <a:custGeom>
                <a:avLst/>
                <a:gdLst>
                  <a:gd name="connsiteX0" fmla="*/ 677572 w 677571"/>
                  <a:gd name="connsiteY0" fmla="*/ 0 h 3666647"/>
                  <a:gd name="connsiteX1" fmla="*/ 376215 w 677571"/>
                  <a:gd name="connsiteY1" fmla="*/ 265579 h 3666647"/>
                  <a:gd name="connsiteX2" fmla="*/ 376215 w 677571"/>
                  <a:gd name="connsiteY2" fmla="*/ 1337805 h 3666647"/>
                  <a:gd name="connsiteX3" fmla="*/ 0 w 677571"/>
                  <a:gd name="connsiteY3" fmla="*/ 1741265 h 3666647"/>
                  <a:gd name="connsiteX4" fmla="*/ 0 w 677571"/>
                  <a:gd name="connsiteY4" fmla="*/ 3185027 h 3666647"/>
                  <a:gd name="connsiteX5" fmla="*/ 0 w 677571"/>
                  <a:gd name="connsiteY5" fmla="*/ 3666647 h 3666647"/>
                  <a:gd name="connsiteX6" fmla="*/ 338786 w 677571"/>
                  <a:gd name="connsiteY6" fmla="*/ 3326761 h 3666647"/>
                  <a:gd name="connsiteX7" fmla="*/ 338786 w 677571"/>
                  <a:gd name="connsiteY7" fmla="*/ 1884376 h 3666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7571" h="3666647">
                    <a:moveTo>
                      <a:pt x="677572" y="0"/>
                    </a:moveTo>
                    <a:lnTo>
                      <a:pt x="376215" y="265579"/>
                    </a:lnTo>
                    <a:lnTo>
                      <a:pt x="376215" y="1337805"/>
                    </a:lnTo>
                    <a:lnTo>
                      <a:pt x="0" y="1741265"/>
                    </a:lnTo>
                    <a:lnTo>
                      <a:pt x="0" y="3185027"/>
                    </a:lnTo>
                    <a:lnTo>
                      <a:pt x="0" y="3666647"/>
                    </a:lnTo>
                    <a:lnTo>
                      <a:pt x="338786" y="3326761"/>
                    </a:lnTo>
                    <a:lnTo>
                      <a:pt x="338786" y="1884376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1" name="Freeform: Shape 147">
                <a:extLst>
                  <a:ext uri="{FF2B5EF4-FFF2-40B4-BE49-F238E27FC236}">
                    <a16:creationId xmlns:a16="http://schemas.microsoft.com/office/drawing/2014/main" id="{FCD91A00-E3DF-DCE7-8885-B8A25B4C8809}"/>
                  </a:ext>
                </a:extLst>
              </p:cNvPr>
              <p:cNvSpPr/>
              <p:nvPr/>
            </p:nvSpPr>
            <p:spPr>
              <a:xfrm>
                <a:off x="14427326" y="-55971"/>
                <a:ext cx="27521" cy="750777"/>
              </a:xfrm>
              <a:custGeom>
                <a:avLst/>
                <a:gdLst>
                  <a:gd name="connsiteX0" fmla="*/ 0 w 27521"/>
                  <a:gd name="connsiteY0" fmla="*/ 0 h 750777"/>
                  <a:gd name="connsiteX1" fmla="*/ 0 w 27521"/>
                  <a:gd name="connsiteY1" fmla="*/ 750778 h 75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750777">
                    <a:moveTo>
                      <a:pt x="0" y="0"/>
                    </a:moveTo>
                    <a:lnTo>
                      <a:pt x="0" y="750778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2" name="Freeform: Shape 148">
                <a:extLst>
                  <a:ext uri="{FF2B5EF4-FFF2-40B4-BE49-F238E27FC236}">
                    <a16:creationId xmlns:a16="http://schemas.microsoft.com/office/drawing/2014/main" id="{E6F7666E-0A15-CE7F-4FCA-3294F7C7C1C4}"/>
                  </a:ext>
                </a:extLst>
              </p:cNvPr>
              <p:cNvSpPr/>
              <p:nvPr/>
            </p:nvSpPr>
            <p:spPr>
              <a:xfrm>
                <a:off x="15157738" y="-55971"/>
                <a:ext cx="343739" cy="1827406"/>
              </a:xfrm>
              <a:custGeom>
                <a:avLst/>
                <a:gdLst>
                  <a:gd name="connsiteX0" fmla="*/ 343740 w 343739"/>
                  <a:gd name="connsiteY0" fmla="*/ 0 h 1827406"/>
                  <a:gd name="connsiteX1" fmla="*/ 343740 w 343739"/>
                  <a:gd name="connsiteY1" fmla="*/ 510793 h 1827406"/>
                  <a:gd name="connsiteX2" fmla="*/ 0 w 343739"/>
                  <a:gd name="connsiteY2" fmla="*/ 868293 h 1827406"/>
                  <a:gd name="connsiteX3" fmla="*/ 0 w 343739"/>
                  <a:gd name="connsiteY3" fmla="*/ 1827407 h 1827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3739" h="1827406">
                    <a:moveTo>
                      <a:pt x="343740" y="0"/>
                    </a:moveTo>
                    <a:lnTo>
                      <a:pt x="343740" y="510793"/>
                    </a:lnTo>
                    <a:lnTo>
                      <a:pt x="0" y="868293"/>
                    </a:lnTo>
                    <a:lnTo>
                      <a:pt x="0" y="1827407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3" name="Freeform: Shape 149">
                <a:extLst>
                  <a:ext uri="{FF2B5EF4-FFF2-40B4-BE49-F238E27FC236}">
                    <a16:creationId xmlns:a16="http://schemas.microsoft.com/office/drawing/2014/main" id="{996D5597-C03B-3A6C-C367-7BD80AC9DAAE}"/>
                  </a:ext>
                </a:extLst>
              </p:cNvPr>
              <p:cNvSpPr/>
              <p:nvPr/>
            </p:nvSpPr>
            <p:spPr>
              <a:xfrm>
                <a:off x="13720857" y="996163"/>
                <a:ext cx="1800986" cy="4034330"/>
              </a:xfrm>
              <a:custGeom>
                <a:avLst/>
                <a:gdLst>
                  <a:gd name="connsiteX0" fmla="*/ 1800986 w 1800986"/>
                  <a:gd name="connsiteY0" fmla="*/ 0 h 4034330"/>
                  <a:gd name="connsiteX1" fmla="*/ 1800986 w 1800986"/>
                  <a:gd name="connsiteY1" fmla="*/ 775272 h 4034330"/>
                  <a:gd name="connsiteX2" fmla="*/ 1436881 w 1800986"/>
                  <a:gd name="connsiteY2" fmla="*/ 1220565 h 4034330"/>
                  <a:gd name="connsiteX3" fmla="*/ 1436881 w 1800986"/>
                  <a:gd name="connsiteY3" fmla="*/ 2523417 h 4034330"/>
                  <a:gd name="connsiteX4" fmla="*/ 0 w 1800986"/>
                  <a:gd name="connsiteY4" fmla="*/ 4034331 h 4034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0986" h="4034330">
                    <a:moveTo>
                      <a:pt x="1800986" y="0"/>
                    </a:moveTo>
                    <a:lnTo>
                      <a:pt x="1800986" y="775272"/>
                    </a:lnTo>
                    <a:lnTo>
                      <a:pt x="1436881" y="1220565"/>
                    </a:lnTo>
                    <a:lnTo>
                      <a:pt x="1436881" y="2523417"/>
                    </a:lnTo>
                    <a:lnTo>
                      <a:pt x="0" y="4034331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Freeform: Shape 150">
                <a:extLst>
                  <a:ext uri="{FF2B5EF4-FFF2-40B4-BE49-F238E27FC236}">
                    <a16:creationId xmlns:a16="http://schemas.microsoft.com/office/drawing/2014/main" id="{66CA82B1-C3FB-CECD-AA80-C5666D0C7EDE}"/>
                  </a:ext>
                </a:extLst>
              </p:cNvPr>
              <p:cNvSpPr/>
              <p:nvPr/>
            </p:nvSpPr>
            <p:spPr>
              <a:xfrm>
                <a:off x="13325928" y="-55971"/>
                <a:ext cx="2480209" cy="5949804"/>
              </a:xfrm>
              <a:custGeom>
                <a:avLst/>
                <a:gdLst>
                  <a:gd name="connsiteX0" fmla="*/ 2480209 w 2480209"/>
                  <a:gd name="connsiteY0" fmla="*/ 0 h 5949804"/>
                  <a:gd name="connsiteX1" fmla="*/ 2480209 w 2480209"/>
                  <a:gd name="connsiteY1" fmla="*/ 2175550 h 5949804"/>
                  <a:gd name="connsiteX2" fmla="*/ 2114453 w 2480209"/>
                  <a:gd name="connsiteY2" fmla="*/ 2548462 h 5949804"/>
                  <a:gd name="connsiteX3" fmla="*/ 2114453 w 2480209"/>
                  <a:gd name="connsiteY3" fmla="*/ 3753614 h 5949804"/>
                  <a:gd name="connsiteX4" fmla="*/ 0 w 2480209"/>
                  <a:gd name="connsiteY4" fmla="*/ 5949805 h 5949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80209" h="5949804">
                    <a:moveTo>
                      <a:pt x="2480209" y="0"/>
                    </a:moveTo>
                    <a:lnTo>
                      <a:pt x="2480209" y="2175550"/>
                    </a:lnTo>
                    <a:lnTo>
                      <a:pt x="2114453" y="2548462"/>
                    </a:lnTo>
                    <a:lnTo>
                      <a:pt x="2114453" y="3753614"/>
                    </a:lnTo>
                    <a:lnTo>
                      <a:pt x="0" y="594980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Freeform: Shape 151">
                <a:extLst>
                  <a:ext uri="{FF2B5EF4-FFF2-40B4-BE49-F238E27FC236}">
                    <a16:creationId xmlns:a16="http://schemas.microsoft.com/office/drawing/2014/main" id="{5942D911-5ACF-53ED-AC02-620364758A2F}"/>
                  </a:ext>
                </a:extLst>
              </p:cNvPr>
              <p:cNvSpPr/>
              <p:nvPr/>
            </p:nvSpPr>
            <p:spPr>
              <a:xfrm>
                <a:off x="16094009" y="229974"/>
                <a:ext cx="27521" cy="1680168"/>
              </a:xfrm>
              <a:custGeom>
                <a:avLst/>
                <a:gdLst>
                  <a:gd name="connsiteX0" fmla="*/ 0 w 27521"/>
                  <a:gd name="connsiteY0" fmla="*/ 0 h 1680168"/>
                  <a:gd name="connsiteX1" fmla="*/ 0 w 27521"/>
                  <a:gd name="connsiteY1" fmla="*/ 1680168 h 1680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1680168">
                    <a:moveTo>
                      <a:pt x="0" y="0"/>
                    </a:moveTo>
                    <a:lnTo>
                      <a:pt x="0" y="1680168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6" name="Freeform: Shape 152">
                <a:extLst>
                  <a:ext uri="{FF2B5EF4-FFF2-40B4-BE49-F238E27FC236}">
                    <a16:creationId xmlns:a16="http://schemas.microsoft.com/office/drawing/2014/main" id="{04C27F8C-FE4C-F83E-7BC2-29E8ABAE364A}"/>
                  </a:ext>
                </a:extLst>
              </p:cNvPr>
              <p:cNvSpPr/>
              <p:nvPr/>
            </p:nvSpPr>
            <p:spPr>
              <a:xfrm>
                <a:off x="15806137" y="2358737"/>
                <a:ext cx="206133" cy="1210932"/>
              </a:xfrm>
              <a:custGeom>
                <a:avLst/>
                <a:gdLst>
                  <a:gd name="connsiteX0" fmla="*/ 206134 w 206133"/>
                  <a:gd name="connsiteY0" fmla="*/ 0 h 1210932"/>
                  <a:gd name="connsiteX1" fmla="*/ 206134 w 206133"/>
                  <a:gd name="connsiteY1" fmla="*/ 424927 h 1210932"/>
                  <a:gd name="connsiteX2" fmla="*/ 0 w 206133"/>
                  <a:gd name="connsiteY2" fmla="*/ 608769 h 1210932"/>
                  <a:gd name="connsiteX3" fmla="*/ 0 w 206133"/>
                  <a:gd name="connsiteY3" fmla="*/ 1210932 h 1210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6133" h="1210932">
                    <a:moveTo>
                      <a:pt x="206134" y="0"/>
                    </a:moveTo>
                    <a:lnTo>
                      <a:pt x="206134" y="424927"/>
                    </a:lnTo>
                    <a:lnTo>
                      <a:pt x="0" y="608769"/>
                    </a:lnTo>
                    <a:lnTo>
                      <a:pt x="0" y="121093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7" name="Freeform: Shape 153">
                <a:extLst>
                  <a:ext uri="{FF2B5EF4-FFF2-40B4-BE49-F238E27FC236}">
                    <a16:creationId xmlns:a16="http://schemas.microsoft.com/office/drawing/2014/main" id="{D77B6CF1-E680-863F-EBE0-BA60C7B3190E}"/>
                  </a:ext>
                </a:extLst>
              </p:cNvPr>
              <p:cNvSpPr/>
              <p:nvPr/>
            </p:nvSpPr>
            <p:spPr>
              <a:xfrm>
                <a:off x="12753763" y="996163"/>
                <a:ext cx="3554636" cy="6148782"/>
              </a:xfrm>
              <a:custGeom>
                <a:avLst/>
                <a:gdLst>
                  <a:gd name="connsiteX0" fmla="*/ 3554636 w 3554636"/>
                  <a:gd name="connsiteY0" fmla="*/ 0 h 6148782"/>
                  <a:gd name="connsiteX1" fmla="*/ 3554636 w 3554636"/>
                  <a:gd name="connsiteY1" fmla="*/ 2343154 h 6148782"/>
                  <a:gd name="connsiteX2" fmla="*/ 0 w 3554636"/>
                  <a:gd name="connsiteY2" fmla="*/ 6148783 h 614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54636" h="6148782">
                    <a:moveTo>
                      <a:pt x="3554636" y="0"/>
                    </a:moveTo>
                    <a:lnTo>
                      <a:pt x="3554636" y="2343154"/>
                    </a:lnTo>
                    <a:lnTo>
                      <a:pt x="0" y="614878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: Shape 154">
                <a:extLst>
                  <a:ext uri="{FF2B5EF4-FFF2-40B4-BE49-F238E27FC236}">
                    <a16:creationId xmlns:a16="http://schemas.microsoft.com/office/drawing/2014/main" id="{34073E0F-F8B6-5159-D560-D954CE534105}"/>
                  </a:ext>
                </a:extLst>
              </p:cNvPr>
              <p:cNvSpPr/>
              <p:nvPr/>
            </p:nvSpPr>
            <p:spPr>
              <a:xfrm>
                <a:off x="16594344" y="133099"/>
                <a:ext cx="1327897" cy="689405"/>
              </a:xfrm>
              <a:custGeom>
                <a:avLst/>
                <a:gdLst>
                  <a:gd name="connsiteX0" fmla="*/ 1327897 w 1327897"/>
                  <a:gd name="connsiteY0" fmla="*/ 0 h 689405"/>
                  <a:gd name="connsiteX1" fmla="*/ 960214 w 1327897"/>
                  <a:gd name="connsiteY1" fmla="*/ 357500 h 689405"/>
                  <a:gd name="connsiteX2" fmla="*/ 306586 w 1327897"/>
                  <a:gd name="connsiteY2" fmla="*/ 357500 h 689405"/>
                  <a:gd name="connsiteX3" fmla="*/ 0 w 1327897"/>
                  <a:gd name="connsiteY3" fmla="*/ 587302 h 689405"/>
                  <a:gd name="connsiteX4" fmla="*/ 0 w 1327897"/>
                  <a:gd name="connsiteY4" fmla="*/ 689406 h 689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897" h="689405">
                    <a:moveTo>
                      <a:pt x="1327897" y="0"/>
                    </a:moveTo>
                    <a:lnTo>
                      <a:pt x="960214" y="357500"/>
                    </a:lnTo>
                    <a:lnTo>
                      <a:pt x="306586" y="357500"/>
                    </a:lnTo>
                    <a:lnTo>
                      <a:pt x="0" y="587302"/>
                    </a:lnTo>
                    <a:lnTo>
                      <a:pt x="0" y="689406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9" name="Freeform: Shape 155">
                <a:extLst>
                  <a:ext uri="{FF2B5EF4-FFF2-40B4-BE49-F238E27FC236}">
                    <a16:creationId xmlns:a16="http://schemas.microsoft.com/office/drawing/2014/main" id="{CE6CF881-253A-70F9-4BCE-957C86A1DA53}"/>
                  </a:ext>
                </a:extLst>
              </p:cNvPr>
              <p:cNvSpPr/>
              <p:nvPr/>
            </p:nvSpPr>
            <p:spPr>
              <a:xfrm>
                <a:off x="16594344" y="756179"/>
                <a:ext cx="699863" cy="2042622"/>
              </a:xfrm>
              <a:custGeom>
                <a:avLst/>
                <a:gdLst>
                  <a:gd name="connsiteX0" fmla="*/ 699864 w 699863"/>
                  <a:gd name="connsiteY0" fmla="*/ 0 h 2042622"/>
                  <a:gd name="connsiteX1" fmla="*/ 229802 w 699863"/>
                  <a:gd name="connsiteY1" fmla="*/ 454375 h 2042622"/>
                  <a:gd name="connsiteX2" fmla="*/ 0 w 699863"/>
                  <a:gd name="connsiteY2" fmla="*/ 260350 h 2042622"/>
                  <a:gd name="connsiteX3" fmla="*/ 0 w 699863"/>
                  <a:gd name="connsiteY3" fmla="*/ 2042622 h 2042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9863" h="2042622">
                    <a:moveTo>
                      <a:pt x="699864" y="0"/>
                    </a:moveTo>
                    <a:lnTo>
                      <a:pt x="229802" y="454375"/>
                    </a:lnTo>
                    <a:lnTo>
                      <a:pt x="0" y="260350"/>
                    </a:lnTo>
                    <a:lnTo>
                      <a:pt x="0" y="204262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Freeform: Shape 156">
                <a:extLst>
                  <a:ext uri="{FF2B5EF4-FFF2-40B4-BE49-F238E27FC236}">
                    <a16:creationId xmlns:a16="http://schemas.microsoft.com/office/drawing/2014/main" id="{7AC4FCF8-F038-E650-5B61-9FCE53CA9A8E}"/>
                  </a:ext>
                </a:extLst>
              </p:cNvPr>
              <p:cNvSpPr/>
              <p:nvPr/>
            </p:nvSpPr>
            <p:spPr>
              <a:xfrm>
                <a:off x="16834604" y="1501727"/>
                <a:ext cx="27521" cy="888659"/>
              </a:xfrm>
              <a:custGeom>
                <a:avLst/>
                <a:gdLst>
                  <a:gd name="connsiteX0" fmla="*/ 0 w 27521"/>
                  <a:gd name="connsiteY0" fmla="*/ 0 h 888659"/>
                  <a:gd name="connsiteX1" fmla="*/ 0 w 27521"/>
                  <a:gd name="connsiteY1" fmla="*/ 888659 h 888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888659">
                    <a:moveTo>
                      <a:pt x="0" y="0"/>
                    </a:moveTo>
                    <a:lnTo>
                      <a:pt x="0" y="888659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1" name="Freeform: Shape 157">
                <a:extLst>
                  <a:ext uri="{FF2B5EF4-FFF2-40B4-BE49-F238E27FC236}">
                    <a16:creationId xmlns:a16="http://schemas.microsoft.com/office/drawing/2014/main" id="{60170D46-CADB-01BD-8468-F7641C464525}"/>
                  </a:ext>
                </a:extLst>
              </p:cNvPr>
              <p:cNvSpPr/>
              <p:nvPr/>
            </p:nvSpPr>
            <p:spPr>
              <a:xfrm>
                <a:off x="16548384" y="199425"/>
                <a:ext cx="1796032" cy="2946693"/>
              </a:xfrm>
              <a:custGeom>
                <a:avLst/>
                <a:gdLst>
                  <a:gd name="connsiteX0" fmla="*/ 1796032 w 1796032"/>
                  <a:gd name="connsiteY0" fmla="*/ 0 h 2946693"/>
                  <a:gd name="connsiteX1" fmla="*/ 495381 w 1796032"/>
                  <a:gd name="connsiteY1" fmla="*/ 1266525 h 2946693"/>
                  <a:gd name="connsiteX2" fmla="*/ 495381 w 1796032"/>
                  <a:gd name="connsiteY2" fmla="*/ 2456541 h 2946693"/>
                  <a:gd name="connsiteX3" fmla="*/ 0 w 1796032"/>
                  <a:gd name="connsiteY3" fmla="*/ 2946693 h 2946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6032" h="2946693">
                    <a:moveTo>
                      <a:pt x="1796032" y="0"/>
                    </a:moveTo>
                    <a:lnTo>
                      <a:pt x="495381" y="1266525"/>
                    </a:lnTo>
                    <a:lnTo>
                      <a:pt x="495381" y="2456541"/>
                    </a:lnTo>
                    <a:lnTo>
                      <a:pt x="0" y="294669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Freeform: Shape 158">
                <a:extLst>
                  <a:ext uri="{FF2B5EF4-FFF2-40B4-BE49-F238E27FC236}">
                    <a16:creationId xmlns:a16="http://schemas.microsoft.com/office/drawing/2014/main" id="{4CAE8489-8782-843A-DEA6-353A354E1E3E}"/>
                  </a:ext>
                </a:extLst>
              </p:cNvPr>
              <p:cNvSpPr/>
              <p:nvPr/>
            </p:nvSpPr>
            <p:spPr>
              <a:xfrm>
                <a:off x="13816080" y="894060"/>
                <a:ext cx="4427883" cy="6703609"/>
              </a:xfrm>
              <a:custGeom>
                <a:avLst/>
                <a:gdLst>
                  <a:gd name="connsiteX0" fmla="*/ 4427884 w 4427883"/>
                  <a:gd name="connsiteY0" fmla="*/ 0 h 6703609"/>
                  <a:gd name="connsiteX1" fmla="*/ 3478127 w 4427883"/>
                  <a:gd name="connsiteY1" fmla="*/ 959664 h 6703609"/>
                  <a:gd name="connsiteX2" fmla="*/ 3478127 w 4427883"/>
                  <a:gd name="connsiteY2" fmla="*/ 2027486 h 6703609"/>
                  <a:gd name="connsiteX3" fmla="*/ 756007 w 4427883"/>
                  <a:gd name="connsiteY3" fmla="*/ 4941704 h 6703609"/>
                  <a:gd name="connsiteX4" fmla="*/ 756007 w 4427883"/>
                  <a:gd name="connsiteY4" fmla="*/ 5859260 h 6703609"/>
                  <a:gd name="connsiteX5" fmla="*/ 0 w 4427883"/>
                  <a:gd name="connsiteY5" fmla="*/ 6703610 h 6703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27883" h="6703609">
                    <a:moveTo>
                      <a:pt x="4427884" y="0"/>
                    </a:moveTo>
                    <a:lnTo>
                      <a:pt x="3478127" y="959664"/>
                    </a:lnTo>
                    <a:lnTo>
                      <a:pt x="3478127" y="2027486"/>
                    </a:lnTo>
                    <a:lnTo>
                      <a:pt x="756007" y="4941704"/>
                    </a:lnTo>
                    <a:lnTo>
                      <a:pt x="756007" y="5859260"/>
                    </a:lnTo>
                    <a:lnTo>
                      <a:pt x="0" y="670361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3" name="Freeform: Shape 159">
                <a:extLst>
                  <a:ext uri="{FF2B5EF4-FFF2-40B4-BE49-F238E27FC236}">
                    <a16:creationId xmlns:a16="http://schemas.microsoft.com/office/drawing/2014/main" id="{65576D16-46FD-E368-16BF-F944BD4D66F6}"/>
                  </a:ext>
                </a:extLst>
              </p:cNvPr>
              <p:cNvSpPr/>
              <p:nvPr/>
            </p:nvSpPr>
            <p:spPr>
              <a:xfrm>
                <a:off x="17508598" y="1481362"/>
                <a:ext cx="505564" cy="811874"/>
              </a:xfrm>
              <a:custGeom>
                <a:avLst/>
                <a:gdLst>
                  <a:gd name="connsiteX0" fmla="*/ 505564 w 505564"/>
                  <a:gd name="connsiteY0" fmla="*/ 0 h 811874"/>
                  <a:gd name="connsiteX1" fmla="*/ 505564 w 505564"/>
                  <a:gd name="connsiteY1" fmla="*/ 296128 h 811874"/>
                  <a:gd name="connsiteX2" fmla="*/ 0 w 505564"/>
                  <a:gd name="connsiteY2" fmla="*/ 811875 h 81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5564" h="811874">
                    <a:moveTo>
                      <a:pt x="505564" y="0"/>
                    </a:moveTo>
                    <a:lnTo>
                      <a:pt x="505564" y="296128"/>
                    </a:lnTo>
                    <a:lnTo>
                      <a:pt x="0" y="81187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Freeform: Shape 160">
                <a:extLst>
                  <a:ext uri="{FF2B5EF4-FFF2-40B4-BE49-F238E27FC236}">
                    <a16:creationId xmlns:a16="http://schemas.microsoft.com/office/drawing/2014/main" id="{83B614A3-795F-8799-D1EF-055316EA3DEF}"/>
                  </a:ext>
                </a:extLst>
              </p:cNvPr>
              <p:cNvSpPr/>
              <p:nvPr/>
            </p:nvSpPr>
            <p:spPr>
              <a:xfrm>
                <a:off x="17508598" y="1144227"/>
                <a:ext cx="1266524" cy="1602283"/>
              </a:xfrm>
              <a:custGeom>
                <a:avLst/>
                <a:gdLst>
                  <a:gd name="connsiteX0" fmla="*/ 1266525 w 1266524"/>
                  <a:gd name="connsiteY0" fmla="*/ 0 h 1602283"/>
                  <a:gd name="connsiteX1" fmla="*/ 776372 w 1266524"/>
                  <a:gd name="connsiteY1" fmla="*/ 444192 h 1602283"/>
                  <a:gd name="connsiteX2" fmla="*/ 776372 w 1266524"/>
                  <a:gd name="connsiteY2" fmla="*/ 857835 h 1602283"/>
                  <a:gd name="connsiteX3" fmla="*/ 0 w 1266524"/>
                  <a:gd name="connsiteY3" fmla="*/ 1602283 h 1602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6524" h="1602283">
                    <a:moveTo>
                      <a:pt x="1266525" y="0"/>
                    </a:moveTo>
                    <a:lnTo>
                      <a:pt x="776372" y="444192"/>
                    </a:lnTo>
                    <a:lnTo>
                      <a:pt x="776372" y="857835"/>
                    </a:lnTo>
                    <a:lnTo>
                      <a:pt x="0" y="160228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: Shape 161">
                <a:extLst>
                  <a:ext uri="{FF2B5EF4-FFF2-40B4-BE49-F238E27FC236}">
                    <a16:creationId xmlns:a16="http://schemas.microsoft.com/office/drawing/2014/main" id="{5AF0199A-708A-9BA9-A4C9-832720948985}"/>
                  </a:ext>
                </a:extLst>
              </p:cNvPr>
              <p:cNvSpPr/>
              <p:nvPr/>
            </p:nvSpPr>
            <p:spPr>
              <a:xfrm>
                <a:off x="16660945" y="1938764"/>
                <a:ext cx="2253434" cy="2305449"/>
              </a:xfrm>
              <a:custGeom>
                <a:avLst/>
                <a:gdLst>
                  <a:gd name="connsiteX0" fmla="*/ 2253435 w 2253434"/>
                  <a:gd name="connsiteY0" fmla="*/ 0 h 2305449"/>
                  <a:gd name="connsiteX1" fmla="*/ 0 w 2253434"/>
                  <a:gd name="connsiteY1" fmla="*/ 2305450 h 2305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3434" h="2305449">
                    <a:moveTo>
                      <a:pt x="2253435" y="0"/>
                    </a:moveTo>
                    <a:lnTo>
                      <a:pt x="0" y="230545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6" name="Freeform: Shape 162">
                <a:extLst>
                  <a:ext uri="{FF2B5EF4-FFF2-40B4-BE49-F238E27FC236}">
                    <a16:creationId xmlns:a16="http://schemas.microsoft.com/office/drawing/2014/main" id="{1DA0FF15-10AE-5DE1-7638-C0F888006828}"/>
                  </a:ext>
                </a:extLst>
              </p:cNvPr>
              <p:cNvSpPr/>
              <p:nvPr/>
            </p:nvSpPr>
            <p:spPr>
              <a:xfrm>
                <a:off x="17166509" y="3146118"/>
                <a:ext cx="1532104" cy="1188364"/>
              </a:xfrm>
              <a:custGeom>
                <a:avLst/>
                <a:gdLst>
                  <a:gd name="connsiteX0" fmla="*/ 1532105 w 1532104"/>
                  <a:gd name="connsiteY0" fmla="*/ 0 h 1188364"/>
                  <a:gd name="connsiteX1" fmla="*/ 1118461 w 1532104"/>
                  <a:gd name="connsiteY1" fmla="*/ 0 h 1188364"/>
                  <a:gd name="connsiteX2" fmla="*/ 0 w 1532104"/>
                  <a:gd name="connsiteY2" fmla="*/ 1188365 h 118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2104" h="1188364">
                    <a:moveTo>
                      <a:pt x="1532105" y="0"/>
                    </a:moveTo>
                    <a:lnTo>
                      <a:pt x="1118461" y="0"/>
                    </a:lnTo>
                    <a:lnTo>
                      <a:pt x="0" y="118836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7" name="Freeform: Shape 163">
                <a:extLst>
                  <a:ext uri="{FF2B5EF4-FFF2-40B4-BE49-F238E27FC236}">
                    <a16:creationId xmlns:a16="http://schemas.microsoft.com/office/drawing/2014/main" id="{4FFCE9B4-F0EE-F44C-CEFF-11E0D8F12149}"/>
                  </a:ext>
                </a:extLst>
              </p:cNvPr>
              <p:cNvSpPr/>
              <p:nvPr/>
            </p:nvSpPr>
            <p:spPr>
              <a:xfrm>
                <a:off x="17718034" y="3615905"/>
                <a:ext cx="1345235" cy="694634"/>
              </a:xfrm>
              <a:custGeom>
                <a:avLst/>
                <a:gdLst>
                  <a:gd name="connsiteX0" fmla="*/ 1345236 w 1345235"/>
                  <a:gd name="connsiteY0" fmla="*/ 0 h 694634"/>
                  <a:gd name="connsiteX1" fmla="*/ 679223 w 1345235"/>
                  <a:gd name="connsiteY1" fmla="*/ 0 h 694634"/>
                  <a:gd name="connsiteX2" fmla="*/ 0 w 1345235"/>
                  <a:gd name="connsiteY2" fmla="*/ 694635 h 694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5235" h="694634">
                    <a:moveTo>
                      <a:pt x="1345236" y="0"/>
                    </a:moveTo>
                    <a:lnTo>
                      <a:pt x="679223" y="0"/>
                    </a:lnTo>
                    <a:lnTo>
                      <a:pt x="0" y="694635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8" name="Freeform: Shape 164">
                <a:extLst>
                  <a:ext uri="{FF2B5EF4-FFF2-40B4-BE49-F238E27FC236}">
                    <a16:creationId xmlns:a16="http://schemas.microsoft.com/office/drawing/2014/main" id="{77FA79A0-0F22-D700-7AD9-98DA5FF1A545}"/>
                  </a:ext>
                </a:extLst>
              </p:cNvPr>
              <p:cNvSpPr/>
              <p:nvPr/>
            </p:nvSpPr>
            <p:spPr>
              <a:xfrm>
                <a:off x="18141860" y="3941480"/>
                <a:ext cx="715000" cy="369059"/>
              </a:xfrm>
              <a:custGeom>
                <a:avLst/>
                <a:gdLst>
                  <a:gd name="connsiteX0" fmla="*/ 715001 w 715000"/>
                  <a:gd name="connsiteY0" fmla="*/ 0 h 369059"/>
                  <a:gd name="connsiteX1" fmla="*/ 352271 w 715000"/>
                  <a:gd name="connsiteY1" fmla="*/ 0 h 369059"/>
                  <a:gd name="connsiteX2" fmla="*/ 0 w 715000"/>
                  <a:gd name="connsiteY2" fmla="*/ 369059 h 36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5000" h="369059">
                    <a:moveTo>
                      <a:pt x="715001" y="0"/>
                    </a:moveTo>
                    <a:lnTo>
                      <a:pt x="352271" y="0"/>
                    </a:lnTo>
                    <a:lnTo>
                      <a:pt x="0" y="369059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9" name="Freeform: Shape 165">
                <a:extLst>
                  <a:ext uri="{FF2B5EF4-FFF2-40B4-BE49-F238E27FC236}">
                    <a16:creationId xmlns:a16="http://schemas.microsoft.com/office/drawing/2014/main" id="{7DC9F82B-EBF8-FB9D-BCA6-9E757C0024EA}"/>
                  </a:ext>
                </a:extLst>
              </p:cNvPr>
              <p:cNvSpPr/>
              <p:nvPr/>
            </p:nvSpPr>
            <p:spPr>
              <a:xfrm>
                <a:off x="17334939" y="4504564"/>
                <a:ext cx="1797683" cy="27521"/>
              </a:xfrm>
              <a:custGeom>
                <a:avLst/>
                <a:gdLst>
                  <a:gd name="connsiteX0" fmla="*/ 1797684 w 1797683"/>
                  <a:gd name="connsiteY0" fmla="*/ 0 h 27521"/>
                  <a:gd name="connsiteX1" fmla="*/ 0 w 1797683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97683" h="27521">
                    <a:moveTo>
                      <a:pt x="1797684" y="0"/>
                    </a:moveTo>
                    <a:cubicBezTo>
                      <a:pt x="1746494" y="0"/>
                      <a:pt x="0" y="0"/>
                      <a:pt x="0" y="0"/>
                    </a:cubicBez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0" name="Freeform: Shape 166">
                <a:extLst>
                  <a:ext uri="{FF2B5EF4-FFF2-40B4-BE49-F238E27FC236}">
                    <a16:creationId xmlns:a16="http://schemas.microsoft.com/office/drawing/2014/main" id="{60125F3F-013B-1D32-57A4-6B4CE9E7D241}"/>
                  </a:ext>
                </a:extLst>
              </p:cNvPr>
              <p:cNvSpPr/>
              <p:nvPr/>
            </p:nvSpPr>
            <p:spPr>
              <a:xfrm>
                <a:off x="16209598" y="4537039"/>
                <a:ext cx="885356" cy="27521"/>
              </a:xfrm>
              <a:custGeom>
                <a:avLst/>
                <a:gdLst>
                  <a:gd name="connsiteX0" fmla="*/ 885357 w 885356"/>
                  <a:gd name="connsiteY0" fmla="*/ 0 h 27521"/>
                  <a:gd name="connsiteX1" fmla="*/ 0 w 885356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85356" h="27521">
                    <a:moveTo>
                      <a:pt x="885357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1" name="Freeform: Shape 167">
                <a:extLst>
                  <a:ext uri="{FF2B5EF4-FFF2-40B4-BE49-F238E27FC236}">
                    <a16:creationId xmlns:a16="http://schemas.microsoft.com/office/drawing/2014/main" id="{EEF0E123-2A6E-C27C-B429-491B8CB1F02A}"/>
                  </a:ext>
                </a:extLst>
              </p:cNvPr>
              <p:cNvSpPr/>
              <p:nvPr/>
            </p:nvSpPr>
            <p:spPr>
              <a:xfrm>
                <a:off x="18448171" y="4816104"/>
                <a:ext cx="615098" cy="27521"/>
              </a:xfrm>
              <a:custGeom>
                <a:avLst/>
                <a:gdLst>
                  <a:gd name="connsiteX0" fmla="*/ 615099 w 615098"/>
                  <a:gd name="connsiteY0" fmla="*/ 0 h 27521"/>
                  <a:gd name="connsiteX1" fmla="*/ 0 w 615098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5098" h="27521">
                    <a:moveTo>
                      <a:pt x="615099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2" name="Freeform: Shape 168">
                <a:extLst>
                  <a:ext uri="{FF2B5EF4-FFF2-40B4-BE49-F238E27FC236}">
                    <a16:creationId xmlns:a16="http://schemas.microsoft.com/office/drawing/2014/main" id="{67B0C6F0-CFB1-1650-B956-4F33AB5C6277}"/>
                  </a:ext>
                </a:extLst>
              </p:cNvPr>
              <p:cNvSpPr/>
              <p:nvPr/>
            </p:nvSpPr>
            <p:spPr>
              <a:xfrm>
                <a:off x="16299867" y="4841698"/>
                <a:ext cx="2763402" cy="321722"/>
              </a:xfrm>
              <a:custGeom>
                <a:avLst/>
                <a:gdLst>
                  <a:gd name="connsiteX0" fmla="*/ 2763402 w 2763402"/>
                  <a:gd name="connsiteY0" fmla="*/ 321722 h 321722"/>
                  <a:gd name="connsiteX1" fmla="*/ 2332145 w 2763402"/>
                  <a:gd name="connsiteY1" fmla="*/ 321722 h 321722"/>
                  <a:gd name="connsiteX2" fmla="*/ 2010423 w 2763402"/>
                  <a:gd name="connsiteY2" fmla="*/ 0 h 321722"/>
                  <a:gd name="connsiteX3" fmla="*/ 0 w 2763402"/>
                  <a:gd name="connsiteY3" fmla="*/ 0 h 32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3402" h="321722">
                    <a:moveTo>
                      <a:pt x="2763402" y="321722"/>
                    </a:moveTo>
                    <a:lnTo>
                      <a:pt x="2332145" y="321722"/>
                    </a:lnTo>
                    <a:lnTo>
                      <a:pt x="2010423" y="0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3" name="Freeform: Shape 169">
                <a:extLst>
                  <a:ext uri="{FF2B5EF4-FFF2-40B4-BE49-F238E27FC236}">
                    <a16:creationId xmlns:a16="http://schemas.microsoft.com/office/drawing/2014/main" id="{C5562808-EFE6-E1A0-AAD7-8A473573A946}"/>
                  </a:ext>
                </a:extLst>
              </p:cNvPr>
              <p:cNvSpPr/>
              <p:nvPr/>
            </p:nvSpPr>
            <p:spPr>
              <a:xfrm>
                <a:off x="17334939" y="5510738"/>
                <a:ext cx="1432477" cy="27521"/>
              </a:xfrm>
              <a:custGeom>
                <a:avLst/>
                <a:gdLst>
                  <a:gd name="connsiteX0" fmla="*/ 1432478 w 1432477"/>
                  <a:gd name="connsiteY0" fmla="*/ 0 h 27521"/>
                  <a:gd name="connsiteX1" fmla="*/ 0 w 1432477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32477" h="27521">
                    <a:moveTo>
                      <a:pt x="1432478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Freeform: Shape 170">
                <a:extLst>
                  <a:ext uri="{FF2B5EF4-FFF2-40B4-BE49-F238E27FC236}">
                    <a16:creationId xmlns:a16="http://schemas.microsoft.com/office/drawing/2014/main" id="{13A1BFDF-1755-D0FA-07F6-B2D7D20B3E4C}"/>
                  </a:ext>
                </a:extLst>
              </p:cNvPr>
              <p:cNvSpPr/>
              <p:nvPr/>
            </p:nvSpPr>
            <p:spPr>
              <a:xfrm>
                <a:off x="16567648" y="5193969"/>
                <a:ext cx="1432477" cy="27521"/>
              </a:xfrm>
              <a:custGeom>
                <a:avLst/>
                <a:gdLst>
                  <a:gd name="connsiteX0" fmla="*/ 1432478 w 1432477"/>
                  <a:gd name="connsiteY0" fmla="*/ 0 h 27521"/>
                  <a:gd name="connsiteX1" fmla="*/ 0 w 1432477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32477" h="27521">
                    <a:moveTo>
                      <a:pt x="1432478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5" name="Freeform: Shape 171">
                <a:extLst>
                  <a:ext uri="{FF2B5EF4-FFF2-40B4-BE49-F238E27FC236}">
                    <a16:creationId xmlns:a16="http://schemas.microsoft.com/office/drawing/2014/main" id="{F49D29D7-5F6C-DAE8-937C-021A88E010F6}"/>
                  </a:ext>
                </a:extLst>
              </p:cNvPr>
              <p:cNvSpPr/>
              <p:nvPr/>
            </p:nvSpPr>
            <p:spPr>
              <a:xfrm>
                <a:off x="16308399" y="5241581"/>
                <a:ext cx="2139772" cy="594182"/>
              </a:xfrm>
              <a:custGeom>
                <a:avLst/>
                <a:gdLst>
                  <a:gd name="connsiteX0" fmla="*/ 2139772 w 2139772"/>
                  <a:gd name="connsiteY0" fmla="*/ 594182 h 594182"/>
                  <a:gd name="connsiteX1" fmla="*/ 1077730 w 2139772"/>
                  <a:gd name="connsiteY1" fmla="*/ 594182 h 594182"/>
                  <a:gd name="connsiteX2" fmla="*/ 720229 w 2139772"/>
                  <a:gd name="connsiteY2" fmla="*/ 316769 h 594182"/>
                  <a:gd name="connsiteX3" fmla="*/ 148064 w 2139772"/>
                  <a:gd name="connsiteY3" fmla="*/ 316769 h 594182"/>
                  <a:gd name="connsiteX4" fmla="*/ 0 w 2139772"/>
                  <a:gd name="connsiteY4" fmla="*/ 316769 h 594182"/>
                  <a:gd name="connsiteX5" fmla="*/ 0 w 2139772"/>
                  <a:gd name="connsiteY5" fmla="*/ 0 h 594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9772" h="594182">
                    <a:moveTo>
                      <a:pt x="2139772" y="594182"/>
                    </a:moveTo>
                    <a:lnTo>
                      <a:pt x="1077730" y="594182"/>
                    </a:lnTo>
                    <a:lnTo>
                      <a:pt x="720229" y="316769"/>
                    </a:lnTo>
                    <a:lnTo>
                      <a:pt x="148064" y="316769"/>
                    </a:lnTo>
                    <a:lnTo>
                      <a:pt x="0" y="316769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6" name="Freeform: Shape 172">
                <a:extLst>
                  <a:ext uri="{FF2B5EF4-FFF2-40B4-BE49-F238E27FC236}">
                    <a16:creationId xmlns:a16="http://schemas.microsoft.com/office/drawing/2014/main" id="{1EE78C73-24E7-47AC-4511-E406CC863C45}"/>
                  </a:ext>
                </a:extLst>
              </p:cNvPr>
              <p:cNvSpPr/>
              <p:nvPr/>
            </p:nvSpPr>
            <p:spPr>
              <a:xfrm>
                <a:off x="16175472" y="4879953"/>
                <a:ext cx="950031" cy="1013880"/>
              </a:xfrm>
              <a:custGeom>
                <a:avLst/>
                <a:gdLst>
                  <a:gd name="connsiteX0" fmla="*/ 950031 w 950031"/>
                  <a:gd name="connsiteY0" fmla="*/ 1013880 h 1013880"/>
                  <a:gd name="connsiteX1" fmla="*/ 240260 w 950031"/>
                  <a:gd name="connsiteY1" fmla="*/ 1013880 h 1013880"/>
                  <a:gd name="connsiteX2" fmla="*/ 0 w 950031"/>
                  <a:gd name="connsiteY2" fmla="*/ 1013880 h 1013880"/>
                  <a:gd name="connsiteX3" fmla="*/ 0 w 950031"/>
                  <a:gd name="connsiteY3" fmla="*/ 0 h 101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0031" h="1013880">
                    <a:moveTo>
                      <a:pt x="950031" y="1013880"/>
                    </a:moveTo>
                    <a:lnTo>
                      <a:pt x="240260" y="1013880"/>
                    </a:lnTo>
                    <a:lnTo>
                      <a:pt x="0" y="1013880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7" name="Freeform: Shape 173">
                <a:extLst>
                  <a:ext uri="{FF2B5EF4-FFF2-40B4-BE49-F238E27FC236}">
                    <a16:creationId xmlns:a16="http://schemas.microsoft.com/office/drawing/2014/main" id="{03BC953D-458B-8E88-CAAB-C204A1E08F50}"/>
                  </a:ext>
                </a:extLst>
              </p:cNvPr>
              <p:cNvSpPr/>
              <p:nvPr/>
            </p:nvSpPr>
            <p:spPr>
              <a:xfrm>
                <a:off x="15967962" y="4953984"/>
                <a:ext cx="2286184" cy="1284413"/>
              </a:xfrm>
              <a:custGeom>
                <a:avLst/>
                <a:gdLst>
                  <a:gd name="connsiteX0" fmla="*/ 2286185 w 2286184"/>
                  <a:gd name="connsiteY0" fmla="*/ 1284414 h 1284413"/>
                  <a:gd name="connsiteX1" fmla="*/ 398507 w 2286184"/>
                  <a:gd name="connsiteY1" fmla="*/ 1284414 h 1284413"/>
                  <a:gd name="connsiteX2" fmla="*/ 0 w 2286184"/>
                  <a:gd name="connsiteY2" fmla="*/ 1284414 h 1284413"/>
                  <a:gd name="connsiteX3" fmla="*/ 0 w 2286184"/>
                  <a:gd name="connsiteY3" fmla="*/ 0 h 128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6184" h="1284413">
                    <a:moveTo>
                      <a:pt x="2286185" y="1284414"/>
                    </a:moveTo>
                    <a:lnTo>
                      <a:pt x="398507" y="1284414"/>
                    </a:lnTo>
                    <a:lnTo>
                      <a:pt x="0" y="1284414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Freeform: Shape 174">
                <a:extLst>
                  <a:ext uri="{FF2B5EF4-FFF2-40B4-BE49-F238E27FC236}">
                    <a16:creationId xmlns:a16="http://schemas.microsoft.com/office/drawing/2014/main" id="{486BBEF5-A787-D92A-3785-B3A91F76F67B}"/>
                  </a:ext>
                </a:extLst>
              </p:cNvPr>
              <p:cNvSpPr/>
              <p:nvPr/>
            </p:nvSpPr>
            <p:spPr>
              <a:xfrm>
                <a:off x="17334939" y="6902484"/>
                <a:ext cx="1728330" cy="27521"/>
              </a:xfrm>
              <a:custGeom>
                <a:avLst/>
                <a:gdLst>
                  <a:gd name="connsiteX0" fmla="*/ 1728331 w 1728330"/>
                  <a:gd name="connsiteY0" fmla="*/ 0 h 27521"/>
                  <a:gd name="connsiteX1" fmla="*/ 0 w 1728330"/>
                  <a:gd name="connsiteY1" fmla="*/ 0 h 27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28330" h="27521">
                    <a:moveTo>
                      <a:pt x="1728331" y="0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Freeform: Shape 175">
                <a:extLst>
                  <a:ext uri="{FF2B5EF4-FFF2-40B4-BE49-F238E27FC236}">
                    <a16:creationId xmlns:a16="http://schemas.microsoft.com/office/drawing/2014/main" id="{37689E81-3E62-8D8B-B07B-9AF7D40E5924}"/>
                  </a:ext>
                </a:extLst>
              </p:cNvPr>
              <p:cNvSpPr/>
              <p:nvPr/>
            </p:nvSpPr>
            <p:spPr>
              <a:xfrm>
                <a:off x="18177638" y="7088802"/>
                <a:ext cx="689405" cy="396580"/>
              </a:xfrm>
              <a:custGeom>
                <a:avLst/>
                <a:gdLst>
                  <a:gd name="connsiteX0" fmla="*/ 689406 w 689405"/>
                  <a:gd name="connsiteY0" fmla="*/ 396580 h 396580"/>
                  <a:gd name="connsiteX1" fmla="*/ 377866 w 689405"/>
                  <a:gd name="connsiteY1" fmla="*/ 396580 h 396580"/>
                  <a:gd name="connsiteX2" fmla="*/ 0 w 689405"/>
                  <a:gd name="connsiteY2" fmla="*/ 0 h 396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89405" h="396580">
                    <a:moveTo>
                      <a:pt x="689406" y="396580"/>
                    </a:moveTo>
                    <a:lnTo>
                      <a:pt x="377866" y="396580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0" name="Freeform: Shape 176">
                <a:extLst>
                  <a:ext uri="{FF2B5EF4-FFF2-40B4-BE49-F238E27FC236}">
                    <a16:creationId xmlns:a16="http://schemas.microsoft.com/office/drawing/2014/main" id="{B6CED834-C9C3-F7B3-FDC4-222F15EA044F}"/>
                  </a:ext>
                </a:extLst>
              </p:cNvPr>
              <p:cNvSpPr/>
              <p:nvPr/>
            </p:nvSpPr>
            <p:spPr>
              <a:xfrm>
                <a:off x="17704273" y="7139717"/>
                <a:ext cx="1358996" cy="695827"/>
              </a:xfrm>
              <a:custGeom>
                <a:avLst/>
                <a:gdLst>
                  <a:gd name="connsiteX0" fmla="*/ 1358996 w 1358996"/>
                  <a:gd name="connsiteY0" fmla="*/ 684452 h 695827"/>
                  <a:gd name="connsiteX1" fmla="*/ 657206 w 1358996"/>
                  <a:gd name="connsiteY1" fmla="*/ 684452 h 695827"/>
                  <a:gd name="connsiteX2" fmla="*/ 0 w 1358996"/>
                  <a:gd name="connsiteY2" fmla="*/ 0 h 69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58996" h="695827">
                    <a:moveTo>
                      <a:pt x="1358996" y="684452"/>
                    </a:moveTo>
                    <a:cubicBezTo>
                      <a:pt x="1358996" y="684452"/>
                      <a:pt x="682525" y="710047"/>
                      <a:pt x="657206" y="684452"/>
                    </a:cubicBezTo>
                    <a:cubicBezTo>
                      <a:pt x="631886" y="658857"/>
                      <a:pt x="0" y="0"/>
                      <a:pt x="0" y="0"/>
                    </a:cubicBez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1" name="Freeform: Shape 177">
                <a:extLst>
                  <a:ext uri="{FF2B5EF4-FFF2-40B4-BE49-F238E27FC236}">
                    <a16:creationId xmlns:a16="http://schemas.microsoft.com/office/drawing/2014/main" id="{9E2E99FE-0FB8-6AE4-321E-4D874A7CC5E3}"/>
                  </a:ext>
                </a:extLst>
              </p:cNvPr>
              <p:cNvSpPr/>
              <p:nvPr/>
            </p:nvSpPr>
            <p:spPr>
              <a:xfrm>
                <a:off x="16148501" y="6902484"/>
                <a:ext cx="2667628" cy="1391470"/>
              </a:xfrm>
              <a:custGeom>
                <a:avLst/>
                <a:gdLst>
                  <a:gd name="connsiteX0" fmla="*/ 2667628 w 2667628"/>
                  <a:gd name="connsiteY0" fmla="*/ 1391471 h 1391470"/>
                  <a:gd name="connsiteX1" fmla="*/ 2131241 w 2667628"/>
                  <a:gd name="connsiteY1" fmla="*/ 1391471 h 1391470"/>
                  <a:gd name="connsiteX2" fmla="*/ 854533 w 2667628"/>
                  <a:gd name="connsiteY2" fmla="*/ 0 h 1391470"/>
                  <a:gd name="connsiteX3" fmla="*/ 0 w 2667628"/>
                  <a:gd name="connsiteY3" fmla="*/ 0 h 139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628" h="1391470">
                    <a:moveTo>
                      <a:pt x="2667628" y="1391471"/>
                    </a:moveTo>
                    <a:lnTo>
                      <a:pt x="2131241" y="1391471"/>
                    </a:lnTo>
                    <a:lnTo>
                      <a:pt x="854533" y="0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2" name="Freeform: Shape 178">
                <a:extLst>
                  <a:ext uri="{FF2B5EF4-FFF2-40B4-BE49-F238E27FC236}">
                    <a16:creationId xmlns:a16="http://schemas.microsoft.com/office/drawing/2014/main" id="{85793E83-9DFD-E5C4-6E2F-C0A3CDA04C06}"/>
                  </a:ext>
                </a:extLst>
              </p:cNvPr>
              <p:cNvSpPr/>
              <p:nvPr/>
            </p:nvSpPr>
            <p:spPr>
              <a:xfrm>
                <a:off x="18522478" y="8513575"/>
                <a:ext cx="394378" cy="389424"/>
              </a:xfrm>
              <a:custGeom>
                <a:avLst/>
                <a:gdLst>
                  <a:gd name="connsiteX0" fmla="*/ 394379 w 394378"/>
                  <a:gd name="connsiteY0" fmla="*/ 389425 h 389424"/>
                  <a:gd name="connsiteX1" fmla="*/ 0 w 394378"/>
                  <a:gd name="connsiteY1" fmla="*/ 0 h 389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4378" h="389424">
                    <a:moveTo>
                      <a:pt x="394379" y="389425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3" name="Freeform: Shape 179">
                <a:extLst>
                  <a:ext uri="{FF2B5EF4-FFF2-40B4-BE49-F238E27FC236}">
                    <a16:creationId xmlns:a16="http://schemas.microsoft.com/office/drawing/2014/main" id="{1D977FF9-5DD8-E8DD-E39A-7B2DAA50D637}"/>
                  </a:ext>
                </a:extLst>
              </p:cNvPr>
              <p:cNvSpPr/>
              <p:nvPr/>
            </p:nvSpPr>
            <p:spPr>
              <a:xfrm>
                <a:off x="16844787" y="7165312"/>
                <a:ext cx="1077454" cy="1128643"/>
              </a:xfrm>
              <a:custGeom>
                <a:avLst/>
                <a:gdLst>
                  <a:gd name="connsiteX0" fmla="*/ 1077454 w 1077454"/>
                  <a:gd name="connsiteY0" fmla="*/ 1128644 h 1128643"/>
                  <a:gd name="connsiteX1" fmla="*/ 0 w 1077454"/>
                  <a:gd name="connsiteY1" fmla="*/ 0 h 112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77454" h="1128643">
                    <a:moveTo>
                      <a:pt x="1077454" y="1128644"/>
                    </a:moveTo>
                    <a:lnTo>
                      <a:pt x="0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4" name="Freeform: Shape 180">
                <a:extLst>
                  <a:ext uri="{FF2B5EF4-FFF2-40B4-BE49-F238E27FC236}">
                    <a16:creationId xmlns:a16="http://schemas.microsoft.com/office/drawing/2014/main" id="{AECC988D-5D25-4A7D-E5A5-59C2D4C1576C}"/>
                  </a:ext>
                </a:extLst>
              </p:cNvPr>
              <p:cNvSpPr/>
              <p:nvPr/>
            </p:nvSpPr>
            <p:spPr>
              <a:xfrm>
                <a:off x="16456463" y="7185953"/>
                <a:ext cx="2433147" cy="2479689"/>
              </a:xfrm>
              <a:custGeom>
                <a:avLst/>
                <a:gdLst>
                  <a:gd name="connsiteX0" fmla="*/ 2433148 w 2433147"/>
                  <a:gd name="connsiteY0" fmla="*/ 2479658 h 2479689"/>
                  <a:gd name="connsiteX1" fmla="*/ 0 w 2433147"/>
                  <a:gd name="connsiteY1" fmla="*/ 0 h 247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33147" h="2479689">
                    <a:moveTo>
                      <a:pt x="2433148" y="2479658"/>
                    </a:moveTo>
                    <a:cubicBezTo>
                      <a:pt x="2417736" y="2489841"/>
                      <a:pt x="0" y="0"/>
                      <a:pt x="0" y="0"/>
                    </a:cubicBez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5" name="Freeform: Shape 181">
                <a:extLst>
                  <a:ext uri="{FF2B5EF4-FFF2-40B4-BE49-F238E27FC236}">
                    <a16:creationId xmlns:a16="http://schemas.microsoft.com/office/drawing/2014/main" id="{B38F728D-AD42-264E-FC5C-3AF5749DA7CC}"/>
                  </a:ext>
                </a:extLst>
              </p:cNvPr>
              <p:cNvSpPr/>
              <p:nvPr/>
            </p:nvSpPr>
            <p:spPr>
              <a:xfrm>
                <a:off x="17574924" y="8692462"/>
                <a:ext cx="1205427" cy="1608612"/>
              </a:xfrm>
              <a:custGeom>
                <a:avLst/>
                <a:gdLst>
                  <a:gd name="connsiteX0" fmla="*/ 1205428 w 1205427"/>
                  <a:gd name="connsiteY0" fmla="*/ 1608613 h 1608612"/>
                  <a:gd name="connsiteX1" fmla="*/ 699864 w 1205427"/>
                  <a:gd name="connsiteY1" fmla="*/ 1108003 h 1608612"/>
                  <a:gd name="connsiteX2" fmla="*/ 720229 w 1205427"/>
                  <a:gd name="connsiteY2" fmla="*/ 735366 h 1608612"/>
                  <a:gd name="connsiteX3" fmla="*/ 0 w 1205427"/>
                  <a:gd name="connsiteY3" fmla="*/ 0 h 1608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5427" h="1608612">
                    <a:moveTo>
                      <a:pt x="1205428" y="1608613"/>
                    </a:moveTo>
                    <a:lnTo>
                      <a:pt x="699864" y="1108003"/>
                    </a:lnTo>
                    <a:lnTo>
                      <a:pt x="720229" y="735366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6" name="Freeform: Shape 182">
                <a:extLst>
                  <a:ext uri="{FF2B5EF4-FFF2-40B4-BE49-F238E27FC236}">
                    <a16:creationId xmlns:a16="http://schemas.microsoft.com/office/drawing/2014/main" id="{E1AF8184-E29C-00FD-BEFA-782EC6D47598}"/>
                  </a:ext>
                </a:extLst>
              </p:cNvPr>
              <p:cNvSpPr/>
              <p:nvPr/>
            </p:nvSpPr>
            <p:spPr>
              <a:xfrm>
                <a:off x="17574924" y="9111059"/>
                <a:ext cx="423826" cy="791784"/>
              </a:xfrm>
              <a:custGeom>
                <a:avLst/>
                <a:gdLst>
                  <a:gd name="connsiteX0" fmla="*/ 423826 w 423826"/>
                  <a:gd name="connsiteY0" fmla="*/ 791784 h 791784"/>
                  <a:gd name="connsiteX1" fmla="*/ 423826 w 423826"/>
                  <a:gd name="connsiteY1" fmla="*/ 449421 h 791784"/>
                  <a:gd name="connsiteX2" fmla="*/ 0 w 423826"/>
                  <a:gd name="connsiteY2" fmla="*/ 0 h 791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826" h="791784">
                    <a:moveTo>
                      <a:pt x="423826" y="791784"/>
                    </a:moveTo>
                    <a:lnTo>
                      <a:pt x="423826" y="449421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7" name="Freeform: Shape 183">
                <a:extLst>
                  <a:ext uri="{FF2B5EF4-FFF2-40B4-BE49-F238E27FC236}">
                    <a16:creationId xmlns:a16="http://schemas.microsoft.com/office/drawing/2014/main" id="{03AD1DB1-008E-3BA0-05D7-003232261C98}"/>
                  </a:ext>
                </a:extLst>
              </p:cNvPr>
              <p:cNvSpPr/>
              <p:nvPr/>
            </p:nvSpPr>
            <p:spPr>
              <a:xfrm>
                <a:off x="15967962" y="6238398"/>
                <a:ext cx="3095307" cy="4900146"/>
              </a:xfrm>
              <a:custGeom>
                <a:avLst/>
                <a:gdLst>
                  <a:gd name="connsiteX0" fmla="*/ 2888899 w 3095307"/>
                  <a:gd name="connsiteY0" fmla="*/ 4900147 h 4900146"/>
                  <a:gd name="connsiteX1" fmla="*/ 1341382 w 3095307"/>
                  <a:gd name="connsiteY1" fmla="*/ 3311899 h 4900146"/>
                  <a:gd name="connsiteX2" fmla="*/ 1341382 w 3095307"/>
                  <a:gd name="connsiteY2" fmla="*/ 2306000 h 4900146"/>
                  <a:gd name="connsiteX3" fmla="*/ 0 w 3095307"/>
                  <a:gd name="connsiteY3" fmla="*/ 967920 h 4900146"/>
                  <a:gd name="connsiteX4" fmla="*/ 0 w 3095307"/>
                  <a:gd name="connsiteY4" fmla="*/ 349794 h 4900146"/>
                  <a:gd name="connsiteX5" fmla="*/ 866367 w 3095307"/>
                  <a:gd name="connsiteY5" fmla="*/ 349794 h 4900146"/>
                  <a:gd name="connsiteX6" fmla="*/ 2265819 w 3095307"/>
                  <a:gd name="connsiteY6" fmla="*/ 349794 h 4900146"/>
                  <a:gd name="connsiteX7" fmla="*/ 2602954 w 3095307"/>
                  <a:gd name="connsiteY7" fmla="*/ 0 h 4900146"/>
                  <a:gd name="connsiteX8" fmla="*/ 3095308 w 3095307"/>
                  <a:gd name="connsiteY8" fmla="*/ 0 h 490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95307" h="4900146">
                    <a:moveTo>
                      <a:pt x="2888899" y="4900147"/>
                    </a:moveTo>
                    <a:lnTo>
                      <a:pt x="1341382" y="3311899"/>
                    </a:lnTo>
                    <a:lnTo>
                      <a:pt x="1341382" y="2306000"/>
                    </a:lnTo>
                    <a:lnTo>
                      <a:pt x="0" y="967920"/>
                    </a:lnTo>
                    <a:lnTo>
                      <a:pt x="0" y="349794"/>
                    </a:lnTo>
                    <a:lnTo>
                      <a:pt x="866367" y="349794"/>
                    </a:lnTo>
                    <a:lnTo>
                      <a:pt x="2265819" y="349794"/>
                    </a:lnTo>
                    <a:lnTo>
                      <a:pt x="2602954" y="0"/>
                    </a:lnTo>
                    <a:lnTo>
                      <a:pt x="3095308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8" name="Freeform: Shape 184">
                <a:extLst>
                  <a:ext uri="{FF2B5EF4-FFF2-40B4-BE49-F238E27FC236}">
                    <a16:creationId xmlns:a16="http://schemas.microsoft.com/office/drawing/2014/main" id="{7E6FD7A3-6E1D-41B5-1A53-B7E8E73D27B1}"/>
                  </a:ext>
                </a:extLst>
              </p:cNvPr>
              <p:cNvSpPr/>
              <p:nvPr/>
            </p:nvSpPr>
            <p:spPr>
              <a:xfrm>
                <a:off x="16517835" y="8222400"/>
                <a:ext cx="1215610" cy="2400397"/>
              </a:xfrm>
              <a:custGeom>
                <a:avLst/>
                <a:gdLst>
                  <a:gd name="connsiteX0" fmla="*/ 0 w 1215610"/>
                  <a:gd name="connsiteY0" fmla="*/ 0 h 2400397"/>
                  <a:gd name="connsiteX1" fmla="*/ 536113 w 1215610"/>
                  <a:gd name="connsiteY1" fmla="*/ 470062 h 2400397"/>
                  <a:gd name="connsiteX2" fmla="*/ 536113 w 1215610"/>
                  <a:gd name="connsiteY2" fmla="*/ 1731358 h 2400397"/>
                  <a:gd name="connsiteX3" fmla="*/ 1215611 w 1215610"/>
                  <a:gd name="connsiteY3" fmla="*/ 2400398 h 2400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5610" h="2400397">
                    <a:moveTo>
                      <a:pt x="0" y="0"/>
                    </a:moveTo>
                    <a:lnTo>
                      <a:pt x="536113" y="470062"/>
                    </a:lnTo>
                    <a:lnTo>
                      <a:pt x="536113" y="1731358"/>
                    </a:lnTo>
                    <a:lnTo>
                      <a:pt x="1215611" y="2400398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9" name="Freeform: Shape 185">
                <a:extLst>
                  <a:ext uri="{FF2B5EF4-FFF2-40B4-BE49-F238E27FC236}">
                    <a16:creationId xmlns:a16="http://schemas.microsoft.com/office/drawing/2014/main" id="{62C8145C-B982-482B-D398-65CCCE746ABB}"/>
                  </a:ext>
                </a:extLst>
              </p:cNvPr>
              <p:cNvSpPr/>
              <p:nvPr/>
            </p:nvSpPr>
            <p:spPr>
              <a:xfrm>
                <a:off x="15712565" y="5193969"/>
                <a:ext cx="575467" cy="5270581"/>
              </a:xfrm>
              <a:custGeom>
                <a:avLst/>
                <a:gdLst>
                  <a:gd name="connsiteX0" fmla="*/ 575468 w 575467"/>
                  <a:gd name="connsiteY0" fmla="*/ 5270582 h 5270581"/>
                  <a:gd name="connsiteX1" fmla="*/ 575468 w 575467"/>
                  <a:gd name="connsiteY1" fmla="*/ 2815693 h 5270581"/>
                  <a:gd name="connsiteX2" fmla="*/ 0 w 575467"/>
                  <a:gd name="connsiteY2" fmla="*/ 2223987 h 5270581"/>
                  <a:gd name="connsiteX3" fmla="*/ 0 w 575467"/>
                  <a:gd name="connsiteY3" fmla="*/ 0 h 527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5467" h="5270581">
                    <a:moveTo>
                      <a:pt x="575468" y="5270582"/>
                    </a:moveTo>
                    <a:lnTo>
                      <a:pt x="575468" y="2815693"/>
                    </a:lnTo>
                    <a:lnTo>
                      <a:pt x="0" y="2223987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Freeform: Shape 186">
                <a:extLst>
                  <a:ext uri="{FF2B5EF4-FFF2-40B4-BE49-F238E27FC236}">
                    <a16:creationId xmlns:a16="http://schemas.microsoft.com/office/drawing/2014/main" id="{46B6F2EE-BA32-C4E3-EAB4-C38E688CD06C}"/>
                  </a:ext>
                </a:extLst>
              </p:cNvPr>
              <p:cNvSpPr/>
              <p:nvPr/>
            </p:nvSpPr>
            <p:spPr>
              <a:xfrm>
                <a:off x="16599573" y="8692462"/>
                <a:ext cx="1237627" cy="2562222"/>
              </a:xfrm>
              <a:custGeom>
                <a:avLst/>
                <a:gdLst>
                  <a:gd name="connsiteX0" fmla="*/ 0 w 1237627"/>
                  <a:gd name="connsiteY0" fmla="*/ 0 h 2562222"/>
                  <a:gd name="connsiteX1" fmla="*/ 0 w 1237627"/>
                  <a:gd name="connsiteY1" fmla="*/ 1950702 h 2562222"/>
                  <a:gd name="connsiteX2" fmla="*/ 342088 w 1237627"/>
                  <a:gd name="connsiteY2" fmla="*/ 2277654 h 2562222"/>
                  <a:gd name="connsiteX3" fmla="*/ 975351 w 1237627"/>
                  <a:gd name="connsiteY3" fmla="*/ 2277654 h 2562222"/>
                  <a:gd name="connsiteX4" fmla="*/ 1237628 w 1237627"/>
                  <a:gd name="connsiteY4" fmla="*/ 2562222 h 2562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7627" h="2562222">
                    <a:moveTo>
                      <a:pt x="0" y="0"/>
                    </a:moveTo>
                    <a:lnTo>
                      <a:pt x="0" y="1950702"/>
                    </a:lnTo>
                    <a:lnTo>
                      <a:pt x="342088" y="2277654"/>
                    </a:lnTo>
                    <a:lnTo>
                      <a:pt x="975351" y="2277654"/>
                    </a:lnTo>
                    <a:lnTo>
                      <a:pt x="1237628" y="256222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1" name="Freeform: Shape 187">
                <a:extLst>
                  <a:ext uri="{FF2B5EF4-FFF2-40B4-BE49-F238E27FC236}">
                    <a16:creationId xmlns:a16="http://schemas.microsoft.com/office/drawing/2014/main" id="{95FE11A5-454F-62A2-997A-16FAD7C979FC}"/>
                  </a:ext>
                </a:extLst>
              </p:cNvPr>
              <p:cNvSpPr/>
              <p:nvPr/>
            </p:nvSpPr>
            <p:spPr>
              <a:xfrm>
                <a:off x="16844787" y="8941254"/>
                <a:ext cx="474740" cy="1753098"/>
              </a:xfrm>
              <a:custGeom>
                <a:avLst/>
                <a:gdLst>
                  <a:gd name="connsiteX0" fmla="*/ 0 w 474740"/>
                  <a:gd name="connsiteY0" fmla="*/ 0 h 1753098"/>
                  <a:gd name="connsiteX1" fmla="*/ 0 w 474740"/>
                  <a:gd name="connsiteY1" fmla="*/ 1242306 h 1753098"/>
                  <a:gd name="connsiteX2" fmla="*/ 474740 w 474740"/>
                  <a:gd name="connsiteY2" fmla="*/ 1753099 h 175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4740" h="1753098">
                    <a:moveTo>
                      <a:pt x="0" y="0"/>
                    </a:moveTo>
                    <a:lnTo>
                      <a:pt x="0" y="1242306"/>
                    </a:lnTo>
                    <a:lnTo>
                      <a:pt x="474740" y="1753099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Freeform: Shape 188">
                <a:extLst>
                  <a:ext uri="{FF2B5EF4-FFF2-40B4-BE49-F238E27FC236}">
                    <a16:creationId xmlns:a16="http://schemas.microsoft.com/office/drawing/2014/main" id="{2739EB62-D051-8A5C-747B-A89D8CE1965A}"/>
                  </a:ext>
                </a:extLst>
              </p:cNvPr>
              <p:cNvSpPr/>
              <p:nvPr/>
            </p:nvSpPr>
            <p:spPr>
              <a:xfrm>
                <a:off x="15802835" y="7803803"/>
                <a:ext cx="197602" cy="1307256"/>
              </a:xfrm>
              <a:custGeom>
                <a:avLst/>
                <a:gdLst>
                  <a:gd name="connsiteX0" fmla="*/ 0 w 197602"/>
                  <a:gd name="connsiteY0" fmla="*/ 0 h 1307256"/>
                  <a:gd name="connsiteX1" fmla="*/ 0 w 197602"/>
                  <a:gd name="connsiteY1" fmla="*/ 709772 h 1307256"/>
                  <a:gd name="connsiteX2" fmla="*/ 197602 w 197602"/>
                  <a:gd name="connsiteY2" fmla="*/ 888659 h 1307256"/>
                  <a:gd name="connsiteX3" fmla="*/ 197602 w 197602"/>
                  <a:gd name="connsiteY3" fmla="*/ 1307256 h 1307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602" h="1307256">
                    <a:moveTo>
                      <a:pt x="0" y="0"/>
                    </a:moveTo>
                    <a:lnTo>
                      <a:pt x="0" y="709772"/>
                    </a:lnTo>
                    <a:lnTo>
                      <a:pt x="197602" y="888659"/>
                    </a:lnTo>
                    <a:lnTo>
                      <a:pt x="197602" y="1307256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Freeform: Shape 189">
                <a:extLst>
                  <a:ext uri="{FF2B5EF4-FFF2-40B4-BE49-F238E27FC236}">
                    <a16:creationId xmlns:a16="http://schemas.microsoft.com/office/drawing/2014/main" id="{B9470B7D-E785-2BA8-B2AC-142FC9864081}"/>
                  </a:ext>
                </a:extLst>
              </p:cNvPr>
              <p:cNvSpPr/>
              <p:nvPr/>
            </p:nvSpPr>
            <p:spPr>
              <a:xfrm>
                <a:off x="15467627" y="7729771"/>
                <a:ext cx="301907" cy="3630043"/>
              </a:xfrm>
              <a:custGeom>
                <a:avLst/>
                <a:gdLst>
                  <a:gd name="connsiteX0" fmla="*/ 0 w 301907"/>
                  <a:gd name="connsiteY0" fmla="*/ 0 h 3630043"/>
                  <a:gd name="connsiteX1" fmla="*/ 0 w 301907"/>
                  <a:gd name="connsiteY1" fmla="*/ 1284414 h 3630043"/>
                  <a:gd name="connsiteX2" fmla="*/ 301907 w 301907"/>
                  <a:gd name="connsiteY2" fmla="*/ 1595954 h 3630043"/>
                  <a:gd name="connsiteX3" fmla="*/ 301907 w 301907"/>
                  <a:gd name="connsiteY3" fmla="*/ 3630044 h 363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907" h="3630043">
                    <a:moveTo>
                      <a:pt x="0" y="0"/>
                    </a:moveTo>
                    <a:lnTo>
                      <a:pt x="0" y="1284414"/>
                    </a:lnTo>
                    <a:lnTo>
                      <a:pt x="301907" y="1595954"/>
                    </a:lnTo>
                    <a:lnTo>
                      <a:pt x="301907" y="3630044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4" name="Freeform: Shape 190">
                <a:extLst>
                  <a:ext uri="{FF2B5EF4-FFF2-40B4-BE49-F238E27FC236}">
                    <a16:creationId xmlns:a16="http://schemas.microsoft.com/office/drawing/2014/main" id="{197243B1-8EDA-C618-12F4-DDA89DE1B9FB}"/>
                  </a:ext>
                </a:extLst>
              </p:cNvPr>
              <p:cNvSpPr/>
              <p:nvPr/>
            </p:nvSpPr>
            <p:spPr>
              <a:xfrm>
                <a:off x="15164343" y="9642219"/>
                <a:ext cx="303283" cy="1717596"/>
              </a:xfrm>
              <a:custGeom>
                <a:avLst/>
                <a:gdLst>
                  <a:gd name="connsiteX0" fmla="*/ 303283 w 303283"/>
                  <a:gd name="connsiteY0" fmla="*/ 1717596 h 1717596"/>
                  <a:gd name="connsiteX1" fmla="*/ 303283 w 303283"/>
                  <a:gd name="connsiteY1" fmla="*/ 1332851 h 1717596"/>
                  <a:gd name="connsiteX2" fmla="*/ 0 w 303283"/>
                  <a:gd name="connsiteY2" fmla="*/ 980579 h 1717596"/>
                  <a:gd name="connsiteX3" fmla="*/ 0 w 303283"/>
                  <a:gd name="connsiteY3" fmla="*/ 0 h 1717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283" h="1717596">
                    <a:moveTo>
                      <a:pt x="303283" y="1717596"/>
                    </a:moveTo>
                    <a:lnTo>
                      <a:pt x="303283" y="1332851"/>
                    </a:lnTo>
                    <a:lnTo>
                      <a:pt x="0" y="980579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Freeform: Shape 191">
                <a:extLst>
                  <a:ext uri="{FF2B5EF4-FFF2-40B4-BE49-F238E27FC236}">
                    <a16:creationId xmlns:a16="http://schemas.microsoft.com/office/drawing/2014/main" id="{563DB9FE-03C0-F76E-C25E-D28129BA5B43}"/>
                  </a:ext>
                </a:extLst>
              </p:cNvPr>
              <p:cNvSpPr/>
              <p:nvPr/>
            </p:nvSpPr>
            <p:spPr>
              <a:xfrm>
                <a:off x="15164343" y="5592476"/>
                <a:ext cx="388323" cy="4897669"/>
              </a:xfrm>
              <a:custGeom>
                <a:avLst/>
                <a:gdLst>
                  <a:gd name="connsiteX0" fmla="*/ 388324 w 388323"/>
                  <a:gd name="connsiteY0" fmla="*/ 4897670 h 4897669"/>
                  <a:gd name="connsiteX1" fmla="*/ 388324 w 388323"/>
                  <a:gd name="connsiteY1" fmla="*/ 4049742 h 4897669"/>
                  <a:gd name="connsiteX2" fmla="*/ 0 w 388323"/>
                  <a:gd name="connsiteY2" fmla="*/ 3579956 h 4897669"/>
                  <a:gd name="connsiteX3" fmla="*/ 0 w 388323"/>
                  <a:gd name="connsiteY3" fmla="*/ 0 h 489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323" h="4897669">
                    <a:moveTo>
                      <a:pt x="388324" y="4897670"/>
                    </a:moveTo>
                    <a:lnTo>
                      <a:pt x="388324" y="4049742"/>
                    </a:lnTo>
                    <a:lnTo>
                      <a:pt x="0" y="3579956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Freeform: Shape 192">
                <a:extLst>
                  <a:ext uri="{FF2B5EF4-FFF2-40B4-BE49-F238E27FC236}">
                    <a16:creationId xmlns:a16="http://schemas.microsoft.com/office/drawing/2014/main" id="{244644B5-AD2E-6C91-C16B-FFD66C2CF3FD}"/>
                  </a:ext>
                </a:extLst>
              </p:cNvPr>
              <p:cNvSpPr/>
              <p:nvPr/>
            </p:nvSpPr>
            <p:spPr>
              <a:xfrm>
                <a:off x="14840969" y="6302247"/>
                <a:ext cx="27521" cy="3038613"/>
              </a:xfrm>
              <a:custGeom>
                <a:avLst/>
                <a:gdLst>
                  <a:gd name="connsiteX0" fmla="*/ 0 w 27521"/>
                  <a:gd name="connsiteY0" fmla="*/ 0 h 3038613"/>
                  <a:gd name="connsiteX1" fmla="*/ 0 w 27521"/>
                  <a:gd name="connsiteY1" fmla="*/ 3038614 h 303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3038613">
                    <a:moveTo>
                      <a:pt x="0" y="0"/>
                    </a:moveTo>
                    <a:lnTo>
                      <a:pt x="0" y="3038614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Freeform: Shape 193">
                <a:extLst>
                  <a:ext uri="{FF2B5EF4-FFF2-40B4-BE49-F238E27FC236}">
                    <a16:creationId xmlns:a16="http://schemas.microsoft.com/office/drawing/2014/main" id="{46F5F32E-6183-4A7D-C1D9-FDA6DA67AD3C}"/>
                  </a:ext>
                </a:extLst>
              </p:cNvPr>
              <p:cNvSpPr/>
              <p:nvPr/>
            </p:nvSpPr>
            <p:spPr>
              <a:xfrm>
                <a:off x="14510715" y="7229986"/>
                <a:ext cx="710046" cy="4031303"/>
              </a:xfrm>
              <a:custGeom>
                <a:avLst/>
                <a:gdLst>
                  <a:gd name="connsiteX0" fmla="*/ 0 w 710046"/>
                  <a:gd name="connsiteY0" fmla="*/ 0 h 4031303"/>
                  <a:gd name="connsiteX1" fmla="*/ 0 w 710046"/>
                  <a:gd name="connsiteY1" fmla="*/ 2223437 h 4031303"/>
                  <a:gd name="connsiteX2" fmla="*/ 420524 w 710046"/>
                  <a:gd name="connsiteY2" fmla="*/ 2652216 h 4031303"/>
                  <a:gd name="connsiteX3" fmla="*/ 420524 w 710046"/>
                  <a:gd name="connsiteY3" fmla="*/ 3648208 h 4031303"/>
                  <a:gd name="connsiteX4" fmla="*/ 710046 w 710046"/>
                  <a:gd name="connsiteY4" fmla="*/ 4031303 h 40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0046" h="4031303">
                    <a:moveTo>
                      <a:pt x="0" y="0"/>
                    </a:moveTo>
                    <a:lnTo>
                      <a:pt x="0" y="2223437"/>
                    </a:lnTo>
                    <a:lnTo>
                      <a:pt x="420524" y="2652216"/>
                    </a:lnTo>
                    <a:lnTo>
                      <a:pt x="420524" y="3648208"/>
                    </a:lnTo>
                    <a:lnTo>
                      <a:pt x="710046" y="403130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8" name="Freeform: Shape 194">
                <a:extLst>
                  <a:ext uri="{FF2B5EF4-FFF2-40B4-BE49-F238E27FC236}">
                    <a16:creationId xmlns:a16="http://schemas.microsoft.com/office/drawing/2014/main" id="{7C66AE0D-5EDA-9846-189F-9C8A36D67D86}"/>
                  </a:ext>
                </a:extLst>
              </p:cNvPr>
              <p:cNvSpPr/>
              <p:nvPr/>
            </p:nvSpPr>
            <p:spPr>
              <a:xfrm>
                <a:off x="14170278" y="7549232"/>
                <a:ext cx="253745" cy="2874312"/>
              </a:xfrm>
              <a:custGeom>
                <a:avLst/>
                <a:gdLst>
                  <a:gd name="connsiteX0" fmla="*/ 0 w 253745"/>
                  <a:gd name="connsiteY0" fmla="*/ 0 h 2874312"/>
                  <a:gd name="connsiteX1" fmla="*/ 0 w 253745"/>
                  <a:gd name="connsiteY1" fmla="*/ 1947399 h 2874312"/>
                  <a:gd name="connsiteX2" fmla="*/ 253745 w 253745"/>
                  <a:gd name="connsiteY2" fmla="*/ 2236096 h 2874312"/>
                  <a:gd name="connsiteX3" fmla="*/ 253745 w 253745"/>
                  <a:gd name="connsiteY3" fmla="*/ 2874313 h 2874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745" h="2874312">
                    <a:moveTo>
                      <a:pt x="0" y="0"/>
                    </a:moveTo>
                    <a:lnTo>
                      <a:pt x="0" y="1947399"/>
                    </a:lnTo>
                    <a:lnTo>
                      <a:pt x="253745" y="2236096"/>
                    </a:lnTo>
                    <a:lnTo>
                      <a:pt x="253745" y="2874313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Freeform: Shape 195">
                <a:extLst>
                  <a:ext uri="{FF2B5EF4-FFF2-40B4-BE49-F238E27FC236}">
                    <a16:creationId xmlns:a16="http://schemas.microsoft.com/office/drawing/2014/main" id="{D3D52AF9-D4ED-4697-69B4-EF89591C6AAA}"/>
                  </a:ext>
                </a:extLst>
              </p:cNvPr>
              <p:cNvSpPr/>
              <p:nvPr/>
            </p:nvSpPr>
            <p:spPr>
              <a:xfrm>
                <a:off x="14424023" y="10760679"/>
                <a:ext cx="27521" cy="599136"/>
              </a:xfrm>
              <a:custGeom>
                <a:avLst/>
                <a:gdLst>
                  <a:gd name="connsiteX0" fmla="*/ 0 w 27521"/>
                  <a:gd name="connsiteY0" fmla="*/ 0 h 599136"/>
                  <a:gd name="connsiteX1" fmla="*/ 0 w 27521"/>
                  <a:gd name="connsiteY1" fmla="*/ 599136 h 599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599136">
                    <a:moveTo>
                      <a:pt x="0" y="0"/>
                    </a:moveTo>
                    <a:lnTo>
                      <a:pt x="0" y="599136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0" name="Freeform: Shape 196">
                <a:extLst>
                  <a:ext uri="{FF2B5EF4-FFF2-40B4-BE49-F238E27FC236}">
                    <a16:creationId xmlns:a16="http://schemas.microsoft.com/office/drawing/2014/main" id="{EB3B84F6-E9B4-0A04-54E3-AF86840085AA}"/>
                  </a:ext>
                </a:extLst>
              </p:cNvPr>
              <p:cNvSpPr/>
              <p:nvPr/>
            </p:nvSpPr>
            <p:spPr>
              <a:xfrm>
                <a:off x="13596461" y="9984307"/>
                <a:ext cx="385418" cy="1256341"/>
              </a:xfrm>
              <a:custGeom>
                <a:avLst/>
                <a:gdLst>
                  <a:gd name="connsiteX0" fmla="*/ 383095 w 385418"/>
                  <a:gd name="connsiteY0" fmla="*/ 0 h 1256341"/>
                  <a:gd name="connsiteX1" fmla="*/ 383095 w 385418"/>
                  <a:gd name="connsiteY1" fmla="*/ 883430 h 1256341"/>
                  <a:gd name="connsiteX2" fmla="*/ 0 w 385418"/>
                  <a:gd name="connsiteY2" fmla="*/ 1256342 h 125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5418" h="1256341">
                    <a:moveTo>
                      <a:pt x="383095" y="0"/>
                    </a:moveTo>
                    <a:cubicBezTo>
                      <a:pt x="388324" y="30548"/>
                      <a:pt x="383095" y="883430"/>
                      <a:pt x="383095" y="883430"/>
                    </a:cubicBezTo>
                    <a:lnTo>
                      <a:pt x="0" y="125634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1" name="Freeform: Shape 197">
                <a:extLst>
                  <a:ext uri="{FF2B5EF4-FFF2-40B4-BE49-F238E27FC236}">
                    <a16:creationId xmlns:a16="http://schemas.microsoft.com/office/drawing/2014/main" id="{157C16C7-B6DB-17F8-FFA5-C70909EB293E}"/>
                  </a:ext>
                </a:extLst>
              </p:cNvPr>
              <p:cNvSpPr/>
              <p:nvPr/>
            </p:nvSpPr>
            <p:spPr>
              <a:xfrm>
                <a:off x="13493532" y="8099931"/>
                <a:ext cx="322823" cy="2594421"/>
              </a:xfrm>
              <a:custGeom>
                <a:avLst/>
                <a:gdLst>
                  <a:gd name="connsiteX0" fmla="*/ 322823 w 322823"/>
                  <a:gd name="connsiteY0" fmla="*/ 0 h 2594421"/>
                  <a:gd name="connsiteX1" fmla="*/ 322823 w 322823"/>
                  <a:gd name="connsiteY1" fmla="*/ 1240930 h 2594421"/>
                  <a:gd name="connsiteX2" fmla="*/ 0 w 322823"/>
                  <a:gd name="connsiteY2" fmla="*/ 1563478 h 2594421"/>
                  <a:gd name="connsiteX3" fmla="*/ 0 w 322823"/>
                  <a:gd name="connsiteY3" fmla="*/ 2594422 h 259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2823" h="2594421">
                    <a:moveTo>
                      <a:pt x="322823" y="0"/>
                    </a:moveTo>
                    <a:lnTo>
                      <a:pt x="322823" y="1240930"/>
                    </a:lnTo>
                    <a:lnTo>
                      <a:pt x="0" y="1563478"/>
                    </a:lnTo>
                    <a:lnTo>
                      <a:pt x="0" y="2594422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2" name="Freeform: Shape 198">
                <a:extLst>
                  <a:ext uri="{FF2B5EF4-FFF2-40B4-BE49-F238E27FC236}">
                    <a16:creationId xmlns:a16="http://schemas.microsoft.com/office/drawing/2014/main" id="{06A6FA5B-0E06-7D69-5657-E4D8A35893CB}"/>
                  </a:ext>
                </a:extLst>
              </p:cNvPr>
              <p:cNvSpPr/>
              <p:nvPr/>
            </p:nvSpPr>
            <p:spPr>
              <a:xfrm>
                <a:off x="12442498" y="5957407"/>
                <a:ext cx="1854652" cy="4333485"/>
              </a:xfrm>
              <a:custGeom>
                <a:avLst/>
                <a:gdLst>
                  <a:gd name="connsiteX0" fmla="*/ 0 w 1854652"/>
                  <a:gd name="connsiteY0" fmla="*/ 4333486 h 4333485"/>
                  <a:gd name="connsiteX1" fmla="*/ 730137 w 1854652"/>
                  <a:gd name="connsiteY1" fmla="*/ 3644080 h 4333485"/>
                  <a:gd name="connsiteX2" fmla="*/ 730137 w 1854652"/>
                  <a:gd name="connsiteY2" fmla="*/ 3221080 h 4333485"/>
                  <a:gd name="connsiteX3" fmla="*/ 1029843 w 1854652"/>
                  <a:gd name="connsiteY3" fmla="*/ 2983847 h 4333485"/>
                  <a:gd name="connsiteX4" fmla="*/ 1029843 w 1854652"/>
                  <a:gd name="connsiteY4" fmla="*/ 881228 h 4333485"/>
                  <a:gd name="connsiteX5" fmla="*/ 1854653 w 1854652"/>
                  <a:gd name="connsiteY5" fmla="*/ 0 h 433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4652" h="4333485">
                    <a:moveTo>
                      <a:pt x="0" y="4333486"/>
                    </a:moveTo>
                    <a:lnTo>
                      <a:pt x="730137" y="3644080"/>
                    </a:lnTo>
                    <a:lnTo>
                      <a:pt x="730137" y="3221080"/>
                    </a:lnTo>
                    <a:lnTo>
                      <a:pt x="1029843" y="2983847"/>
                    </a:lnTo>
                    <a:lnTo>
                      <a:pt x="1029843" y="881228"/>
                    </a:lnTo>
                    <a:lnTo>
                      <a:pt x="1854653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3" name="Freeform: Shape 199">
                <a:extLst>
                  <a:ext uri="{FF2B5EF4-FFF2-40B4-BE49-F238E27FC236}">
                    <a16:creationId xmlns:a16="http://schemas.microsoft.com/office/drawing/2014/main" id="{E3578898-EC56-2AD3-AFF5-8427C77675E0}"/>
                  </a:ext>
                </a:extLst>
              </p:cNvPr>
              <p:cNvSpPr/>
              <p:nvPr/>
            </p:nvSpPr>
            <p:spPr>
              <a:xfrm>
                <a:off x="12840730" y="7243472"/>
                <a:ext cx="326951" cy="1867587"/>
              </a:xfrm>
              <a:custGeom>
                <a:avLst/>
                <a:gdLst>
                  <a:gd name="connsiteX0" fmla="*/ 326952 w 326951"/>
                  <a:gd name="connsiteY0" fmla="*/ 0 h 1867587"/>
                  <a:gd name="connsiteX1" fmla="*/ 326952 w 326951"/>
                  <a:gd name="connsiteY1" fmla="*/ 1213959 h 1867587"/>
                  <a:gd name="connsiteX2" fmla="*/ 0 w 326951"/>
                  <a:gd name="connsiteY2" fmla="*/ 1510087 h 1867587"/>
                  <a:gd name="connsiteX3" fmla="*/ 0 w 326951"/>
                  <a:gd name="connsiteY3" fmla="*/ 1867587 h 186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951" h="1867587">
                    <a:moveTo>
                      <a:pt x="326952" y="0"/>
                    </a:moveTo>
                    <a:lnTo>
                      <a:pt x="326952" y="1213959"/>
                    </a:lnTo>
                    <a:lnTo>
                      <a:pt x="0" y="1510087"/>
                    </a:lnTo>
                    <a:lnTo>
                      <a:pt x="0" y="1867587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4" name="Freeform: Shape 200">
                <a:extLst>
                  <a:ext uri="{FF2B5EF4-FFF2-40B4-BE49-F238E27FC236}">
                    <a16:creationId xmlns:a16="http://schemas.microsoft.com/office/drawing/2014/main" id="{D97AE5C4-1A2E-4CC3-7800-BD47A446DE08}"/>
                  </a:ext>
                </a:extLst>
              </p:cNvPr>
              <p:cNvSpPr/>
              <p:nvPr/>
            </p:nvSpPr>
            <p:spPr>
              <a:xfrm>
                <a:off x="12840730" y="9948804"/>
                <a:ext cx="304659" cy="1424771"/>
              </a:xfrm>
              <a:custGeom>
                <a:avLst/>
                <a:gdLst>
                  <a:gd name="connsiteX0" fmla="*/ 304660 w 304659"/>
                  <a:gd name="connsiteY0" fmla="*/ 0 h 1424771"/>
                  <a:gd name="connsiteX1" fmla="*/ 304660 w 304659"/>
                  <a:gd name="connsiteY1" fmla="*/ 449421 h 1424771"/>
                  <a:gd name="connsiteX2" fmla="*/ 0 w 304659"/>
                  <a:gd name="connsiteY2" fmla="*/ 673994 h 1424771"/>
                  <a:gd name="connsiteX3" fmla="*/ 0 w 304659"/>
                  <a:gd name="connsiteY3" fmla="*/ 1424771 h 1424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659" h="1424771">
                    <a:moveTo>
                      <a:pt x="304660" y="0"/>
                    </a:moveTo>
                    <a:lnTo>
                      <a:pt x="304660" y="449421"/>
                    </a:lnTo>
                    <a:lnTo>
                      <a:pt x="0" y="673994"/>
                    </a:lnTo>
                    <a:lnTo>
                      <a:pt x="0" y="1424771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5" name="Freeform: Shape 201">
                <a:extLst>
                  <a:ext uri="{FF2B5EF4-FFF2-40B4-BE49-F238E27FC236}">
                    <a16:creationId xmlns:a16="http://schemas.microsoft.com/office/drawing/2014/main" id="{8217000D-BE3D-3D28-984B-7C64470E37A1}"/>
                  </a:ext>
                </a:extLst>
              </p:cNvPr>
              <p:cNvSpPr/>
              <p:nvPr/>
            </p:nvSpPr>
            <p:spPr>
              <a:xfrm>
                <a:off x="16347479" y="10792328"/>
                <a:ext cx="870770" cy="418872"/>
              </a:xfrm>
              <a:custGeom>
                <a:avLst/>
                <a:gdLst>
                  <a:gd name="connsiteX0" fmla="*/ 870770 w 870770"/>
                  <a:gd name="connsiteY0" fmla="*/ 418872 h 418872"/>
                  <a:gd name="connsiteX1" fmla="*/ 352546 w 870770"/>
                  <a:gd name="connsiteY1" fmla="*/ 418872 h 418872"/>
                  <a:gd name="connsiteX2" fmla="*/ 0 w 870770"/>
                  <a:gd name="connsiteY2" fmla="*/ 0 h 41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70770" h="418872">
                    <a:moveTo>
                      <a:pt x="870770" y="418872"/>
                    </a:moveTo>
                    <a:lnTo>
                      <a:pt x="352546" y="418872"/>
                    </a:lnTo>
                    <a:lnTo>
                      <a:pt x="0" y="0"/>
                    </a:lnTo>
                  </a:path>
                </a:pathLst>
              </a:custGeom>
              <a:noFill/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6" name="Freeform: Shape 202">
                <a:extLst>
                  <a:ext uri="{FF2B5EF4-FFF2-40B4-BE49-F238E27FC236}">
                    <a16:creationId xmlns:a16="http://schemas.microsoft.com/office/drawing/2014/main" id="{F4981CD0-DAB1-42ED-9530-1DDF1DCFE452}"/>
                  </a:ext>
                </a:extLst>
              </p:cNvPr>
              <p:cNvSpPr/>
              <p:nvPr/>
            </p:nvSpPr>
            <p:spPr>
              <a:xfrm>
                <a:off x="15467627" y="5241581"/>
                <a:ext cx="27521" cy="2070143"/>
              </a:xfrm>
              <a:custGeom>
                <a:avLst/>
                <a:gdLst>
                  <a:gd name="connsiteX0" fmla="*/ 0 w 27521"/>
                  <a:gd name="connsiteY0" fmla="*/ 0 h 2070143"/>
                  <a:gd name="connsiteX1" fmla="*/ 0 w 27521"/>
                  <a:gd name="connsiteY1" fmla="*/ 2070143 h 2070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21" h="2070143">
                    <a:moveTo>
                      <a:pt x="0" y="0"/>
                    </a:moveTo>
                    <a:lnTo>
                      <a:pt x="0" y="2070143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7" name="Freeform: Shape 203">
                <a:extLst>
                  <a:ext uri="{FF2B5EF4-FFF2-40B4-BE49-F238E27FC236}">
                    <a16:creationId xmlns:a16="http://schemas.microsoft.com/office/drawing/2014/main" id="{8E9522AA-9251-8EB3-6253-8A37829E235C}"/>
                  </a:ext>
                </a:extLst>
              </p:cNvPr>
              <p:cNvSpPr/>
              <p:nvPr/>
            </p:nvSpPr>
            <p:spPr>
              <a:xfrm>
                <a:off x="13678475" y="6399397"/>
                <a:ext cx="682525" cy="716651"/>
              </a:xfrm>
              <a:custGeom>
                <a:avLst/>
                <a:gdLst>
                  <a:gd name="connsiteX0" fmla="*/ 0 w 682525"/>
                  <a:gd name="connsiteY0" fmla="*/ 716652 h 716651"/>
                  <a:gd name="connsiteX1" fmla="*/ 682525 w 682525"/>
                  <a:gd name="connsiteY1" fmla="*/ 0 h 716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2525" h="716651">
                    <a:moveTo>
                      <a:pt x="0" y="716652"/>
                    </a:moveTo>
                    <a:lnTo>
                      <a:pt x="682525" y="0"/>
                    </a:lnTo>
                  </a:path>
                </a:pathLst>
              </a:custGeom>
              <a:ln w="5497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941C54A6-182B-C1F5-E50B-E12A0EB9CED0}"/>
                </a:ext>
              </a:extLst>
            </p:cNvPr>
            <p:cNvGrpSpPr/>
            <p:nvPr/>
          </p:nvGrpSpPr>
          <p:grpSpPr>
            <a:xfrm>
              <a:off x="12397364" y="69250"/>
              <a:ext cx="6597378" cy="11249283"/>
              <a:chOff x="12397364" y="69250"/>
              <a:chExt cx="6597378" cy="11249283"/>
            </a:xfrm>
            <a:solidFill>
              <a:schemeClr val="bg1"/>
            </a:solidFill>
          </p:grpSpPr>
          <p:sp>
            <p:nvSpPr>
              <p:cNvPr id="7" name="Freeform: Shape 33">
                <a:extLst>
                  <a:ext uri="{FF2B5EF4-FFF2-40B4-BE49-F238E27FC236}">
                    <a16:creationId xmlns:a16="http://schemas.microsoft.com/office/drawing/2014/main" id="{649D00E5-FEC2-2E52-0DFD-AE0529023E53}"/>
                  </a:ext>
                </a:extLst>
              </p:cNvPr>
              <p:cNvSpPr/>
              <p:nvPr/>
            </p:nvSpPr>
            <p:spPr>
              <a:xfrm>
                <a:off x="17031105" y="582998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" name="Freeform: Shape 34">
                <a:extLst>
                  <a:ext uri="{FF2B5EF4-FFF2-40B4-BE49-F238E27FC236}">
                    <a16:creationId xmlns:a16="http://schemas.microsoft.com/office/drawing/2014/main" id="{667DC433-A532-A65E-E212-C8602143A7DA}"/>
                  </a:ext>
                </a:extLst>
              </p:cNvPr>
              <p:cNvSpPr/>
              <p:nvPr/>
            </p:nvSpPr>
            <p:spPr>
              <a:xfrm>
                <a:off x="17287327" y="683863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Freeform: Shape 35">
                <a:extLst>
                  <a:ext uri="{FF2B5EF4-FFF2-40B4-BE49-F238E27FC236}">
                    <a16:creationId xmlns:a16="http://schemas.microsoft.com/office/drawing/2014/main" id="{1C723893-0A85-579B-2E9B-B06791A964E2}"/>
                  </a:ext>
                </a:extLst>
              </p:cNvPr>
              <p:cNvSpPr/>
              <p:nvPr/>
            </p:nvSpPr>
            <p:spPr>
              <a:xfrm>
                <a:off x="18803194" y="742153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Freeform: Shape 36">
                <a:extLst>
                  <a:ext uri="{FF2B5EF4-FFF2-40B4-BE49-F238E27FC236}">
                    <a16:creationId xmlns:a16="http://schemas.microsoft.com/office/drawing/2014/main" id="{1AF58E09-E7AF-0D6C-2EBC-F0CC0C52EC22}"/>
                  </a:ext>
                </a:extLst>
              </p:cNvPr>
              <p:cNvSpPr/>
              <p:nvPr/>
            </p:nvSpPr>
            <p:spPr>
              <a:xfrm>
                <a:off x="18126448" y="702495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Freeform: Shape 37">
                <a:extLst>
                  <a:ext uri="{FF2B5EF4-FFF2-40B4-BE49-F238E27FC236}">
                    <a16:creationId xmlns:a16="http://schemas.microsoft.com/office/drawing/2014/main" id="{0C337527-3784-0488-0F0A-CF878DE72668}"/>
                  </a:ext>
                </a:extLst>
              </p:cNvPr>
              <p:cNvSpPr/>
              <p:nvPr/>
            </p:nvSpPr>
            <p:spPr>
              <a:xfrm>
                <a:off x="17640424" y="707586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Freeform: Shape 38">
                <a:extLst>
                  <a:ext uri="{FF2B5EF4-FFF2-40B4-BE49-F238E27FC236}">
                    <a16:creationId xmlns:a16="http://schemas.microsoft.com/office/drawing/2014/main" id="{210F34D4-9F1A-22C0-84E7-32A69A4B1F2E}"/>
                  </a:ext>
                </a:extLst>
              </p:cNvPr>
              <p:cNvSpPr/>
              <p:nvPr/>
            </p:nvSpPr>
            <p:spPr>
              <a:xfrm>
                <a:off x="18743198" y="823010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Freeform: Shape 39">
                <a:extLst>
                  <a:ext uri="{FF2B5EF4-FFF2-40B4-BE49-F238E27FC236}">
                    <a16:creationId xmlns:a16="http://schemas.microsoft.com/office/drawing/2014/main" id="{8D049682-5209-88F9-D5FE-FB1EB910A4BA}"/>
                  </a:ext>
                </a:extLst>
              </p:cNvPr>
              <p:cNvSpPr/>
              <p:nvPr/>
            </p:nvSpPr>
            <p:spPr>
              <a:xfrm>
                <a:off x="16799652" y="71160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50 h 127698"/>
                  <a:gd name="connsiteX1" fmla="*/ 63849 w 127698"/>
                  <a:gd name="connsiteY1" fmla="*/ 127699 h 127698"/>
                  <a:gd name="connsiteX2" fmla="*/ 0 w 127698"/>
                  <a:gd name="connsiteY2" fmla="*/ 63850 h 127698"/>
                  <a:gd name="connsiteX3" fmla="*/ 63849 w 127698"/>
                  <a:gd name="connsiteY3" fmla="*/ 0 h 127698"/>
                  <a:gd name="connsiteX4" fmla="*/ 127698 w 127698"/>
                  <a:gd name="connsiteY4" fmla="*/ 63850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50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50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50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Freeform: Shape 40">
                <a:extLst>
                  <a:ext uri="{FF2B5EF4-FFF2-40B4-BE49-F238E27FC236}">
                    <a16:creationId xmlns:a16="http://schemas.microsoft.com/office/drawing/2014/main" id="{2FE577B0-CA71-50D0-5740-7CFA1070BF94}"/>
                  </a:ext>
                </a:extLst>
              </p:cNvPr>
              <p:cNvSpPr/>
              <p:nvPr/>
            </p:nvSpPr>
            <p:spPr>
              <a:xfrm>
                <a:off x="17858392" y="823010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Freeform: Shape 41">
                <a:extLst>
                  <a:ext uri="{FF2B5EF4-FFF2-40B4-BE49-F238E27FC236}">
                    <a16:creationId xmlns:a16="http://schemas.microsoft.com/office/drawing/2014/main" id="{04D00F0D-3546-5B6E-9B1B-AB778D728F04}"/>
                  </a:ext>
                </a:extLst>
              </p:cNvPr>
              <p:cNvSpPr/>
              <p:nvPr/>
            </p:nvSpPr>
            <p:spPr>
              <a:xfrm>
                <a:off x="17531440" y="863879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Freeform: Shape 42">
                <a:extLst>
                  <a:ext uri="{FF2B5EF4-FFF2-40B4-BE49-F238E27FC236}">
                    <a16:creationId xmlns:a16="http://schemas.microsoft.com/office/drawing/2014/main" id="{791ED354-575E-D7FC-ED27-DEC06C10E988}"/>
                  </a:ext>
                </a:extLst>
              </p:cNvPr>
              <p:cNvSpPr/>
              <p:nvPr/>
            </p:nvSpPr>
            <p:spPr>
              <a:xfrm>
                <a:off x="17511075" y="904721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Freeform: Shape 43">
                <a:extLst>
                  <a:ext uri="{FF2B5EF4-FFF2-40B4-BE49-F238E27FC236}">
                    <a16:creationId xmlns:a16="http://schemas.microsoft.com/office/drawing/2014/main" id="{67AC746E-4643-C70B-7589-595FC36C31BF}"/>
                  </a:ext>
                </a:extLst>
              </p:cNvPr>
              <p:cNvSpPr/>
              <p:nvPr/>
            </p:nvSpPr>
            <p:spPr>
              <a:xfrm>
                <a:off x="17934901" y="983899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Freeform: Shape 44">
                <a:extLst>
                  <a:ext uri="{FF2B5EF4-FFF2-40B4-BE49-F238E27FC236}">
                    <a16:creationId xmlns:a16="http://schemas.microsoft.com/office/drawing/2014/main" id="{5D17840D-F42D-3CAE-2318-18E38CA542F2}"/>
                  </a:ext>
                </a:extLst>
              </p:cNvPr>
              <p:cNvSpPr/>
              <p:nvPr/>
            </p:nvSpPr>
            <p:spPr>
              <a:xfrm>
                <a:off x="17674550" y="105589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Freeform: Shape 45">
                <a:extLst>
                  <a:ext uri="{FF2B5EF4-FFF2-40B4-BE49-F238E27FC236}">
                    <a16:creationId xmlns:a16="http://schemas.microsoft.com/office/drawing/2014/main" id="{7D6785BB-6C74-0625-8729-5600CDEE40BF}"/>
                  </a:ext>
                </a:extLst>
              </p:cNvPr>
              <p:cNvSpPr/>
              <p:nvPr/>
            </p:nvSpPr>
            <p:spPr>
              <a:xfrm>
                <a:off x="17766471" y="1119083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-1" y="99113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Freeform: Shape 46">
                <a:extLst>
                  <a:ext uri="{FF2B5EF4-FFF2-40B4-BE49-F238E27FC236}">
                    <a16:creationId xmlns:a16="http://schemas.microsoft.com/office/drawing/2014/main" id="{4BFFBDDF-4766-0094-D0C7-4DFDD46BCDEB}"/>
                  </a:ext>
                </a:extLst>
              </p:cNvPr>
              <p:cNvSpPr/>
              <p:nvPr/>
            </p:nvSpPr>
            <p:spPr>
              <a:xfrm>
                <a:off x="17250724" y="1062279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Freeform: Shape 47">
                <a:extLst>
                  <a:ext uri="{FF2B5EF4-FFF2-40B4-BE49-F238E27FC236}">
                    <a16:creationId xmlns:a16="http://schemas.microsoft.com/office/drawing/2014/main" id="{BA5BDE08-9D4B-BECA-0D2E-35EB428DE47C}"/>
                  </a:ext>
                </a:extLst>
              </p:cNvPr>
              <p:cNvSpPr/>
              <p:nvPr/>
            </p:nvSpPr>
            <p:spPr>
              <a:xfrm>
                <a:off x="16780938" y="886584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Freeform: Shape 48">
                <a:extLst>
                  <a:ext uri="{FF2B5EF4-FFF2-40B4-BE49-F238E27FC236}">
                    <a16:creationId xmlns:a16="http://schemas.microsoft.com/office/drawing/2014/main" id="{C735FA8E-1F8C-FB6D-D1B4-740A0E2DA7B9}"/>
                  </a:ext>
                </a:extLst>
              </p:cNvPr>
              <p:cNvSpPr/>
              <p:nvPr/>
            </p:nvSpPr>
            <p:spPr>
              <a:xfrm>
                <a:off x="16535724" y="863879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Freeform: Shape 49">
                <a:extLst>
                  <a:ext uri="{FF2B5EF4-FFF2-40B4-BE49-F238E27FC236}">
                    <a16:creationId xmlns:a16="http://schemas.microsoft.com/office/drawing/2014/main" id="{DE52E2E8-3D82-FEFD-164E-D95A0B9CABC1}"/>
                  </a:ext>
                </a:extLst>
              </p:cNvPr>
              <p:cNvSpPr/>
              <p:nvPr/>
            </p:nvSpPr>
            <p:spPr>
              <a:xfrm>
                <a:off x="16471875" y="816625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Freeform: Shape 50">
                <a:extLst>
                  <a:ext uri="{FF2B5EF4-FFF2-40B4-BE49-F238E27FC236}">
                    <a16:creationId xmlns:a16="http://schemas.microsoft.com/office/drawing/2014/main" id="{759295E5-D181-4DA9-4BA0-01B77BFC4C6F}"/>
                  </a:ext>
                </a:extLst>
              </p:cNvPr>
              <p:cNvSpPr/>
              <p:nvPr/>
            </p:nvSpPr>
            <p:spPr>
              <a:xfrm>
                <a:off x="15738986" y="775784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Freeform: Shape 51">
                <a:extLst>
                  <a:ext uri="{FF2B5EF4-FFF2-40B4-BE49-F238E27FC236}">
                    <a16:creationId xmlns:a16="http://schemas.microsoft.com/office/drawing/2014/main" id="{11CA73DB-F0A4-6CB1-A49A-75F15A33D49B}"/>
                  </a:ext>
                </a:extLst>
              </p:cNvPr>
              <p:cNvSpPr/>
              <p:nvPr/>
            </p:nvSpPr>
            <p:spPr>
              <a:xfrm>
                <a:off x="14458975" y="713806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Freeform: Shape 52">
                <a:extLst>
                  <a:ext uri="{FF2B5EF4-FFF2-40B4-BE49-F238E27FC236}">
                    <a16:creationId xmlns:a16="http://schemas.microsoft.com/office/drawing/2014/main" id="{9E2A49A9-2579-39B2-DB80-47ADA7C61052}"/>
                  </a:ext>
                </a:extLst>
              </p:cNvPr>
              <p:cNvSpPr/>
              <p:nvPr/>
            </p:nvSpPr>
            <p:spPr>
              <a:xfrm>
                <a:off x="14102301" y="748538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: Shape 53">
                <a:extLst>
                  <a:ext uri="{FF2B5EF4-FFF2-40B4-BE49-F238E27FC236}">
                    <a16:creationId xmlns:a16="http://schemas.microsoft.com/office/drawing/2014/main" id="{80837A29-ED3E-81FD-D876-BDA4A00182F6}"/>
                  </a:ext>
                </a:extLst>
              </p:cNvPr>
              <p:cNvSpPr/>
              <p:nvPr/>
            </p:nvSpPr>
            <p:spPr>
              <a:xfrm>
                <a:off x="13752231" y="75338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: Shape 54">
                <a:extLst>
                  <a:ext uri="{FF2B5EF4-FFF2-40B4-BE49-F238E27FC236}">
                    <a16:creationId xmlns:a16="http://schemas.microsoft.com/office/drawing/2014/main" id="{DED53839-E1B4-C139-528B-61DDACA44416}"/>
                  </a:ext>
                </a:extLst>
              </p:cNvPr>
              <p:cNvSpPr/>
              <p:nvPr/>
            </p:nvSpPr>
            <p:spPr>
              <a:xfrm>
                <a:off x="13752507" y="803608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: Shape 55">
                <a:extLst>
                  <a:ext uri="{FF2B5EF4-FFF2-40B4-BE49-F238E27FC236}">
                    <a16:creationId xmlns:a16="http://schemas.microsoft.com/office/drawing/2014/main" id="{EB7D7B63-0D74-14B9-5C49-7C994C762DA0}"/>
                  </a:ext>
                </a:extLst>
              </p:cNvPr>
              <p:cNvSpPr/>
              <p:nvPr/>
            </p:nvSpPr>
            <p:spPr>
              <a:xfrm>
                <a:off x="14297151" y="633554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Freeform: Shape 56">
                <a:extLst>
                  <a:ext uri="{FF2B5EF4-FFF2-40B4-BE49-F238E27FC236}">
                    <a16:creationId xmlns:a16="http://schemas.microsoft.com/office/drawing/2014/main" id="{21FB7EA9-357E-4816-F7CA-BA1F4CDFBF62}"/>
                  </a:ext>
                </a:extLst>
              </p:cNvPr>
              <p:cNvSpPr/>
              <p:nvPr/>
            </p:nvSpPr>
            <p:spPr>
              <a:xfrm>
                <a:off x="14233302" y="589355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Freeform: Shape 57">
                <a:extLst>
                  <a:ext uri="{FF2B5EF4-FFF2-40B4-BE49-F238E27FC236}">
                    <a16:creationId xmlns:a16="http://schemas.microsoft.com/office/drawing/2014/main" id="{ABA097F0-57FB-0A33-E4DC-CCF2D9717775}"/>
                  </a:ext>
                </a:extLst>
              </p:cNvPr>
              <p:cNvSpPr/>
              <p:nvPr/>
            </p:nvSpPr>
            <p:spPr>
              <a:xfrm>
                <a:off x="13752507" y="444071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Freeform: Shape 58">
                <a:extLst>
                  <a:ext uri="{FF2B5EF4-FFF2-40B4-BE49-F238E27FC236}">
                    <a16:creationId xmlns:a16="http://schemas.microsoft.com/office/drawing/2014/main" id="{62DEC87F-1C1B-0A2A-F4AE-3C4A5894CBC8}"/>
                  </a:ext>
                </a:extLst>
              </p:cNvPr>
              <p:cNvSpPr/>
              <p:nvPr/>
            </p:nvSpPr>
            <p:spPr>
              <a:xfrm>
                <a:off x="13614625" y="394148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Freeform: Shape 59">
                <a:extLst>
                  <a:ext uri="{FF2B5EF4-FFF2-40B4-BE49-F238E27FC236}">
                    <a16:creationId xmlns:a16="http://schemas.microsoft.com/office/drawing/2014/main" id="{03F92168-8336-722F-CA8D-399F404B7B23}"/>
                  </a:ext>
                </a:extLst>
              </p:cNvPr>
              <p:cNvSpPr/>
              <p:nvPr/>
            </p:nvSpPr>
            <p:spPr>
              <a:xfrm>
                <a:off x="13644348" y="496664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Freeform: Shape 60">
                <a:extLst>
                  <a:ext uri="{FF2B5EF4-FFF2-40B4-BE49-F238E27FC236}">
                    <a16:creationId xmlns:a16="http://schemas.microsoft.com/office/drawing/2014/main" id="{26E12860-6FA5-350E-A53A-532CEE67BFE1}"/>
                  </a:ext>
                </a:extLst>
              </p:cNvPr>
              <p:cNvSpPr/>
              <p:nvPr/>
            </p:nvSpPr>
            <p:spPr>
              <a:xfrm>
                <a:off x="13417023" y="328482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Freeform: Shape 61">
                <a:extLst>
                  <a:ext uri="{FF2B5EF4-FFF2-40B4-BE49-F238E27FC236}">
                    <a16:creationId xmlns:a16="http://schemas.microsoft.com/office/drawing/2014/main" id="{E5036C48-8A51-B418-18A9-93CDDDB5C3C5}"/>
                  </a:ext>
                </a:extLst>
              </p:cNvPr>
              <p:cNvSpPr/>
              <p:nvPr/>
            </p:nvSpPr>
            <p:spPr>
              <a:xfrm>
                <a:off x="14103126" y="325592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Freeform: Shape 62">
                <a:extLst>
                  <a:ext uri="{FF2B5EF4-FFF2-40B4-BE49-F238E27FC236}">
                    <a16:creationId xmlns:a16="http://schemas.microsoft.com/office/drawing/2014/main" id="{CC7B4A2D-0CEB-F372-285D-535AF9E9B4C5}"/>
                  </a:ext>
                </a:extLst>
              </p:cNvPr>
              <p:cNvSpPr/>
              <p:nvPr/>
            </p:nvSpPr>
            <p:spPr>
              <a:xfrm>
                <a:off x="13102181" y="717962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7" name="Freeform: Shape 63">
                <a:extLst>
                  <a:ext uri="{FF2B5EF4-FFF2-40B4-BE49-F238E27FC236}">
                    <a16:creationId xmlns:a16="http://schemas.microsoft.com/office/drawing/2014/main" id="{0EFEADA3-0FC2-166F-986D-7AC038A1883B}"/>
                  </a:ext>
                </a:extLst>
              </p:cNvPr>
              <p:cNvSpPr/>
              <p:nvPr/>
            </p:nvSpPr>
            <p:spPr>
              <a:xfrm>
                <a:off x="13265657" y="582998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Freeform: Shape 64">
                <a:extLst>
                  <a:ext uri="{FF2B5EF4-FFF2-40B4-BE49-F238E27FC236}">
                    <a16:creationId xmlns:a16="http://schemas.microsoft.com/office/drawing/2014/main" id="{0FC7BB50-608A-E359-0E79-7345F38BD29D}"/>
                  </a:ext>
                </a:extLst>
              </p:cNvPr>
              <p:cNvSpPr/>
              <p:nvPr/>
            </p:nvSpPr>
            <p:spPr>
              <a:xfrm>
                <a:off x="13602516" y="707421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Freeform: Shape 65">
                <a:extLst>
                  <a:ext uri="{FF2B5EF4-FFF2-40B4-BE49-F238E27FC236}">
                    <a16:creationId xmlns:a16="http://schemas.microsoft.com/office/drawing/2014/main" id="{AD778DCE-6EE9-C830-AA8F-C6143ED0C81F}"/>
                  </a:ext>
                </a:extLst>
              </p:cNvPr>
              <p:cNvSpPr/>
              <p:nvPr/>
            </p:nvSpPr>
            <p:spPr>
              <a:xfrm>
                <a:off x="12686611" y="708109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Freeform: Shape 66">
                <a:extLst>
                  <a:ext uri="{FF2B5EF4-FFF2-40B4-BE49-F238E27FC236}">
                    <a16:creationId xmlns:a16="http://schemas.microsoft.com/office/drawing/2014/main" id="{DA4003CC-BBEB-2DFA-A2C6-6EE4F145E7AF}"/>
                  </a:ext>
                </a:extLst>
              </p:cNvPr>
              <p:cNvSpPr/>
              <p:nvPr/>
            </p:nvSpPr>
            <p:spPr>
              <a:xfrm>
                <a:off x="15940716" y="904721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Freeform: Shape 67">
                <a:extLst>
                  <a:ext uri="{FF2B5EF4-FFF2-40B4-BE49-F238E27FC236}">
                    <a16:creationId xmlns:a16="http://schemas.microsoft.com/office/drawing/2014/main" id="{FE6D43B0-BB75-D9F9-66CF-64EC9F4D14E8}"/>
                  </a:ext>
                </a:extLst>
              </p:cNvPr>
              <p:cNvSpPr/>
              <p:nvPr/>
            </p:nvSpPr>
            <p:spPr>
              <a:xfrm>
                <a:off x="14777120" y="927701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Freeform: Shape 68">
                <a:extLst>
                  <a:ext uri="{FF2B5EF4-FFF2-40B4-BE49-F238E27FC236}">
                    <a16:creationId xmlns:a16="http://schemas.microsoft.com/office/drawing/2014/main" id="{B2AC3B0B-DB7A-7BDF-6A50-507E0B5B63B6}"/>
                  </a:ext>
                </a:extLst>
              </p:cNvPr>
              <p:cNvSpPr/>
              <p:nvPr/>
            </p:nvSpPr>
            <p:spPr>
              <a:xfrm>
                <a:off x="14360174" y="1035969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Freeform: Shape 69">
                <a:extLst>
                  <a:ext uri="{FF2B5EF4-FFF2-40B4-BE49-F238E27FC236}">
                    <a16:creationId xmlns:a16="http://schemas.microsoft.com/office/drawing/2014/main" id="{30580DBF-A913-ED1E-2A8C-7372E962DCD6}"/>
                  </a:ext>
                </a:extLst>
              </p:cNvPr>
              <p:cNvSpPr/>
              <p:nvPr/>
            </p:nvSpPr>
            <p:spPr>
              <a:xfrm>
                <a:off x="14360174" y="1069683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Freeform: Shape 70">
                <a:extLst>
                  <a:ext uri="{FF2B5EF4-FFF2-40B4-BE49-F238E27FC236}">
                    <a16:creationId xmlns:a16="http://schemas.microsoft.com/office/drawing/2014/main" id="{A88186C8-60E3-5B7B-B114-B55E73B71BC1}"/>
                  </a:ext>
                </a:extLst>
              </p:cNvPr>
              <p:cNvSpPr/>
              <p:nvPr/>
            </p:nvSpPr>
            <p:spPr>
              <a:xfrm>
                <a:off x="13918184" y="992045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Freeform: Shape 71">
                <a:extLst>
                  <a:ext uri="{FF2B5EF4-FFF2-40B4-BE49-F238E27FC236}">
                    <a16:creationId xmlns:a16="http://schemas.microsoft.com/office/drawing/2014/main" id="{73762D10-6AFE-AA58-05B8-ED582039507E}"/>
                  </a:ext>
                </a:extLst>
              </p:cNvPr>
              <p:cNvSpPr/>
              <p:nvPr/>
            </p:nvSpPr>
            <p:spPr>
              <a:xfrm>
                <a:off x="13429683" y="1063050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Freeform: Shape 72">
                <a:extLst>
                  <a:ext uri="{FF2B5EF4-FFF2-40B4-BE49-F238E27FC236}">
                    <a16:creationId xmlns:a16="http://schemas.microsoft.com/office/drawing/2014/main" id="{7A060E74-D693-2E44-D80F-C6A40D86C476}"/>
                  </a:ext>
                </a:extLst>
              </p:cNvPr>
              <p:cNvSpPr/>
              <p:nvPr/>
            </p:nvSpPr>
            <p:spPr>
              <a:xfrm>
                <a:off x="12397364" y="1022704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Freeform: Shape 73">
                <a:extLst>
                  <a:ext uri="{FF2B5EF4-FFF2-40B4-BE49-F238E27FC236}">
                    <a16:creationId xmlns:a16="http://schemas.microsoft.com/office/drawing/2014/main" id="{F3361260-9F88-6825-0C7B-D8B7AEFDACEE}"/>
                  </a:ext>
                </a:extLst>
              </p:cNvPr>
              <p:cNvSpPr/>
              <p:nvPr/>
            </p:nvSpPr>
            <p:spPr>
              <a:xfrm>
                <a:off x="13081540" y="990009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Freeform: Shape 74">
                <a:extLst>
                  <a:ext uri="{FF2B5EF4-FFF2-40B4-BE49-F238E27FC236}">
                    <a16:creationId xmlns:a16="http://schemas.microsoft.com/office/drawing/2014/main" id="{F762F9C4-37EE-5524-FABF-17F139478F82}"/>
                  </a:ext>
                </a:extLst>
              </p:cNvPr>
              <p:cNvSpPr/>
              <p:nvPr/>
            </p:nvSpPr>
            <p:spPr>
              <a:xfrm>
                <a:off x="12776881" y="904721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Freeform: Shape 75">
                <a:extLst>
                  <a:ext uri="{FF2B5EF4-FFF2-40B4-BE49-F238E27FC236}">
                    <a16:creationId xmlns:a16="http://schemas.microsoft.com/office/drawing/2014/main" id="{5BC44C6A-E20B-D3DC-7F8B-C4EF7802E8B8}"/>
                  </a:ext>
                </a:extLst>
              </p:cNvPr>
              <p:cNvSpPr/>
              <p:nvPr/>
            </p:nvSpPr>
            <p:spPr>
              <a:xfrm>
                <a:off x="13532888" y="1117679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Freeform: Shape 76">
                <a:extLst>
                  <a:ext uri="{FF2B5EF4-FFF2-40B4-BE49-F238E27FC236}">
                    <a16:creationId xmlns:a16="http://schemas.microsoft.com/office/drawing/2014/main" id="{0948FC9C-2474-C24C-45E1-10DB12DF2BFD}"/>
                  </a:ext>
                </a:extLst>
              </p:cNvPr>
              <p:cNvSpPr/>
              <p:nvPr/>
            </p:nvSpPr>
            <p:spPr>
              <a:xfrm>
                <a:off x="15100494" y="957836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50 h 127698"/>
                  <a:gd name="connsiteX1" fmla="*/ 63849 w 127698"/>
                  <a:gd name="connsiteY1" fmla="*/ 127699 h 127698"/>
                  <a:gd name="connsiteX2" fmla="*/ 0 w 127698"/>
                  <a:gd name="connsiteY2" fmla="*/ 63850 h 127698"/>
                  <a:gd name="connsiteX3" fmla="*/ 63849 w 127698"/>
                  <a:gd name="connsiteY3" fmla="*/ 0 h 127698"/>
                  <a:gd name="connsiteX4" fmla="*/ 127698 w 127698"/>
                  <a:gd name="connsiteY4" fmla="*/ 63850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50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50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50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Freeform: Shape 77">
                <a:extLst>
                  <a:ext uri="{FF2B5EF4-FFF2-40B4-BE49-F238E27FC236}">
                    <a16:creationId xmlns:a16="http://schemas.microsoft.com/office/drawing/2014/main" id="{7276B775-FA70-BC92-C680-3AF7F547D5FE}"/>
                  </a:ext>
                </a:extLst>
              </p:cNvPr>
              <p:cNvSpPr/>
              <p:nvPr/>
            </p:nvSpPr>
            <p:spPr>
              <a:xfrm>
                <a:off x="15491020" y="1042629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Freeform: Shape 78">
                <a:extLst>
                  <a:ext uri="{FF2B5EF4-FFF2-40B4-BE49-F238E27FC236}">
                    <a16:creationId xmlns:a16="http://schemas.microsoft.com/office/drawing/2014/main" id="{EF3A3144-F167-9CB1-6E49-9EBA3FA19EF4}"/>
                  </a:ext>
                </a:extLst>
              </p:cNvPr>
              <p:cNvSpPr/>
              <p:nvPr/>
            </p:nvSpPr>
            <p:spPr>
              <a:xfrm>
                <a:off x="15150308" y="1119083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: Shape 79">
                <a:extLst>
                  <a:ext uri="{FF2B5EF4-FFF2-40B4-BE49-F238E27FC236}">
                    <a16:creationId xmlns:a16="http://schemas.microsoft.com/office/drawing/2014/main" id="{CD7C1FF9-49B1-B213-8ECA-DE1E38B0130D}"/>
                  </a:ext>
                </a:extLst>
              </p:cNvPr>
              <p:cNvSpPr/>
              <p:nvPr/>
            </p:nvSpPr>
            <p:spPr>
              <a:xfrm>
                <a:off x="16220056" y="1038776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Freeform: Shape 80">
                <a:extLst>
                  <a:ext uri="{FF2B5EF4-FFF2-40B4-BE49-F238E27FC236}">
                    <a16:creationId xmlns:a16="http://schemas.microsoft.com/office/drawing/2014/main" id="{34E348C3-8EAF-B2E1-5051-A3EBFA3F0AC7}"/>
                  </a:ext>
                </a:extLst>
              </p:cNvPr>
              <p:cNvSpPr/>
              <p:nvPr/>
            </p:nvSpPr>
            <p:spPr>
              <a:xfrm>
                <a:off x="16283630" y="1072847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Freeform: Shape 81">
                <a:extLst>
                  <a:ext uri="{FF2B5EF4-FFF2-40B4-BE49-F238E27FC236}">
                    <a16:creationId xmlns:a16="http://schemas.microsoft.com/office/drawing/2014/main" id="{CFFE9FF1-7501-AF81-81EE-48ADE2E4DDB4}"/>
                  </a:ext>
                </a:extLst>
              </p:cNvPr>
              <p:cNvSpPr/>
              <p:nvPr/>
            </p:nvSpPr>
            <p:spPr>
              <a:xfrm>
                <a:off x="18716502" y="1023722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Freeform: Shape 82">
                <a:extLst>
                  <a:ext uri="{FF2B5EF4-FFF2-40B4-BE49-F238E27FC236}">
                    <a16:creationId xmlns:a16="http://schemas.microsoft.com/office/drawing/2014/main" id="{2703681F-E404-13F3-B0A2-03AC47C20F9A}"/>
                  </a:ext>
                </a:extLst>
              </p:cNvPr>
              <p:cNvSpPr/>
              <p:nvPr/>
            </p:nvSpPr>
            <p:spPr>
              <a:xfrm>
                <a:off x="18458629" y="844972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Freeform: Shape 83">
                <a:extLst>
                  <a:ext uri="{FF2B5EF4-FFF2-40B4-BE49-F238E27FC236}">
                    <a16:creationId xmlns:a16="http://schemas.microsoft.com/office/drawing/2014/main" id="{2383989F-5D49-154F-D48E-EE62FB6FD562}"/>
                  </a:ext>
                </a:extLst>
              </p:cNvPr>
              <p:cNvSpPr/>
              <p:nvPr/>
            </p:nvSpPr>
            <p:spPr>
              <a:xfrm>
                <a:off x="18867043" y="883915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Freeform: Shape 84">
                <a:extLst>
                  <a:ext uri="{FF2B5EF4-FFF2-40B4-BE49-F238E27FC236}">
                    <a16:creationId xmlns:a16="http://schemas.microsoft.com/office/drawing/2014/main" id="{7336823A-A11D-932E-C17C-AF7EF7E833EC}"/>
                  </a:ext>
                </a:extLst>
              </p:cNvPr>
              <p:cNvSpPr/>
              <p:nvPr/>
            </p:nvSpPr>
            <p:spPr>
              <a:xfrm>
                <a:off x="18853008" y="961524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Freeform: Shape 85">
                <a:extLst>
                  <a:ext uri="{FF2B5EF4-FFF2-40B4-BE49-F238E27FC236}">
                    <a16:creationId xmlns:a16="http://schemas.microsoft.com/office/drawing/2014/main" id="{2A4EC7A8-8840-B277-96BD-7B1175840FBC}"/>
                  </a:ext>
                </a:extLst>
              </p:cNvPr>
              <p:cNvSpPr/>
              <p:nvPr/>
            </p:nvSpPr>
            <p:spPr>
              <a:xfrm>
                <a:off x="18789434" y="1108350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-1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-1"/>
                      <a:pt x="63849" y="-1"/>
                    </a:cubicBezTo>
                    <a:cubicBezTo>
                      <a:pt x="99112" y="-1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Freeform: Shape 86">
                <a:extLst>
                  <a:ext uri="{FF2B5EF4-FFF2-40B4-BE49-F238E27FC236}">
                    <a16:creationId xmlns:a16="http://schemas.microsoft.com/office/drawing/2014/main" id="{AD8D0326-B25C-B57F-DB63-71094A9717E5}"/>
                  </a:ext>
                </a:extLst>
              </p:cNvPr>
              <p:cNvSpPr/>
              <p:nvPr/>
            </p:nvSpPr>
            <p:spPr>
              <a:xfrm>
                <a:off x="16392614" y="71160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50 h 127698"/>
                  <a:gd name="connsiteX1" fmla="*/ 63849 w 127698"/>
                  <a:gd name="connsiteY1" fmla="*/ 127699 h 127698"/>
                  <a:gd name="connsiteX2" fmla="*/ 0 w 127698"/>
                  <a:gd name="connsiteY2" fmla="*/ 63850 h 127698"/>
                  <a:gd name="connsiteX3" fmla="*/ 63849 w 127698"/>
                  <a:gd name="connsiteY3" fmla="*/ 0 h 127698"/>
                  <a:gd name="connsiteX4" fmla="*/ 127698 w 127698"/>
                  <a:gd name="connsiteY4" fmla="*/ 63850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50"/>
                    </a:moveTo>
                    <a:cubicBezTo>
                      <a:pt x="127698" y="99113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50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50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Freeform: Shape 87">
                <a:extLst>
                  <a:ext uri="{FF2B5EF4-FFF2-40B4-BE49-F238E27FC236}">
                    <a16:creationId xmlns:a16="http://schemas.microsoft.com/office/drawing/2014/main" id="{C98FEF57-D6BD-E143-76F4-969C82A96BAC}"/>
                  </a:ext>
                </a:extLst>
              </p:cNvPr>
              <p:cNvSpPr/>
              <p:nvPr/>
            </p:nvSpPr>
            <p:spPr>
              <a:xfrm>
                <a:off x="16084652" y="685707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Freeform: Shape 88">
                <a:extLst>
                  <a:ext uri="{FF2B5EF4-FFF2-40B4-BE49-F238E27FC236}">
                    <a16:creationId xmlns:a16="http://schemas.microsoft.com/office/drawing/2014/main" id="{887A6489-7BFD-CF35-E0AA-BEFD0C6B34AB}"/>
                  </a:ext>
                </a:extLst>
              </p:cNvPr>
              <p:cNvSpPr/>
              <p:nvPr/>
            </p:nvSpPr>
            <p:spPr>
              <a:xfrm>
                <a:off x="17271090" y="544688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3" name="Freeform: Shape 89">
                <a:extLst>
                  <a:ext uri="{FF2B5EF4-FFF2-40B4-BE49-F238E27FC236}">
                    <a16:creationId xmlns:a16="http://schemas.microsoft.com/office/drawing/2014/main" id="{8FE9F27C-8ACB-21BA-1AEC-C9F9ECC28A4B}"/>
                  </a:ext>
                </a:extLst>
              </p:cNvPr>
              <p:cNvSpPr/>
              <p:nvPr/>
            </p:nvSpPr>
            <p:spPr>
              <a:xfrm>
                <a:off x="18703568" y="544688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4" name="Freeform: Shape 90">
                <a:extLst>
                  <a:ext uri="{FF2B5EF4-FFF2-40B4-BE49-F238E27FC236}">
                    <a16:creationId xmlns:a16="http://schemas.microsoft.com/office/drawing/2014/main" id="{669E783F-66F3-87BB-FB47-0B941286F418}"/>
                  </a:ext>
                </a:extLst>
              </p:cNvPr>
              <p:cNvSpPr/>
              <p:nvPr/>
            </p:nvSpPr>
            <p:spPr>
              <a:xfrm>
                <a:off x="16503799" y="51301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5" name="Freeform: Shape 91">
                <a:extLst>
                  <a:ext uri="{FF2B5EF4-FFF2-40B4-BE49-F238E27FC236}">
                    <a16:creationId xmlns:a16="http://schemas.microsoft.com/office/drawing/2014/main" id="{C0E0E05D-7FD9-42E2-D6EC-0EE197ACF6E5}"/>
                  </a:ext>
                </a:extLst>
              </p:cNvPr>
              <p:cNvSpPr/>
              <p:nvPr/>
            </p:nvSpPr>
            <p:spPr>
              <a:xfrm>
                <a:off x="15904113" y="489013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6" name="Freeform: Shape 92">
                <a:extLst>
                  <a:ext uri="{FF2B5EF4-FFF2-40B4-BE49-F238E27FC236}">
                    <a16:creationId xmlns:a16="http://schemas.microsoft.com/office/drawing/2014/main" id="{E901E3D3-B3C4-E2F0-4C5B-07B75E97322A}"/>
                  </a:ext>
                </a:extLst>
              </p:cNvPr>
              <p:cNvSpPr/>
              <p:nvPr/>
            </p:nvSpPr>
            <p:spPr>
              <a:xfrm>
                <a:off x="17936277" y="51301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7" name="Freeform: Shape 93">
                <a:extLst>
                  <a:ext uri="{FF2B5EF4-FFF2-40B4-BE49-F238E27FC236}">
                    <a16:creationId xmlns:a16="http://schemas.microsoft.com/office/drawing/2014/main" id="{2AB03071-F48A-190C-8395-7085FAE7C6BB}"/>
                  </a:ext>
                </a:extLst>
              </p:cNvPr>
              <p:cNvSpPr/>
              <p:nvPr/>
            </p:nvSpPr>
            <p:spPr>
              <a:xfrm>
                <a:off x="16257760" y="47778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8" name="Freeform: Shape 94">
                <a:extLst>
                  <a:ext uri="{FF2B5EF4-FFF2-40B4-BE49-F238E27FC236}">
                    <a16:creationId xmlns:a16="http://schemas.microsoft.com/office/drawing/2014/main" id="{30DC4500-1365-9D7C-96D9-C9A4E61A9FA1}"/>
                  </a:ext>
                </a:extLst>
              </p:cNvPr>
              <p:cNvSpPr/>
              <p:nvPr/>
            </p:nvSpPr>
            <p:spPr>
              <a:xfrm>
                <a:off x="17283750" y="444071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69" name="Freeform: Shape 95">
                <a:extLst>
                  <a:ext uri="{FF2B5EF4-FFF2-40B4-BE49-F238E27FC236}">
                    <a16:creationId xmlns:a16="http://schemas.microsoft.com/office/drawing/2014/main" id="{B6350693-0B91-34F8-ED6C-4DEB2C73C183}"/>
                  </a:ext>
                </a:extLst>
              </p:cNvPr>
              <p:cNvSpPr/>
              <p:nvPr/>
            </p:nvSpPr>
            <p:spPr>
              <a:xfrm>
                <a:off x="18095900" y="423485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0" name="Freeform: Shape 96">
                <a:extLst>
                  <a:ext uri="{FF2B5EF4-FFF2-40B4-BE49-F238E27FC236}">
                    <a16:creationId xmlns:a16="http://schemas.microsoft.com/office/drawing/2014/main" id="{CF7C299D-5C13-5E6E-91B9-0EABE50F5888}"/>
                  </a:ext>
                </a:extLst>
              </p:cNvPr>
              <p:cNvSpPr/>
              <p:nvPr/>
            </p:nvSpPr>
            <p:spPr>
              <a:xfrm>
                <a:off x="18780352" y="387763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1" name="Freeform: Shape 97">
                <a:extLst>
                  <a:ext uri="{FF2B5EF4-FFF2-40B4-BE49-F238E27FC236}">
                    <a16:creationId xmlns:a16="http://schemas.microsoft.com/office/drawing/2014/main" id="{E2C0650B-3993-24A4-0446-3CEDEE997109}"/>
                  </a:ext>
                </a:extLst>
              </p:cNvPr>
              <p:cNvSpPr/>
              <p:nvPr/>
            </p:nvSpPr>
            <p:spPr>
              <a:xfrm>
                <a:off x="18634765" y="308226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2" name="Freeform: Shape 98">
                <a:extLst>
                  <a:ext uri="{FF2B5EF4-FFF2-40B4-BE49-F238E27FC236}">
                    <a16:creationId xmlns:a16="http://schemas.microsoft.com/office/drawing/2014/main" id="{9B16F528-7FF9-F3AC-676B-D04DF34E33E1}"/>
                  </a:ext>
                </a:extLst>
              </p:cNvPr>
              <p:cNvSpPr/>
              <p:nvPr/>
            </p:nvSpPr>
            <p:spPr>
              <a:xfrm>
                <a:off x="17444749" y="268266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3" name="Freeform: Shape 99">
                <a:extLst>
                  <a:ext uri="{FF2B5EF4-FFF2-40B4-BE49-F238E27FC236}">
                    <a16:creationId xmlns:a16="http://schemas.microsoft.com/office/drawing/2014/main" id="{02CD7F81-71D9-2BE1-02C5-660A4A9DC59A}"/>
                  </a:ext>
                </a:extLst>
              </p:cNvPr>
              <p:cNvSpPr/>
              <p:nvPr/>
            </p:nvSpPr>
            <p:spPr>
              <a:xfrm>
                <a:off x="17950313" y="141751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4" name="Freeform: Shape 100">
                <a:extLst>
                  <a:ext uri="{FF2B5EF4-FFF2-40B4-BE49-F238E27FC236}">
                    <a16:creationId xmlns:a16="http://schemas.microsoft.com/office/drawing/2014/main" id="{3F12663C-23CD-B563-F605-16932110F0BD}"/>
                  </a:ext>
                </a:extLst>
              </p:cNvPr>
              <p:cNvSpPr/>
              <p:nvPr/>
            </p:nvSpPr>
            <p:spPr>
              <a:xfrm>
                <a:off x="18164978" y="85773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Freeform: Shape 101">
                <a:extLst>
                  <a:ext uri="{FF2B5EF4-FFF2-40B4-BE49-F238E27FC236}">
                    <a16:creationId xmlns:a16="http://schemas.microsoft.com/office/drawing/2014/main" id="{71B98768-C052-DB63-924D-5F2BEE26D2C7}"/>
                  </a:ext>
                </a:extLst>
              </p:cNvPr>
              <p:cNvSpPr/>
              <p:nvPr/>
            </p:nvSpPr>
            <p:spPr>
              <a:xfrm>
                <a:off x="17230359" y="69232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6" name="Freeform: Shape 102">
                <a:extLst>
                  <a:ext uri="{FF2B5EF4-FFF2-40B4-BE49-F238E27FC236}">
                    <a16:creationId xmlns:a16="http://schemas.microsoft.com/office/drawing/2014/main" id="{DC92B331-EF2F-5A0B-3375-848AD8C0B328}"/>
                  </a:ext>
                </a:extLst>
              </p:cNvPr>
              <p:cNvSpPr/>
              <p:nvPr/>
            </p:nvSpPr>
            <p:spPr>
              <a:xfrm>
                <a:off x="17858392" y="6925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7" name="Freeform: Shape 103">
                <a:extLst>
                  <a:ext uri="{FF2B5EF4-FFF2-40B4-BE49-F238E27FC236}">
                    <a16:creationId xmlns:a16="http://schemas.microsoft.com/office/drawing/2014/main" id="{CA19583B-E0B7-595A-735F-5E722C4099B3}"/>
                  </a:ext>
                </a:extLst>
              </p:cNvPr>
              <p:cNvSpPr/>
              <p:nvPr/>
            </p:nvSpPr>
            <p:spPr>
              <a:xfrm>
                <a:off x="18280567" y="13557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8" name="Freeform: Shape 104">
                <a:extLst>
                  <a:ext uri="{FF2B5EF4-FFF2-40B4-BE49-F238E27FC236}">
                    <a16:creationId xmlns:a16="http://schemas.microsoft.com/office/drawing/2014/main" id="{280A7A65-7DF1-C550-C95B-DA2941B3E6AD}"/>
                  </a:ext>
                </a:extLst>
              </p:cNvPr>
              <p:cNvSpPr/>
              <p:nvPr/>
            </p:nvSpPr>
            <p:spPr>
              <a:xfrm>
                <a:off x="16530495" y="76636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Freeform: Shape 105">
                <a:extLst>
                  <a:ext uri="{FF2B5EF4-FFF2-40B4-BE49-F238E27FC236}">
                    <a16:creationId xmlns:a16="http://schemas.microsoft.com/office/drawing/2014/main" id="{D335BB69-56E0-03EF-24BE-B97570D89173}"/>
                  </a:ext>
                </a:extLst>
              </p:cNvPr>
              <p:cNvSpPr/>
              <p:nvPr/>
            </p:nvSpPr>
            <p:spPr>
              <a:xfrm>
                <a:off x="16770755" y="114340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Freeform: Shape 106">
                <a:extLst>
                  <a:ext uri="{FF2B5EF4-FFF2-40B4-BE49-F238E27FC236}">
                    <a16:creationId xmlns:a16="http://schemas.microsoft.com/office/drawing/2014/main" id="{E037BFA7-6F4B-A3C2-96F1-6669EF4F0833}"/>
                  </a:ext>
                </a:extLst>
              </p:cNvPr>
              <p:cNvSpPr/>
              <p:nvPr/>
            </p:nvSpPr>
            <p:spPr>
              <a:xfrm>
                <a:off x="16770755" y="145411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: Shape 107">
                <a:extLst>
                  <a:ext uri="{FF2B5EF4-FFF2-40B4-BE49-F238E27FC236}">
                    <a16:creationId xmlns:a16="http://schemas.microsoft.com/office/drawing/2014/main" id="{1CD28452-F3EE-7944-DE29-8866038F5A61}"/>
                  </a:ext>
                </a:extLst>
              </p:cNvPr>
              <p:cNvSpPr/>
              <p:nvPr/>
            </p:nvSpPr>
            <p:spPr>
              <a:xfrm>
                <a:off x="16770755" y="232653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: Shape 108">
                <a:extLst>
                  <a:ext uri="{FF2B5EF4-FFF2-40B4-BE49-F238E27FC236}">
                    <a16:creationId xmlns:a16="http://schemas.microsoft.com/office/drawing/2014/main" id="{37B9B763-8D8E-4AC4-E349-E2B8F9349FE6}"/>
                  </a:ext>
                </a:extLst>
              </p:cNvPr>
              <p:cNvSpPr/>
              <p:nvPr/>
            </p:nvSpPr>
            <p:spPr>
              <a:xfrm>
                <a:off x="16530495" y="273495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: Shape 109">
                <a:extLst>
                  <a:ext uri="{FF2B5EF4-FFF2-40B4-BE49-F238E27FC236}">
                    <a16:creationId xmlns:a16="http://schemas.microsoft.com/office/drawing/2014/main" id="{5074FAE6-B35C-A5B8-EE15-2F73A8AA6989}"/>
                  </a:ext>
                </a:extLst>
              </p:cNvPr>
              <p:cNvSpPr/>
              <p:nvPr/>
            </p:nvSpPr>
            <p:spPr>
              <a:xfrm>
                <a:off x="16484534" y="308226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: Shape 110">
                <a:extLst>
                  <a:ext uri="{FF2B5EF4-FFF2-40B4-BE49-F238E27FC236}">
                    <a16:creationId xmlns:a16="http://schemas.microsoft.com/office/drawing/2014/main" id="{ECB001FE-CC1A-C6A0-E5FB-6E1D65E04DCF}"/>
                  </a:ext>
                </a:extLst>
              </p:cNvPr>
              <p:cNvSpPr/>
              <p:nvPr/>
            </p:nvSpPr>
            <p:spPr>
              <a:xfrm>
                <a:off x="16244550" y="957083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: Shape 111">
                <a:extLst>
                  <a:ext uri="{FF2B5EF4-FFF2-40B4-BE49-F238E27FC236}">
                    <a16:creationId xmlns:a16="http://schemas.microsoft.com/office/drawing/2014/main" id="{A10EB8EE-B072-5B96-EB88-AA5BA69EDABB}"/>
                  </a:ext>
                </a:extLst>
              </p:cNvPr>
              <p:cNvSpPr/>
              <p:nvPr/>
            </p:nvSpPr>
            <p:spPr>
              <a:xfrm>
                <a:off x="16030160" y="182345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: Shape 112">
                <a:extLst>
                  <a:ext uri="{FF2B5EF4-FFF2-40B4-BE49-F238E27FC236}">
                    <a16:creationId xmlns:a16="http://schemas.microsoft.com/office/drawing/2014/main" id="{D4B97F5B-A021-32C5-A70D-A11212D5F26A}"/>
                  </a:ext>
                </a:extLst>
              </p:cNvPr>
              <p:cNvSpPr/>
              <p:nvPr/>
            </p:nvSpPr>
            <p:spPr>
              <a:xfrm>
                <a:off x="15457994" y="93231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Freeform: Shape 113">
                <a:extLst>
                  <a:ext uri="{FF2B5EF4-FFF2-40B4-BE49-F238E27FC236}">
                    <a16:creationId xmlns:a16="http://schemas.microsoft.com/office/drawing/2014/main" id="{BC34616D-FF78-B4FB-818B-4557152CC8C0}"/>
                  </a:ext>
                </a:extLst>
              </p:cNvPr>
              <p:cNvSpPr/>
              <p:nvPr/>
            </p:nvSpPr>
            <p:spPr>
              <a:xfrm>
                <a:off x="15131318" y="11521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: Shape 114">
                <a:extLst>
                  <a:ext uri="{FF2B5EF4-FFF2-40B4-BE49-F238E27FC236}">
                    <a16:creationId xmlns:a16="http://schemas.microsoft.com/office/drawing/2014/main" id="{25EB8336-6E40-17F9-7959-F0A612C03429}"/>
                  </a:ext>
                </a:extLst>
              </p:cNvPr>
              <p:cNvSpPr/>
              <p:nvPr/>
            </p:nvSpPr>
            <p:spPr>
              <a:xfrm>
                <a:off x="15093889" y="169327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: Shape 115">
                <a:extLst>
                  <a:ext uri="{FF2B5EF4-FFF2-40B4-BE49-F238E27FC236}">
                    <a16:creationId xmlns:a16="http://schemas.microsoft.com/office/drawing/2014/main" id="{C4835757-FABC-AF98-6C89-8E4007E4FB10}"/>
                  </a:ext>
                </a:extLst>
              </p:cNvPr>
              <p:cNvSpPr/>
              <p:nvPr/>
            </p:nvSpPr>
            <p:spPr>
              <a:xfrm>
                <a:off x="14792532" y="199958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: Shape 116">
                <a:extLst>
                  <a:ext uri="{FF2B5EF4-FFF2-40B4-BE49-F238E27FC236}">
                    <a16:creationId xmlns:a16="http://schemas.microsoft.com/office/drawing/2014/main" id="{3AAED150-67EC-62B9-1333-87F01E091D4D}"/>
                  </a:ext>
                </a:extLst>
              </p:cNvPr>
              <p:cNvSpPr/>
              <p:nvPr/>
            </p:nvSpPr>
            <p:spPr>
              <a:xfrm>
                <a:off x="14363477" y="62848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: Shape 117">
                <a:extLst>
                  <a:ext uri="{FF2B5EF4-FFF2-40B4-BE49-F238E27FC236}">
                    <a16:creationId xmlns:a16="http://schemas.microsoft.com/office/drawing/2014/main" id="{A25586E4-5F11-E634-CD35-51CC352581C7}"/>
                  </a:ext>
                </a:extLst>
              </p:cNvPr>
              <p:cNvSpPr/>
              <p:nvPr/>
            </p:nvSpPr>
            <p:spPr>
              <a:xfrm>
                <a:off x="14363477" y="93231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Freeform: Shape 118">
                <a:extLst>
                  <a:ext uri="{FF2B5EF4-FFF2-40B4-BE49-F238E27FC236}">
                    <a16:creationId xmlns:a16="http://schemas.microsoft.com/office/drawing/2014/main" id="{241717B5-5C84-5CAB-C7A6-0CA6F79186C4}"/>
                  </a:ext>
                </a:extLst>
              </p:cNvPr>
              <p:cNvSpPr/>
              <p:nvPr/>
            </p:nvSpPr>
            <p:spPr>
              <a:xfrm>
                <a:off x="13758286" y="157053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: Shape 119">
                <a:extLst>
                  <a:ext uri="{FF2B5EF4-FFF2-40B4-BE49-F238E27FC236}">
                    <a16:creationId xmlns:a16="http://schemas.microsoft.com/office/drawing/2014/main" id="{A21BFD17-E698-4A77-450F-BD311DDAF720}"/>
                  </a:ext>
                </a:extLst>
              </p:cNvPr>
              <p:cNvSpPr/>
              <p:nvPr/>
            </p:nvSpPr>
            <p:spPr>
              <a:xfrm>
                <a:off x="13377118" y="30400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: Shape 120">
                <a:extLst>
                  <a:ext uri="{FF2B5EF4-FFF2-40B4-BE49-F238E27FC236}">
                    <a16:creationId xmlns:a16="http://schemas.microsoft.com/office/drawing/2014/main" id="{9EC823B6-23C3-B913-D692-21CB9246EFB5}"/>
                  </a:ext>
                </a:extLst>
              </p:cNvPr>
              <p:cNvSpPr/>
              <p:nvPr/>
            </p:nvSpPr>
            <p:spPr>
              <a:xfrm>
                <a:off x="12883388" y="128981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: Shape 121">
                <a:extLst>
                  <a:ext uri="{FF2B5EF4-FFF2-40B4-BE49-F238E27FC236}">
                    <a16:creationId xmlns:a16="http://schemas.microsoft.com/office/drawing/2014/main" id="{DA8E4B36-DCB0-07E2-5260-31472CF7BC5B}"/>
                  </a:ext>
                </a:extLst>
              </p:cNvPr>
              <p:cNvSpPr/>
              <p:nvPr/>
            </p:nvSpPr>
            <p:spPr>
              <a:xfrm>
                <a:off x="12674777" y="268266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: Shape 122">
                <a:extLst>
                  <a:ext uri="{FF2B5EF4-FFF2-40B4-BE49-F238E27FC236}">
                    <a16:creationId xmlns:a16="http://schemas.microsoft.com/office/drawing/2014/main" id="{3D30B9CF-22EC-8422-E8DD-5BFD47F542C3}"/>
                  </a:ext>
                </a:extLst>
              </p:cNvPr>
              <p:cNvSpPr/>
              <p:nvPr/>
            </p:nvSpPr>
            <p:spPr>
              <a:xfrm>
                <a:off x="13752507" y="89616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: Shape 123">
                <a:extLst>
                  <a:ext uri="{FF2B5EF4-FFF2-40B4-BE49-F238E27FC236}">
                    <a16:creationId xmlns:a16="http://schemas.microsoft.com/office/drawing/2014/main" id="{6448A45A-FF24-D3BE-FDC4-629D1FC3D2D3}"/>
                  </a:ext>
                </a:extLst>
              </p:cNvPr>
              <p:cNvSpPr/>
              <p:nvPr/>
            </p:nvSpPr>
            <p:spPr>
              <a:xfrm>
                <a:off x="15948422" y="2311401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: Shape 124">
                <a:extLst>
                  <a:ext uri="{FF2B5EF4-FFF2-40B4-BE49-F238E27FC236}">
                    <a16:creationId xmlns:a16="http://schemas.microsoft.com/office/drawing/2014/main" id="{A6B5EE1D-8A25-04B0-7CB3-9A080CD7AB46}"/>
                  </a:ext>
                </a:extLst>
              </p:cNvPr>
              <p:cNvSpPr/>
              <p:nvPr/>
            </p:nvSpPr>
            <p:spPr>
              <a:xfrm>
                <a:off x="15749994" y="35058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: Shape 125">
                <a:extLst>
                  <a:ext uri="{FF2B5EF4-FFF2-40B4-BE49-F238E27FC236}">
                    <a16:creationId xmlns:a16="http://schemas.microsoft.com/office/drawing/2014/main" id="{B0BCC22C-BCC4-A257-FCFB-AFC35DCC262D}"/>
                  </a:ext>
                </a:extLst>
              </p:cNvPr>
              <p:cNvSpPr/>
              <p:nvPr/>
            </p:nvSpPr>
            <p:spPr>
              <a:xfrm>
                <a:off x="17447225" y="222938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Freeform: Shape 126">
                <a:extLst>
                  <a:ext uri="{FF2B5EF4-FFF2-40B4-BE49-F238E27FC236}">
                    <a16:creationId xmlns:a16="http://schemas.microsoft.com/office/drawing/2014/main" id="{FFE97225-26B2-DA8F-4EB3-B2EC7A85CAB4}"/>
                  </a:ext>
                </a:extLst>
              </p:cNvPr>
              <p:cNvSpPr/>
              <p:nvPr/>
            </p:nvSpPr>
            <p:spPr>
              <a:xfrm>
                <a:off x="18711273" y="108037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Freeform: Shape 127">
                <a:extLst>
                  <a:ext uri="{FF2B5EF4-FFF2-40B4-BE49-F238E27FC236}">
                    <a16:creationId xmlns:a16="http://schemas.microsoft.com/office/drawing/2014/main" id="{6CD3ED1A-69B5-DC52-2951-4A4518076146}"/>
                  </a:ext>
                </a:extLst>
              </p:cNvPr>
              <p:cNvSpPr/>
              <p:nvPr/>
            </p:nvSpPr>
            <p:spPr>
              <a:xfrm>
                <a:off x="18856861" y="187491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: Shape 128">
                <a:extLst>
                  <a:ext uri="{FF2B5EF4-FFF2-40B4-BE49-F238E27FC236}">
                    <a16:creationId xmlns:a16="http://schemas.microsoft.com/office/drawing/2014/main" id="{FB00DABD-824A-D05C-FCEE-E3DDA4546C83}"/>
                  </a:ext>
                </a:extLst>
              </p:cNvPr>
              <p:cNvSpPr/>
              <p:nvPr/>
            </p:nvSpPr>
            <p:spPr>
              <a:xfrm>
                <a:off x="17654185" y="425990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Freeform: Shape 129">
                <a:extLst>
                  <a:ext uri="{FF2B5EF4-FFF2-40B4-BE49-F238E27FC236}">
                    <a16:creationId xmlns:a16="http://schemas.microsoft.com/office/drawing/2014/main" id="{6CB197D7-152B-66FB-D0F1-28D02544C730}"/>
                  </a:ext>
                </a:extLst>
              </p:cNvPr>
              <p:cNvSpPr/>
              <p:nvPr/>
            </p:nvSpPr>
            <p:spPr>
              <a:xfrm>
                <a:off x="17102660" y="427063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Freeform: Shape 130">
                <a:extLst>
                  <a:ext uri="{FF2B5EF4-FFF2-40B4-BE49-F238E27FC236}">
                    <a16:creationId xmlns:a16="http://schemas.microsoft.com/office/drawing/2014/main" id="{59C9414E-E86F-12D9-DB58-99D36BD84240}"/>
                  </a:ext>
                </a:extLst>
              </p:cNvPr>
              <p:cNvSpPr/>
              <p:nvPr/>
            </p:nvSpPr>
            <p:spPr>
              <a:xfrm>
                <a:off x="16588565" y="418036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Freeform: Shape 131">
                <a:extLst>
                  <a:ext uri="{FF2B5EF4-FFF2-40B4-BE49-F238E27FC236}">
                    <a16:creationId xmlns:a16="http://schemas.microsoft.com/office/drawing/2014/main" id="{D877C8B3-7477-D47E-0616-7C90B0DD77CC}"/>
                  </a:ext>
                </a:extLst>
              </p:cNvPr>
              <p:cNvSpPr/>
              <p:nvPr/>
            </p:nvSpPr>
            <p:spPr>
              <a:xfrm>
                <a:off x="15653945" y="513012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Freeform: Shape 132">
                <a:extLst>
                  <a:ext uri="{FF2B5EF4-FFF2-40B4-BE49-F238E27FC236}">
                    <a16:creationId xmlns:a16="http://schemas.microsoft.com/office/drawing/2014/main" id="{25C6E80B-D3F8-F18F-901B-A4246FBBD133}"/>
                  </a:ext>
                </a:extLst>
              </p:cNvPr>
              <p:cNvSpPr/>
              <p:nvPr/>
            </p:nvSpPr>
            <p:spPr>
              <a:xfrm>
                <a:off x="15408731" y="766592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Freeform: Shape 133">
                <a:extLst>
                  <a:ext uri="{FF2B5EF4-FFF2-40B4-BE49-F238E27FC236}">
                    <a16:creationId xmlns:a16="http://schemas.microsoft.com/office/drawing/2014/main" id="{EF3E2251-3D3D-041B-68E7-31D5007F0D51}"/>
                  </a:ext>
                </a:extLst>
              </p:cNvPr>
              <p:cNvSpPr/>
              <p:nvPr/>
            </p:nvSpPr>
            <p:spPr>
              <a:xfrm>
                <a:off x="16111622" y="4473190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Freeform: Shape 134">
                <a:extLst>
                  <a:ext uri="{FF2B5EF4-FFF2-40B4-BE49-F238E27FC236}">
                    <a16:creationId xmlns:a16="http://schemas.microsoft.com/office/drawing/2014/main" id="{BBD72C28-05A8-0B86-1966-1EBA8DF57587}"/>
                  </a:ext>
                </a:extLst>
              </p:cNvPr>
              <p:cNvSpPr/>
              <p:nvPr/>
            </p:nvSpPr>
            <p:spPr>
              <a:xfrm>
                <a:off x="15403778" y="5177732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Freeform: Shape 135">
                <a:extLst>
                  <a:ext uri="{FF2B5EF4-FFF2-40B4-BE49-F238E27FC236}">
                    <a16:creationId xmlns:a16="http://schemas.microsoft.com/office/drawing/2014/main" id="{72BA4641-EF5B-6C06-B50F-F0153329748E}"/>
                  </a:ext>
                </a:extLst>
              </p:cNvPr>
              <p:cNvSpPr/>
              <p:nvPr/>
            </p:nvSpPr>
            <p:spPr>
              <a:xfrm>
                <a:off x="15402677" y="724787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Freeform: Shape 136">
                <a:extLst>
                  <a:ext uri="{FF2B5EF4-FFF2-40B4-BE49-F238E27FC236}">
                    <a16:creationId xmlns:a16="http://schemas.microsoft.com/office/drawing/2014/main" id="{0FC60EE4-1018-1328-C345-05B81DF176DC}"/>
                  </a:ext>
                </a:extLst>
              </p:cNvPr>
              <p:cNvSpPr/>
              <p:nvPr/>
            </p:nvSpPr>
            <p:spPr>
              <a:xfrm>
                <a:off x="14777120" y="6238398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Freeform: Shape 137">
                <a:extLst>
                  <a:ext uri="{FF2B5EF4-FFF2-40B4-BE49-F238E27FC236}">
                    <a16:creationId xmlns:a16="http://schemas.microsoft.com/office/drawing/2014/main" id="{09F4DF17-3744-2D4D-7B49-403E5B912601}"/>
                  </a:ext>
                </a:extLst>
              </p:cNvPr>
              <p:cNvSpPr/>
              <p:nvPr/>
            </p:nvSpPr>
            <p:spPr>
              <a:xfrm>
                <a:off x="15100494" y="5528627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2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2" name="Freeform: Shape 138">
                <a:extLst>
                  <a:ext uri="{FF2B5EF4-FFF2-40B4-BE49-F238E27FC236}">
                    <a16:creationId xmlns:a16="http://schemas.microsoft.com/office/drawing/2014/main" id="{DBEAD6EC-6AD1-676D-F58A-C5676D6E3C82}"/>
                  </a:ext>
                </a:extLst>
              </p:cNvPr>
              <p:cNvSpPr/>
              <p:nvPr/>
            </p:nvSpPr>
            <p:spPr>
              <a:xfrm>
                <a:off x="18402211" y="4752254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0" y="99112"/>
                      <a:pt x="0" y="63849"/>
                    </a:cubicBezTo>
                    <a:cubicBezTo>
                      <a:pt x="0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3" name="Freeform: Shape 139">
                <a:extLst>
                  <a:ext uri="{FF2B5EF4-FFF2-40B4-BE49-F238E27FC236}">
                    <a16:creationId xmlns:a16="http://schemas.microsoft.com/office/drawing/2014/main" id="{A4B18E2C-BC60-5BAF-63E1-06F886E19C7D}"/>
                  </a:ext>
                </a:extLst>
              </p:cNvPr>
              <p:cNvSpPr/>
              <p:nvPr/>
            </p:nvSpPr>
            <p:spPr>
              <a:xfrm>
                <a:off x="18384322" y="5766135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8 h 127698"/>
                  <a:gd name="connsiteX2" fmla="*/ -1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8"/>
                      <a:pt x="63849" y="127698"/>
                    </a:cubicBezTo>
                    <a:cubicBezTo>
                      <a:pt x="28586" y="127698"/>
                      <a:pt x="-1" y="99112"/>
                      <a:pt x="-1" y="63849"/>
                    </a:cubicBezTo>
                    <a:cubicBezTo>
                      <a:pt x="-1" y="28586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Freeform: Shape 140">
                <a:extLst>
                  <a:ext uri="{FF2B5EF4-FFF2-40B4-BE49-F238E27FC236}">
                    <a16:creationId xmlns:a16="http://schemas.microsoft.com/office/drawing/2014/main" id="{5BAED5C7-7E33-C5D7-816B-6BC7D33DD264}"/>
                  </a:ext>
                </a:extLst>
              </p:cNvPr>
              <p:cNvSpPr/>
              <p:nvPr/>
            </p:nvSpPr>
            <p:spPr>
              <a:xfrm>
                <a:off x="18163051" y="6174549"/>
                <a:ext cx="127698" cy="127698"/>
              </a:xfrm>
              <a:custGeom>
                <a:avLst/>
                <a:gdLst>
                  <a:gd name="connsiteX0" fmla="*/ 127698 w 127698"/>
                  <a:gd name="connsiteY0" fmla="*/ 63849 h 127698"/>
                  <a:gd name="connsiteX1" fmla="*/ 63849 w 127698"/>
                  <a:gd name="connsiteY1" fmla="*/ 127699 h 127698"/>
                  <a:gd name="connsiteX2" fmla="*/ 0 w 127698"/>
                  <a:gd name="connsiteY2" fmla="*/ 63849 h 127698"/>
                  <a:gd name="connsiteX3" fmla="*/ 63849 w 127698"/>
                  <a:gd name="connsiteY3" fmla="*/ 0 h 127698"/>
                  <a:gd name="connsiteX4" fmla="*/ 127698 w 127698"/>
                  <a:gd name="connsiteY4" fmla="*/ 63849 h 12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98" h="127698">
                    <a:moveTo>
                      <a:pt x="127698" y="63849"/>
                    </a:moveTo>
                    <a:cubicBezTo>
                      <a:pt x="127698" y="99112"/>
                      <a:pt x="99112" y="127699"/>
                      <a:pt x="63849" y="127699"/>
                    </a:cubicBezTo>
                    <a:cubicBezTo>
                      <a:pt x="28586" y="127699"/>
                      <a:pt x="0" y="99113"/>
                      <a:pt x="0" y="63849"/>
                    </a:cubicBezTo>
                    <a:cubicBezTo>
                      <a:pt x="0" y="28587"/>
                      <a:pt x="28586" y="0"/>
                      <a:pt x="63849" y="0"/>
                    </a:cubicBezTo>
                    <a:cubicBezTo>
                      <a:pt x="99112" y="0"/>
                      <a:pt x="127698" y="28586"/>
                      <a:pt x="127698" y="63849"/>
                    </a:cubicBezTo>
                    <a:close/>
                  </a:path>
                </a:pathLst>
              </a:custGeom>
              <a:grpFill/>
              <a:ln w="27486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150808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FBC43F6-A4D5-7D53-71A9-A0575A7ED611}"/>
              </a:ext>
            </a:extLst>
          </p:cNvPr>
          <p:cNvSpPr/>
          <p:nvPr/>
        </p:nvSpPr>
        <p:spPr>
          <a:xfrm rot="5400000">
            <a:off x="4400479" y="-4403910"/>
            <a:ext cx="11309350" cy="20104100"/>
          </a:xfrm>
          <a:prstGeom prst="rect">
            <a:avLst/>
          </a:prstGeom>
          <a:gradFill flip="none" rotWithShape="1">
            <a:gsLst>
              <a:gs pos="27000">
                <a:srgbClr val="004331">
                  <a:alpha val="0"/>
                </a:srgbClr>
              </a:gs>
              <a:gs pos="51000">
                <a:srgbClr val="00433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pic>
        <p:nvPicPr>
          <p:cNvPr id="179" name="object 5">
            <a:extLst>
              <a:ext uri="{FF2B5EF4-FFF2-40B4-BE49-F238E27FC236}">
                <a16:creationId xmlns:a16="http://schemas.microsoft.com/office/drawing/2014/main" id="{40284DFA-A3D3-3B88-876E-546AC94D9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525" y="4143375"/>
            <a:ext cx="582295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5803868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937599-B200-A56C-0E63-F404CE21C5D9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rgbClr val="004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C8AE3E8-5A59-865E-8543-052045F98F4F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0"/>
            <a:ext cx="14133513" cy="11317288"/>
            <a:chOff x="-2078249" y="0"/>
            <a:chExt cx="14134665" cy="11316848"/>
          </a:xfrm>
        </p:grpSpPr>
        <p:sp>
          <p:nvSpPr>
            <p:cNvPr id="4" name="Freeform: Shape 210">
              <a:extLst>
                <a:ext uri="{FF2B5EF4-FFF2-40B4-BE49-F238E27FC236}">
                  <a16:creationId xmlns:a16="http://schemas.microsoft.com/office/drawing/2014/main" id="{AA1D6C5C-22C8-763F-56D8-8BC5B7B74866}"/>
                </a:ext>
              </a:extLst>
            </p:cNvPr>
            <p:cNvSpPr/>
            <p:nvPr/>
          </p:nvSpPr>
          <p:spPr>
            <a:xfrm>
              <a:off x="10987941" y="0"/>
              <a:ext cx="1068475" cy="3519351"/>
            </a:xfrm>
            <a:custGeom>
              <a:avLst/>
              <a:gdLst>
                <a:gd name="connsiteX0" fmla="*/ 1067745 w 1067744"/>
                <a:gd name="connsiteY0" fmla="*/ 3462575 h 3519814"/>
                <a:gd name="connsiteX1" fmla="*/ 738144 w 1067744"/>
                <a:gd name="connsiteY1" fmla="*/ 3132974 h 3519814"/>
                <a:gd name="connsiteX2" fmla="*/ 738144 w 1067744"/>
                <a:gd name="connsiteY2" fmla="*/ 689314 h 3519814"/>
                <a:gd name="connsiteX3" fmla="*/ 738144 w 1067744"/>
                <a:gd name="connsiteY3" fmla="*/ 680904 h 3519814"/>
                <a:gd name="connsiteX4" fmla="*/ 57240 w 1067744"/>
                <a:gd name="connsiteY4" fmla="*/ 0 h 3519814"/>
                <a:gd name="connsiteX5" fmla="*/ 0 w 1067744"/>
                <a:gd name="connsiteY5" fmla="*/ 0 h 3519814"/>
                <a:gd name="connsiteX6" fmla="*/ 697724 w 1067744"/>
                <a:gd name="connsiteY6" fmla="*/ 697724 h 3519814"/>
                <a:gd name="connsiteX7" fmla="*/ 697724 w 1067744"/>
                <a:gd name="connsiteY7" fmla="*/ 3149794 h 3519814"/>
                <a:gd name="connsiteX8" fmla="*/ 1067745 w 1067744"/>
                <a:gd name="connsiteY8" fmla="*/ 3519815 h 3519814"/>
                <a:gd name="connsiteX9" fmla="*/ 1067745 w 1067744"/>
                <a:gd name="connsiteY9" fmla="*/ 3462575 h 3519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7744" h="3519814">
                  <a:moveTo>
                    <a:pt x="1067745" y="3462575"/>
                  </a:moveTo>
                  <a:lnTo>
                    <a:pt x="738144" y="3132974"/>
                  </a:lnTo>
                  <a:lnTo>
                    <a:pt x="738144" y="689314"/>
                  </a:lnTo>
                  <a:lnTo>
                    <a:pt x="738144" y="680904"/>
                  </a:lnTo>
                  <a:lnTo>
                    <a:pt x="57240" y="0"/>
                  </a:lnTo>
                  <a:lnTo>
                    <a:pt x="0" y="0"/>
                  </a:lnTo>
                  <a:lnTo>
                    <a:pt x="697724" y="697724"/>
                  </a:lnTo>
                  <a:lnTo>
                    <a:pt x="697724" y="3149794"/>
                  </a:lnTo>
                  <a:lnTo>
                    <a:pt x="1067745" y="3519815"/>
                  </a:lnTo>
                  <a:lnTo>
                    <a:pt x="1067745" y="3462575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5" name="Freeform: Shape 211">
              <a:extLst>
                <a:ext uri="{FF2B5EF4-FFF2-40B4-BE49-F238E27FC236}">
                  <a16:creationId xmlns:a16="http://schemas.microsoft.com/office/drawing/2014/main" id="{DFE1D591-363E-7CFA-E0E7-3B6ED9F43BD3}"/>
                </a:ext>
              </a:extLst>
            </p:cNvPr>
            <p:cNvSpPr/>
            <p:nvPr/>
          </p:nvSpPr>
          <p:spPr>
            <a:xfrm>
              <a:off x="10868869" y="7889568"/>
              <a:ext cx="1187547" cy="3427280"/>
            </a:xfrm>
            <a:custGeom>
              <a:avLst/>
              <a:gdLst>
                <a:gd name="connsiteX0" fmla="*/ 1187920 w 1187919"/>
                <a:gd name="connsiteY0" fmla="*/ 0 h 3426767"/>
                <a:gd name="connsiteX1" fmla="*/ 990431 w 1187919"/>
                <a:gd name="connsiteY1" fmla="*/ 197489 h 3426767"/>
                <a:gd name="connsiteX2" fmla="*/ 990431 w 1187919"/>
                <a:gd name="connsiteY2" fmla="*/ 2436337 h 3426767"/>
                <a:gd name="connsiteX3" fmla="*/ 0 w 1187919"/>
                <a:gd name="connsiteY3" fmla="*/ 3426767 h 3426767"/>
                <a:gd name="connsiteX4" fmla="*/ 57239 w 1187919"/>
                <a:gd name="connsiteY4" fmla="*/ 3426767 h 3426767"/>
                <a:gd name="connsiteX5" fmla="*/ 1030851 w 1187919"/>
                <a:gd name="connsiteY5" fmla="*/ 2453156 h 3426767"/>
                <a:gd name="connsiteX6" fmla="*/ 1030851 w 1187919"/>
                <a:gd name="connsiteY6" fmla="*/ 214309 h 3426767"/>
                <a:gd name="connsiteX7" fmla="*/ 1187920 w 1187919"/>
                <a:gd name="connsiteY7" fmla="*/ 57240 h 3426767"/>
                <a:gd name="connsiteX8" fmla="*/ 1187920 w 1187919"/>
                <a:gd name="connsiteY8" fmla="*/ 0 h 342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7919" h="3426767">
                  <a:moveTo>
                    <a:pt x="1187920" y="0"/>
                  </a:moveTo>
                  <a:lnTo>
                    <a:pt x="990431" y="197489"/>
                  </a:lnTo>
                  <a:lnTo>
                    <a:pt x="990431" y="2436337"/>
                  </a:lnTo>
                  <a:lnTo>
                    <a:pt x="0" y="3426767"/>
                  </a:lnTo>
                  <a:lnTo>
                    <a:pt x="57239" y="3426767"/>
                  </a:lnTo>
                  <a:lnTo>
                    <a:pt x="1030851" y="2453156"/>
                  </a:lnTo>
                  <a:lnTo>
                    <a:pt x="1030851" y="214309"/>
                  </a:lnTo>
                  <a:lnTo>
                    <a:pt x="1187920" y="57240"/>
                  </a:lnTo>
                  <a:lnTo>
                    <a:pt x="1187920" y="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6" name="Freeform: Shape 212">
              <a:extLst>
                <a:ext uri="{FF2B5EF4-FFF2-40B4-BE49-F238E27FC236}">
                  <a16:creationId xmlns:a16="http://schemas.microsoft.com/office/drawing/2014/main" id="{EB4D3210-0A10-230E-F28A-0293F8C1CF7B}"/>
                </a:ext>
              </a:extLst>
            </p:cNvPr>
            <p:cNvSpPr/>
            <p:nvPr/>
          </p:nvSpPr>
          <p:spPr>
            <a:xfrm>
              <a:off x="9770230" y="0"/>
              <a:ext cx="2055980" cy="4241635"/>
            </a:xfrm>
            <a:custGeom>
              <a:avLst/>
              <a:gdLst>
                <a:gd name="connsiteX0" fmla="*/ 1302128 w 2056819"/>
                <a:gd name="connsiteY0" fmla="*/ 2825075 h 4241953"/>
                <a:gd name="connsiteX1" fmla="*/ 143776 w 2056819"/>
                <a:gd name="connsiteY1" fmla="*/ 1666724 h 4241953"/>
                <a:gd name="connsiteX2" fmla="*/ 143776 w 2056819"/>
                <a:gd name="connsiteY2" fmla="*/ 86537 h 4241953"/>
                <a:gd name="connsiteX3" fmla="*/ 57239 w 2056819"/>
                <a:gd name="connsiteY3" fmla="*/ 0 h 4241953"/>
                <a:gd name="connsiteX4" fmla="*/ 0 w 2056819"/>
                <a:gd name="connsiteY4" fmla="*/ 0 h 4241953"/>
                <a:gd name="connsiteX5" fmla="*/ 103356 w 2056819"/>
                <a:gd name="connsiteY5" fmla="*/ 103356 h 4241953"/>
                <a:gd name="connsiteX6" fmla="*/ 103356 w 2056819"/>
                <a:gd name="connsiteY6" fmla="*/ 1683543 h 4241953"/>
                <a:gd name="connsiteX7" fmla="*/ 1261708 w 2056819"/>
                <a:gd name="connsiteY7" fmla="*/ 2841895 h 4241953"/>
                <a:gd name="connsiteX8" fmla="*/ 1261708 w 2056819"/>
                <a:gd name="connsiteY8" fmla="*/ 3475326 h 4241953"/>
                <a:gd name="connsiteX9" fmla="*/ 2028065 w 2056819"/>
                <a:gd name="connsiteY9" fmla="*/ 4241953 h 4241953"/>
                <a:gd name="connsiteX10" fmla="*/ 2056820 w 2056819"/>
                <a:gd name="connsiteY10" fmla="*/ 4213198 h 4241953"/>
                <a:gd name="connsiteX11" fmla="*/ 1302128 w 2056819"/>
                <a:gd name="connsiteY11" fmla="*/ 3458506 h 4241953"/>
                <a:gd name="connsiteX12" fmla="*/ 1302128 w 2056819"/>
                <a:gd name="connsiteY12" fmla="*/ 2825075 h 4241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6819" h="4241953">
                  <a:moveTo>
                    <a:pt x="1302128" y="2825075"/>
                  </a:moveTo>
                  <a:lnTo>
                    <a:pt x="143776" y="1666724"/>
                  </a:lnTo>
                  <a:lnTo>
                    <a:pt x="143776" y="86537"/>
                  </a:lnTo>
                  <a:lnTo>
                    <a:pt x="57239" y="0"/>
                  </a:lnTo>
                  <a:lnTo>
                    <a:pt x="0" y="0"/>
                  </a:lnTo>
                  <a:lnTo>
                    <a:pt x="103356" y="103356"/>
                  </a:lnTo>
                  <a:lnTo>
                    <a:pt x="103356" y="1683543"/>
                  </a:lnTo>
                  <a:lnTo>
                    <a:pt x="1261708" y="2841895"/>
                  </a:lnTo>
                  <a:lnTo>
                    <a:pt x="1261708" y="3475326"/>
                  </a:lnTo>
                  <a:lnTo>
                    <a:pt x="2028065" y="4241953"/>
                  </a:lnTo>
                  <a:lnTo>
                    <a:pt x="2056820" y="4213198"/>
                  </a:lnTo>
                  <a:lnTo>
                    <a:pt x="1302128" y="3458506"/>
                  </a:lnTo>
                  <a:lnTo>
                    <a:pt x="1302128" y="2825075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7" name="Freeform: Shape 213">
              <a:extLst>
                <a:ext uri="{FF2B5EF4-FFF2-40B4-BE49-F238E27FC236}">
                  <a16:creationId xmlns:a16="http://schemas.microsoft.com/office/drawing/2014/main" id="{A9E2650B-AAE7-9C97-167F-B8EEC5ED2891}"/>
                </a:ext>
              </a:extLst>
            </p:cNvPr>
            <p:cNvSpPr/>
            <p:nvPr/>
          </p:nvSpPr>
          <p:spPr>
            <a:xfrm>
              <a:off x="8152435" y="6787886"/>
              <a:ext cx="3562640" cy="4528962"/>
            </a:xfrm>
            <a:custGeom>
              <a:avLst/>
              <a:gdLst>
                <a:gd name="connsiteX0" fmla="*/ 40420 w 3563219"/>
                <a:gd name="connsiteY0" fmla="*/ 4528150 h 4528150"/>
                <a:gd name="connsiteX1" fmla="*/ 40420 w 3563219"/>
                <a:gd name="connsiteY1" fmla="*/ 3608522 h 4528150"/>
                <a:gd name="connsiteX2" fmla="*/ 1349601 w 3563219"/>
                <a:gd name="connsiteY2" fmla="*/ 2299341 h 4528150"/>
                <a:gd name="connsiteX3" fmla="*/ 2166416 w 3563219"/>
                <a:gd name="connsiteY3" fmla="*/ 2299341 h 4528150"/>
                <a:gd name="connsiteX4" fmla="*/ 3064341 w 3563219"/>
                <a:gd name="connsiteY4" fmla="*/ 1401687 h 4528150"/>
                <a:gd name="connsiteX5" fmla="*/ 3064341 w 3563219"/>
                <a:gd name="connsiteY5" fmla="*/ 527633 h 4528150"/>
                <a:gd name="connsiteX6" fmla="*/ 3563219 w 3563219"/>
                <a:gd name="connsiteY6" fmla="*/ 28755 h 4528150"/>
                <a:gd name="connsiteX7" fmla="*/ 3534464 w 3563219"/>
                <a:gd name="connsiteY7" fmla="*/ 0 h 4528150"/>
                <a:gd name="connsiteX8" fmla="*/ 3023650 w 3563219"/>
                <a:gd name="connsiteY8" fmla="*/ 510814 h 4528150"/>
                <a:gd name="connsiteX9" fmla="*/ 3023650 w 3563219"/>
                <a:gd name="connsiteY9" fmla="*/ 1384868 h 4528150"/>
                <a:gd name="connsiteX10" fmla="*/ 2149868 w 3563219"/>
                <a:gd name="connsiteY10" fmla="*/ 2258650 h 4528150"/>
                <a:gd name="connsiteX11" fmla="*/ 1333054 w 3563219"/>
                <a:gd name="connsiteY11" fmla="*/ 2258650 h 4528150"/>
                <a:gd name="connsiteX12" fmla="*/ 0 w 3563219"/>
                <a:gd name="connsiteY12" fmla="*/ 3591703 h 4528150"/>
                <a:gd name="connsiteX13" fmla="*/ 0 w 3563219"/>
                <a:gd name="connsiteY13" fmla="*/ 4528150 h 4528150"/>
                <a:gd name="connsiteX14" fmla="*/ 40420 w 3563219"/>
                <a:gd name="connsiteY14" fmla="*/ 4528150 h 45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63219" h="4528150">
                  <a:moveTo>
                    <a:pt x="40420" y="4528150"/>
                  </a:moveTo>
                  <a:lnTo>
                    <a:pt x="40420" y="3608522"/>
                  </a:lnTo>
                  <a:lnTo>
                    <a:pt x="1349601" y="2299341"/>
                  </a:lnTo>
                  <a:lnTo>
                    <a:pt x="2166416" y="2299341"/>
                  </a:lnTo>
                  <a:lnTo>
                    <a:pt x="3064341" y="1401687"/>
                  </a:lnTo>
                  <a:lnTo>
                    <a:pt x="3064341" y="527633"/>
                  </a:lnTo>
                  <a:lnTo>
                    <a:pt x="3563219" y="28755"/>
                  </a:lnTo>
                  <a:lnTo>
                    <a:pt x="3534464" y="0"/>
                  </a:lnTo>
                  <a:lnTo>
                    <a:pt x="3023650" y="510814"/>
                  </a:lnTo>
                  <a:lnTo>
                    <a:pt x="3023650" y="1384868"/>
                  </a:lnTo>
                  <a:lnTo>
                    <a:pt x="2149868" y="2258650"/>
                  </a:lnTo>
                  <a:lnTo>
                    <a:pt x="1333054" y="2258650"/>
                  </a:lnTo>
                  <a:lnTo>
                    <a:pt x="0" y="3591703"/>
                  </a:lnTo>
                  <a:lnTo>
                    <a:pt x="0" y="4528150"/>
                  </a:lnTo>
                  <a:lnTo>
                    <a:pt x="40420" y="452815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8" name="Freeform: Shape 214">
              <a:extLst>
                <a:ext uri="{FF2B5EF4-FFF2-40B4-BE49-F238E27FC236}">
                  <a16:creationId xmlns:a16="http://schemas.microsoft.com/office/drawing/2014/main" id="{DBB5395E-C855-E185-CCB7-985FD1FA007C}"/>
                </a:ext>
              </a:extLst>
            </p:cNvPr>
            <p:cNvSpPr/>
            <p:nvPr/>
          </p:nvSpPr>
          <p:spPr>
            <a:xfrm>
              <a:off x="3113299" y="6306893"/>
              <a:ext cx="8103260" cy="5009955"/>
            </a:xfrm>
            <a:custGeom>
              <a:avLst/>
              <a:gdLst>
                <a:gd name="connsiteX0" fmla="*/ 57239 w 8102491"/>
                <a:gd name="connsiteY0" fmla="*/ 5009938 h 5009937"/>
                <a:gd name="connsiteX1" fmla="*/ 205628 w 8102491"/>
                <a:gd name="connsiteY1" fmla="*/ 4861549 h 5009937"/>
                <a:gd name="connsiteX2" fmla="*/ 955708 w 8102491"/>
                <a:gd name="connsiteY2" fmla="*/ 4861549 h 5009937"/>
                <a:gd name="connsiteX3" fmla="*/ 2447187 w 8102491"/>
                <a:gd name="connsiteY3" fmla="*/ 3370070 h 5009937"/>
                <a:gd name="connsiteX4" fmla="*/ 3632123 w 8102491"/>
                <a:gd name="connsiteY4" fmla="*/ 3370070 h 5009937"/>
                <a:gd name="connsiteX5" fmla="*/ 5602406 w 8102491"/>
                <a:gd name="connsiteY5" fmla="*/ 1399516 h 5009937"/>
                <a:gd name="connsiteX6" fmla="*/ 6731459 w 8102491"/>
                <a:gd name="connsiteY6" fmla="*/ 1399516 h 5009937"/>
                <a:gd name="connsiteX7" fmla="*/ 8102491 w 8102491"/>
                <a:gd name="connsiteY7" fmla="*/ 28755 h 5009937"/>
                <a:gd name="connsiteX8" fmla="*/ 8073736 w 8102491"/>
                <a:gd name="connsiteY8" fmla="*/ 0 h 5009937"/>
                <a:gd name="connsiteX9" fmla="*/ 6714640 w 8102491"/>
                <a:gd name="connsiteY9" fmla="*/ 1359096 h 5009937"/>
                <a:gd name="connsiteX10" fmla="*/ 5585858 w 8102491"/>
                <a:gd name="connsiteY10" fmla="*/ 1359096 h 5009937"/>
                <a:gd name="connsiteX11" fmla="*/ 3615304 w 8102491"/>
                <a:gd name="connsiteY11" fmla="*/ 3329650 h 5009937"/>
                <a:gd name="connsiteX12" fmla="*/ 2430368 w 8102491"/>
                <a:gd name="connsiteY12" fmla="*/ 3329650 h 5009937"/>
                <a:gd name="connsiteX13" fmla="*/ 938889 w 8102491"/>
                <a:gd name="connsiteY13" fmla="*/ 4821129 h 5009937"/>
                <a:gd name="connsiteX14" fmla="*/ 188808 w 8102491"/>
                <a:gd name="connsiteY14" fmla="*/ 4821129 h 5009937"/>
                <a:gd name="connsiteX15" fmla="*/ 0 w 8102491"/>
                <a:gd name="connsiteY15" fmla="*/ 5009938 h 5009937"/>
                <a:gd name="connsiteX16" fmla="*/ 57239 w 8102491"/>
                <a:gd name="connsiteY16" fmla="*/ 5009938 h 500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02491" h="5009937">
                  <a:moveTo>
                    <a:pt x="57239" y="5009938"/>
                  </a:moveTo>
                  <a:lnTo>
                    <a:pt x="205628" y="4861549"/>
                  </a:lnTo>
                  <a:lnTo>
                    <a:pt x="955708" y="4861549"/>
                  </a:lnTo>
                  <a:lnTo>
                    <a:pt x="2447187" y="3370070"/>
                  </a:lnTo>
                  <a:lnTo>
                    <a:pt x="3632123" y="3370070"/>
                  </a:lnTo>
                  <a:lnTo>
                    <a:pt x="5602406" y="1399516"/>
                  </a:lnTo>
                  <a:lnTo>
                    <a:pt x="6731459" y="1399516"/>
                  </a:lnTo>
                  <a:lnTo>
                    <a:pt x="8102491" y="28755"/>
                  </a:lnTo>
                  <a:lnTo>
                    <a:pt x="8073736" y="0"/>
                  </a:lnTo>
                  <a:lnTo>
                    <a:pt x="6714640" y="1359096"/>
                  </a:lnTo>
                  <a:lnTo>
                    <a:pt x="5585858" y="1359096"/>
                  </a:lnTo>
                  <a:lnTo>
                    <a:pt x="3615304" y="3329650"/>
                  </a:lnTo>
                  <a:lnTo>
                    <a:pt x="2430368" y="3329650"/>
                  </a:lnTo>
                  <a:lnTo>
                    <a:pt x="938889" y="4821129"/>
                  </a:lnTo>
                  <a:lnTo>
                    <a:pt x="188808" y="4821129"/>
                  </a:lnTo>
                  <a:lnTo>
                    <a:pt x="0" y="5009938"/>
                  </a:lnTo>
                  <a:lnTo>
                    <a:pt x="57239" y="5009938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9" name="Freeform: Shape 215">
              <a:extLst>
                <a:ext uri="{FF2B5EF4-FFF2-40B4-BE49-F238E27FC236}">
                  <a16:creationId xmlns:a16="http://schemas.microsoft.com/office/drawing/2014/main" id="{496A01A7-C17A-1BAC-2713-CE33EE01A6F4}"/>
                </a:ext>
              </a:extLst>
            </p:cNvPr>
            <p:cNvSpPr/>
            <p:nvPr/>
          </p:nvSpPr>
          <p:spPr>
            <a:xfrm>
              <a:off x="-487444" y="5816374"/>
              <a:ext cx="11213427" cy="3303460"/>
            </a:xfrm>
            <a:custGeom>
              <a:avLst/>
              <a:gdLst>
                <a:gd name="connsiteX0" fmla="*/ 165004 w 11212203"/>
                <a:gd name="connsiteY0" fmla="*/ 3275124 h 3303132"/>
                <a:gd name="connsiteX1" fmla="*/ 191047 w 11212203"/>
                <a:gd name="connsiteY1" fmla="*/ 3227107 h 3303132"/>
                <a:gd name="connsiteX2" fmla="*/ 2931212 w 11212203"/>
                <a:gd name="connsiteY2" fmla="*/ 3227921 h 3303132"/>
                <a:gd name="connsiteX3" fmla="*/ 2939622 w 11212203"/>
                <a:gd name="connsiteY3" fmla="*/ 3227921 h 3303132"/>
                <a:gd name="connsiteX4" fmla="*/ 3733377 w 11212203"/>
                <a:gd name="connsiteY4" fmla="*/ 2434166 h 3303132"/>
                <a:gd name="connsiteX5" fmla="*/ 6713894 w 11212203"/>
                <a:gd name="connsiteY5" fmla="*/ 2434166 h 3303132"/>
                <a:gd name="connsiteX6" fmla="*/ 8674682 w 11212203"/>
                <a:gd name="connsiteY6" fmla="*/ 473378 h 3303132"/>
                <a:gd name="connsiteX7" fmla="*/ 10767581 w 11212203"/>
                <a:gd name="connsiteY7" fmla="*/ 473378 h 3303132"/>
                <a:gd name="connsiteX8" fmla="*/ 11212204 w 11212203"/>
                <a:gd name="connsiteY8" fmla="*/ 28755 h 3303132"/>
                <a:gd name="connsiteX9" fmla="*/ 11183449 w 11212203"/>
                <a:gd name="connsiteY9" fmla="*/ 0 h 3303132"/>
                <a:gd name="connsiteX10" fmla="*/ 10750762 w 11212203"/>
                <a:gd name="connsiteY10" fmla="*/ 432686 h 3303132"/>
                <a:gd name="connsiteX11" fmla="*/ 8657863 w 11212203"/>
                <a:gd name="connsiteY11" fmla="*/ 432686 h 3303132"/>
                <a:gd name="connsiteX12" fmla="*/ 6697075 w 11212203"/>
                <a:gd name="connsiteY12" fmla="*/ 2393474 h 3303132"/>
                <a:gd name="connsiteX13" fmla="*/ 3724697 w 11212203"/>
                <a:gd name="connsiteY13" fmla="*/ 2393474 h 3303132"/>
                <a:gd name="connsiteX14" fmla="*/ 3716287 w 11212203"/>
                <a:gd name="connsiteY14" fmla="*/ 2393474 h 3303132"/>
                <a:gd name="connsiteX15" fmla="*/ 2922531 w 11212203"/>
                <a:gd name="connsiteY15" fmla="*/ 3187229 h 3303132"/>
                <a:gd name="connsiteX16" fmla="*/ 190775 w 11212203"/>
                <a:gd name="connsiteY16" fmla="*/ 3186416 h 3303132"/>
                <a:gd name="connsiteX17" fmla="*/ 164733 w 11212203"/>
                <a:gd name="connsiteY17" fmla="*/ 3138400 h 3303132"/>
                <a:gd name="connsiteX18" fmla="*/ 28281 w 11212203"/>
                <a:gd name="connsiteY18" fmla="*/ 3138400 h 3303132"/>
                <a:gd name="connsiteX19" fmla="*/ 28281 w 11212203"/>
                <a:gd name="connsiteY19" fmla="*/ 3274852 h 3303132"/>
                <a:gd name="connsiteX20" fmla="*/ 164733 w 11212203"/>
                <a:gd name="connsiteY20" fmla="*/ 3274852 h 330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212203" h="3303132">
                  <a:moveTo>
                    <a:pt x="165004" y="3275124"/>
                  </a:moveTo>
                  <a:cubicBezTo>
                    <a:pt x="178568" y="3261560"/>
                    <a:pt x="187249" y="3244740"/>
                    <a:pt x="191047" y="3227107"/>
                  </a:cubicBezTo>
                  <a:lnTo>
                    <a:pt x="2931212" y="3227921"/>
                  </a:lnTo>
                  <a:lnTo>
                    <a:pt x="2939622" y="3227921"/>
                  </a:lnTo>
                  <a:cubicBezTo>
                    <a:pt x="2939622" y="3227921"/>
                    <a:pt x="3733377" y="2434166"/>
                    <a:pt x="3733377" y="2434166"/>
                  </a:cubicBezTo>
                  <a:lnTo>
                    <a:pt x="6713894" y="2434166"/>
                  </a:lnTo>
                  <a:cubicBezTo>
                    <a:pt x="6713894" y="2434166"/>
                    <a:pt x="8674682" y="473378"/>
                    <a:pt x="8674682" y="473378"/>
                  </a:cubicBezTo>
                  <a:lnTo>
                    <a:pt x="10767581" y="473378"/>
                  </a:lnTo>
                  <a:lnTo>
                    <a:pt x="11212204" y="28755"/>
                  </a:lnTo>
                  <a:lnTo>
                    <a:pt x="11183449" y="0"/>
                  </a:lnTo>
                  <a:lnTo>
                    <a:pt x="10750762" y="432686"/>
                  </a:lnTo>
                  <a:lnTo>
                    <a:pt x="8657863" y="432686"/>
                  </a:lnTo>
                  <a:lnTo>
                    <a:pt x="6697075" y="2393474"/>
                  </a:lnTo>
                  <a:lnTo>
                    <a:pt x="3724697" y="2393474"/>
                  </a:lnTo>
                  <a:cubicBezTo>
                    <a:pt x="3724697" y="2393474"/>
                    <a:pt x="3716287" y="2393474"/>
                    <a:pt x="3716287" y="2393474"/>
                  </a:cubicBezTo>
                  <a:lnTo>
                    <a:pt x="2922531" y="3187229"/>
                  </a:lnTo>
                  <a:lnTo>
                    <a:pt x="190775" y="3186416"/>
                  </a:lnTo>
                  <a:cubicBezTo>
                    <a:pt x="186977" y="3168783"/>
                    <a:pt x="178297" y="3151964"/>
                    <a:pt x="164733" y="3138400"/>
                  </a:cubicBezTo>
                  <a:cubicBezTo>
                    <a:pt x="127025" y="3100692"/>
                    <a:pt x="65988" y="3100692"/>
                    <a:pt x="28281" y="3138400"/>
                  </a:cubicBezTo>
                  <a:cubicBezTo>
                    <a:pt x="-9427" y="3176107"/>
                    <a:pt x="-9427" y="3237144"/>
                    <a:pt x="28281" y="3274852"/>
                  </a:cubicBezTo>
                  <a:cubicBezTo>
                    <a:pt x="65988" y="3312559"/>
                    <a:pt x="127025" y="3312559"/>
                    <a:pt x="164733" y="3274852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0" name="Freeform: Shape 216">
              <a:extLst>
                <a:ext uri="{FF2B5EF4-FFF2-40B4-BE49-F238E27FC236}">
                  <a16:creationId xmlns:a16="http://schemas.microsoft.com/office/drawing/2014/main" id="{5CF669AA-C4DE-79F2-3F38-EBDD37B5722E}"/>
                </a:ext>
              </a:extLst>
            </p:cNvPr>
            <p:cNvSpPr/>
            <p:nvPr/>
          </p:nvSpPr>
          <p:spPr>
            <a:xfrm>
              <a:off x="2759258" y="4606746"/>
              <a:ext cx="8087384" cy="1271539"/>
            </a:xfrm>
            <a:custGeom>
              <a:avLst/>
              <a:gdLst>
                <a:gd name="connsiteX0" fmla="*/ 164733 w 8086282"/>
                <a:gd name="connsiteY0" fmla="*/ 1244075 h 1272083"/>
                <a:gd name="connsiteX1" fmla="*/ 190775 w 8086282"/>
                <a:gd name="connsiteY1" fmla="*/ 1196059 h 1272083"/>
                <a:gd name="connsiteX2" fmla="*/ 3249691 w 8086282"/>
                <a:gd name="connsiteY2" fmla="*/ 1196059 h 1272083"/>
                <a:gd name="connsiteX3" fmla="*/ 4405058 w 8086282"/>
                <a:gd name="connsiteY3" fmla="*/ 40692 h 1272083"/>
                <a:gd name="connsiteX4" fmla="*/ 7481879 w 8086282"/>
                <a:gd name="connsiteY4" fmla="*/ 40692 h 1272083"/>
                <a:gd name="connsiteX5" fmla="*/ 8057527 w 8086282"/>
                <a:gd name="connsiteY5" fmla="*/ 616341 h 1272083"/>
                <a:gd name="connsiteX6" fmla="*/ 8086283 w 8086282"/>
                <a:gd name="connsiteY6" fmla="*/ 587585 h 1272083"/>
                <a:gd name="connsiteX7" fmla="*/ 7498698 w 8086282"/>
                <a:gd name="connsiteY7" fmla="*/ 0 h 1272083"/>
                <a:gd name="connsiteX8" fmla="*/ 4388239 w 8086282"/>
                <a:gd name="connsiteY8" fmla="*/ 0 h 1272083"/>
                <a:gd name="connsiteX9" fmla="*/ 3232872 w 8086282"/>
                <a:gd name="connsiteY9" fmla="*/ 1155367 h 1272083"/>
                <a:gd name="connsiteX10" fmla="*/ 190775 w 8086282"/>
                <a:gd name="connsiteY10" fmla="*/ 1155367 h 1272083"/>
                <a:gd name="connsiteX11" fmla="*/ 164733 w 8086282"/>
                <a:gd name="connsiteY11" fmla="*/ 1107351 h 1272083"/>
                <a:gd name="connsiteX12" fmla="*/ 28281 w 8086282"/>
                <a:gd name="connsiteY12" fmla="*/ 1107351 h 1272083"/>
                <a:gd name="connsiteX13" fmla="*/ 28281 w 8086282"/>
                <a:gd name="connsiteY13" fmla="*/ 1243803 h 1272083"/>
                <a:gd name="connsiteX14" fmla="*/ 164733 w 8086282"/>
                <a:gd name="connsiteY14" fmla="*/ 1243803 h 1272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86282" h="1272083">
                  <a:moveTo>
                    <a:pt x="164733" y="1244075"/>
                  </a:moveTo>
                  <a:cubicBezTo>
                    <a:pt x="178297" y="1230511"/>
                    <a:pt x="186977" y="1213692"/>
                    <a:pt x="190775" y="1196059"/>
                  </a:cubicBezTo>
                  <a:lnTo>
                    <a:pt x="3249691" y="1196059"/>
                  </a:lnTo>
                  <a:lnTo>
                    <a:pt x="4405058" y="40692"/>
                  </a:lnTo>
                  <a:lnTo>
                    <a:pt x="7481879" y="40692"/>
                  </a:lnTo>
                  <a:cubicBezTo>
                    <a:pt x="7481879" y="40692"/>
                    <a:pt x="8057527" y="616341"/>
                    <a:pt x="8057527" y="616341"/>
                  </a:cubicBezTo>
                  <a:lnTo>
                    <a:pt x="8086283" y="587585"/>
                  </a:lnTo>
                  <a:lnTo>
                    <a:pt x="7498698" y="0"/>
                  </a:lnTo>
                  <a:lnTo>
                    <a:pt x="4388239" y="0"/>
                  </a:lnTo>
                  <a:cubicBezTo>
                    <a:pt x="4388239" y="0"/>
                    <a:pt x="3232872" y="1155367"/>
                    <a:pt x="3232872" y="1155367"/>
                  </a:cubicBezTo>
                  <a:lnTo>
                    <a:pt x="190775" y="1155367"/>
                  </a:lnTo>
                  <a:cubicBezTo>
                    <a:pt x="186977" y="1137734"/>
                    <a:pt x="178297" y="1121187"/>
                    <a:pt x="164733" y="1107351"/>
                  </a:cubicBezTo>
                  <a:cubicBezTo>
                    <a:pt x="127025" y="1069644"/>
                    <a:pt x="65988" y="1069644"/>
                    <a:pt x="28281" y="1107351"/>
                  </a:cubicBezTo>
                  <a:cubicBezTo>
                    <a:pt x="-9427" y="1145059"/>
                    <a:pt x="-9427" y="1206096"/>
                    <a:pt x="28281" y="1243803"/>
                  </a:cubicBezTo>
                  <a:cubicBezTo>
                    <a:pt x="65988" y="1281511"/>
                    <a:pt x="127025" y="1281511"/>
                    <a:pt x="164733" y="1243803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1" name="Freeform: Shape 217">
              <a:extLst>
                <a:ext uri="{FF2B5EF4-FFF2-40B4-BE49-F238E27FC236}">
                  <a16:creationId xmlns:a16="http://schemas.microsoft.com/office/drawing/2014/main" id="{0B8E3027-1A79-4255-A2C0-A3F00C794DC0}"/>
                </a:ext>
              </a:extLst>
            </p:cNvPr>
            <p:cNvSpPr/>
            <p:nvPr/>
          </p:nvSpPr>
          <p:spPr>
            <a:xfrm>
              <a:off x="4562805" y="3279647"/>
              <a:ext cx="6650579" cy="1574739"/>
            </a:xfrm>
            <a:custGeom>
              <a:avLst/>
              <a:gdLst>
                <a:gd name="connsiteX0" fmla="*/ 164733 w 6650144"/>
                <a:gd name="connsiteY0" fmla="*/ 766628 h 1574761"/>
                <a:gd name="connsiteX1" fmla="*/ 190775 w 6650144"/>
                <a:gd name="connsiteY1" fmla="*/ 718612 h 1574761"/>
                <a:gd name="connsiteX2" fmla="*/ 1025494 w 6650144"/>
                <a:gd name="connsiteY2" fmla="*/ 718612 h 1574761"/>
                <a:gd name="connsiteX3" fmla="*/ 1703414 w 6650144"/>
                <a:gd name="connsiteY3" fmla="*/ 40692 h 1574761"/>
                <a:gd name="connsiteX4" fmla="*/ 3557590 w 6650144"/>
                <a:gd name="connsiteY4" fmla="*/ 40692 h 1574761"/>
                <a:gd name="connsiteX5" fmla="*/ 4161995 w 6650144"/>
                <a:gd name="connsiteY5" fmla="*/ 645096 h 1574761"/>
                <a:gd name="connsiteX6" fmla="*/ 5691724 w 6650144"/>
                <a:gd name="connsiteY6" fmla="*/ 645096 h 1574761"/>
                <a:gd name="connsiteX7" fmla="*/ 6621389 w 6650144"/>
                <a:gd name="connsiteY7" fmla="*/ 1574761 h 1574761"/>
                <a:gd name="connsiteX8" fmla="*/ 6650144 w 6650144"/>
                <a:gd name="connsiteY8" fmla="*/ 1546006 h 1574761"/>
                <a:gd name="connsiteX9" fmla="*/ 5708543 w 6650144"/>
                <a:gd name="connsiteY9" fmla="*/ 604404 h 1574761"/>
                <a:gd name="connsiteX10" fmla="*/ 4178814 w 6650144"/>
                <a:gd name="connsiteY10" fmla="*/ 604404 h 1574761"/>
                <a:gd name="connsiteX11" fmla="*/ 3574409 w 6650144"/>
                <a:gd name="connsiteY11" fmla="*/ 0 h 1574761"/>
                <a:gd name="connsiteX12" fmla="*/ 1686595 w 6650144"/>
                <a:gd name="connsiteY12" fmla="*/ 0 h 1574761"/>
                <a:gd name="connsiteX13" fmla="*/ 1008675 w 6650144"/>
                <a:gd name="connsiteY13" fmla="*/ 677920 h 1574761"/>
                <a:gd name="connsiteX14" fmla="*/ 190775 w 6650144"/>
                <a:gd name="connsiteY14" fmla="*/ 677920 h 1574761"/>
                <a:gd name="connsiteX15" fmla="*/ 164733 w 6650144"/>
                <a:gd name="connsiteY15" fmla="*/ 629904 h 1574761"/>
                <a:gd name="connsiteX16" fmla="*/ 28281 w 6650144"/>
                <a:gd name="connsiteY16" fmla="*/ 629904 h 1574761"/>
                <a:gd name="connsiteX17" fmla="*/ 28281 w 6650144"/>
                <a:gd name="connsiteY17" fmla="*/ 766357 h 1574761"/>
                <a:gd name="connsiteX18" fmla="*/ 164733 w 6650144"/>
                <a:gd name="connsiteY18" fmla="*/ 766357 h 157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50144" h="1574761">
                  <a:moveTo>
                    <a:pt x="164733" y="766628"/>
                  </a:moveTo>
                  <a:cubicBezTo>
                    <a:pt x="178297" y="753064"/>
                    <a:pt x="186978" y="736245"/>
                    <a:pt x="190775" y="718612"/>
                  </a:cubicBezTo>
                  <a:lnTo>
                    <a:pt x="1025494" y="718612"/>
                  </a:lnTo>
                  <a:cubicBezTo>
                    <a:pt x="1025494" y="718612"/>
                    <a:pt x="1703414" y="40692"/>
                    <a:pt x="1703414" y="40692"/>
                  </a:cubicBezTo>
                  <a:lnTo>
                    <a:pt x="3557590" y="40692"/>
                  </a:lnTo>
                  <a:lnTo>
                    <a:pt x="4161995" y="645096"/>
                  </a:lnTo>
                  <a:lnTo>
                    <a:pt x="5691724" y="645096"/>
                  </a:lnTo>
                  <a:cubicBezTo>
                    <a:pt x="5691724" y="645096"/>
                    <a:pt x="6621389" y="1574761"/>
                    <a:pt x="6621389" y="1574761"/>
                  </a:cubicBezTo>
                  <a:lnTo>
                    <a:pt x="6650144" y="1546006"/>
                  </a:lnTo>
                  <a:lnTo>
                    <a:pt x="5708543" y="604404"/>
                  </a:lnTo>
                  <a:lnTo>
                    <a:pt x="4178814" y="604404"/>
                  </a:lnTo>
                  <a:lnTo>
                    <a:pt x="3574409" y="0"/>
                  </a:lnTo>
                  <a:lnTo>
                    <a:pt x="1686595" y="0"/>
                  </a:lnTo>
                  <a:cubicBezTo>
                    <a:pt x="1686595" y="0"/>
                    <a:pt x="1008675" y="677920"/>
                    <a:pt x="1008675" y="677920"/>
                  </a:cubicBezTo>
                  <a:lnTo>
                    <a:pt x="190775" y="677920"/>
                  </a:lnTo>
                  <a:cubicBezTo>
                    <a:pt x="186978" y="660287"/>
                    <a:pt x="178297" y="643739"/>
                    <a:pt x="164733" y="629904"/>
                  </a:cubicBezTo>
                  <a:cubicBezTo>
                    <a:pt x="127025" y="592197"/>
                    <a:pt x="65988" y="592197"/>
                    <a:pt x="28281" y="629904"/>
                  </a:cubicBezTo>
                  <a:cubicBezTo>
                    <a:pt x="-9427" y="667612"/>
                    <a:pt x="-9427" y="728649"/>
                    <a:pt x="28281" y="766357"/>
                  </a:cubicBezTo>
                  <a:cubicBezTo>
                    <a:pt x="65988" y="804064"/>
                    <a:pt x="127025" y="804064"/>
                    <a:pt x="164733" y="766357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2" name="Freeform: Shape 218">
              <a:extLst>
                <a:ext uri="{FF2B5EF4-FFF2-40B4-BE49-F238E27FC236}">
                  <a16:creationId xmlns:a16="http://schemas.microsoft.com/office/drawing/2014/main" id="{6E780086-D3EA-38FE-E488-4F949CFCE62B}"/>
                </a:ext>
              </a:extLst>
            </p:cNvPr>
            <p:cNvSpPr/>
            <p:nvPr/>
          </p:nvSpPr>
          <p:spPr>
            <a:xfrm>
              <a:off x="6663238" y="1782694"/>
              <a:ext cx="4918476" cy="2704995"/>
            </a:xfrm>
            <a:custGeom>
              <a:avLst/>
              <a:gdLst>
                <a:gd name="connsiteX0" fmla="*/ 148727 w 4918042"/>
                <a:gd name="connsiteY0" fmla="*/ 177483 h 2704696"/>
                <a:gd name="connsiteX1" fmla="*/ 448488 w 4918042"/>
                <a:gd name="connsiteY1" fmla="*/ 477244 h 2704696"/>
                <a:gd name="connsiteX2" fmla="*/ 1798361 w 4918042"/>
                <a:gd name="connsiteY2" fmla="*/ 477244 h 2704696"/>
                <a:gd name="connsiteX3" fmla="*/ 2812936 w 4918042"/>
                <a:gd name="connsiteY3" fmla="*/ 1491818 h 2704696"/>
                <a:gd name="connsiteX4" fmla="*/ 3676409 w 4918042"/>
                <a:gd name="connsiteY4" fmla="*/ 1491818 h 2704696"/>
                <a:gd name="connsiteX5" fmla="*/ 4889287 w 4918042"/>
                <a:gd name="connsiteY5" fmla="*/ 2704696 h 2704696"/>
                <a:gd name="connsiteX6" fmla="*/ 4918042 w 4918042"/>
                <a:gd name="connsiteY6" fmla="*/ 2675941 h 2704696"/>
                <a:gd name="connsiteX7" fmla="*/ 3693228 w 4918042"/>
                <a:gd name="connsiteY7" fmla="*/ 1451127 h 2704696"/>
                <a:gd name="connsiteX8" fmla="*/ 2829755 w 4918042"/>
                <a:gd name="connsiteY8" fmla="*/ 1451127 h 2704696"/>
                <a:gd name="connsiteX9" fmla="*/ 1815180 w 4918042"/>
                <a:gd name="connsiteY9" fmla="*/ 436552 h 2704696"/>
                <a:gd name="connsiteX10" fmla="*/ 465307 w 4918042"/>
                <a:gd name="connsiteY10" fmla="*/ 436552 h 2704696"/>
                <a:gd name="connsiteX11" fmla="*/ 177482 w 4918042"/>
                <a:gd name="connsiteY11" fmla="*/ 148727 h 2704696"/>
                <a:gd name="connsiteX12" fmla="*/ 164732 w 4918042"/>
                <a:gd name="connsiteY12" fmla="*/ 28281 h 2704696"/>
                <a:gd name="connsiteX13" fmla="*/ 28280 w 4918042"/>
                <a:gd name="connsiteY13" fmla="*/ 28281 h 2704696"/>
                <a:gd name="connsiteX14" fmla="*/ 28280 w 4918042"/>
                <a:gd name="connsiteY14" fmla="*/ 164733 h 2704696"/>
                <a:gd name="connsiteX15" fmla="*/ 148727 w 4918042"/>
                <a:gd name="connsiteY15" fmla="*/ 177483 h 270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18042" h="2704696">
                  <a:moveTo>
                    <a:pt x="148727" y="177483"/>
                  </a:moveTo>
                  <a:lnTo>
                    <a:pt x="448488" y="477244"/>
                  </a:lnTo>
                  <a:lnTo>
                    <a:pt x="1798361" y="477244"/>
                  </a:lnTo>
                  <a:cubicBezTo>
                    <a:pt x="1798361" y="477244"/>
                    <a:pt x="2812936" y="1491818"/>
                    <a:pt x="2812936" y="1491818"/>
                  </a:cubicBezTo>
                  <a:lnTo>
                    <a:pt x="3676409" y="1491818"/>
                  </a:lnTo>
                  <a:cubicBezTo>
                    <a:pt x="3676409" y="1491818"/>
                    <a:pt x="4889287" y="2704696"/>
                    <a:pt x="4889287" y="2704696"/>
                  </a:cubicBezTo>
                  <a:lnTo>
                    <a:pt x="4918042" y="2675941"/>
                  </a:lnTo>
                  <a:lnTo>
                    <a:pt x="3693228" y="1451127"/>
                  </a:lnTo>
                  <a:lnTo>
                    <a:pt x="2829755" y="1451127"/>
                  </a:lnTo>
                  <a:cubicBezTo>
                    <a:pt x="2829755" y="1451127"/>
                    <a:pt x="1815180" y="436552"/>
                    <a:pt x="1815180" y="436552"/>
                  </a:cubicBezTo>
                  <a:lnTo>
                    <a:pt x="465307" y="436552"/>
                  </a:lnTo>
                  <a:cubicBezTo>
                    <a:pt x="465307" y="436552"/>
                    <a:pt x="177482" y="148727"/>
                    <a:pt x="177482" y="148727"/>
                  </a:cubicBezTo>
                  <a:cubicBezTo>
                    <a:pt x="201626" y="111291"/>
                    <a:pt x="197557" y="60834"/>
                    <a:pt x="164732" y="28281"/>
                  </a:cubicBezTo>
                  <a:cubicBezTo>
                    <a:pt x="127025" y="-9427"/>
                    <a:pt x="65988" y="-9427"/>
                    <a:pt x="28280" y="28281"/>
                  </a:cubicBezTo>
                  <a:cubicBezTo>
                    <a:pt x="-9427" y="65988"/>
                    <a:pt x="-9427" y="127025"/>
                    <a:pt x="28280" y="164733"/>
                  </a:cubicBezTo>
                  <a:cubicBezTo>
                    <a:pt x="61105" y="197557"/>
                    <a:pt x="111562" y="201626"/>
                    <a:pt x="148727" y="177483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3" name="Freeform: Shape 219">
              <a:extLst>
                <a:ext uri="{FF2B5EF4-FFF2-40B4-BE49-F238E27FC236}">
                  <a16:creationId xmlns:a16="http://schemas.microsoft.com/office/drawing/2014/main" id="{965F7DBD-179F-8D1F-B36E-5F17CFE42556}"/>
                </a:ext>
              </a:extLst>
            </p:cNvPr>
            <p:cNvSpPr/>
            <p:nvPr/>
          </p:nvSpPr>
          <p:spPr>
            <a:xfrm>
              <a:off x="7134765" y="7640341"/>
              <a:ext cx="3584867" cy="3676507"/>
            </a:xfrm>
            <a:custGeom>
              <a:avLst/>
              <a:gdLst>
                <a:gd name="connsiteX0" fmla="*/ 25229 w 3584718"/>
                <a:gd name="connsiteY0" fmla="*/ 3676681 h 3677223"/>
                <a:gd name="connsiteX1" fmla="*/ 25229 w 3584718"/>
                <a:gd name="connsiteY1" fmla="*/ 2711207 h 3677223"/>
                <a:gd name="connsiteX2" fmla="*/ 1934203 w 3584718"/>
                <a:gd name="connsiteY2" fmla="*/ 802233 h 3677223"/>
                <a:gd name="connsiteX3" fmla="*/ 2800118 w 3584718"/>
                <a:gd name="connsiteY3" fmla="*/ 802233 h 3677223"/>
                <a:gd name="connsiteX4" fmla="*/ 3491603 w 3584718"/>
                <a:gd name="connsiteY4" fmla="*/ 110749 h 3677223"/>
                <a:gd name="connsiteX5" fmla="*/ 3567017 w 3584718"/>
                <a:gd name="connsiteY5" fmla="*/ 102882 h 3677223"/>
                <a:gd name="connsiteX6" fmla="*/ 3567017 w 3584718"/>
                <a:gd name="connsiteY6" fmla="*/ 17701 h 3677223"/>
                <a:gd name="connsiteX7" fmla="*/ 3481836 w 3584718"/>
                <a:gd name="connsiteY7" fmla="*/ 17701 h 3677223"/>
                <a:gd name="connsiteX8" fmla="*/ 3473970 w 3584718"/>
                <a:gd name="connsiteY8" fmla="*/ 93116 h 3677223"/>
                <a:gd name="connsiteX9" fmla="*/ 2789810 w 3584718"/>
                <a:gd name="connsiteY9" fmla="*/ 777275 h 3677223"/>
                <a:gd name="connsiteX10" fmla="*/ 1923895 w 3584718"/>
                <a:gd name="connsiteY10" fmla="*/ 777275 h 3677223"/>
                <a:gd name="connsiteX11" fmla="*/ 0 w 3584718"/>
                <a:gd name="connsiteY11" fmla="*/ 2701170 h 3677223"/>
                <a:gd name="connsiteX12" fmla="*/ 0 w 3584718"/>
                <a:gd name="connsiteY12" fmla="*/ 3677224 h 3677223"/>
                <a:gd name="connsiteX13" fmla="*/ 25229 w 3584718"/>
                <a:gd name="connsiteY13" fmla="*/ 3677224 h 367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84718" h="3677223">
                  <a:moveTo>
                    <a:pt x="25229" y="3676681"/>
                  </a:moveTo>
                  <a:lnTo>
                    <a:pt x="25229" y="2711207"/>
                  </a:lnTo>
                  <a:cubicBezTo>
                    <a:pt x="25229" y="2711207"/>
                    <a:pt x="1934203" y="802233"/>
                    <a:pt x="1934203" y="802233"/>
                  </a:cubicBezTo>
                  <a:lnTo>
                    <a:pt x="2800118" y="802233"/>
                  </a:lnTo>
                  <a:lnTo>
                    <a:pt x="3491603" y="110749"/>
                  </a:lnTo>
                  <a:cubicBezTo>
                    <a:pt x="3514932" y="125941"/>
                    <a:pt x="3546400" y="123228"/>
                    <a:pt x="3567017" y="102882"/>
                  </a:cubicBezTo>
                  <a:cubicBezTo>
                    <a:pt x="3590618" y="79281"/>
                    <a:pt x="3590618" y="41302"/>
                    <a:pt x="3567017" y="17701"/>
                  </a:cubicBezTo>
                  <a:cubicBezTo>
                    <a:pt x="3543417" y="-5900"/>
                    <a:pt x="3505437" y="-5900"/>
                    <a:pt x="3481836" y="17701"/>
                  </a:cubicBezTo>
                  <a:cubicBezTo>
                    <a:pt x="3461490" y="38046"/>
                    <a:pt x="3458778" y="69786"/>
                    <a:pt x="3473970" y="93116"/>
                  </a:cubicBezTo>
                  <a:lnTo>
                    <a:pt x="2789810" y="777275"/>
                  </a:lnTo>
                  <a:lnTo>
                    <a:pt x="1923895" y="777275"/>
                  </a:lnTo>
                  <a:lnTo>
                    <a:pt x="0" y="2701170"/>
                  </a:lnTo>
                  <a:lnTo>
                    <a:pt x="0" y="3677224"/>
                  </a:lnTo>
                  <a:cubicBezTo>
                    <a:pt x="0" y="3677224"/>
                    <a:pt x="25229" y="3677224"/>
                    <a:pt x="25229" y="3677224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4" name="Freeform: Shape 220">
              <a:extLst>
                <a:ext uri="{FF2B5EF4-FFF2-40B4-BE49-F238E27FC236}">
                  <a16:creationId xmlns:a16="http://schemas.microsoft.com/office/drawing/2014/main" id="{7E15A3C7-C5F0-00E0-8A68-77190393EF51}"/>
                </a:ext>
              </a:extLst>
            </p:cNvPr>
            <p:cNvSpPr/>
            <p:nvPr/>
          </p:nvSpPr>
          <p:spPr>
            <a:xfrm>
              <a:off x="8406456" y="111121"/>
              <a:ext cx="2449713" cy="3052644"/>
            </a:xfrm>
            <a:custGeom>
              <a:avLst/>
              <a:gdLst>
                <a:gd name="connsiteX0" fmla="*/ 2339829 w 2450578"/>
                <a:gd name="connsiteY0" fmla="*/ 2959425 h 3052540"/>
                <a:gd name="connsiteX1" fmla="*/ 2347696 w 2450578"/>
                <a:gd name="connsiteY1" fmla="*/ 3034840 h 3052540"/>
                <a:gd name="connsiteX2" fmla="*/ 2432878 w 2450578"/>
                <a:gd name="connsiteY2" fmla="*/ 3034840 h 3052540"/>
                <a:gd name="connsiteX3" fmla="*/ 2432878 w 2450578"/>
                <a:gd name="connsiteY3" fmla="*/ 2949659 h 3052540"/>
                <a:gd name="connsiteX4" fmla="*/ 2357463 w 2450578"/>
                <a:gd name="connsiteY4" fmla="*/ 2941792 h 3052540"/>
                <a:gd name="connsiteX5" fmla="*/ 1931016 w 2450578"/>
                <a:gd name="connsiteY5" fmla="*/ 2515345 h 3052540"/>
                <a:gd name="connsiteX6" fmla="*/ 1578627 w 2450578"/>
                <a:gd name="connsiteY6" fmla="*/ 2515345 h 3052540"/>
                <a:gd name="connsiteX7" fmla="*/ 858930 w 2450578"/>
                <a:gd name="connsiteY7" fmla="*/ 1795648 h 3052540"/>
                <a:gd name="connsiteX8" fmla="*/ 858930 w 2450578"/>
                <a:gd name="connsiteY8" fmla="*/ 846451 h 3052540"/>
                <a:gd name="connsiteX9" fmla="*/ 858930 w 2450578"/>
                <a:gd name="connsiteY9" fmla="*/ 841297 h 3052540"/>
                <a:gd name="connsiteX10" fmla="*/ 110749 w 2450578"/>
                <a:gd name="connsiteY10" fmla="*/ 93116 h 3052540"/>
                <a:gd name="connsiteX11" fmla="*/ 102882 w 2450578"/>
                <a:gd name="connsiteY11" fmla="*/ 17701 h 3052540"/>
                <a:gd name="connsiteX12" fmla="*/ 17701 w 2450578"/>
                <a:gd name="connsiteY12" fmla="*/ 17701 h 3052540"/>
                <a:gd name="connsiteX13" fmla="*/ 17701 w 2450578"/>
                <a:gd name="connsiteY13" fmla="*/ 102882 h 3052540"/>
                <a:gd name="connsiteX14" fmla="*/ 93116 w 2450578"/>
                <a:gd name="connsiteY14" fmla="*/ 110749 h 3052540"/>
                <a:gd name="connsiteX15" fmla="*/ 833701 w 2450578"/>
                <a:gd name="connsiteY15" fmla="*/ 851334 h 3052540"/>
                <a:gd name="connsiteX16" fmla="*/ 833701 w 2450578"/>
                <a:gd name="connsiteY16" fmla="*/ 1800531 h 3052540"/>
                <a:gd name="connsiteX17" fmla="*/ 833701 w 2450578"/>
                <a:gd name="connsiteY17" fmla="*/ 1805685 h 3052540"/>
                <a:gd name="connsiteX18" fmla="*/ 1568047 w 2450578"/>
                <a:gd name="connsiteY18" fmla="*/ 2540031 h 3052540"/>
                <a:gd name="connsiteX19" fmla="*/ 1920435 w 2450578"/>
                <a:gd name="connsiteY19" fmla="*/ 2540031 h 3052540"/>
                <a:gd name="connsiteX20" fmla="*/ 2339558 w 2450578"/>
                <a:gd name="connsiteY20" fmla="*/ 2959154 h 305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50578" h="3052540">
                  <a:moveTo>
                    <a:pt x="2339829" y="2959425"/>
                  </a:moveTo>
                  <a:cubicBezTo>
                    <a:pt x="2324638" y="2982755"/>
                    <a:pt x="2327351" y="3014223"/>
                    <a:pt x="2347696" y="3034840"/>
                  </a:cubicBezTo>
                  <a:cubicBezTo>
                    <a:pt x="2371297" y="3058441"/>
                    <a:pt x="2409276" y="3058441"/>
                    <a:pt x="2432878" y="3034840"/>
                  </a:cubicBezTo>
                  <a:cubicBezTo>
                    <a:pt x="2456478" y="3011239"/>
                    <a:pt x="2456478" y="2973260"/>
                    <a:pt x="2432878" y="2949659"/>
                  </a:cubicBezTo>
                  <a:cubicBezTo>
                    <a:pt x="2412532" y="2929313"/>
                    <a:pt x="2380792" y="2926601"/>
                    <a:pt x="2357463" y="2941792"/>
                  </a:cubicBezTo>
                  <a:lnTo>
                    <a:pt x="1931016" y="2515345"/>
                  </a:lnTo>
                  <a:lnTo>
                    <a:pt x="1578627" y="2515345"/>
                  </a:lnTo>
                  <a:cubicBezTo>
                    <a:pt x="1578627" y="2515345"/>
                    <a:pt x="858930" y="1795648"/>
                    <a:pt x="858930" y="1795648"/>
                  </a:cubicBezTo>
                  <a:lnTo>
                    <a:pt x="858930" y="846451"/>
                  </a:lnTo>
                  <a:cubicBezTo>
                    <a:pt x="858930" y="846451"/>
                    <a:pt x="858930" y="841297"/>
                    <a:pt x="858930" y="841297"/>
                  </a:cubicBezTo>
                  <a:lnTo>
                    <a:pt x="110749" y="93116"/>
                  </a:lnTo>
                  <a:cubicBezTo>
                    <a:pt x="125940" y="69786"/>
                    <a:pt x="123228" y="38318"/>
                    <a:pt x="102882" y="17701"/>
                  </a:cubicBezTo>
                  <a:cubicBezTo>
                    <a:pt x="79281" y="-5900"/>
                    <a:pt x="41302" y="-5900"/>
                    <a:pt x="17701" y="17701"/>
                  </a:cubicBezTo>
                  <a:cubicBezTo>
                    <a:pt x="-5900" y="41302"/>
                    <a:pt x="-5900" y="79281"/>
                    <a:pt x="17701" y="102882"/>
                  </a:cubicBezTo>
                  <a:cubicBezTo>
                    <a:pt x="38047" y="123227"/>
                    <a:pt x="69786" y="125940"/>
                    <a:pt x="93116" y="110749"/>
                  </a:cubicBezTo>
                  <a:lnTo>
                    <a:pt x="833701" y="851334"/>
                  </a:lnTo>
                  <a:lnTo>
                    <a:pt x="833701" y="1800531"/>
                  </a:lnTo>
                  <a:cubicBezTo>
                    <a:pt x="833701" y="1800531"/>
                    <a:pt x="833701" y="1805685"/>
                    <a:pt x="833701" y="1805685"/>
                  </a:cubicBezTo>
                  <a:lnTo>
                    <a:pt x="1568047" y="2540031"/>
                  </a:lnTo>
                  <a:lnTo>
                    <a:pt x="1920435" y="2540031"/>
                  </a:lnTo>
                  <a:cubicBezTo>
                    <a:pt x="1920435" y="2540031"/>
                    <a:pt x="2339558" y="2959154"/>
                    <a:pt x="2339558" y="2959154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5" name="Freeform: Shape 221">
              <a:extLst>
                <a:ext uri="{FF2B5EF4-FFF2-40B4-BE49-F238E27FC236}">
                  <a16:creationId xmlns:a16="http://schemas.microsoft.com/office/drawing/2014/main" id="{BBB0C064-E62C-DD98-8094-F065F5DCBC63}"/>
                </a:ext>
              </a:extLst>
            </p:cNvPr>
            <p:cNvSpPr/>
            <p:nvPr/>
          </p:nvSpPr>
          <p:spPr>
            <a:xfrm>
              <a:off x="11691261" y="11170804"/>
              <a:ext cx="163525" cy="146044"/>
            </a:xfrm>
            <a:custGeom>
              <a:avLst/>
              <a:gdLst>
                <a:gd name="connsiteX0" fmla="*/ 0 w 163105"/>
                <a:gd name="connsiteY0" fmla="*/ 144930 h 145201"/>
                <a:gd name="connsiteX1" fmla="*/ 35809 w 163105"/>
                <a:gd name="connsiteY1" fmla="*/ 144930 h 145201"/>
                <a:gd name="connsiteX2" fmla="*/ 69990 w 163105"/>
                <a:gd name="connsiteY2" fmla="*/ 110749 h 145201"/>
                <a:gd name="connsiteX3" fmla="*/ 145405 w 163105"/>
                <a:gd name="connsiteY3" fmla="*/ 102882 h 145201"/>
                <a:gd name="connsiteX4" fmla="*/ 145405 w 163105"/>
                <a:gd name="connsiteY4" fmla="*/ 17701 h 145201"/>
                <a:gd name="connsiteX5" fmla="*/ 60223 w 163105"/>
                <a:gd name="connsiteY5" fmla="*/ 17701 h 145201"/>
                <a:gd name="connsiteX6" fmla="*/ 52357 w 163105"/>
                <a:gd name="connsiteY6" fmla="*/ 93116 h 145201"/>
                <a:gd name="connsiteX7" fmla="*/ 272 w 163105"/>
                <a:gd name="connsiteY7" fmla="*/ 145201 h 14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105" h="145201">
                  <a:moveTo>
                    <a:pt x="0" y="144930"/>
                  </a:moveTo>
                  <a:lnTo>
                    <a:pt x="35809" y="144930"/>
                  </a:lnTo>
                  <a:lnTo>
                    <a:pt x="69990" y="110749"/>
                  </a:lnTo>
                  <a:cubicBezTo>
                    <a:pt x="93319" y="125941"/>
                    <a:pt x="124787" y="123228"/>
                    <a:pt x="145405" y="102882"/>
                  </a:cubicBezTo>
                  <a:cubicBezTo>
                    <a:pt x="169006" y="79281"/>
                    <a:pt x="169006" y="41302"/>
                    <a:pt x="145405" y="17701"/>
                  </a:cubicBezTo>
                  <a:cubicBezTo>
                    <a:pt x="121804" y="-5900"/>
                    <a:pt x="83825" y="-5900"/>
                    <a:pt x="60223" y="17701"/>
                  </a:cubicBezTo>
                  <a:cubicBezTo>
                    <a:pt x="39878" y="38046"/>
                    <a:pt x="37166" y="69786"/>
                    <a:pt x="52357" y="93116"/>
                  </a:cubicBezTo>
                  <a:lnTo>
                    <a:pt x="272" y="145201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6" name="Freeform: Shape 222">
              <a:extLst>
                <a:ext uri="{FF2B5EF4-FFF2-40B4-BE49-F238E27FC236}">
                  <a16:creationId xmlns:a16="http://schemas.microsoft.com/office/drawing/2014/main" id="{73B0912A-DF8F-4457-A873-3C2FBE30E8CC}"/>
                </a:ext>
              </a:extLst>
            </p:cNvPr>
            <p:cNvSpPr/>
            <p:nvPr/>
          </p:nvSpPr>
          <p:spPr>
            <a:xfrm>
              <a:off x="10352889" y="0"/>
              <a:ext cx="835093" cy="2520852"/>
            </a:xfrm>
            <a:custGeom>
              <a:avLst/>
              <a:gdLst>
                <a:gd name="connsiteX0" fmla="*/ 786159 w 833972"/>
                <a:gd name="connsiteY0" fmla="*/ 2402698 h 2521584"/>
                <a:gd name="connsiteX1" fmla="*/ 786159 w 833972"/>
                <a:gd name="connsiteY1" fmla="*/ 1549261 h 2521584"/>
                <a:gd name="connsiteX2" fmla="*/ 786159 w 833972"/>
                <a:gd name="connsiteY2" fmla="*/ 1544107 h 2521584"/>
                <a:gd name="connsiteX3" fmla="*/ 25229 w 833972"/>
                <a:gd name="connsiteY3" fmla="*/ 783176 h 2521584"/>
                <a:gd name="connsiteX4" fmla="*/ 25229 w 833972"/>
                <a:gd name="connsiteY4" fmla="*/ 0 h 2521584"/>
                <a:gd name="connsiteX5" fmla="*/ 0 w 833972"/>
                <a:gd name="connsiteY5" fmla="*/ 0 h 2521584"/>
                <a:gd name="connsiteX6" fmla="*/ 0 w 833972"/>
                <a:gd name="connsiteY6" fmla="*/ 788059 h 2521584"/>
                <a:gd name="connsiteX7" fmla="*/ 0 w 833972"/>
                <a:gd name="connsiteY7" fmla="*/ 793213 h 2521584"/>
                <a:gd name="connsiteX8" fmla="*/ 760931 w 833972"/>
                <a:gd name="connsiteY8" fmla="*/ 1554144 h 2521584"/>
                <a:gd name="connsiteX9" fmla="*/ 760931 w 833972"/>
                <a:gd name="connsiteY9" fmla="*/ 2402426 h 2521584"/>
                <a:gd name="connsiteX10" fmla="*/ 731090 w 833972"/>
                <a:gd name="connsiteY10" fmla="*/ 2418703 h 2521584"/>
                <a:gd name="connsiteX11" fmla="*/ 731090 w 833972"/>
                <a:gd name="connsiteY11" fmla="*/ 2503884 h 2521584"/>
                <a:gd name="connsiteX12" fmla="*/ 816271 w 833972"/>
                <a:gd name="connsiteY12" fmla="*/ 2503884 h 2521584"/>
                <a:gd name="connsiteX13" fmla="*/ 816271 w 833972"/>
                <a:gd name="connsiteY13" fmla="*/ 2418703 h 2521584"/>
                <a:gd name="connsiteX14" fmla="*/ 786431 w 833972"/>
                <a:gd name="connsiteY14" fmla="*/ 2402426 h 252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33972" h="2521584">
                  <a:moveTo>
                    <a:pt x="786159" y="2402698"/>
                  </a:moveTo>
                  <a:lnTo>
                    <a:pt x="786159" y="1549261"/>
                  </a:lnTo>
                  <a:cubicBezTo>
                    <a:pt x="786159" y="1549261"/>
                    <a:pt x="786159" y="1544107"/>
                    <a:pt x="786159" y="1544107"/>
                  </a:cubicBezTo>
                  <a:lnTo>
                    <a:pt x="25229" y="783176"/>
                  </a:lnTo>
                  <a:lnTo>
                    <a:pt x="25229" y="0"/>
                  </a:lnTo>
                  <a:lnTo>
                    <a:pt x="0" y="0"/>
                  </a:lnTo>
                  <a:lnTo>
                    <a:pt x="0" y="788059"/>
                  </a:lnTo>
                  <a:cubicBezTo>
                    <a:pt x="0" y="788059"/>
                    <a:pt x="0" y="793213"/>
                    <a:pt x="0" y="793213"/>
                  </a:cubicBezTo>
                  <a:lnTo>
                    <a:pt x="760931" y="1554144"/>
                  </a:lnTo>
                  <a:lnTo>
                    <a:pt x="760931" y="2402426"/>
                  </a:lnTo>
                  <a:cubicBezTo>
                    <a:pt x="750080" y="2404868"/>
                    <a:pt x="739500" y="2410293"/>
                    <a:pt x="731090" y="2418703"/>
                  </a:cubicBezTo>
                  <a:cubicBezTo>
                    <a:pt x="707489" y="2442304"/>
                    <a:pt x="707489" y="2480283"/>
                    <a:pt x="731090" y="2503884"/>
                  </a:cubicBezTo>
                  <a:cubicBezTo>
                    <a:pt x="754691" y="2527485"/>
                    <a:pt x="792670" y="2527485"/>
                    <a:pt x="816271" y="2503884"/>
                  </a:cubicBezTo>
                  <a:cubicBezTo>
                    <a:pt x="839872" y="2480283"/>
                    <a:pt x="839872" y="2442304"/>
                    <a:pt x="816271" y="2418703"/>
                  </a:cubicBezTo>
                  <a:cubicBezTo>
                    <a:pt x="807862" y="2410293"/>
                    <a:pt x="797282" y="2404868"/>
                    <a:pt x="786431" y="2402426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7" name="Freeform: Shape 223">
              <a:extLst>
                <a:ext uri="{FF2B5EF4-FFF2-40B4-BE49-F238E27FC236}">
                  <a16:creationId xmlns:a16="http://schemas.microsoft.com/office/drawing/2014/main" id="{9695CD2D-5960-43C8-4067-91D2FA028BB8}"/>
                </a:ext>
              </a:extLst>
            </p:cNvPr>
            <p:cNvSpPr/>
            <p:nvPr/>
          </p:nvSpPr>
          <p:spPr>
            <a:xfrm>
              <a:off x="5883713" y="9996099"/>
              <a:ext cx="336577" cy="1320749"/>
            </a:xfrm>
            <a:custGeom>
              <a:avLst/>
              <a:gdLst>
                <a:gd name="connsiteX0" fmla="*/ 264223 w 336993"/>
                <a:gd name="connsiteY0" fmla="*/ 119159 h 1319828"/>
                <a:gd name="connsiteX1" fmla="*/ 264223 w 336993"/>
                <a:gd name="connsiteY1" fmla="*/ 1055877 h 1319828"/>
                <a:gd name="connsiteX2" fmla="*/ 0 w 336993"/>
                <a:gd name="connsiteY2" fmla="*/ 1319829 h 1319828"/>
                <a:gd name="connsiteX3" fmla="*/ 35808 w 336993"/>
                <a:gd name="connsiteY3" fmla="*/ 1319829 h 1319828"/>
                <a:gd name="connsiteX4" fmla="*/ 289452 w 336993"/>
                <a:gd name="connsiteY4" fmla="*/ 1066185 h 1319828"/>
                <a:gd name="connsiteX5" fmla="*/ 289452 w 336993"/>
                <a:gd name="connsiteY5" fmla="*/ 119159 h 1319828"/>
                <a:gd name="connsiteX6" fmla="*/ 319292 w 336993"/>
                <a:gd name="connsiteY6" fmla="*/ 102882 h 1319828"/>
                <a:gd name="connsiteX7" fmla="*/ 319292 w 336993"/>
                <a:gd name="connsiteY7" fmla="*/ 17701 h 1319828"/>
                <a:gd name="connsiteX8" fmla="*/ 234111 w 336993"/>
                <a:gd name="connsiteY8" fmla="*/ 17701 h 1319828"/>
                <a:gd name="connsiteX9" fmla="*/ 234111 w 336993"/>
                <a:gd name="connsiteY9" fmla="*/ 102882 h 1319828"/>
                <a:gd name="connsiteX10" fmla="*/ 263952 w 336993"/>
                <a:gd name="connsiteY10" fmla="*/ 119159 h 131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6993" h="1319828">
                  <a:moveTo>
                    <a:pt x="264223" y="119159"/>
                  </a:moveTo>
                  <a:lnTo>
                    <a:pt x="264223" y="1055877"/>
                  </a:lnTo>
                  <a:cubicBezTo>
                    <a:pt x="264223" y="1055877"/>
                    <a:pt x="0" y="1319829"/>
                    <a:pt x="0" y="1319829"/>
                  </a:cubicBezTo>
                  <a:lnTo>
                    <a:pt x="35808" y="1319829"/>
                  </a:lnTo>
                  <a:lnTo>
                    <a:pt x="289452" y="1066185"/>
                  </a:lnTo>
                  <a:lnTo>
                    <a:pt x="289452" y="119159"/>
                  </a:lnTo>
                  <a:cubicBezTo>
                    <a:pt x="300303" y="116717"/>
                    <a:pt x="310883" y="111291"/>
                    <a:pt x="319292" y="102882"/>
                  </a:cubicBezTo>
                  <a:cubicBezTo>
                    <a:pt x="342893" y="79281"/>
                    <a:pt x="342893" y="41302"/>
                    <a:pt x="319292" y="17701"/>
                  </a:cubicBezTo>
                  <a:cubicBezTo>
                    <a:pt x="295691" y="-5900"/>
                    <a:pt x="257441" y="-5900"/>
                    <a:pt x="234111" y="17701"/>
                  </a:cubicBezTo>
                  <a:cubicBezTo>
                    <a:pt x="210510" y="41302"/>
                    <a:pt x="210510" y="79281"/>
                    <a:pt x="234111" y="102882"/>
                  </a:cubicBezTo>
                  <a:cubicBezTo>
                    <a:pt x="242521" y="111291"/>
                    <a:pt x="253101" y="116717"/>
                    <a:pt x="263952" y="119159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8" name="Freeform: Shape 224">
              <a:extLst>
                <a:ext uri="{FF2B5EF4-FFF2-40B4-BE49-F238E27FC236}">
                  <a16:creationId xmlns:a16="http://schemas.microsoft.com/office/drawing/2014/main" id="{799AA910-9A47-A718-8437-25E5626BF125}"/>
                </a:ext>
              </a:extLst>
            </p:cNvPr>
            <p:cNvSpPr/>
            <p:nvPr/>
          </p:nvSpPr>
          <p:spPr>
            <a:xfrm>
              <a:off x="7244311" y="6370390"/>
              <a:ext cx="3343548" cy="2076369"/>
            </a:xfrm>
            <a:custGeom>
              <a:avLst/>
              <a:gdLst>
                <a:gd name="connsiteX0" fmla="*/ 3232329 w 3343078"/>
                <a:gd name="connsiteY0" fmla="*/ 93116 h 2076215"/>
                <a:gd name="connsiteX1" fmla="*/ 2512362 w 3343078"/>
                <a:gd name="connsiteY1" fmla="*/ 813084 h 2076215"/>
                <a:gd name="connsiteX2" fmla="*/ 1245499 w 3343078"/>
                <a:gd name="connsiteY2" fmla="*/ 813084 h 2076215"/>
                <a:gd name="connsiteX3" fmla="*/ 93116 w 3343078"/>
                <a:gd name="connsiteY3" fmla="*/ 1965468 h 2076215"/>
                <a:gd name="connsiteX4" fmla="*/ 17701 w 3343078"/>
                <a:gd name="connsiteY4" fmla="*/ 1973334 h 2076215"/>
                <a:gd name="connsiteX5" fmla="*/ 17701 w 3343078"/>
                <a:gd name="connsiteY5" fmla="*/ 2058515 h 2076215"/>
                <a:gd name="connsiteX6" fmla="*/ 102882 w 3343078"/>
                <a:gd name="connsiteY6" fmla="*/ 2058515 h 2076215"/>
                <a:gd name="connsiteX7" fmla="*/ 110749 w 3343078"/>
                <a:gd name="connsiteY7" fmla="*/ 1983100 h 2076215"/>
                <a:gd name="connsiteX8" fmla="*/ 1255808 w 3343078"/>
                <a:gd name="connsiteY8" fmla="*/ 838042 h 2076215"/>
                <a:gd name="connsiteX9" fmla="*/ 2517516 w 3343078"/>
                <a:gd name="connsiteY9" fmla="*/ 838042 h 2076215"/>
                <a:gd name="connsiteX10" fmla="*/ 2522670 w 3343078"/>
                <a:gd name="connsiteY10" fmla="*/ 838042 h 2076215"/>
                <a:gd name="connsiteX11" fmla="*/ 3249963 w 3343078"/>
                <a:gd name="connsiteY11" fmla="*/ 110749 h 2076215"/>
                <a:gd name="connsiteX12" fmla="*/ 3325378 w 3343078"/>
                <a:gd name="connsiteY12" fmla="*/ 102882 h 2076215"/>
                <a:gd name="connsiteX13" fmla="*/ 3325378 w 3343078"/>
                <a:gd name="connsiteY13" fmla="*/ 17701 h 2076215"/>
                <a:gd name="connsiteX14" fmla="*/ 3240197 w 3343078"/>
                <a:gd name="connsiteY14" fmla="*/ 17701 h 2076215"/>
                <a:gd name="connsiteX15" fmla="*/ 3232329 w 3343078"/>
                <a:gd name="connsiteY15" fmla="*/ 93116 h 207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343078" h="2076215">
                  <a:moveTo>
                    <a:pt x="3232329" y="93116"/>
                  </a:moveTo>
                  <a:lnTo>
                    <a:pt x="2512362" y="813084"/>
                  </a:lnTo>
                  <a:lnTo>
                    <a:pt x="1245499" y="813084"/>
                  </a:lnTo>
                  <a:lnTo>
                    <a:pt x="93116" y="1965468"/>
                  </a:lnTo>
                  <a:cubicBezTo>
                    <a:pt x="69786" y="1950276"/>
                    <a:pt x="38318" y="1952988"/>
                    <a:pt x="17701" y="1973334"/>
                  </a:cubicBezTo>
                  <a:cubicBezTo>
                    <a:pt x="-5900" y="1996936"/>
                    <a:pt x="-5900" y="2034914"/>
                    <a:pt x="17701" y="2058515"/>
                  </a:cubicBezTo>
                  <a:cubicBezTo>
                    <a:pt x="41302" y="2082116"/>
                    <a:pt x="79281" y="2082116"/>
                    <a:pt x="102882" y="2058515"/>
                  </a:cubicBezTo>
                  <a:cubicBezTo>
                    <a:pt x="123228" y="2038170"/>
                    <a:pt x="125941" y="2006430"/>
                    <a:pt x="110749" y="1983100"/>
                  </a:cubicBezTo>
                  <a:lnTo>
                    <a:pt x="1255808" y="838042"/>
                  </a:lnTo>
                  <a:lnTo>
                    <a:pt x="2517516" y="838042"/>
                  </a:lnTo>
                  <a:cubicBezTo>
                    <a:pt x="2517516" y="838042"/>
                    <a:pt x="2522670" y="838042"/>
                    <a:pt x="2522670" y="838042"/>
                  </a:cubicBezTo>
                  <a:lnTo>
                    <a:pt x="3249963" y="110749"/>
                  </a:lnTo>
                  <a:cubicBezTo>
                    <a:pt x="3273292" y="125940"/>
                    <a:pt x="3304760" y="123228"/>
                    <a:pt x="3325378" y="102882"/>
                  </a:cubicBezTo>
                  <a:cubicBezTo>
                    <a:pt x="3348979" y="79281"/>
                    <a:pt x="3348979" y="41302"/>
                    <a:pt x="3325378" y="17701"/>
                  </a:cubicBezTo>
                  <a:cubicBezTo>
                    <a:pt x="3301777" y="-5900"/>
                    <a:pt x="3263797" y="-5900"/>
                    <a:pt x="3240197" y="17701"/>
                  </a:cubicBezTo>
                  <a:cubicBezTo>
                    <a:pt x="3219851" y="38047"/>
                    <a:pt x="3217138" y="69786"/>
                    <a:pt x="3232329" y="93116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9" name="Freeform: Shape 225">
              <a:extLst>
                <a:ext uri="{FF2B5EF4-FFF2-40B4-BE49-F238E27FC236}">
                  <a16:creationId xmlns:a16="http://schemas.microsoft.com/office/drawing/2014/main" id="{184E8517-5D68-F4D8-D50A-EFEB5226E946}"/>
                </a:ext>
              </a:extLst>
            </p:cNvPr>
            <p:cNvSpPr/>
            <p:nvPr/>
          </p:nvSpPr>
          <p:spPr>
            <a:xfrm>
              <a:off x="1435175" y="10559639"/>
              <a:ext cx="2478289" cy="757209"/>
            </a:xfrm>
            <a:custGeom>
              <a:avLst/>
              <a:gdLst>
                <a:gd name="connsiteX0" fmla="*/ 35808 w 2477366"/>
                <a:gd name="connsiteY0" fmla="*/ 757201 h 757200"/>
                <a:gd name="connsiteX1" fmla="*/ 719968 w 2477366"/>
                <a:gd name="connsiteY1" fmla="*/ 73041 h 757200"/>
                <a:gd name="connsiteX2" fmla="*/ 2358208 w 2477366"/>
                <a:gd name="connsiteY2" fmla="*/ 73041 h 757200"/>
                <a:gd name="connsiteX3" fmla="*/ 2374485 w 2477366"/>
                <a:gd name="connsiteY3" fmla="*/ 102882 h 757200"/>
                <a:gd name="connsiteX4" fmla="*/ 2459666 w 2477366"/>
                <a:gd name="connsiteY4" fmla="*/ 102882 h 757200"/>
                <a:gd name="connsiteX5" fmla="*/ 2459666 w 2477366"/>
                <a:gd name="connsiteY5" fmla="*/ 17701 h 757200"/>
                <a:gd name="connsiteX6" fmla="*/ 2374485 w 2477366"/>
                <a:gd name="connsiteY6" fmla="*/ 17701 h 757200"/>
                <a:gd name="connsiteX7" fmla="*/ 2358208 w 2477366"/>
                <a:gd name="connsiteY7" fmla="*/ 47541 h 757200"/>
                <a:gd name="connsiteX8" fmla="*/ 709388 w 2477366"/>
                <a:gd name="connsiteY8" fmla="*/ 47541 h 757200"/>
                <a:gd name="connsiteX9" fmla="*/ 0 w 2477366"/>
                <a:gd name="connsiteY9" fmla="*/ 756930 h 757200"/>
                <a:gd name="connsiteX10" fmla="*/ 35808 w 2477366"/>
                <a:gd name="connsiteY10" fmla="*/ 756930 h 7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7366" h="757200">
                  <a:moveTo>
                    <a:pt x="35808" y="757201"/>
                  </a:moveTo>
                  <a:lnTo>
                    <a:pt x="719968" y="73041"/>
                  </a:lnTo>
                  <a:lnTo>
                    <a:pt x="2358208" y="73041"/>
                  </a:lnTo>
                  <a:cubicBezTo>
                    <a:pt x="2360649" y="83892"/>
                    <a:pt x="2366075" y="94472"/>
                    <a:pt x="2374485" y="102882"/>
                  </a:cubicBezTo>
                  <a:cubicBezTo>
                    <a:pt x="2398086" y="126483"/>
                    <a:pt x="2436065" y="126483"/>
                    <a:pt x="2459666" y="102882"/>
                  </a:cubicBezTo>
                  <a:cubicBezTo>
                    <a:pt x="2483266" y="79281"/>
                    <a:pt x="2483266" y="41302"/>
                    <a:pt x="2459666" y="17701"/>
                  </a:cubicBezTo>
                  <a:cubicBezTo>
                    <a:pt x="2436065" y="-5900"/>
                    <a:pt x="2398086" y="-5900"/>
                    <a:pt x="2374485" y="17701"/>
                  </a:cubicBezTo>
                  <a:cubicBezTo>
                    <a:pt x="2366075" y="26111"/>
                    <a:pt x="2360649" y="36690"/>
                    <a:pt x="2358208" y="47541"/>
                  </a:cubicBezTo>
                  <a:lnTo>
                    <a:pt x="709388" y="47541"/>
                  </a:lnTo>
                  <a:lnTo>
                    <a:pt x="0" y="756930"/>
                  </a:lnTo>
                  <a:lnTo>
                    <a:pt x="35808" y="75693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0" name="Freeform: Shape 226">
              <a:extLst>
                <a:ext uri="{FF2B5EF4-FFF2-40B4-BE49-F238E27FC236}">
                  <a16:creationId xmlns:a16="http://schemas.microsoft.com/office/drawing/2014/main" id="{68BBEC1B-9940-A08F-787F-50F903B7F6E9}"/>
                </a:ext>
              </a:extLst>
            </p:cNvPr>
            <p:cNvSpPr/>
            <p:nvPr/>
          </p:nvSpPr>
          <p:spPr>
            <a:xfrm>
              <a:off x="-2078249" y="8929341"/>
              <a:ext cx="8500168" cy="1787456"/>
            </a:xfrm>
            <a:custGeom>
              <a:avLst/>
              <a:gdLst>
                <a:gd name="connsiteX0" fmla="*/ 102882 w 8499504"/>
                <a:gd name="connsiteY0" fmla="*/ 1769606 h 1787306"/>
                <a:gd name="connsiteX1" fmla="*/ 119158 w 8499504"/>
                <a:gd name="connsiteY1" fmla="*/ 1739765 h 1787306"/>
                <a:gd name="connsiteX2" fmla="*/ 2824601 w 8499504"/>
                <a:gd name="connsiteY2" fmla="*/ 1739765 h 1787306"/>
                <a:gd name="connsiteX3" fmla="*/ 3283058 w 8499504"/>
                <a:gd name="connsiteY3" fmla="*/ 1281308 h 1787306"/>
                <a:gd name="connsiteX4" fmla="*/ 5075926 w 8499504"/>
                <a:gd name="connsiteY4" fmla="*/ 1281308 h 1787306"/>
                <a:gd name="connsiteX5" fmla="*/ 6284192 w 8499504"/>
                <a:gd name="connsiteY5" fmla="*/ 73041 h 1787306"/>
                <a:gd name="connsiteX6" fmla="*/ 8380347 w 8499504"/>
                <a:gd name="connsiteY6" fmla="*/ 73041 h 1787306"/>
                <a:gd name="connsiteX7" fmla="*/ 8396623 w 8499504"/>
                <a:gd name="connsiteY7" fmla="*/ 102882 h 1787306"/>
                <a:gd name="connsiteX8" fmla="*/ 8481804 w 8499504"/>
                <a:gd name="connsiteY8" fmla="*/ 102882 h 1787306"/>
                <a:gd name="connsiteX9" fmla="*/ 8481804 w 8499504"/>
                <a:gd name="connsiteY9" fmla="*/ 17701 h 1787306"/>
                <a:gd name="connsiteX10" fmla="*/ 8396623 w 8499504"/>
                <a:gd name="connsiteY10" fmla="*/ 17701 h 1787306"/>
                <a:gd name="connsiteX11" fmla="*/ 8380347 w 8499504"/>
                <a:gd name="connsiteY11" fmla="*/ 47541 h 1787306"/>
                <a:gd name="connsiteX12" fmla="*/ 6279038 w 8499504"/>
                <a:gd name="connsiteY12" fmla="*/ 47541 h 1787306"/>
                <a:gd name="connsiteX13" fmla="*/ 6273884 w 8499504"/>
                <a:gd name="connsiteY13" fmla="*/ 47541 h 1787306"/>
                <a:gd name="connsiteX14" fmla="*/ 5065617 w 8499504"/>
                <a:gd name="connsiteY14" fmla="*/ 1255808 h 1787306"/>
                <a:gd name="connsiteX15" fmla="*/ 3272750 w 8499504"/>
                <a:gd name="connsiteY15" fmla="*/ 1255808 h 1787306"/>
                <a:gd name="connsiteX16" fmla="*/ 2814292 w 8499504"/>
                <a:gd name="connsiteY16" fmla="*/ 1714265 h 1787306"/>
                <a:gd name="connsiteX17" fmla="*/ 119158 w 8499504"/>
                <a:gd name="connsiteY17" fmla="*/ 1714265 h 1787306"/>
                <a:gd name="connsiteX18" fmla="*/ 102882 w 8499504"/>
                <a:gd name="connsiteY18" fmla="*/ 1684425 h 1787306"/>
                <a:gd name="connsiteX19" fmla="*/ 17701 w 8499504"/>
                <a:gd name="connsiteY19" fmla="*/ 1684425 h 1787306"/>
                <a:gd name="connsiteX20" fmla="*/ 17701 w 8499504"/>
                <a:gd name="connsiteY20" fmla="*/ 1769606 h 1787306"/>
                <a:gd name="connsiteX21" fmla="*/ 102882 w 8499504"/>
                <a:gd name="connsiteY21" fmla="*/ 1769606 h 178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99504" h="1787306">
                  <a:moveTo>
                    <a:pt x="102882" y="1769606"/>
                  </a:moveTo>
                  <a:cubicBezTo>
                    <a:pt x="111291" y="1761196"/>
                    <a:pt x="116717" y="1750616"/>
                    <a:pt x="119158" y="1739765"/>
                  </a:cubicBezTo>
                  <a:lnTo>
                    <a:pt x="2824601" y="1739765"/>
                  </a:lnTo>
                  <a:lnTo>
                    <a:pt x="3283058" y="1281308"/>
                  </a:lnTo>
                  <a:lnTo>
                    <a:pt x="5075926" y="1281308"/>
                  </a:lnTo>
                  <a:lnTo>
                    <a:pt x="6284192" y="73041"/>
                  </a:lnTo>
                  <a:lnTo>
                    <a:pt x="8380347" y="73041"/>
                  </a:lnTo>
                  <a:cubicBezTo>
                    <a:pt x="8382788" y="83892"/>
                    <a:pt x="8388213" y="94472"/>
                    <a:pt x="8396623" y="102882"/>
                  </a:cubicBezTo>
                  <a:cubicBezTo>
                    <a:pt x="8420224" y="126483"/>
                    <a:pt x="8458203" y="126483"/>
                    <a:pt x="8481804" y="102882"/>
                  </a:cubicBezTo>
                  <a:cubicBezTo>
                    <a:pt x="8505405" y="79280"/>
                    <a:pt x="8505405" y="41302"/>
                    <a:pt x="8481804" y="17701"/>
                  </a:cubicBezTo>
                  <a:cubicBezTo>
                    <a:pt x="8458203" y="-5900"/>
                    <a:pt x="8420224" y="-5900"/>
                    <a:pt x="8396623" y="17701"/>
                  </a:cubicBezTo>
                  <a:cubicBezTo>
                    <a:pt x="8388213" y="26110"/>
                    <a:pt x="8382788" y="36690"/>
                    <a:pt x="8380347" y="47541"/>
                  </a:cubicBezTo>
                  <a:lnTo>
                    <a:pt x="6279038" y="47541"/>
                  </a:lnTo>
                  <a:cubicBezTo>
                    <a:pt x="6279038" y="47541"/>
                    <a:pt x="6273884" y="47541"/>
                    <a:pt x="6273884" y="47541"/>
                  </a:cubicBezTo>
                  <a:lnTo>
                    <a:pt x="5065617" y="1255808"/>
                  </a:lnTo>
                  <a:lnTo>
                    <a:pt x="3272750" y="1255808"/>
                  </a:lnTo>
                  <a:lnTo>
                    <a:pt x="2814292" y="1714265"/>
                  </a:lnTo>
                  <a:lnTo>
                    <a:pt x="119158" y="1714265"/>
                  </a:lnTo>
                  <a:cubicBezTo>
                    <a:pt x="116717" y="1703414"/>
                    <a:pt x="111291" y="1692834"/>
                    <a:pt x="102882" y="1684425"/>
                  </a:cubicBezTo>
                  <a:cubicBezTo>
                    <a:pt x="79281" y="1660824"/>
                    <a:pt x="41302" y="1660824"/>
                    <a:pt x="17701" y="1684425"/>
                  </a:cubicBezTo>
                  <a:cubicBezTo>
                    <a:pt x="-5900" y="1708026"/>
                    <a:pt x="-5900" y="1746004"/>
                    <a:pt x="17701" y="1769606"/>
                  </a:cubicBezTo>
                  <a:cubicBezTo>
                    <a:pt x="41302" y="1793207"/>
                    <a:pt x="79281" y="1793207"/>
                    <a:pt x="102882" y="1769606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1" name="Freeform: Shape 227">
              <a:extLst>
                <a:ext uri="{FF2B5EF4-FFF2-40B4-BE49-F238E27FC236}">
                  <a16:creationId xmlns:a16="http://schemas.microsoft.com/office/drawing/2014/main" id="{16AED693-D4F0-609C-A8D5-4EA86A1F3D31}"/>
                </a:ext>
              </a:extLst>
            </p:cNvPr>
            <p:cNvSpPr/>
            <p:nvPr/>
          </p:nvSpPr>
          <p:spPr>
            <a:xfrm>
              <a:off x="454020" y="8064186"/>
              <a:ext cx="2014701" cy="120645"/>
            </a:xfrm>
            <a:custGeom>
              <a:avLst/>
              <a:gdLst>
                <a:gd name="connsiteX0" fmla="*/ 102882 w 2014364"/>
                <a:gd name="connsiteY0" fmla="*/ 102882 h 120582"/>
                <a:gd name="connsiteX1" fmla="*/ 119158 w 2014364"/>
                <a:gd name="connsiteY1" fmla="*/ 73041 h 120582"/>
                <a:gd name="connsiteX2" fmla="*/ 1895207 w 2014364"/>
                <a:gd name="connsiteY2" fmla="*/ 73041 h 120582"/>
                <a:gd name="connsiteX3" fmla="*/ 1911483 w 2014364"/>
                <a:gd name="connsiteY3" fmla="*/ 102882 h 120582"/>
                <a:gd name="connsiteX4" fmla="*/ 1996664 w 2014364"/>
                <a:gd name="connsiteY4" fmla="*/ 102882 h 120582"/>
                <a:gd name="connsiteX5" fmla="*/ 1996664 w 2014364"/>
                <a:gd name="connsiteY5" fmla="*/ 17701 h 120582"/>
                <a:gd name="connsiteX6" fmla="*/ 1911483 w 2014364"/>
                <a:gd name="connsiteY6" fmla="*/ 17701 h 120582"/>
                <a:gd name="connsiteX7" fmla="*/ 1895207 w 2014364"/>
                <a:gd name="connsiteY7" fmla="*/ 47541 h 120582"/>
                <a:gd name="connsiteX8" fmla="*/ 119158 w 2014364"/>
                <a:gd name="connsiteY8" fmla="*/ 47541 h 120582"/>
                <a:gd name="connsiteX9" fmla="*/ 102882 w 2014364"/>
                <a:gd name="connsiteY9" fmla="*/ 17701 h 120582"/>
                <a:gd name="connsiteX10" fmla="*/ 17701 w 2014364"/>
                <a:gd name="connsiteY10" fmla="*/ 17701 h 120582"/>
                <a:gd name="connsiteX11" fmla="*/ 17701 w 2014364"/>
                <a:gd name="connsiteY11" fmla="*/ 102882 h 120582"/>
                <a:gd name="connsiteX12" fmla="*/ 102882 w 2014364"/>
                <a:gd name="connsiteY12" fmla="*/ 102882 h 12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4364" h="120582">
                  <a:moveTo>
                    <a:pt x="102882" y="102882"/>
                  </a:moveTo>
                  <a:cubicBezTo>
                    <a:pt x="111291" y="94472"/>
                    <a:pt x="116717" y="83892"/>
                    <a:pt x="119158" y="73041"/>
                  </a:cubicBezTo>
                  <a:lnTo>
                    <a:pt x="1895207" y="73041"/>
                  </a:lnTo>
                  <a:cubicBezTo>
                    <a:pt x="1897648" y="83892"/>
                    <a:pt x="1903074" y="94472"/>
                    <a:pt x="1911483" y="102882"/>
                  </a:cubicBezTo>
                  <a:cubicBezTo>
                    <a:pt x="1935084" y="126483"/>
                    <a:pt x="1973063" y="126483"/>
                    <a:pt x="1996664" y="102882"/>
                  </a:cubicBezTo>
                  <a:cubicBezTo>
                    <a:pt x="2020265" y="79281"/>
                    <a:pt x="2020265" y="41302"/>
                    <a:pt x="1996664" y="17701"/>
                  </a:cubicBezTo>
                  <a:cubicBezTo>
                    <a:pt x="1973063" y="-5900"/>
                    <a:pt x="1935084" y="-5900"/>
                    <a:pt x="1911483" y="17701"/>
                  </a:cubicBezTo>
                  <a:cubicBezTo>
                    <a:pt x="1903074" y="26111"/>
                    <a:pt x="1897648" y="36690"/>
                    <a:pt x="1895207" y="47541"/>
                  </a:cubicBezTo>
                  <a:lnTo>
                    <a:pt x="119158" y="47541"/>
                  </a:lnTo>
                  <a:cubicBezTo>
                    <a:pt x="116717" y="36690"/>
                    <a:pt x="111291" y="26111"/>
                    <a:pt x="102882" y="17701"/>
                  </a:cubicBezTo>
                  <a:cubicBezTo>
                    <a:pt x="79281" y="-5900"/>
                    <a:pt x="41302" y="-5900"/>
                    <a:pt x="17701" y="17701"/>
                  </a:cubicBezTo>
                  <a:cubicBezTo>
                    <a:pt x="-5900" y="41302"/>
                    <a:pt x="-5900" y="79281"/>
                    <a:pt x="17701" y="102882"/>
                  </a:cubicBezTo>
                  <a:cubicBezTo>
                    <a:pt x="41302" y="126483"/>
                    <a:pt x="79281" y="126483"/>
                    <a:pt x="102882" y="102882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2" name="Freeform: Shape 228">
              <a:extLst>
                <a:ext uri="{FF2B5EF4-FFF2-40B4-BE49-F238E27FC236}">
                  <a16:creationId xmlns:a16="http://schemas.microsoft.com/office/drawing/2014/main" id="{751E0296-BE33-0821-D306-8ED83F1CC4C9}"/>
                </a:ext>
              </a:extLst>
            </p:cNvPr>
            <p:cNvSpPr/>
            <p:nvPr/>
          </p:nvSpPr>
          <p:spPr>
            <a:xfrm>
              <a:off x="1265299" y="5517935"/>
              <a:ext cx="8195343" cy="1849366"/>
            </a:xfrm>
            <a:custGeom>
              <a:avLst/>
              <a:gdLst>
                <a:gd name="connsiteX0" fmla="*/ 102339 w 8194318"/>
                <a:gd name="connsiteY0" fmla="*/ 1832000 h 1849700"/>
                <a:gd name="connsiteX1" fmla="*/ 118616 w 8194318"/>
                <a:gd name="connsiteY1" fmla="*/ 1802159 h 1849700"/>
                <a:gd name="connsiteX2" fmla="*/ 2097308 w 8194318"/>
                <a:gd name="connsiteY2" fmla="*/ 1802159 h 1849700"/>
                <a:gd name="connsiteX3" fmla="*/ 2639590 w 8194318"/>
                <a:gd name="connsiteY3" fmla="*/ 1259877 h 1849700"/>
                <a:gd name="connsiteX4" fmla="*/ 5036591 w 8194318"/>
                <a:gd name="connsiteY4" fmla="*/ 1259877 h 1849700"/>
                <a:gd name="connsiteX5" fmla="*/ 6223426 w 8194318"/>
                <a:gd name="connsiteY5" fmla="*/ 73041 h 1849700"/>
                <a:gd name="connsiteX6" fmla="*/ 8075161 w 8194318"/>
                <a:gd name="connsiteY6" fmla="*/ 73041 h 1849700"/>
                <a:gd name="connsiteX7" fmla="*/ 8091437 w 8194318"/>
                <a:gd name="connsiteY7" fmla="*/ 102882 h 1849700"/>
                <a:gd name="connsiteX8" fmla="*/ 8176618 w 8194318"/>
                <a:gd name="connsiteY8" fmla="*/ 102882 h 1849700"/>
                <a:gd name="connsiteX9" fmla="*/ 8176618 w 8194318"/>
                <a:gd name="connsiteY9" fmla="*/ 17701 h 1849700"/>
                <a:gd name="connsiteX10" fmla="*/ 8091437 w 8194318"/>
                <a:gd name="connsiteY10" fmla="*/ 17701 h 1849700"/>
                <a:gd name="connsiteX11" fmla="*/ 8075161 w 8194318"/>
                <a:gd name="connsiteY11" fmla="*/ 47541 h 1849700"/>
                <a:gd name="connsiteX12" fmla="*/ 6213117 w 8194318"/>
                <a:gd name="connsiteY12" fmla="*/ 47541 h 1849700"/>
                <a:gd name="connsiteX13" fmla="*/ 5026282 w 8194318"/>
                <a:gd name="connsiteY13" fmla="*/ 1234377 h 1849700"/>
                <a:gd name="connsiteX14" fmla="*/ 2634707 w 8194318"/>
                <a:gd name="connsiteY14" fmla="*/ 1234377 h 1849700"/>
                <a:gd name="connsiteX15" fmla="*/ 2629553 w 8194318"/>
                <a:gd name="connsiteY15" fmla="*/ 1234377 h 1849700"/>
                <a:gd name="connsiteX16" fmla="*/ 2087271 w 8194318"/>
                <a:gd name="connsiteY16" fmla="*/ 1776659 h 1849700"/>
                <a:gd name="connsiteX17" fmla="*/ 119158 w 8194318"/>
                <a:gd name="connsiteY17" fmla="*/ 1776659 h 1849700"/>
                <a:gd name="connsiteX18" fmla="*/ 102882 w 8194318"/>
                <a:gd name="connsiteY18" fmla="*/ 1746818 h 1849700"/>
                <a:gd name="connsiteX19" fmla="*/ 17701 w 8194318"/>
                <a:gd name="connsiteY19" fmla="*/ 1746818 h 1849700"/>
                <a:gd name="connsiteX20" fmla="*/ 17701 w 8194318"/>
                <a:gd name="connsiteY20" fmla="*/ 1832000 h 1849700"/>
                <a:gd name="connsiteX21" fmla="*/ 102882 w 8194318"/>
                <a:gd name="connsiteY21" fmla="*/ 1832000 h 184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94318" h="1849700">
                  <a:moveTo>
                    <a:pt x="102339" y="1832000"/>
                  </a:moveTo>
                  <a:cubicBezTo>
                    <a:pt x="110749" y="1823590"/>
                    <a:pt x="116174" y="1813010"/>
                    <a:pt x="118616" y="1802159"/>
                  </a:cubicBezTo>
                  <a:lnTo>
                    <a:pt x="2097308" y="1802159"/>
                  </a:lnTo>
                  <a:lnTo>
                    <a:pt x="2639590" y="1259877"/>
                  </a:lnTo>
                  <a:lnTo>
                    <a:pt x="5036591" y="1259877"/>
                  </a:lnTo>
                  <a:cubicBezTo>
                    <a:pt x="5036591" y="1259877"/>
                    <a:pt x="6223426" y="73041"/>
                    <a:pt x="6223426" y="73041"/>
                  </a:cubicBezTo>
                  <a:lnTo>
                    <a:pt x="8075161" y="73041"/>
                  </a:lnTo>
                  <a:cubicBezTo>
                    <a:pt x="8077602" y="83892"/>
                    <a:pt x="8083027" y="94472"/>
                    <a:pt x="8091437" y="102882"/>
                  </a:cubicBezTo>
                  <a:cubicBezTo>
                    <a:pt x="8115038" y="126483"/>
                    <a:pt x="8153017" y="126483"/>
                    <a:pt x="8176618" y="102882"/>
                  </a:cubicBezTo>
                  <a:cubicBezTo>
                    <a:pt x="8200219" y="79281"/>
                    <a:pt x="8200219" y="41302"/>
                    <a:pt x="8176618" y="17701"/>
                  </a:cubicBezTo>
                  <a:cubicBezTo>
                    <a:pt x="8153017" y="-5900"/>
                    <a:pt x="8114767" y="-5900"/>
                    <a:pt x="8091437" y="17701"/>
                  </a:cubicBezTo>
                  <a:cubicBezTo>
                    <a:pt x="8083027" y="26111"/>
                    <a:pt x="8077602" y="36690"/>
                    <a:pt x="8075161" y="47541"/>
                  </a:cubicBezTo>
                  <a:lnTo>
                    <a:pt x="6213117" y="47541"/>
                  </a:lnTo>
                  <a:lnTo>
                    <a:pt x="5026282" y="1234377"/>
                  </a:lnTo>
                  <a:lnTo>
                    <a:pt x="2634707" y="1234377"/>
                  </a:lnTo>
                  <a:cubicBezTo>
                    <a:pt x="2634707" y="1234377"/>
                    <a:pt x="2629553" y="1234377"/>
                    <a:pt x="2629553" y="1234377"/>
                  </a:cubicBezTo>
                  <a:lnTo>
                    <a:pt x="2087271" y="1776659"/>
                  </a:lnTo>
                  <a:lnTo>
                    <a:pt x="119158" y="1776659"/>
                  </a:lnTo>
                  <a:cubicBezTo>
                    <a:pt x="116717" y="1765808"/>
                    <a:pt x="111291" y="1755228"/>
                    <a:pt x="102882" y="1746818"/>
                  </a:cubicBezTo>
                  <a:cubicBezTo>
                    <a:pt x="79281" y="1723217"/>
                    <a:pt x="41302" y="1723217"/>
                    <a:pt x="17701" y="1746818"/>
                  </a:cubicBezTo>
                  <a:cubicBezTo>
                    <a:pt x="-5900" y="1770419"/>
                    <a:pt x="-5900" y="1808398"/>
                    <a:pt x="17701" y="1832000"/>
                  </a:cubicBezTo>
                  <a:cubicBezTo>
                    <a:pt x="41302" y="1855600"/>
                    <a:pt x="79281" y="1855600"/>
                    <a:pt x="102882" y="1832000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3" name="Freeform: Shape 229">
              <a:extLst>
                <a:ext uri="{FF2B5EF4-FFF2-40B4-BE49-F238E27FC236}">
                  <a16:creationId xmlns:a16="http://schemas.microsoft.com/office/drawing/2014/main" id="{A35FD418-6F64-C2FA-EDB5-5A51D0A927BE}"/>
                </a:ext>
              </a:extLst>
            </p:cNvPr>
            <p:cNvSpPr/>
            <p:nvPr/>
          </p:nvSpPr>
          <p:spPr>
            <a:xfrm>
              <a:off x="3988083" y="6616443"/>
              <a:ext cx="3081588" cy="849280"/>
            </a:xfrm>
            <a:custGeom>
              <a:avLst/>
              <a:gdLst>
                <a:gd name="connsiteX0" fmla="*/ 17701 w 3081567"/>
                <a:gd name="connsiteY0" fmla="*/ 746622 h 849502"/>
                <a:gd name="connsiteX1" fmla="*/ 17701 w 3081567"/>
                <a:gd name="connsiteY1" fmla="*/ 831802 h 849502"/>
                <a:gd name="connsiteX2" fmla="*/ 102882 w 3081567"/>
                <a:gd name="connsiteY2" fmla="*/ 831802 h 849502"/>
                <a:gd name="connsiteX3" fmla="*/ 119158 w 3081567"/>
                <a:gd name="connsiteY3" fmla="*/ 801962 h 849502"/>
                <a:gd name="connsiteX4" fmla="*/ 2292085 w 3081567"/>
                <a:gd name="connsiteY4" fmla="*/ 801962 h 849502"/>
                <a:gd name="connsiteX5" fmla="*/ 2297239 w 3081567"/>
                <a:gd name="connsiteY5" fmla="*/ 801962 h 849502"/>
                <a:gd name="connsiteX6" fmla="*/ 2988451 w 3081567"/>
                <a:gd name="connsiteY6" fmla="*/ 110749 h 849502"/>
                <a:gd name="connsiteX7" fmla="*/ 3063866 w 3081567"/>
                <a:gd name="connsiteY7" fmla="*/ 102882 h 849502"/>
                <a:gd name="connsiteX8" fmla="*/ 3063866 w 3081567"/>
                <a:gd name="connsiteY8" fmla="*/ 17701 h 849502"/>
                <a:gd name="connsiteX9" fmla="*/ 2978686 w 3081567"/>
                <a:gd name="connsiteY9" fmla="*/ 17701 h 849502"/>
                <a:gd name="connsiteX10" fmla="*/ 2970819 w 3081567"/>
                <a:gd name="connsiteY10" fmla="*/ 93116 h 849502"/>
                <a:gd name="connsiteX11" fmla="*/ 2286930 w 3081567"/>
                <a:gd name="connsiteY11" fmla="*/ 777005 h 849502"/>
                <a:gd name="connsiteX12" fmla="*/ 119429 w 3081567"/>
                <a:gd name="connsiteY12" fmla="*/ 777005 h 849502"/>
                <a:gd name="connsiteX13" fmla="*/ 103153 w 3081567"/>
                <a:gd name="connsiteY13" fmla="*/ 747164 h 849502"/>
                <a:gd name="connsiteX14" fmla="*/ 17972 w 3081567"/>
                <a:gd name="connsiteY14" fmla="*/ 747164 h 84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81567" h="849502">
                  <a:moveTo>
                    <a:pt x="17701" y="746622"/>
                  </a:moveTo>
                  <a:cubicBezTo>
                    <a:pt x="-5900" y="770223"/>
                    <a:pt x="-5900" y="808201"/>
                    <a:pt x="17701" y="831802"/>
                  </a:cubicBezTo>
                  <a:cubicBezTo>
                    <a:pt x="41302" y="855403"/>
                    <a:pt x="79281" y="855403"/>
                    <a:pt x="102882" y="831802"/>
                  </a:cubicBezTo>
                  <a:cubicBezTo>
                    <a:pt x="111291" y="823393"/>
                    <a:pt x="116717" y="812812"/>
                    <a:pt x="119158" y="801962"/>
                  </a:cubicBezTo>
                  <a:lnTo>
                    <a:pt x="2292085" y="801962"/>
                  </a:lnTo>
                  <a:cubicBezTo>
                    <a:pt x="2292085" y="801962"/>
                    <a:pt x="2297239" y="801962"/>
                    <a:pt x="2297239" y="801962"/>
                  </a:cubicBezTo>
                  <a:lnTo>
                    <a:pt x="2988451" y="110749"/>
                  </a:lnTo>
                  <a:cubicBezTo>
                    <a:pt x="3011782" y="125940"/>
                    <a:pt x="3043250" y="123228"/>
                    <a:pt x="3063866" y="102882"/>
                  </a:cubicBezTo>
                  <a:cubicBezTo>
                    <a:pt x="3087468" y="79281"/>
                    <a:pt x="3087468" y="41302"/>
                    <a:pt x="3063866" y="17701"/>
                  </a:cubicBezTo>
                  <a:cubicBezTo>
                    <a:pt x="3040265" y="-5900"/>
                    <a:pt x="3002287" y="-5900"/>
                    <a:pt x="2978686" y="17701"/>
                  </a:cubicBezTo>
                  <a:cubicBezTo>
                    <a:pt x="2958340" y="38047"/>
                    <a:pt x="2955627" y="69786"/>
                    <a:pt x="2970819" y="93116"/>
                  </a:cubicBezTo>
                  <a:lnTo>
                    <a:pt x="2286930" y="777005"/>
                  </a:lnTo>
                  <a:lnTo>
                    <a:pt x="119429" y="777005"/>
                  </a:lnTo>
                  <a:cubicBezTo>
                    <a:pt x="116988" y="766154"/>
                    <a:pt x="111563" y="755573"/>
                    <a:pt x="103153" y="747164"/>
                  </a:cubicBezTo>
                  <a:cubicBezTo>
                    <a:pt x="79552" y="723563"/>
                    <a:pt x="41573" y="723563"/>
                    <a:pt x="17972" y="747164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4" name="Freeform: Shape 230">
              <a:extLst>
                <a:ext uri="{FF2B5EF4-FFF2-40B4-BE49-F238E27FC236}">
                  <a16:creationId xmlns:a16="http://schemas.microsoft.com/office/drawing/2014/main" id="{4A8EB121-3B31-4816-D098-B609EE9F525F}"/>
                </a:ext>
              </a:extLst>
            </p:cNvPr>
            <p:cNvSpPr/>
            <p:nvPr/>
          </p:nvSpPr>
          <p:spPr>
            <a:xfrm>
              <a:off x="3811856" y="4032093"/>
              <a:ext cx="3997651" cy="795307"/>
            </a:xfrm>
            <a:custGeom>
              <a:avLst/>
              <a:gdLst>
                <a:gd name="connsiteX0" fmla="*/ 102882 w 3997125"/>
                <a:gd name="connsiteY0" fmla="*/ 777547 h 795518"/>
                <a:gd name="connsiteX1" fmla="*/ 119158 w 3997125"/>
                <a:gd name="connsiteY1" fmla="*/ 747706 h 795518"/>
                <a:gd name="connsiteX2" fmla="*/ 1734611 w 3997125"/>
                <a:gd name="connsiteY2" fmla="*/ 747706 h 795518"/>
                <a:gd name="connsiteX3" fmla="*/ 1739765 w 3997125"/>
                <a:gd name="connsiteY3" fmla="*/ 747706 h 795518"/>
                <a:gd name="connsiteX4" fmla="*/ 2414702 w 3997125"/>
                <a:gd name="connsiteY4" fmla="*/ 72770 h 795518"/>
                <a:gd name="connsiteX5" fmla="*/ 3877967 w 3997125"/>
                <a:gd name="connsiteY5" fmla="*/ 72770 h 795518"/>
                <a:gd name="connsiteX6" fmla="*/ 3894244 w 3997125"/>
                <a:gd name="connsiteY6" fmla="*/ 102882 h 795518"/>
                <a:gd name="connsiteX7" fmla="*/ 3979425 w 3997125"/>
                <a:gd name="connsiteY7" fmla="*/ 102882 h 795518"/>
                <a:gd name="connsiteX8" fmla="*/ 3979425 w 3997125"/>
                <a:gd name="connsiteY8" fmla="*/ 17701 h 795518"/>
                <a:gd name="connsiteX9" fmla="*/ 3894244 w 3997125"/>
                <a:gd name="connsiteY9" fmla="*/ 17701 h 795518"/>
                <a:gd name="connsiteX10" fmla="*/ 3877967 w 3997125"/>
                <a:gd name="connsiteY10" fmla="*/ 47541 h 795518"/>
                <a:gd name="connsiteX11" fmla="*/ 2409548 w 3997125"/>
                <a:gd name="connsiteY11" fmla="*/ 47541 h 795518"/>
                <a:gd name="connsiteX12" fmla="*/ 2404393 w 3997125"/>
                <a:gd name="connsiteY12" fmla="*/ 47541 h 795518"/>
                <a:gd name="connsiteX13" fmla="*/ 1729457 w 3997125"/>
                <a:gd name="connsiteY13" fmla="*/ 722478 h 795518"/>
                <a:gd name="connsiteX14" fmla="*/ 119158 w 3997125"/>
                <a:gd name="connsiteY14" fmla="*/ 722478 h 795518"/>
                <a:gd name="connsiteX15" fmla="*/ 102882 w 3997125"/>
                <a:gd name="connsiteY15" fmla="*/ 692637 h 795518"/>
                <a:gd name="connsiteX16" fmla="*/ 17701 w 3997125"/>
                <a:gd name="connsiteY16" fmla="*/ 692637 h 795518"/>
                <a:gd name="connsiteX17" fmla="*/ 17701 w 3997125"/>
                <a:gd name="connsiteY17" fmla="*/ 777818 h 795518"/>
                <a:gd name="connsiteX18" fmla="*/ 102882 w 3997125"/>
                <a:gd name="connsiteY18" fmla="*/ 777818 h 79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97125" h="795518">
                  <a:moveTo>
                    <a:pt x="102882" y="777547"/>
                  </a:moveTo>
                  <a:cubicBezTo>
                    <a:pt x="111291" y="769137"/>
                    <a:pt x="116717" y="758558"/>
                    <a:pt x="119158" y="747706"/>
                  </a:cubicBezTo>
                  <a:lnTo>
                    <a:pt x="1734611" y="747706"/>
                  </a:lnTo>
                  <a:cubicBezTo>
                    <a:pt x="1734611" y="747706"/>
                    <a:pt x="1739765" y="747706"/>
                    <a:pt x="1739765" y="747706"/>
                  </a:cubicBezTo>
                  <a:lnTo>
                    <a:pt x="2414702" y="72770"/>
                  </a:lnTo>
                  <a:lnTo>
                    <a:pt x="3877967" y="72770"/>
                  </a:lnTo>
                  <a:cubicBezTo>
                    <a:pt x="3880410" y="83621"/>
                    <a:pt x="3885835" y="94201"/>
                    <a:pt x="3894244" y="102882"/>
                  </a:cubicBezTo>
                  <a:cubicBezTo>
                    <a:pt x="3917845" y="126483"/>
                    <a:pt x="3955824" y="126483"/>
                    <a:pt x="3979425" y="102882"/>
                  </a:cubicBezTo>
                  <a:cubicBezTo>
                    <a:pt x="4003026" y="79281"/>
                    <a:pt x="4003026" y="41302"/>
                    <a:pt x="3979425" y="17701"/>
                  </a:cubicBezTo>
                  <a:cubicBezTo>
                    <a:pt x="3955824" y="-5900"/>
                    <a:pt x="3917845" y="-5900"/>
                    <a:pt x="3894244" y="17701"/>
                  </a:cubicBezTo>
                  <a:cubicBezTo>
                    <a:pt x="3885835" y="26111"/>
                    <a:pt x="3880410" y="36690"/>
                    <a:pt x="3877967" y="47541"/>
                  </a:cubicBezTo>
                  <a:lnTo>
                    <a:pt x="2409548" y="47541"/>
                  </a:lnTo>
                  <a:cubicBezTo>
                    <a:pt x="2409548" y="47541"/>
                    <a:pt x="2404393" y="47541"/>
                    <a:pt x="2404393" y="47541"/>
                  </a:cubicBezTo>
                  <a:lnTo>
                    <a:pt x="1729457" y="722478"/>
                  </a:lnTo>
                  <a:lnTo>
                    <a:pt x="119158" y="722478"/>
                  </a:lnTo>
                  <a:cubicBezTo>
                    <a:pt x="116717" y="711626"/>
                    <a:pt x="111291" y="701047"/>
                    <a:pt x="102882" y="692637"/>
                  </a:cubicBezTo>
                  <a:cubicBezTo>
                    <a:pt x="79281" y="669036"/>
                    <a:pt x="41302" y="669036"/>
                    <a:pt x="17701" y="692637"/>
                  </a:cubicBezTo>
                  <a:cubicBezTo>
                    <a:pt x="-5900" y="716238"/>
                    <a:pt x="-5900" y="754217"/>
                    <a:pt x="17701" y="777818"/>
                  </a:cubicBezTo>
                  <a:cubicBezTo>
                    <a:pt x="41302" y="801419"/>
                    <a:pt x="79281" y="801419"/>
                    <a:pt x="102882" y="777818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5" name="Freeform: Shape 231">
              <a:extLst>
                <a:ext uri="{FF2B5EF4-FFF2-40B4-BE49-F238E27FC236}">
                  <a16:creationId xmlns:a16="http://schemas.microsoft.com/office/drawing/2014/main" id="{12AB2A06-E2C8-FC68-23A5-D7A8E041CE22}"/>
                </a:ext>
              </a:extLst>
            </p:cNvPr>
            <p:cNvSpPr/>
            <p:nvPr/>
          </p:nvSpPr>
          <p:spPr>
            <a:xfrm>
              <a:off x="5770991" y="2746268"/>
              <a:ext cx="4113548" cy="833406"/>
            </a:xfrm>
            <a:custGeom>
              <a:avLst/>
              <a:gdLst>
                <a:gd name="connsiteX0" fmla="*/ 102882 w 4112690"/>
                <a:gd name="connsiteY0" fmla="*/ 102610 h 832412"/>
                <a:gd name="connsiteX1" fmla="*/ 119159 w 4112690"/>
                <a:gd name="connsiteY1" fmla="*/ 72770 h 832412"/>
                <a:gd name="connsiteX2" fmla="*/ 2580451 w 4112690"/>
                <a:gd name="connsiteY2" fmla="*/ 72770 h 832412"/>
                <a:gd name="connsiteX3" fmla="*/ 3292282 w 4112690"/>
                <a:gd name="connsiteY3" fmla="*/ 784600 h 832412"/>
                <a:gd name="connsiteX4" fmla="*/ 3993531 w 4112690"/>
                <a:gd name="connsiteY4" fmla="*/ 784600 h 832412"/>
                <a:gd name="connsiteX5" fmla="*/ 4009808 w 4112690"/>
                <a:gd name="connsiteY5" fmla="*/ 814712 h 832412"/>
                <a:gd name="connsiteX6" fmla="*/ 4094990 w 4112690"/>
                <a:gd name="connsiteY6" fmla="*/ 814712 h 832412"/>
                <a:gd name="connsiteX7" fmla="*/ 4094990 w 4112690"/>
                <a:gd name="connsiteY7" fmla="*/ 729531 h 832412"/>
                <a:gd name="connsiteX8" fmla="*/ 4009808 w 4112690"/>
                <a:gd name="connsiteY8" fmla="*/ 729531 h 832412"/>
                <a:gd name="connsiteX9" fmla="*/ 3993531 w 4112690"/>
                <a:gd name="connsiteY9" fmla="*/ 759371 h 832412"/>
                <a:gd name="connsiteX10" fmla="*/ 3302590 w 4112690"/>
                <a:gd name="connsiteY10" fmla="*/ 759371 h 832412"/>
                <a:gd name="connsiteX11" fmla="*/ 2590760 w 4112690"/>
                <a:gd name="connsiteY11" fmla="*/ 47541 h 832412"/>
                <a:gd name="connsiteX12" fmla="*/ 119159 w 4112690"/>
                <a:gd name="connsiteY12" fmla="*/ 47541 h 832412"/>
                <a:gd name="connsiteX13" fmla="*/ 102882 w 4112690"/>
                <a:gd name="connsiteY13" fmla="*/ 17701 h 832412"/>
                <a:gd name="connsiteX14" fmla="*/ 17701 w 4112690"/>
                <a:gd name="connsiteY14" fmla="*/ 17701 h 832412"/>
                <a:gd name="connsiteX15" fmla="*/ 17701 w 4112690"/>
                <a:gd name="connsiteY15" fmla="*/ 102882 h 832412"/>
                <a:gd name="connsiteX16" fmla="*/ 102882 w 4112690"/>
                <a:gd name="connsiteY16" fmla="*/ 102882 h 83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12690" h="832412">
                  <a:moveTo>
                    <a:pt x="102882" y="102610"/>
                  </a:moveTo>
                  <a:cubicBezTo>
                    <a:pt x="111291" y="94201"/>
                    <a:pt x="116717" y="83621"/>
                    <a:pt x="119159" y="72770"/>
                  </a:cubicBezTo>
                  <a:lnTo>
                    <a:pt x="2580451" y="72770"/>
                  </a:lnTo>
                  <a:cubicBezTo>
                    <a:pt x="2580451" y="72770"/>
                    <a:pt x="3292282" y="784600"/>
                    <a:pt x="3292282" y="784600"/>
                  </a:cubicBezTo>
                  <a:lnTo>
                    <a:pt x="3993531" y="784600"/>
                  </a:lnTo>
                  <a:cubicBezTo>
                    <a:pt x="3995974" y="795451"/>
                    <a:pt x="4001399" y="806031"/>
                    <a:pt x="4009808" y="814712"/>
                  </a:cubicBezTo>
                  <a:cubicBezTo>
                    <a:pt x="4033409" y="838313"/>
                    <a:pt x="4071389" y="838313"/>
                    <a:pt x="4094990" y="814712"/>
                  </a:cubicBezTo>
                  <a:cubicBezTo>
                    <a:pt x="4118590" y="791111"/>
                    <a:pt x="4118590" y="753132"/>
                    <a:pt x="4094990" y="729531"/>
                  </a:cubicBezTo>
                  <a:cubicBezTo>
                    <a:pt x="4071389" y="705930"/>
                    <a:pt x="4033409" y="705930"/>
                    <a:pt x="4009808" y="729531"/>
                  </a:cubicBezTo>
                  <a:cubicBezTo>
                    <a:pt x="4001399" y="737940"/>
                    <a:pt x="3995974" y="748520"/>
                    <a:pt x="3993531" y="759371"/>
                  </a:cubicBezTo>
                  <a:lnTo>
                    <a:pt x="3302590" y="759371"/>
                  </a:lnTo>
                  <a:cubicBezTo>
                    <a:pt x="3302590" y="759371"/>
                    <a:pt x="2590760" y="47541"/>
                    <a:pt x="2590760" y="47541"/>
                  </a:cubicBezTo>
                  <a:lnTo>
                    <a:pt x="119159" y="47541"/>
                  </a:lnTo>
                  <a:cubicBezTo>
                    <a:pt x="116717" y="36690"/>
                    <a:pt x="111291" y="26110"/>
                    <a:pt x="102882" y="17701"/>
                  </a:cubicBezTo>
                  <a:cubicBezTo>
                    <a:pt x="79281" y="-5900"/>
                    <a:pt x="41302" y="-5900"/>
                    <a:pt x="17701" y="17701"/>
                  </a:cubicBezTo>
                  <a:cubicBezTo>
                    <a:pt x="-5900" y="41302"/>
                    <a:pt x="-5900" y="79281"/>
                    <a:pt x="17701" y="102882"/>
                  </a:cubicBezTo>
                  <a:cubicBezTo>
                    <a:pt x="41302" y="126483"/>
                    <a:pt x="79281" y="126483"/>
                    <a:pt x="102882" y="102882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6" name="Freeform: Shape 232">
              <a:extLst>
                <a:ext uri="{FF2B5EF4-FFF2-40B4-BE49-F238E27FC236}">
                  <a16:creationId xmlns:a16="http://schemas.microsoft.com/office/drawing/2014/main" id="{B3ACA279-2D88-B7A1-BAEC-62E96D1873D1}"/>
                </a:ext>
              </a:extLst>
            </p:cNvPr>
            <p:cNvSpPr/>
            <p:nvPr/>
          </p:nvSpPr>
          <p:spPr>
            <a:xfrm>
              <a:off x="7112538" y="1400121"/>
              <a:ext cx="2283011" cy="1165180"/>
            </a:xfrm>
            <a:custGeom>
              <a:avLst/>
              <a:gdLst>
                <a:gd name="connsiteX0" fmla="*/ 103153 w 2283200"/>
                <a:gd name="connsiteY0" fmla="*/ 102339 h 1164455"/>
                <a:gd name="connsiteX1" fmla="*/ 119429 w 2283200"/>
                <a:gd name="connsiteY1" fmla="*/ 72499 h 1164455"/>
                <a:gd name="connsiteX2" fmla="*/ 1173610 w 2283200"/>
                <a:gd name="connsiteY2" fmla="*/ 72499 h 1164455"/>
                <a:gd name="connsiteX3" fmla="*/ 2172451 w 2283200"/>
                <a:gd name="connsiteY3" fmla="*/ 1071339 h 1164455"/>
                <a:gd name="connsiteX4" fmla="*/ 2180318 w 2283200"/>
                <a:gd name="connsiteY4" fmla="*/ 1146754 h 1164455"/>
                <a:gd name="connsiteX5" fmla="*/ 2265499 w 2283200"/>
                <a:gd name="connsiteY5" fmla="*/ 1146754 h 1164455"/>
                <a:gd name="connsiteX6" fmla="*/ 2265499 w 2283200"/>
                <a:gd name="connsiteY6" fmla="*/ 1061573 h 1164455"/>
                <a:gd name="connsiteX7" fmla="*/ 2190084 w 2283200"/>
                <a:gd name="connsiteY7" fmla="*/ 1053707 h 1164455"/>
                <a:gd name="connsiteX8" fmla="*/ 1183919 w 2283200"/>
                <a:gd name="connsiteY8" fmla="*/ 47541 h 1164455"/>
                <a:gd name="connsiteX9" fmla="*/ 119158 w 2283200"/>
                <a:gd name="connsiteY9" fmla="*/ 47541 h 1164455"/>
                <a:gd name="connsiteX10" fmla="*/ 102881 w 2283200"/>
                <a:gd name="connsiteY10" fmla="*/ 17701 h 1164455"/>
                <a:gd name="connsiteX11" fmla="*/ 17701 w 2283200"/>
                <a:gd name="connsiteY11" fmla="*/ 17701 h 1164455"/>
                <a:gd name="connsiteX12" fmla="*/ 17701 w 2283200"/>
                <a:gd name="connsiteY12" fmla="*/ 102882 h 1164455"/>
                <a:gd name="connsiteX13" fmla="*/ 102881 w 2283200"/>
                <a:gd name="connsiteY13" fmla="*/ 102882 h 116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3200" h="1164455">
                  <a:moveTo>
                    <a:pt x="103153" y="102339"/>
                  </a:moveTo>
                  <a:cubicBezTo>
                    <a:pt x="111562" y="93930"/>
                    <a:pt x="116988" y="83350"/>
                    <a:pt x="119429" y="72499"/>
                  </a:cubicBezTo>
                  <a:lnTo>
                    <a:pt x="1173610" y="72499"/>
                  </a:lnTo>
                  <a:cubicBezTo>
                    <a:pt x="1173610" y="72499"/>
                    <a:pt x="2172451" y="1071339"/>
                    <a:pt x="2172451" y="1071339"/>
                  </a:cubicBezTo>
                  <a:cubicBezTo>
                    <a:pt x="2157260" y="1094669"/>
                    <a:pt x="2159973" y="1126137"/>
                    <a:pt x="2180318" y="1146754"/>
                  </a:cubicBezTo>
                  <a:cubicBezTo>
                    <a:pt x="2203919" y="1170355"/>
                    <a:pt x="2241898" y="1170355"/>
                    <a:pt x="2265499" y="1146754"/>
                  </a:cubicBezTo>
                  <a:cubicBezTo>
                    <a:pt x="2289101" y="1123153"/>
                    <a:pt x="2289101" y="1085175"/>
                    <a:pt x="2265499" y="1061573"/>
                  </a:cubicBezTo>
                  <a:cubicBezTo>
                    <a:pt x="2245153" y="1041228"/>
                    <a:pt x="2213414" y="1038515"/>
                    <a:pt x="2190084" y="1053707"/>
                  </a:cubicBezTo>
                  <a:lnTo>
                    <a:pt x="1183919" y="47541"/>
                  </a:lnTo>
                  <a:lnTo>
                    <a:pt x="119158" y="47541"/>
                  </a:lnTo>
                  <a:cubicBezTo>
                    <a:pt x="116717" y="36690"/>
                    <a:pt x="111291" y="26110"/>
                    <a:pt x="102881" y="17701"/>
                  </a:cubicBezTo>
                  <a:cubicBezTo>
                    <a:pt x="79280" y="-5900"/>
                    <a:pt x="41030" y="-5900"/>
                    <a:pt x="17701" y="17701"/>
                  </a:cubicBezTo>
                  <a:cubicBezTo>
                    <a:pt x="-5900" y="41302"/>
                    <a:pt x="-5900" y="79281"/>
                    <a:pt x="17701" y="102882"/>
                  </a:cubicBezTo>
                  <a:cubicBezTo>
                    <a:pt x="41302" y="126483"/>
                    <a:pt x="79280" y="126483"/>
                    <a:pt x="102881" y="102882"/>
                  </a:cubicBez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7" name="Freeform: Shape 233">
              <a:extLst>
                <a:ext uri="{FF2B5EF4-FFF2-40B4-BE49-F238E27FC236}">
                  <a16:creationId xmlns:a16="http://schemas.microsoft.com/office/drawing/2014/main" id="{4D5BCE05-F604-1B19-9B91-DDB8E8462E4D}"/>
                </a:ext>
              </a:extLst>
            </p:cNvPr>
            <p:cNvSpPr/>
            <p:nvPr/>
          </p:nvSpPr>
          <p:spPr>
            <a:xfrm>
              <a:off x="9157405" y="8973789"/>
              <a:ext cx="2000413" cy="2343059"/>
            </a:xfrm>
            <a:custGeom>
              <a:avLst/>
              <a:gdLst>
                <a:gd name="connsiteX0" fmla="*/ 35809 w 2000461"/>
                <a:gd name="connsiteY0" fmla="*/ 2342813 h 2342812"/>
                <a:gd name="connsiteX1" fmla="*/ 593011 w 2000461"/>
                <a:gd name="connsiteY1" fmla="*/ 1785610 h 2342812"/>
                <a:gd name="connsiteX2" fmla="*/ 1223730 w 2000461"/>
                <a:gd name="connsiteY2" fmla="*/ 1785610 h 2342812"/>
                <a:gd name="connsiteX3" fmla="*/ 1952921 w 2000461"/>
                <a:gd name="connsiteY3" fmla="*/ 1056419 h 2342812"/>
                <a:gd name="connsiteX4" fmla="*/ 1952921 w 2000461"/>
                <a:gd name="connsiteY4" fmla="*/ 119158 h 2342812"/>
                <a:gd name="connsiteX5" fmla="*/ 1982761 w 2000461"/>
                <a:gd name="connsiteY5" fmla="*/ 102881 h 2342812"/>
                <a:gd name="connsiteX6" fmla="*/ 1982761 w 2000461"/>
                <a:gd name="connsiteY6" fmla="*/ 17701 h 2342812"/>
                <a:gd name="connsiteX7" fmla="*/ 1897581 w 2000461"/>
                <a:gd name="connsiteY7" fmla="*/ 17701 h 2342812"/>
                <a:gd name="connsiteX8" fmla="*/ 1897581 w 2000461"/>
                <a:gd name="connsiteY8" fmla="*/ 102881 h 2342812"/>
                <a:gd name="connsiteX9" fmla="*/ 1927421 w 2000461"/>
                <a:gd name="connsiteY9" fmla="*/ 119158 h 2342812"/>
                <a:gd name="connsiteX10" fmla="*/ 1927421 w 2000461"/>
                <a:gd name="connsiteY10" fmla="*/ 1045839 h 2342812"/>
                <a:gd name="connsiteX11" fmla="*/ 1213149 w 2000461"/>
                <a:gd name="connsiteY11" fmla="*/ 1760111 h 2342812"/>
                <a:gd name="connsiteX12" fmla="*/ 582431 w 2000461"/>
                <a:gd name="connsiteY12" fmla="*/ 1760111 h 2342812"/>
                <a:gd name="connsiteX13" fmla="*/ 0 w 2000461"/>
                <a:gd name="connsiteY13" fmla="*/ 2342542 h 2342812"/>
                <a:gd name="connsiteX14" fmla="*/ 35809 w 2000461"/>
                <a:gd name="connsiteY14" fmla="*/ 2342542 h 234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00461" h="2342812">
                  <a:moveTo>
                    <a:pt x="35809" y="2342813"/>
                  </a:moveTo>
                  <a:lnTo>
                    <a:pt x="593011" y="1785610"/>
                  </a:lnTo>
                  <a:lnTo>
                    <a:pt x="1223730" y="1785610"/>
                  </a:lnTo>
                  <a:lnTo>
                    <a:pt x="1952921" y="1056419"/>
                  </a:lnTo>
                  <a:lnTo>
                    <a:pt x="1952921" y="119158"/>
                  </a:lnTo>
                  <a:cubicBezTo>
                    <a:pt x="1963772" y="116717"/>
                    <a:pt x="1974352" y="111291"/>
                    <a:pt x="1982761" y="102881"/>
                  </a:cubicBezTo>
                  <a:cubicBezTo>
                    <a:pt x="2006362" y="79280"/>
                    <a:pt x="2006362" y="41302"/>
                    <a:pt x="1982761" y="17701"/>
                  </a:cubicBezTo>
                  <a:cubicBezTo>
                    <a:pt x="1959160" y="-5900"/>
                    <a:pt x="1921182" y="-5900"/>
                    <a:pt x="1897581" y="17701"/>
                  </a:cubicBezTo>
                  <a:cubicBezTo>
                    <a:pt x="1873980" y="41302"/>
                    <a:pt x="1873980" y="79280"/>
                    <a:pt x="1897581" y="102881"/>
                  </a:cubicBezTo>
                  <a:cubicBezTo>
                    <a:pt x="1905990" y="111291"/>
                    <a:pt x="1916570" y="116717"/>
                    <a:pt x="1927421" y="119158"/>
                  </a:cubicBezTo>
                  <a:lnTo>
                    <a:pt x="1927421" y="1045839"/>
                  </a:lnTo>
                  <a:lnTo>
                    <a:pt x="1213149" y="1760111"/>
                  </a:lnTo>
                  <a:lnTo>
                    <a:pt x="582431" y="1760111"/>
                  </a:lnTo>
                  <a:lnTo>
                    <a:pt x="0" y="2342542"/>
                  </a:lnTo>
                  <a:lnTo>
                    <a:pt x="35809" y="2342542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8" name="Freeform: Shape 234">
              <a:extLst>
                <a:ext uri="{FF2B5EF4-FFF2-40B4-BE49-F238E27FC236}">
                  <a16:creationId xmlns:a16="http://schemas.microsoft.com/office/drawing/2014/main" id="{94903F2B-DFD4-3E55-EFD5-A267197EE912}"/>
                </a:ext>
              </a:extLst>
            </p:cNvPr>
            <p:cNvSpPr/>
            <p:nvPr/>
          </p:nvSpPr>
          <p:spPr>
            <a:xfrm>
              <a:off x="11608705" y="4514674"/>
              <a:ext cx="447711" cy="476231"/>
            </a:xfrm>
            <a:custGeom>
              <a:avLst/>
              <a:gdLst>
                <a:gd name="connsiteX0" fmla="*/ 447674 w 447673"/>
                <a:gd name="connsiteY0" fmla="*/ 418919 h 476429"/>
                <a:gd name="connsiteX1" fmla="*/ 177482 w 447673"/>
                <a:gd name="connsiteY1" fmla="*/ 148727 h 476429"/>
                <a:gd name="connsiteX2" fmla="*/ 164732 w 447673"/>
                <a:gd name="connsiteY2" fmla="*/ 28281 h 476429"/>
                <a:gd name="connsiteX3" fmla="*/ 28280 w 447673"/>
                <a:gd name="connsiteY3" fmla="*/ 28281 h 476429"/>
                <a:gd name="connsiteX4" fmla="*/ 28280 w 447673"/>
                <a:gd name="connsiteY4" fmla="*/ 164733 h 476429"/>
                <a:gd name="connsiteX5" fmla="*/ 148727 w 447673"/>
                <a:gd name="connsiteY5" fmla="*/ 177483 h 476429"/>
                <a:gd name="connsiteX6" fmla="*/ 447674 w 447673"/>
                <a:gd name="connsiteY6" fmla="*/ 476429 h 476429"/>
                <a:gd name="connsiteX7" fmla="*/ 447674 w 447673"/>
                <a:gd name="connsiteY7" fmla="*/ 419190 h 47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7673" h="476429">
                  <a:moveTo>
                    <a:pt x="447674" y="418919"/>
                  </a:moveTo>
                  <a:lnTo>
                    <a:pt x="177482" y="148727"/>
                  </a:lnTo>
                  <a:cubicBezTo>
                    <a:pt x="201626" y="111291"/>
                    <a:pt x="197557" y="60834"/>
                    <a:pt x="164732" y="28281"/>
                  </a:cubicBezTo>
                  <a:cubicBezTo>
                    <a:pt x="127025" y="-9427"/>
                    <a:pt x="65988" y="-9427"/>
                    <a:pt x="28280" y="28281"/>
                  </a:cubicBezTo>
                  <a:cubicBezTo>
                    <a:pt x="-9427" y="65988"/>
                    <a:pt x="-9427" y="127025"/>
                    <a:pt x="28280" y="164733"/>
                  </a:cubicBezTo>
                  <a:cubicBezTo>
                    <a:pt x="61105" y="197557"/>
                    <a:pt x="111562" y="201626"/>
                    <a:pt x="148727" y="177483"/>
                  </a:cubicBezTo>
                  <a:lnTo>
                    <a:pt x="447674" y="476429"/>
                  </a:lnTo>
                  <a:lnTo>
                    <a:pt x="447674" y="41919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29" name="Freeform: Shape 235">
              <a:extLst>
                <a:ext uri="{FF2B5EF4-FFF2-40B4-BE49-F238E27FC236}">
                  <a16:creationId xmlns:a16="http://schemas.microsoft.com/office/drawing/2014/main" id="{C05B1F60-45AC-59E9-01A3-C4950993DE5A}"/>
                </a:ext>
              </a:extLst>
            </p:cNvPr>
            <p:cNvSpPr/>
            <p:nvPr/>
          </p:nvSpPr>
          <p:spPr>
            <a:xfrm>
              <a:off x="11337219" y="4967095"/>
              <a:ext cx="719197" cy="747683"/>
            </a:xfrm>
            <a:custGeom>
              <a:avLst/>
              <a:gdLst>
                <a:gd name="connsiteX0" fmla="*/ 719425 w 719425"/>
                <a:gd name="connsiteY0" fmla="*/ 690670 h 747909"/>
                <a:gd name="connsiteX1" fmla="*/ 28755 w 719425"/>
                <a:gd name="connsiteY1" fmla="*/ 0 h 747909"/>
                <a:gd name="connsiteX2" fmla="*/ 0 w 719425"/>
                <a:gd name="connsiteY2" fmla="*/ 28484 h 747909"/>
                <a:gd name="connsiteX3" fmla="*/ 719425 w 719425"/>
                <a:gd name="connsiteY3" fmla="*/ 747910 h 747909"/>
                <a:gd name="connsiteX4" fmla="*/ 719425 w 719425"/>
                <a:gd name="connsiteY4" fmla="*/ 690670 h 7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425" h="747909">
                  <a:moveTo>
                    <a:pt x="719425" y="690670"/>
                  </a:moveTo>
                  <a:lnTo>
                    <a:pt x="28755" y="0"/>
                  </a:lnTo>
                  <a:lnTo>
                    <a:pt x="0" y="28484"/>
                  </a:lnTo>
                  <a:lnTo>
                    <a:pt x="719425" y="747910"/>
                  </a:lnTo>
                  <a:lnTo>
                    <a:pt x="719425" y="69067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0" name="Freeform: Shape 236">
              <a:extLst>
                <a:ext uri="{FF2B5EF4-FFF2-40B4-BE49-F238E27FC236}">
                  <a16:creationId xmlns:a16="http://schemas.microsoft.com/office/drawing/2014/main" id="{1FE9E6DC-D8F9-641E-485F-C83C71F0FCF4}"/>
                </a:ext>
              </a:extLst>
            </p:cNvPr>
            <p:cNvSpPr/>
            <p:nvPr/>
          </p:nvSpPr>
          <p:spPr>
            <a:xfrm>
              <a:off x="10894271" y="5964006"/>
              <a:ext cx="1162145" cy="39685"/>
            </a:xfrm>
            <a:custGeom>
              <a:avLst/>
              <a:gdLst>
                <a:gd name="connsiteX0" fmla="*/ 0 w 1161877"/>
                <a:gd name="connsiteY0" fmla="*/ 0 h 40420"/>
                <a:gd name="connsiteX1" fmla="*/ 1161879 w 1161877"/>
                <a:gd name="connsiteY1" fmla="*/ 0 h 40420"/>
                <a:gd name="connsiteX2" fmla="*/ 1161879 w 1161877"/>
                <a:gd name="connsiteY2" fmla="*/ 40420 h 40420"/>
                <a:gd name="connsiteX3" fmla="*/ 1 w 1161877"/>
                <a:gd name="connsiteY3" fmla="*/ 40420 h 40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877" h="40420">
                  <a:moveTo>
                    <a:pt x="0" y="0"/>
                  </a:moveTo>
                  <a:lnTo>
                    <a:pt x="1161879" y="0"/>
                  </a:lnTo>
                  <a:lnTo>
                    <a:pt x="1161879" y="40420"/>
                  </a:lnTo>
                  <a:lnTo>
                    <a:pt x="1" y="4042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1" name="Freeform: Shape 237">
              <a:extLst>
                <a:ext uri="{FF2B5EF4-FFF2-40B4-BE49-F238E27FC236}">
                  <a16:creationId xmlns:a16="http://schemas.microsoft.com/office/drawing/2014/main" id="{0E0FD855-A0BF-9FE0-0EDB-6B9B5A9E809A}"/>
                </a:ext>
              </a:extLst>
            </p:cNvPr>
            <p:cNvSpPr/>
            <p:nvPr/>
          </p:nvSpPr>
          <p:spPr>
            <a:xfrm>
              <a:off x="11337219" y="7262531"/>
              <a:ext cx="719197" cy="747683"/>
            </a:xfrm>
            <a:custGeom>
              <a:avLst/>
              <a:gdLst>
                <a:gd name="connsiteX0" fmla="*/ 719425 w 719425"/>
                <a:gd name="connsiteY0" fmla="*/ 0 h 747638"/>
                <a:gd name="connsiteX1" fmla="*/ 0 w 719425"/>
                <a:gd name="connsiteY1" fmla="*/ 719154 h 747638"/>
                <a:gd name="connsiteX2" fmla="*/ 28755 w 719425"/>
                <a:gd name="connsiteY2" fmla="*/ 747638 h 747638"/>
                <a:gd name="connsiteX3" fmla="*/ 719425 w 719425"/>
                <a:gd name="connsiteY3" fmla="*/ 57239 h 747638"/>
                <a:gd name="connsiteX4" fmla="*/ 719425 w 719425"/>
                <a:gd name="connsiteY4" fmla="*/ 0 h 74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425" h="747638">
                  <a:moveTo>
                    <a:pt x="719425" y="0"/>
                  </a:moveTo>
                  <a:lnTo>
                    <a:pt x="0" y="719154"/>
                  </a:lnTo>
                  <a:lnTo>
                    <a:pt x="28755" y="747638"/>
                  </a:lnTo>
                  <a:lnTo>
                    <a:pt x="719425" y="57239"/>
                  </a:lnTo>
                  <a:lnTo>
                    <a:pt x="719425" y="0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2" name="Freeform: Shape 238">
              <a:extLst>
                <a:ext uri="{FF2B5EF4-FFF2-40B4-BE49-F238E27FC236}">
                  <a16:creationId xmlns:a16="http://schemas.microsoft.com/office/drawing/2014/main" id="{B74DBED2-CDE3-5A84-93BB-AA78F55116BB}"/>
                </a:ext>
              </a:extLst>
            </p:cNvPr>
            <p:cNvSpPr/>
            <p:nvPr/>
          </p:nvSpPr>
          <p:spPr>
            <a:xfrm>
              <a:off x="10868869" y="5243309"/>
              <a:ext cx="1187547" cy="476231"/>
            </a:xfrm>
            <a:custGeom>
              <a:avLst/>
              <a:gdLst>
                <a:gd name="connsiteX0" fmla="*/ 1187717 w 1187716"/>
                <a:gd name="connsiteY0" fmla="*/ 436552 h 477243"/>
                <a:gd name="connsiteX1" fmla="*/ 465307 w 1187716"/>
                <a:gd name="connsiteY1" fmla="*/ 436552 h 477243"/>
                <a:gd name="connsiteX2" fmla="*/ 177482 w 1187716"/>
                <a:gd name="connsiteY2" fmla="*/ 148727 h 477243"/>
                <a:gd name="connsiteX3" fmla="*/ 164732 w 1187716"/>
                <a:gd name="connsiteY3" fmla="*/ 28281 h 477243"/>
                <a:gd name="connsiteX4" fmla="*/ 28280 w 1187716"/>
                <a:gd name="connsiteY4" fmla="*/ 28281 h 477243"/>
                <a:gd name="connsiteX5" fmla="*/ 28280 w 1187716"/>
                <a:gd name="connsiteY5" fmla="*/ 164733 h 477243"/>
                <a:gd name="connsiteX6" fmla="*/ 148727 w 1187716"/>
                <a:gd name="connsiteY6" fmla="*/ 177483 h 477243"/>
                <a:gd name="connsiteX7" fmla="*/ 448488 w 1187716"/>
                <a:gd name="connsiteY7" fmla="*/ 477244 h 477243"/>
                <a:gd name="connsiteX8" fmla="*/ 1187717 w 1187716"/>
                <a:gd name="connsiteY8" fmla="*/ 477244 h 477243"/>
                <a:gd name="connsiteX9" fmla="*/ 1187717 w 1187716"/>
                <a:gd name="connsiteY9" fmla="*/ 436823 h 477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87716" h="477243">
                  <a:moveTo>
                    <a:pt x="1187717" y="436552"/>
                  </a:moveTo>
                  <a:lnTo>
                    <a:pt x="465307" y="436552"/>
                  </a:lnTo>
                  <a:cubicBezTo>
                    <a:pt x="465307" y="436552"/>
                    <a:pt x="177482" y="148727"/>
                    <a:pt x="177482" y="148727"/>
                  </a:cubicBezTo>
                  <a:cubicBezTo>
                    <a:pt x="201626" y="111291"/>
                    <a:pt x="197557" y="60834"/>
                    <a:pt x="164732" y="28281"/>
                  </a:cubicBezTo>
                  <a:cubicBezTo>
                    <a:pt x="127025" y="-9427"/>
                    <a:pt x="65988" y="-9427"/>
                    <a:pt x="28280" y="28281"/>
                  </a:cubicBezTo>
                  <a:cubicBezTo>
                    <a:pt x="-9427" y="65988"/>
                    <a:pt x="-9427" y="127025"/>
                    <a:pt x="28280" y="164733"/>
                  </a:cubicBezTo>
                  <a:cubicBezTo>
                    <a:pt x="61105" y="197557"/>
                    <a:pt x="111562" y="201626"/>
                    <a:pt x="148727" y="177483"/>
                  </a:cubicBezTo>
                  <a:lnTo>
                    <a:pt x="448488" y="477244"/>
                  </a:lnTo>
                  <a:lnTo>
                    <a:pt x="1187717" y="477244"/>
                  </a:lnTo>
                  <a:lnTo>
                    <a:pt x="1187717" y="436823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33" name="Freeform: Shape 239">
              <a:extLst>
                <a:ext uri="{FF2B5EF4-FFF2-40B4-BE49-F238E27FC236}">
                  <a16:creationId xmlns:a16="http://schemas.microsoft.com/office/drawing/2014/main" id="{4D0E0724-4140-4016-882D-EFE725086ACD}"/>
                </a:ext>
              </a:extLst>
            </p:cNvPr>
            <p:cNvSpPr/>
            <p:nvPr/>
          </p:nvSpPr>
          <p:spPr>
            <a:xfrm>
              <a:off x="11100663" y="6191009"/>
              <a:ext cx="955753" cy="477819"/>
            </a:xfrm>
            <a:custGeom>
              <a:avLst/>
              <a:gdLst>
                <a:gd name="connsiteX0" fmla="*/ 956046 w 956045"/>
                <a:gd name="connsiteY0" fmla="*/ 436552 h 477243"/>
                <a:gd name="connsiteX1" fmla="*/ 465307 w 956045"/>
                <a:gd name="connsiteY1" fmla="*/ 436552 h 477243"/>
                <a:gd name="connsiteX2" fmla="*/ 177482 w 956045"/>
                <a:gd name="connsiteY2" fmla="*/ 148727 h 477243"/>
                <a:gd name="connsiteX3" fmla="*/ 164732 w 956045"/>
                <a:gd name="connsiteY3" fmla="*/ 28281 h 477243"/>
                <a:gd name="connsiteX4" fmla="*/ 28280 w 956045"/>
                <a:gd name="connsiteY4" fmla="*/ 28281 h 477243"/>
                <a:gd name="connsiteX5" fmla="*/ 28280 w 956045"/>
                <a:gd name="connsiteY5" fmla="*/ 164733 h 477243"/>
                <a:gd name="connsiteX6" fmla="*/ 148727 w 956045"/>
                <a:gd name="connsiteY6" fmla="*/ 177483 h 477243"/>
                <a:gd name="connsiteX7" fmla="*/ 448488 w 956045"/>
                <a:gd name="connsiteY7" fmla="*/ 477244 h 477243"/>
                <a:gd name="connsiteX8" fmla="*/ 955776 w 956045"/>
                <a:gd name="connsiteY8" fmla="*/ 477244 h 477243"/>
                <a:gd name="connsiteX9" fmla="*/ 955776 w 956045"/>
                <a:gd name="connsiteY9" fmla="*/ 436823 h 477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045" h="477243">
                  <a:moveTo>
                    <a:pt x="956046" y="436552"/>
                  </a:moveTo>
                  <a:lnTo>
                    <a:pt x="465307" y="436552"/>
                  </a:lnTo>
                  <a:cubicBezTo>
                    <a:pt x="465307" y="436552"/>
                    <a:pt x="177482" y="148727"/>
                    <a:pt x="177482" y="148727"/>
                  </a:cubicBezTo>
                  <a:cubicBezTo>
                    <a:pt x="201626" y="111291"/>
                    <a:pt x="197557" y="60834"/>
                    <a:pt x="164732" y="28281"/>
                  </a:cubicBezTo>
                  <a:cubicBezTo>
                    <a:pt x="127025" y="-9427"/>
                    <a:pt x="65988" y="-9427"/>
                    <a:pt x="28280" y="28281"/>
                  </a:cubicBezTo>
                  <a:cubicBezTo>
                    <a:pt x="-9427" y="65988"/>
                    <a:pt x="-9427" y="127025"/>
                    <a:pt x="28280" y="164733"/>
                  </a:cubicBezTo>
                  <a:cubicBezTo>
                    <a:pt x="61105" y="197557"/>
                    <a:pt x="111562" y="201626"/>
                    <a:pt x="148727" y="177483"/>
                  </a:cubicBezTo>
                  <a:lnTo>
                    <a:pt x="448488" y="477244"/>
                  </a:lnTo>
                  <a:lnTo>
                    <a:pt x="955776" y="477244"/>
                  </a:lnTo>
                  <a:lnTo>
                    <a:pt x="955776" y="436823"/>
                  </a:lnTo>
                  <a:close/>
                </a:path>
              </a:pathLst>
            </a:custGeom>
            <a:solidFill>
              <a:srgbClr val="FFFFFF"/>
            </a:solidFill>
            <a:ln w="27107" cap="flat">
              <a:noFill/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74000"/>
                </a:prstClr>
              </a:outerShdw>
            </a:effectLst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F397366-5E1B-5741-DCF4-73B306A63AB8}"/>
              </a:ext>
            </a:extLst>
          </p:cNvPr>
          <p:cNvSpPr/>
          <p:nvPr/>
        </p:nvSpPr>
        <p:spPr>
          <a:xfrm rot="5400000">
            <a:off x="4371071" y="-4397373"/>
            <a:ext cx="11309350" cy="20104100"/>
          </a:xfrm>
          <a:prstGeom prst="rect">
            <a:avLst/>
          </a:prstGeom>
          <a:gradFill flip="none" rotWithShape="1">
            <a:gsLst>
              <a:gs pos="27000">
                <a:srgbClr val="004331">
                  <a:alpha val="0"/>
                </a:srgbClr>
              </a:gs>
              <a:gs pos="51000">
                <a:srgbClr val="00433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pic>
        <p:nvPicPr>
          <p:cNvPr id="35" name="object 5">
            <a:extLst>
              <a:ext uri="{FF2B5EF4-FFF2-40B4-BE49-F238E27FC236}">
                <a16:creationId xmlns:a16="http://schemas.microsoft.com/office/drawing/2014/main" id="{EBE921EB-797D-9202-7B85-85DAEAA84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525" y="4143375"/>
            <a:ext cx="582295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080510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841E0E1-DDD4-4592-5794-86A311AF1D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1674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3DB531-3C70-392D-6432-4F3094A4BB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51368962-EF9D-7B3B-89CF-6492CBCFCC9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BFF64EFF-251D-629C-ADD1-4A418299EE9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0104100" cy="11309350"/>
            <a:chOff x="0" y="0"/>
            <a:chExt cx="20104100" cy="11309350"/>
          </a:xfrm>
        </p:grpSpPr>
        <p:sp>
          <p:nvSpPr>
            <p:cNvPr id="5" name="Slide edges">
              <a:extLst>
                <a:ext uri="{FF2B5EF4-FFF2-40B4-BE49-F238E27FC236}">
                  <a16:creationId xmlns:a16="http://schemas.microsoft.com/office/drawing/2014/main" id="{8FFAA80F-89BB-41FC-A17D-FDA21CFA4A79}"/>
                </a:ext>
              </a:extLst>
            </p:cNvPr>
            <p:cNvSpPr/>
            <p:nvPr/>
          </p:nvSpPr>
          <p:spPr bwMode="auto">
            <a:xfrm>
              <a:off x="0" y="0"/>
              <a:ext cx="20104100" cy="1130935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E6F73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7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1">
                <a:solidFill>
                  <a:srgbClr val="575757"/>
                </a:solidFill>
              </a:endParaRPr>
            </a:p>
          </p:txBody>
        </p:sp>
        <p:sp>
          <p:nvSpPr>
            <p:cNvPr id="6" name="myWhite">
              <a:extLst>
                <a:ext uri="{FF2B5EF4-FFF2-40B4-BE49-F238E27FC236}">
                  <a16:creationId xmlns:a16="http://schemas.microsoft.com/office/drawing/2014/main" id="{0873C7B4-25D0-718A-626C-528EEFA490C4}"/>
                </a:ext>
              </a:extLst>
            </p:cNvPr>
            <p:cNvSpPr/>
            <p:nvPr/>
          </p:nvSpPr>
          <p:spPr>
            <a:xfrm>
              <a:off x="1143000" y="633413"/>
              <a:ext cx="17818100" cy="9180512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1">
                <a:solidFill>
                  <a:srgbClr val="FFFFFF"/>
                </a:solidFill>
              </a:endParaRPr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2144EF5A-8C97-F76D-7D54-C7229ED0A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33413"/>
              <a:ext cx="20104100" cy="9181207"/>
              <a:chOff x="0" y="633413"/>
              <a:chExt cx="20104100" cy="918120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27AEB64-0A69-559E-5F25-D5E0BAA27CBC}"/>
                  </a:ext>
                </a:extLst>
              </p:cNvPr>
              <p:cNvCxnSpPr/>
              <p:nvPr/>
            </p:nvCxnSpPr>
            <p:spPr>
              <a:xfrm>
                <a:off x="0" y="63341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3346071-3513-CBA7-7118-94E3FB6AD8F5}"/>
                  </a:ext>
                </a:extLst>
              </p:cNvPr>
              <p:cNvCxnSpPr/>
              <p:nvPr/>
            </p:nvCxnSpPr>
            <p:spPr>
              <a:xfrm>
                <a:off x="0" y="111601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B374DAC-7E18-97F5-9EB0-9FDE1F67D0B0}"/>
                  </a:ext>
                </a:extLst>
              </p:cNvPr>
              <p:cNvCxnSpPr/>
              <p:nvPr/>
            </p:nvCxnSpPr>
            <p:spPr>
              <a:xfrm>
                <a:off x="0" y="1600200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CC0E827-90C5-4930-BF1F-A39C0CA98607}"/>
                  </a:ext>
                </a:extLst>
              </p:cNvPr>
              <p:cNvCxnSpPr/>
              <p:nvPr/>
            </p:nvCxnSpPr>
            <p:spPr>
              <a:xfrm>
                <a:off x="0" y="208438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CC544EC-3DA5-04C1-4D45-EDC875069475}"/>
                  </a:ext>
                </a:extLst>
              </p:cNvPr>
              <p:cNvCxnSpPr/>
              <p:nvPr/>
            </p:nvCxnSpPr>
            <p:spPr>
              <a:xfrm>
                <a:off x="0" y="2565400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EAC35E3-2982-06D3-D0FC-D5D3EE75E2D6}"/>
                  </a:ext>
                </a:extLst>
              </p:cNvPr>
              <p:cNvCxnSpPr/>
              <p:nvPr/>
            </p:nvCxnSpPr>
            <p:spPr>
              <a:xfrm>
                <a:off x="0" y="304958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813CDDC-C634-7CE7-DF22-E7E0B089F7E9}"/>
                  </a:ext>
                </a:extLst>
              </p:cNvPr>
              <p:cNvCxnSpPr/>
              <p:nvPr/>
            </p:nvCxnSpPr>
            <p:spPr>
              <a:xfrm>
                <a:off x="0" y="353218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5FA610A-71E7-F555-E17B-C6E916B45736}"/>
                  </a:ext>
                </a:extLst>
              </p:cNvPr>
              <p:cNvCxnSpPr/>
              <p:nvPr/>
            </p:nvCxnSpPr>
            <p:spPr>
              <a:xfrm>
                <a:off x="0" y="401637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D11EFF7-D087-0754-B447-FFB00E341267}"/>
                  </a:ext>
                </a:extLst>
              </p:cNvPr>
              <p:cNvCxnSpPr/>
              <p:nvPr/>
            </p:nvCxnSpPr>
            <p:spPr>
              <a:xfrm>
                <a:off x="0" y="449897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C190DD0-BFC1-4291-2910-58A309BC3C91}"/>
                  </a:ext>
                </a:extLst>
              </p:cNvPr>
              <p:cNvCxnSpPr/>
              <p:nvPr/>
            </p:nvCxnSpPr>
            <p:spPr>
              <a:xfrm>
                <a:off x="0" y="498157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53F0E5D-A303-DD61-9911-81071EE992E3}"/>
                  </a:ext>
                </a:extLst>
              </p:cNvPr>
              <p:cNvCxnSpPr/>
              <p:nvPr/>
            </p:nvCxnSpPr>
            <p:spPr>
              <a:xfrm>
                <a:off x="0" y="546576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E5FAC64-45F4-F265-8ACB-B3A010E2126D}"/>
                  </a:ext>
                </a:extLst>
              </p:cNvPr>
              <p:cNvCxnSpPr/>
              <p:nvPr/>
            </p:nvCxnSpPr>
            <p:spPr>
              <a:xfrm>
                <a:off x="0" y="594836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772C239-A077-A2C4-8611-4764663B27F5}"/>
                  </a:ext>
                </a:extLst>
              </p:cNvPr>
              <p:cNvCxnSpPr/>
              <p:nvPr/>
            </p:nvCxnSpPr>
            <p:spPr>
              <a:xfrm>
                <a:off x="0" y="643096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3C9E096A-4E5D-D32A-7F18-5F93C40F0F8A}"/>
                  </a:ext>
                </a:extLst>
              </p:cNvPr>
              <p:cNvCxnSpPr/>
              <p:nvPr/>
            </p:nvCxnSpPr>
            <p:spPr>
              <a:xfrm>
                <a:off x="0" y="6915150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A43FA2B-5686-6EC6-8ED3-98D0A6888FC5}"/>
                  </a:ext>
                </a:extLst>
              </p:cNvPr>
              <p:cNvCxnSpPr/>
              <p:nvPr/>
            </p:nvCxnSpPr>
            <p:spPr>
              <a:xfrm>
                <a:off x="0" y="7397750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5E7A346-456A-5B79-9A7D-035D122B86F9}"/>
                  </a:ext>
                </a:extLst>
              </p:cNvPr>
              <p:cNvCxnSpPr/>
              <p:nvPr/>
            </p:nvCxnSpPr>
            <p:spPr>
              <a:xfrm>
                <a:off x="0" y="788193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8415889-7938-269C-CDFF-756BA57428B3}"/>
                  </a:ext>
                </a:extLst>
              </p:cNvPr>
              <p:cNvCxnSpPr/>
              <p:nvPr/>
            </p:nvCxnSpPr>
            <p:spPr>
              <a:xfrm>
                <a:off x="0" y="836453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923C79B-FC0E-7BEF-EEDD-F3091FA610BA}"/>
                  </a:ext>
                </a:extLst>
              </p:cNvPr>
              <p:cNvCxnSpPr/>
              <p:nvPr/>
            </p:nvCxnSpPr>
            <p:spPr>
              <a:xfrm>
                <a:off x="0" y="884713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76A7FA-90D4-38B7-31E5-ADEEE75EC62E}"/>
                  </a:ext>
                </a:extLst>
              </p:cNvPr>
              <p:cNvCxnSpPr/>
              <p:nvPr/>
            </p:nvCxnSpPr>
            <p:spPr>
              <a:xfrm>
                <a:off x="0" y="933132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DA7C4A1-82C5-8B62-73EB-C25CC661F7BB}"/>
                  </a:ext>
                </a:extLst>
              </p:cNvPr>
              <p:cNvCxnSpPr/>
              <p:nvPr/>
            </p:nvCxnSpPr>
            <p:spPr>
              <a:xfrm>
                <a:off x="0" y="981392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Footnote measure">
              <a:extLst>
                <a:ext uri="{FF2B5EF4-FFF2-40B4-BE49-F238E27FC236}">
                  <a16:creationId xmlns:a16="http://schemas.microsoft.com/office/drawing/2014/main" id="{C73EEE45-4C83-8795-8561-7B77C0464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10136188"/>
              <a:ext cx="17818100" cy="747712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/>
            </a:p>
          </p:txBody>
        </p:sp>
        <p:sp>
          <p:nvSpPr>
            <p:cNvPr id="9" name="Whitespace measure">
              <a:extLst>
                <a:ext uri="{FF2B5EF4-FFF2-40B4-BE49-F238E27FC236}">
                  <a16:creationId xmlns:a16="http://schemas.microsoft.com/office/drawing/2014/main" id="{040E77EF-C8D1-18CE-634B-06D46934A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084388"/>
              <a:ext cx="17818100" cy="1439862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/>
            </a:p>
          </p:txBody>
        </p:sp>
        <p:grpSp>
          <p:nvGrpSpPr>
            <p:cNvPr id="10" name="Five column measure">
              <a:extLst>
                <a:ext uri="{FF2B5EF4-FFF2-40B4-BE49-F238E27FC236}">
                  <a16:creationId xmlns:a16="http://schemas.microsoft.com/office/drawing/2014/main" id="{0240937F-AC88-898D-B327-074CA07FB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2365" y="9573017"/>
              <a:ext cx="17819369" cy="79536"/>
              <a:chOff x="629400" y="5975122"/>
              <a:chExt cx="10933200" cy="7953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74F082E-4845-7A72-235B-9B6C0403B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754" y="5974730"/>
                <a:ext cx="1929537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8A04A11-0BC4-1A53-B28F-880EDEC23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5856" y="5974730"/>
                <a:ext cx="1936355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EABE63A-C819-C049-A718-AADA03E66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1969" y="5974730"/>
                <a:ext cx="1936355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39E0896-4C99-E61E-7C66-CB49297EF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7823" y="5974730"/>
                <a:ext cx="1927590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79A1814-1A2E-3740-97CF-410C83CB6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790" y="5974730"/>
                <a:ext cx="1933434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</p:grpSp>
        <p:sp>
          <p:nvSpPr>
            <p:cNvPr id="11" name="Live area">
              <a:extLst>
                <a:ext uri="{FF2B5EF4-FFF2-40B4-BE49-F238E27FC236}">
                  <a16:creationId xmlns:a16="http://schemas.microsoft.com/office/drawing/2014/main" id="{F79C6815-FE73-2427-5DF1-E6BD732C962C}"/>
                </a:ext>
              </a:extLst>
            </p:cNvPr>
            <p:cNvSpPr/>
            <p:nvPr/>
          </p:nvSpPr>
          <p:spPr>
            <a:xfrm>
              <a:off x="1143000" y="3524250"/>
              <a:ext cx="17818100" cy="6289675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endParaRPr lang="en-US" sz="1201">
                <a:solidFill>
                  <a:schemeClr val="bg1"/>
                </a:solidFill>
              </a:endParaRPr>
            </a:p>
          </p:txBody>
        </p:sp>
        <p:grpSp>
          <p:nvGrpSpPr>
            <p:cNvPr id="12" name="Group 15">
              <a:extLst>
                <a:ext uri="{FF2B5EF4-FFF2-40B4-BE49-F238E27FC236}">
                  <a16:creationId xmlns:a16="http://schemas.microsoft.com/office/drawing/2014/main" id="{01E9997F-DAD1-EB62-91A5-40BECBDF80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2365" y="633413"/>
              <a:ext cx="17819371" cy="9181207"/>
              <a:chOff x="1142365" y="633413"/>
              <a:chExt cx="17819371" cy="9181207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51C498-115A-695E-CAD4-706DD6977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41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8C88A95-0AF0-35B0-638A-4F2A74AFF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89100" y="633413"/>
                <a:ext cx="468313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295B25E-394E-E2C5-77FD-8510C4416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5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2FC3A6E-C06A-5759-BC7B-66B6BB9FF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13100" y="633413"/>
                <a:ext cx="468313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5F77638-7BD3-8F49-ACC1-2EA30265B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7100" y="633413"/>
                <a:ext cx="468313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5B4BA09-CB3B-D0B7-F30D-1D0C0A2ED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17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DB69B52-C7C4-27AC-20AF-DE4B56E05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8688" y="633413"/>
                <a:ext cx="468312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953F7A-7860-1B00-06A3-78469F08D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2688" y="633413"/>
                <a:ext cx="468312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E3DF2A0-D3BF-BF47-E7AB-2B0900671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688" y="633413"/>
                <a:ext cx="468312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AF33B00-D4EE-D89E-2375-E23E199D5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69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E8B9274-5B74-54F7-01CE-20E979664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93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9BE2370-D24F-E102-2E0E-519FB1223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633413"/>
                <a:ext cx="469900" cy="9180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2F943AD-BA20-F725-6C30-4E1EA18BE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91200" y="633413"/>
                <a:ext cx="469900" cy="9180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</p:grpSp>
        <p:sp>
          <p:nvSpPr>
            <p:cNvPr id="13" name="Footnote example">
              <a:extLst>
                <a:ext uri="{FF2B5EF4-FFF2-40B4-BE49-F238E27FC236}">
                  <a16:creationId xmlns:a16="http://schemas.microsoft.com/office/drawing/2014/main" id="{A22A4C3B-C2E3-CEB5-7ACF-0A0E86F26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600" y="10134600"/>
              <a:ext cx="15682913" cy="749300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lIns="0" tIns="0" rIns="0" bIns="0" anchor="b">
              <a:spAutoFit/>
            </a:bodyPr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1">
                  <a:solidFill>
                    <a:srgbClr val="A6A6A6"/>
                  </a:solidFill>
                </a:rPr>
                <a:t>1. xxxx  2. xxxx  3. xxxx</a:t>
              </a:r>
            </a:p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1">
                  <a:solidFill>
                    <a:srgbClr val="A6A6A6"/>
                  </a:solidFill>
                </a:rPr>
                <a:t>Note: List footnotes in numerical order. Footnote numbers are not bracketed. Use 18pt font. Do not put a period at the end of the note or the source</a:t>
              </a:r>
            </a:p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1">
                  <a:solidFill>
                    <a:srgbClr val="A6A6A6"/>
                  </a:solidFill>
                </a:rPr>
                <a:t>Source: Include a source for every chart that you use. Separate sources with a semicolon; BCG-related sources go at the end</a:t>
              </a:r>
            </a:p>
          </p:txBody>
        </p:sp>
        <p:sp>
          <p:nvSpPr>
            <p:cNvPr id="14" name="Freeform: Shape 63">
              <a:extLst>
                <a:ext uri="{FF2B5EF4-FFF2-40B4-BE49-F238E27FC236}">
                  <a16:creationId xmlns:a16="http://schemas.microsoft.com/office/drawing/2014/main" id="{D5731696-C4EE-E728-2075-C769C94CC643}"/>
                </a:ext>
              </a:extLst>
            </p:cNvPr>
            <p:cNvSpPr/>
            <p:nvPr/>
          </p:nvSpPr>
          <p:spPr>
            <a:xfrm>
              <a:off x="0" y="0"/>
              <a:ext cx="20104100" cy="11309350"/>
            </a:xfrm>
            <a:custGeom>
              <a:avLst/>
              <a:gdLst>
                <a:gd name="connsiteX0" fmla="*/ 1142365 w 20104100"/>
                <a:gd name="connsiteY0" fmla="*/ 633413 h 11309350"/>
                <a:gd name="connsiteX1" fmla="*/ 1142365 w 20104100"/>
                <a:gd name="connsiteY1" fmla="*/ 9814620 h 11309350"/>
                <a:gd name="connsiteX2" fmla="*/ 18961736 w 20104100"/>
                <a:gd name="connsiteY2" fmla="*/ 9814620 h 11309350"/>
                <a:gd name="connsiteX3" fmla="*/ 18961736 w 20104100"/>
                <a:gd name="connsiteY3" fmla="*/ 633413 h 11309350"/>
                <a:gd name="connsiteX4" fmla="*/ 0 w 20104100"/>
                <a:gd name="connsiteY4" fmla="*/ 0 h 11309350"/>
                <a:gd name="connsiteX5" fmla="*/ 20104100 w 20104100"/>
                <a:gd name="connsiteY5" fmla="*/ 0 h 11309350"/>
                <a:gd name="connsiteX6" fmla="*/ 20104100 w 20104100"/>
                <a:gd name="connsiteY6" fmla="*/ 11309350 h 11309350"/>
                <a:gd name="connsiteX7" fmla="*/ 0 w 20104100"/>
                <a:gd name="connsiteY7" fmla="*/ 11309350 h 1130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04100" h="11309350">
                  <a:moveTo>
                    <a:pt x="1142365" y="633413"/>
                  </a:moveTo>
                  <a:lnTo>
                    <a:pt x="1142365" y="9814620"/>
                  </a:lnTo>
                  <a:lnTo>
                    <a:pt x="18961736" y="9814620"/>
                  </a:lnTo>
                  <a:lnTo>
                    <a:pt x="18961736" y="633413"/>
                  </a:lnTo>
                  <a:close/>
                  <a:moveTo>
                    <a:pt x="0" y="0"/>
                  </a:moveTo>
                  <a:lnTo>
                    <a:pt x="20104100" y="0"/>
                  </a:lnTo>
                  <a:lnTo>
                    <a:pt x="20104100" y="11309350"/>
                  </a:lnTo>
                  <a:lnTo>
                    <a:pt x="0" y="11309350"/>
                  </a:lnTo>
                  <a:close/>
                </a:path>
              </a:pathLst>
            </a:custGeom>
            <a:solidFill>
              <a:srgbClr val="FF0000">
                <a:alpha val="5000"/>
              </a:srgbClr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1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402181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63DF3BB-D78B-668C-0C82-8901DE4DCA8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261938" cy="261938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defTabSz="1508080" eaLnBrk="1" fontAlgn="auto" hangingPunct="1">
              <a:lnSpc>
                <a:spcPct val="93000"/>
              </a:lnSpc>
              <a:defRPr/>
            </a:pPr>
            <a:endParaRPr lang="en-US" sz="5400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09CB2F-F147-951C-FEF7-66AF1D0DC1B8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rgbClr val="004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639A99-4070-7B30-09F1-12B910E97AD9}"/>
              </a:ext>
            </a:extLst>
          </p:cNvPr>
          <p:cNvGrpSpPr/>
          <p:nvPr/>
        </p:nvGrpSpPr>
        <p:grpSpPr>
          <a:xfrm>
            <a:off x="10280459" y="3"/>
            <a:ext cx="9851352" cy="11302013"/>
            <a:chOff x="2161310" y="3668712"/>
            <a:chExt cx="9624297" cy="11041521"/>
          </a:xfrm>
          <a:solidFill>
            <a:srgbClr val="FFFFFF"/>
          </a:solidFill>
        </p:grpSpPr>
        <p:sp>
          <p:nvSpPr>
            <p:cNvPr id="5" name="Freeform: Shape 18">
              <a:extLst>
                <a:ext uri="{FF2B5EF4-FFF2-40B4-BE49-F238E27FC236}">
                  <a16:creationId xmlns:a16="http://schemas.microsoft.com/office/drawing/2014/main" id="{E5D243D1-94C5-309A-9F05-F762F890D7A9}"/>
                </a:ext>
              </a:extLst>
            </p:cNvPr>
            <p:cNvSpPr/>
            <p:nvPr/>
          </p:nvSpPr>
          <p:spPr>
            <a:xfrm>
              <a:off x="2985204" y="5019737"/>
              <a:ext cx="8793514" cy="2667180"/>
            </a:xfrm>
            <a:custGeom>
              <a:avLst/>
              <a:gdLst>
                <a:gd name="connsiteX0" fmla="*/ 8793514 w 8793514"/>
                <a:gd name="connsiteY0" fmla="*/ 2508181 h 2667180"/>
                <a:gd name="connsiteX1" fmla="*/ 8790599 w 8793514"/>
                <a:gd name="connsiteY1" fmla="*/ 2507915 h 2667180"/>
                <a:gd name="connsiteX2" fmla="*/ 5290734 w 8793514"/>
                <a:gd name="connsiteY2" fmla="*/ 2507915 h 2667180"/>
                <a:gd name="connsiteX3" fmla="*/ 114209 w 8793514"/>
                <a:gd name="connsiteY3" fmla="*/ 7898 h 2667180"/>
                <a:gd name="connsiteX4" fmla="*/ 7943 w 8793514"/>
                <a:gd name="connsiteY4" fmla="*/ 44998 h 2667180"/>
                <a:gd name="connsiteX5" fmla="*/ 45044 w 8793514"/>
                <a:gd name="connsiteY5" fmla="*/ 151263 h 2667180"/>
                <a:gd name="connsiteX6" fmla="*/ 5237999 w 8793514"/>
                <a:gd name="connsiteY6" fmla="*/ 2659231 h 2667180"/>
                <a:gd name="connsiteX7" fmla="*/ 5272449 w 8793514"/>
                <a:gd name="connsiteY7" fmla="*/ 2667181 h 2667180"/>
                <a:gd name="connsiteX8" fmla="*/ 8790334 w 8793514"/>
                <a:gd name="connsiteY8" fmla="*/ 2667181 h 2667180"/>
                <a:gd name="connsiteX9" fmla="*/ 8793249 w 8793514"/>
                <a:gd name="connsiteY9" fmla="*/ 2666916 h 2667180"/>
                <a:gd name="connsiteX10" fmla="*/ 8793249 w 8793514"/>
                <a:gd name="connsiteY10" fmla="*/ 2508445 h 2667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93514" h="2667180">
                  <a:moveTo>
                    <a:pt x="8793514" y="2508181"/>
                  </a:moveTo>
                  <a:cubicBezTo>
                    <a:pt x="8793514" y="2508181"/>
                    <a:pt x="8791659" y="2507915"/>
                    <a:pt x="8790599" y="2507915"/>
                  </a:cubicBezTo>
                  <a:lnTo>
                    <a:pt x="5290734" y="2507915"/>
                  </a:lnTo>
                  <a:lnTo>
                    <a:pt x="114209" y="7898"/>
                  </a:lnTo>
                  <a:cubicBezTo>
                    <a:pt x="74459" y="-11182"/>
                    <a:pt x="27023" y="5513"/>
                    <a:pt x="7943" y="44998"/>
                  </a:cubicBezTo>
                  <a:cubicBezTo>
                    <a:pt x="-11137" y="84483"/>
                    <a:pt x="5293" y="132183"/>
                    <a:pt x="45044" y="151263"/>
                  </a:cubicBezTo>
                  <a:lnTo>
                    <a:pt x="5237999" y="2659231"/>
                  </a:lnTo>
                  <a:cubicBezTo>
                    <a:pt x="5248864" y="2664531"/>
                    <a:pt x="5260524" y="2667181"/>
                    <a:pt x="5272449" y="2667181"/>
                  </a:cubicBezTo>
                  <a:lnTo>
                    <a:pt x="8790334" y="2667181"/>
                  </a:lnTo>
                  <a:cubicBezTo>
                    <a:pt x="8790334" y="2667181"/>
                    <a:pt x="8792189" y="2667181"/>
                    <a:pt x="8793249" y="2666916"/>
                  </a:cubicBezTo>
                  <a:lnTo>
                    <a:pt x="8793249" y="2508445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6" name="Freeform: Shape 22">
              <a:extLst>
                <a:ext uri="{FF2B5EF4-FFF2-40B4-BE49-F238E27FC236}">
                  <a16:creationId xmlns:a16="http://schemas.microsoft.com/office/drawing/2014/main" id="{2BDCC48F-CE7A-B334-73F6-34CC1595BD1D}"/>
                </a:ext>
              </a:extLst>
            </p:cNvPr>
            <p:cNvSpPr/>
            <p:nvPr/>
          </p:nvSpPr>
          <p:spPr>
            <a:xfrm>
              <a:off x="5282223" y="10161760"/>
              <a:ext cx="6496229" cy="4548473"/>
            </a:xfrm>
            <a:custGeom>
              <a:avLst/>
              <a:gdLst>
                <a:gd name="connsiteX0" fmla="*/ 199281 w 6496229"/>
                <a:gd name="connsiteY0" fmla="*/ 4548473 h 4548473"/>
                <a:gd name="connsiteX1" fmla="*/ 438311 w 6496229"/>
                <a:gd name="connsiteY1" fmla="*/ 4231002 h 4548473"/>
                <a:gd name="connsiteX2" fmla="*/ 1873820 w 6496229"/>
                <a:gd name="connsiteY2" fmla="*/ 4231002 h 4548473"/>
                <a:gd name="connsiteX3" fmla="*/ 1942721 w 6496229"/>
                <a:gd name="connsiteY3" fmla="*/ 4191252 h 4548473"/>
                <a:gd name="connsiteX4" fmla="*/ 4280028 w 6496229"/>
                <a:gd name="connsiteY4" fmla="*/ 159000 h 4548473"/>
                <a:gd name="connsiteX5" fmla="*/ 6493314 w 6496229"/>
                <a:gd name="connsiteY5" fmla="*/ 159000 h 4548473"/>
                <a:gd name="connsiteX6" fmla="*/ 6496229 w 6496229"/>
                <a:gd name="connsiteY6" fmla="*/ 158735 h 4548473"/>
                <a:gd name="connsiteX7" fmla="*/ 6496229 w 6496229"/>
                <a:gd name="connsiteY7" fmla="*/ 265 h 4548473"/>
                <a:gd name="connsiteX8" fmla="*/ 6493314 w 6496229"/>
                <a:gd name="connsiteY8" fmla="*/ 0 h 4548473"/>
                <a:gd name="connsiteX9" fmla="*/ 4234182 w 6496229"/>
                <a:gd name="connsiteY9" fmla="*/ 0 h 4548473"/>
                <a:gd name="connsiteX10" fmla="*/ 4165283 w 6496229"/>
                <a:gd name="connsiteY10" fmla="*/ 39750 h 4548473"/>
                <a:gd name="connsiteX11" fmla="*/ 1827975 w 6496229"/>
                <a:gd name="connsiteY11" fmla="*/ 4072002 h 4548473"/>
                <a:gd name="connsiteX12" fmla="*/ 398561 w 6496229"/>
                <a:gd name="connsiteY12" fmla="*/ 4072002 h 4548473"/>
                <a:gd name="connsiteX13" fmla="*/ 334961 w 6496229"/>
                <a:gd name="connsiteY13" fmla="*/ 4103802 h 4548473"/>
                <a:gd name="connsiteX14" fmla="*/ 0 w 6496229"/>
                <a:gd name="connsiteY14" fmla="*/ 4548473 h 4548473"/>
                <a:gd name="connsiteX15" fmla="*/ 199016 w 6496229"/>
                <a:gd name="connsiteY15" fmla="*/ 4548473 h 454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96229" h="4548473">
                  <a:moveTo>
                    <a:pt x="199281" y="4548473"/>
                  </a:moveTo>
                  <a:lnTo>
                    <a:pt x="438311" y="4231002"/>
                  </a:lnTo>
                  <a:lnTo>
                    <a:pt x="1873820" y="4231002"/>
                  </a:lnTo>
                  <a:cubicBezTo>
                    <a:pt x="1902176" y="4231002"/>
                    <a:pt x="1928411" y="4215897"/>
                    <a:pt x="1942721" y="4191252"/>
                  </a:cubicBezTo>
                  <a:lnTo>
                    <a:pt x="4280028" y="159000"/>
                  </a:lnTo>
                  <a:lnTo>
                    <a:pt x="6493314" y="159000"/>
                  </a:lnTo>
                  <a:cubicBezTo>
                    <a:pt x="6493314" y="159000"/>
                    <a:pt x="6495169" y="159000"/>
                    <a:pt x="6496229" y="158735"/>
                  </a:cubicBezTo>
                  <a:lnTo>
                    <a:pt x="6496229" y="265"/>
                  </a:lnTo>
                  <a:cubicBezTo>
                    <a:pt x="6496229" y="265"/>
                    <a:pt x="6494374" y="0"/>
                    <a:pt x="6493314" y="0"/>
                  </a:cubicBezTo>
                  <a:lnTo>
                    <a:pt x="4234182" y="0"/>
                  </a:lnTo>
                  <a:cubicBezTo>
                    <a:pt x="4205828" y="0"/>
                    <a:pt x="4179592" y="15105"/>
                    <a:pt x="4165283" y="39750"/>
                  </a:cubicBezTo>
                  <a:lnTo>
                    <a:pt x="1827975" y="4072002"/>
                  </a:lnTo>
                  <a:lnTo>
                    <a:pt x="398561" y="4072002"/>
                  </a:lnTo>
                  <a:cubicBezTo>
                    <a:pt x="373651" y="4072002"/>
                    <a:pt x="350066" y="4083662"/>
                    <a:pt x="334961" y="4103802"/>
                  </a:cubicBezTo>
                  <a:lnTo>
                    <a:pt x="0" y="4548473"/>
                  </a:lnTo>
                  <a:lnTo>
                    <a:pt x="199016" y="4548473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AE4B55C9-061A-8EF3-FDA5-76DFC685894F}"/>
                </a:ext>
              </a:extLst>
            </p:cNvPr>
            <p:cNvSpPr/>
            <p:nvPr/>
          </p:nvSpPr>
          <p:spPr>
            <a:xfrm>
              <a:off x="4032215" y="9325418"/>
              <a:ext cx="7746767" cy="3365244"/>
            </a:xfrm>
            <a:custGeom>
              <a:avLst/>
              <a:gdLst>
                <a:gd name="connsiteX0" fmla="*/ 7746503 w 7746767"/>
                <a:gd name="connsiteY0" fmla="*/ 0 h 3365244"/>
                <a:gd name="connsiteX1" fmla="*/ 4367743 w 7746767"/>
                <a:gd name="connsiteY1" fmla="*/ 0 h 3365244"/>
                <a:gd name="connsiteX2" fmla="*/ 4299903 w 7746767"/>
                <a:gd name="connsiteY2" fmla="*/ 37895 h 3365244"/>
                <a:gd name="connsiteX3" fmla="*/ 2356122 w 7746767"/>
                <a:gd name="connsiteY3" fmla="*/ 3206245 h 3365244"/>
                <a:gd name="connsiteX4" fmla="*/ 79500 w 7746767"/>
                <a:gd name="connsiteY4" fmla="*/ 3206245 h 3365244"/>
                <a:gd name="connsiteX5" fmla="*/ 0 w 7746767"/>
                <a:gd name="connsiteY5" fmla="*/ 3285745 h 3365244"/>
                <a:gd name="connsiteX6" fmla="*/ 79500 w 7746767"/>
                <a:gd name="connsiteY6" fmla="*/ 3365245 h 3365244"/>
                <a:gd name="connsiteX7" fmla="*/ 2400642 w 7746767"/>
                <a:gd name="connsiteY7" fmla="*/ 3365245 h 3365244"/>
                <a:gd name="connsiteX8" fmla="*/ 2468482 w 7746767"/>
                <a:gd name="connsiteY8" fmla="*/ 3327349 h 3365244"/>
                <a:gd name="connsiteX9" fmla="*/ 4412263 w 7746767"/>
                <a:gd name="connsiteY9" fmla="*/ 159000 h 3365244"/>
                <a:gd name="connsiteX10" fmla="*/ 7746768 w 7746767"/>
                <a:gd name="connsiteY10" fmla="*/ 159000 h 3365244"/>
                <a:gd name="connsiteX11" fmla="*/ 7746768 w 7746767"/>
                <a:gd name="connsiteY11" fmla="*/ 0 h 336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46767" h="3365244">
                  <a:moveTo>
                    <a:pt x="7746503" y="0"/>
                  </a:moveTo>
                  <a:lnTo>
                    <a:pt x="4367743" y="0"/>
                  </a:lnTo>
                  <a:cubicBezTo>
                    <a:pt x="4340183" y="0"/>
                    <a:pt x="4314478" y="14310"/>
                    <a:pt x="4299903" y="37895"/>
                  </a:cubicBezTo>
                  <a:lnTo>
                    <a:pt x="2356122" y="3206245"/>
                  </a:lnTo>
                  <a:lnTo>
                    <a:pt x="79500" y="3206245"/>
                  </a:lnTo>
                  <a:cubicBezTo>
                    <a:pt x="35510" y="3206245"/>
                    <a:pt x="0" y="3241755"/>
                    <a:pt x="0" y="3285745"/>
                  </a:cubicBezTo>
                  <a:cubicBezTo>
                    <a:pt x="0" y="3329734"/>
                    <a:pt x="35510" y="3365245"/>
                    <a:pt x="79500" y="3365245"/>
                  </a:cubicBezTo>
                  <a:lnTo>
                    <a:pt x="2400642" y="3365245"/>
                  </a:lnTo>
                  <a:cubicBezTo>
                    <a:pt x="2428202" y="3365245"/>
                    <a:pt x="2453907" y="3350935"/>
                    <a:pt x="2468482" y="3327349"/>
                  </a:cubicBezTo>
                  <a:lnTo>
                    <a:pt x="4412263" y="159000"/>
                  </a:lnTo>
                  <a:lnTo>
                    <a:pt x="7746768" y="159000"/>
                  </a:lnTo>
                  <a:lnTo>
                    <a:pt x="7746768" y="0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8" name="Freeform: Shape 24">
              <a:extLst>
                <a:ext uri="{FF2B5EF4-FFF2-40B4-BE49-F238E27FC236}">
                  <a16:creationId xmlns:a16="http://schemas.microsoft.com/office/drawing/2014/main" id="{8A7B1079-FB38-9D05-93AC-233EA7E4E277}"/>
                </a:ext>
              </a:extLst>
            </p:cNvPr>
            <p:cNvSpPr/>
            <p:nvPr/>
          </p:nvSpPr>
          <p:spPr>
            <a:xfrm>
              <a:off x="2161310" y="3668712"/>
              <a:ext cx="8202039" cy="2949458"/>
            </a:xfrm>
            <a:custGeom>
              <a:avLst/>
              <a:gdLst>
                <a:gd name="connsiteX0" fmla="*/ 8122539 w 8202039"/>
                <a:gd name="connsiteY0" fmla="*/ 1536474 h 2949458"/>
                <a:gd name="connsiteX1" fmla="*/ 8043039 w 8202039"/>
                <a:gd name="connsiteY1" fmla="*/ 1615975 h 2949458"/>
                <a:gd name="connsiteX2" fmla="*/ 8043039 w 8202039"/>
                <a:gd name="connsiteY2" fmla="*/ 2790458 h 2949458"/>
                <a:gd name="connsiteX3" fmla="*/ 5977358 w 8202039"/>
                <a:gd name="connsiteY3" fmla="*/ 2790458 h 2949458"/>
                <a:gd name="connsiteX4" fmla="*/ 357486 w 8202039"/>
                <a:gd name="connsiteY4" fmla="*/ 0 h 2949458"/>
                <a:gd name="connsiteX5" fmla="*/ 0 w 8202039"/>
                <a:gd name="connsiteY5" fmla="*/ 0 h 2949458"/>
                <a:gd name="connsiteX6" fmla="*/ 5923562 w 8202039"/>
                <a:gd name="connsiteY6" fmla="*/ 2941244 h 2949458"/>
                <a:gd name="connsiteX7" fmla="*/ 5958808 w 8202039"/>
                <a:gd name="connsiteY7" fmla="*/ 2949459 h 2949458"/>
                <a:gd name="connsiteX8" fmla="*/ 8122539 w 8202039"/>
                <a:gd name="connsiteY8" fmla="*/ 2949459 h 2949458"/>
                <a:gd name="connsiteX9" fmla="*/ 8202039 w 8202039"/>
                <a:gd name="connsiteY9" fmla="*/ 2869959 h 2949458"/>
                <a:gd name="connsiteX10" fmla="*/ 8202039 w 8202039"/>
                <a:gd name="connsiteY10" fmla="*/ 1615975 h 2949458"/>
                <a:gd name="connsiteX11" fmla="*/ 8122539 w 8202039"/>
                <a:gd name="connsiteY11" fmla="*/ 1536474 h 2949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02039" h="2949458">
                  <a:moveTo>
                    <a:pt x="8122539" y="1536474"/>
                  </a:moveTo>
                  <a:cubicBezTo>
                    <a:pt x="8078549" y="1536474"/>
                    <a:pt x="8043039" y="1571985"/>
                    <a:pt x="8043039" y="1615975"/>
                  </a:cubicBezTo>
                  <a:lnTo>
                    <a:pt x="8043039" y="2790458"/>
                  </a:lnTo>
                  <a:lnTo>
                    <a:pt x="5977358" y="2790458"/>
                  </a:lnTo>
                  <a:lnTo>
                    <a:pt x="357486" y="0"/>
                  </a:lnTo>
                  <a:lnTo>
                    <a:pt x="0" y="0"/>
                  </a:lnTo>
                  <a:lnTo>
                    <a:pt x="5923562" y="2941244"/>
                  </a:lnTo>
                  <a:cubicBezTo>
                    <a:pt x="5934428" y="2946809"/>
                    <a:pt x="5946617" y="2949459"/>
                    <a:pt x="5958808" y="2949459"/>
                  </a:cubicBezTo>
                  <a:lnTo>
                    <a:pt x="8122539" y="2949459"/>
                  </a:lnTo>
                  <a:cubicBezTo>
                    <a:pt x="8166529" y="2949459"/>
                    <a:pt x="8202039" y="2913949"/>
                    <a:pt x="8202039" y="2869959"/>
                  </a:cubicBezTo>
                  <a:lnTo>
                    <a:pt x="8202039" y="1615975"/>
                  </a:lnTo>
                  <a:cubicBezTo>
                    <a:pt x="8202039" y="1571985"/>
                    <a:pt x="8166529" y="1536474"/>
                    <a:pt x="8122539" y="1536474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9" name="Freeform: Shape 27">
              <a:extLst>
                <a:ext uri="{FF2B5EF4-FFF2-40B4-BE49-F238E27FC236}">
                  <a16:creationId xmlns:a16="http://schemas.microsoft.com/office/drawing/2014/main" id="{A823A367-7408-952B-E3C7-71BE30D4A0CA}"/>
                </a:ext>
              </a:extLst>
            </p:cNvPr>
            <p:cNvSpPr/>
            <p:nvPr/>
          </p:nvSpPr>
          <p:spPr>
            <a:xfrm>
              <a:off x="8648904" y="11407529"/>
              <a:ext cx="3129813" cy="2253831"/>
            </a:xfrm>
            <a:custGeom>
              <a:avLst/>
              <a:gdLst>
                <a:gd name="connsiteX0" fmla="*/ 3129814 w 3129813"/>
                <a:gd name="connsiteY0" fmla="*/ 265 h 2253831"/>
                <a:gd name="connsiteX1" fmla="*/ 3126898 w 3129813"/>
                <a:gd name="connsiteY1" fmla="*/ 0 h 2253831"/>
                <a:gd name="connsiteX2" fmla="*/ 1221808 w 3129813"/>
                <a:gd name="connsiteY2" fmla="*/ 0 h 2253831"/>
                <a:gd name="connsiteX3" fmla="*/ 1152113 w 3129813"/>
                <a:gd name="connsiteY3" fmla="*/ 41340 h 2253831"/>
                <a:gd name="connsiteX4" fmla="*/ 9694 w 3129813"/>
                <a:gd name="connsiteY4" fmla="*/ 2136172 h 2253831"/>
                <a:gd name="connsiteX5" fmla="*/ 41494 w 3129813"/>
                <a:gd name="connsiteY5" fmla="*/ 2244026 h 2253831"/>
                <a:gd name="connsiteX6" fmla="*/ 79389 w 3129813"/>
                <a:gd name="connsiteY6" fmla="*/ 2253831 h 2253831"/>
                <a:gd name="connsiteX7" fmla="*/ 149350 w 3129813"/>
                <a:gd name="connsiteY7" fmla="*/ 2212491 h 2253831"/>
                <a:gd name="connsiteX8" fmla="*/ 1268978 w 3129813"/>
                <a:gd name="connsiteY8" fmla="*/ 159000 h 2253831"/>
                <a:gd name="connsiteX9" fmla="*/ 3126898 w 3129813"/>
                <a:gd name="connsiteY9" fmla="*/ 159000 h 2253831"/>
                <a:gd name="connsiteX10" fmla="*/ 3129814 w 3129813"/>
                <a:gd name="connsiteY10" fmla="*/ 158735 h 2253831"/>
                <a:gd name="connsiteX11" fmla="*/ 3129814 w 3129813"/>
                <a:gd name="connsiteY11" fmla="*/ 265 h 225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29813" h="2253831">
                  <a:moveTo>
                    <a:pt x="3129814" y="265"/>
                  </a:moveTo>
                  <a:cubicBezTo>
                    <a:pt x="3129814" y="265"/>
                    <a:pt x="3127959" y="0"/>
                    <a:pt x="3126898" y="0"/>
                  </a:cubicBezTo>
                  <a:lnTo>
                    <a:pt x="1221808" y="0"/>
                  </a:lnTo>
                  <a:cubicBezTo>
                    <a:pt x="1192658" y="0"/>
                    <a:pt x="1165893" y="15900"/>
                    <a:pt x="1152113" y="41340"/>
                  </a:cubicBezTo>
                  <a:lnTo>
                    <a:pt x="9694" y="2136172"/>
                  </a:lnTo>
                  <a:cubicBezTo>
                    <a:pt x="-11241" y="2174862"/>
                    <a:pt x="2804" y="2223092"/>
                    <a:pt x="41494" y="2244026"/>
                  </a:cubicBezTo>
                  <a:cubicBezTo>
                    <a:pt x="53684" y="2250651"/>
                    <a:pt x="66669" y="2253831"/>
                    <a:pt x="79389" y="2253831"/>
                  </a:cubicBezTo>
                  <a:cubicBezTo>
                    <a:pt x="107479" y="2253831"/>
                    <a:pt x="134774" y="2238727"/>
                    <a:pt x="149350" y="2212491"/>
                  </a:cubicBezTo>
                  <a:lnTo>
                    <a:pt x="1268978" y="159000"/>
                  </a:lnTo>
                  <a:lnTo>
                    <a:pt x="3126898" y="159000"/>
                  </a:lnTo>
                  <a:cubicBezTo>
                    <a:pt x="3126898" y="159000"/>
                    <a:pt x="3128754" y="159000"/>
                    <a:pt x="3129814" y="158735"/>
                  </a:cubicBezTo>
                  <a:lnTo>
                    <a:pt x="3129814" y="265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0" name="Freeform: Shape 28">
              <a:extLst>
                <a:ext uri="{FF2B5EF4-FFF2-40B4-BE49-F238E27FC236}">
                  <a16:creationId xmlns:a16="http://schemas.microsoft.com/office/drawing/2014/main" id="{10B58DB2-413E-4749-7F3E-876A5676B3D6}"/>
                </a:ext>
              </a:extLst>
            </p:cNvPr>
            <p:cNvSpPr/>
            <p:nvPr/>
          </p:nvSpPr>
          <p:spPr>
            <a:xfrm>
              <a:off x="2759946" y="4794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1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1" name="Freeform: Shape 29">
              <a:extLst>
                <a:ext uri="{FF2B5EF4-FFF2-40B4-BE49-F238E27FC236}">
                  <a16:creationId xmlns:a16="http://schemas.microsoft.com/office/drawing/2014/main" id="{5FEB6063-D245-F4C0-03F5-AEC2F0234102}"/>
                </a:ext>
              </a:extLst>
            </p:cNvPr>
            <p:cNvSpPr/>
            <p:nvPr/>
          </p:nvSpPr>
          <p:spPr>
            <a:xfrm>
              <a:off x="8423278" y="13276844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-1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1" y="610032"/>
                    <a:pt x="0" y="473472"/>
                    <a:pt x="0" y="305016"/>
                  </a:cubicBezTo>
                  <a:cubicBezTo>
                    <a:pt x="0" y="136560"/>
                    <a:pt x="136561" y="-1"/>
                    <a:pt x="305016" y="-1"/>
                  </a:cubicBezTo>
                  <a:cubicBezTo>
                    <a:pt x="473472" y="-1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2" name="Freeform: Shape 30">
              <a:extLst>
                <a:ext uri="{FF2B5EF4-FFF2-40B4-BE49-F238E27FC236}">
                  <a16:creationId xmlns:a16="http://schemas.microsoft.com/office/drawing/2014/main" id="{93D71993-F133-8BB0-89A1-4A2FCE5754BB}"/>
                </a:ext>
              </a:extLst>
            </p:cNvPr>
            <p:cNvSpPr/>
            <p:nvPr/>
          </p:nvSpPr>
          <p:spPr>
            <a:xfrm>
              <a:off x="9947032" y="5006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3" name="Freeform: Shape 31">
              <a:extLst>
                <a:ext uri="{FF2B5EF4-FFF2-40B4-BE49-F238E27FC236}">
                  <a16:creationId xmlns:a16="http://schemas.microsoft.com/office/drawing/2014/main" id="{C558DEF9-F83D-3A83-7A4F-3F47B3FF76F4}"/>
                </a:ext>
              </a:extLst>
            </p:cNvPr>
            <p:cNvSpPr/>
            <p:nvPr/>
          </p:nvSpPr>
          <p:spPr>
            <a:xfrm>
              <a:off x="8355968" y="4794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1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4" name="Freeform: Shape 32">
              <a:extLst>
                <a:ext uri="{FF2B5EF4-FFF2-40B4-BE49-F238E27FC236}">
                  <a16:creationId xmlns:a16="http://schemas.microsoft.com/office/drawing/2014/main" id="{ACA7F4DA-4692-F32B-5097-15AAE4AC5DED}"/>
                </a:ext>
              </a:extLst>
            </p:cNvPr>
            <p:cNvSpPr/>
            <p:nvPr/>
          </p:nvSpPr>
          <p:spPr>
            <a:xfrm>
              <a:off x="3806699" y="12305882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1" y="610032"/>
                    <a:pt x="305016" y="610032"/>
                  </a:cubicBezTo>
                  <a:cubicBezTo>
                    <a:pt x="136560" y="610032"/>
                    <a:pt x="0" y="473472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1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5" name="Freeform: Shape 33">
              <a:extLst>
                <a:ext uri="{FF2B5EF4-FFF2-40B4-BE49-F238E27FC236}">
                  <a16:creationId xmlns:a16="http://schemas.microsoft.com/office/drawing/2014/main" id="{26B0F3F1-F85A-2ECF-93C8-2A3B338327C6}"/>
                </a:ext>
              </a:extLst>
            </p:cNvPr>
            <p:cNvSpPr/>
            <p:nvPr/>
          </p:nvSpPr>
          <p:spPr>
            <a:xfrm>
              <a:off x="11092365" y="4613704"/>
              <a:ext cx="686352" cy="2189966"/>
            </a:xfrm>
            <a:custGeom>
              <a:avLst/>
              <a:gdLst>
                <a:gd name="connsiteX0" fmla="*/ 686353 w 686352"/>
                <a:gd name="connsiteY0" fmla="*/ 2030966 h 2189966"/>
                <a:gd name="connsiteX1" fmla="*/ 159000 w 686352"/>
                <a:gd name="connsiteY1" fmla="*/ 2030966 h 2189966"/>
                <a:gd name="connsiteX2" fmla="*/ 159000 w 686352"/>
                <a:gd name="connsiteY2" fmla="*/ 79500 h 2189966"/>
                <a:gd name="connsiteX3" fmla="*/ 79500 w 686352"/>
                <a:gd name="connsiteY3" fmla="*/ 0 h 2189966"/>
                <a:gd name="connsiteX4" fmla="*/ 0 w 686352"/>
                <a:gd name="connsiteY4" fmla="*/ 79500 h 2189966"/>
                <a:gd name="connsiteX5" fmla="*/ 0 w 686352"/>
                <a:gd name="connsiteY5" fmla="*/ 2110466 h 2189966"/>
                <a:gd name="connsiteX6" fmla="*/ 79500 w 686352"/>
                <a:gd name="connsiteY6" fmla="*/ 2189967 h 2189966"/>
                <a:gd name="connsiteX7" fmla="*/ 686353 w 686352"/>
                <a:gd name="connsiteY7" fmla="*/ 2189967 h 2189966"/>
                <a:gd name="connsiteX8" fmla="*/ 686353 w 686352"/>
                <a:gd name="connsiteY8" fmla="*/ 2030966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352" h="2189966">
                  <a:moveTo>
                    <a:pt x="686353" y="2030966"/>
                  </a:moveTo>
                  <a:lnTo>
                    <a:pt x="159000" y="2030966"/>
                  </a:lnTo>
                  <a:lnTo>
                    <a:pt x="159000" y="79500"/>
                  </a:lnTo>
                  <a:cubicBezTo>
                    <a:pt x="159000" y="35510"/>
                    <a:pt x="123490" y="0"/>
                    <a:pt x="79500" y="0"/>
                  </a:cubicBezTo>
                  <a:cubicBezTo>
                    <a:pt x="35510" y="0"/>
                    <a:pt x="0" y="35510"/>
                    <a:pt x="0" y="79500"/>
                  </a:cubicBezTo>
                  <a:lnTo>
                    <a:pt x="0" y="2110466"/>
                  </a:lnTo>
                  <a:cubicBezTo>
                    <a:pt x="0" y="2154456"/>
                    <a:pt x="35510" y="2189967"/>
                    <a:pt x="79500" y="2189967"/>
                  </a:cubicBezTo>
                  <a:lnTo>
                    <a:pt x="686353" y="2189967"/>
                  </a:lnTo>
                  <a:lnTo>
                    <a:pt x="686353" y="2030966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6" name="Freeform: Shape 34">
              <a:extLst>
                <a:ext uri="{FF2B5EF4-FFF2-40B4-BE49-F238E27FC236}">
                  <a16:creationId xmlns:a16="http://schemas.microsoft.com/office/drawing/2014/main" id="{2DB6840F-85FB-25A3-300A-39E240CE3A61}"/>
                </a:ext>
              </a:extLst>
            </p:cNvPr>
            <p:cNvSpPr/>
            <p:nvPr/>
          </p:nvSpPr>
          <p:spPr>
            <a:xfrm>
              <a:off x="9066435" y="12578833"/>
              <a:ext cx="2712547" cy="2131400"/>
            </a:xfrm>
            <a:custGeom>
              <a:avLst/>
              <a:gdLst>
                <a:gd name="connsiteX0" fmla="*/ 181260 w 2712547"/>
                <a:gd name="connsiteY0" fmla="*/ 2131401 h 2131400"/>
                <a:gd name="connsiteX1" fmla="*/ 1264584 w 2712547"/>
                <a:gd name="connsiteY1" fmla="*/ 159000 h 2131400"/>
                <a:gd name="connsiteX2" fmla="*/ 2712548 w 2712547"/>
                <a:gd name="connsiteY2" fmla="*/ 159000 h 2131400"/>
                <a:gd name="connsiteX3" fmla="*/ 2712548 w 2712547"/>
                <a:gd name="connsiteY3" fmla="*/ 0 h 2131400"/>
                <a:gd name="connsiteX4" fmla="*/ 1217678 w 2712547"/>
                <a:gd name="connsiteY4" fmla="*/ 0 h 2131400"/>
                <a:gd name="connsiteX5" fmla="*/ 1147984 w 2712547"/>
                <a:gd name="connsiteY5" fmla="*/ 41340 h 2131400"/>
                <a:gd name="connsiteX6" fmla="*/ 0 w 2712547"/>
                <a:gd name="connsiteY6" fmla="*/ 2131401 h 2131400"/>
                <a:gd name="connsiteX7" fmla="*/ 181526 w 2712547"/>
                <a:gd name="connsiteY7" fmla="*/ 2131401 h 213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2547" h="2131400">
                  <a:moveTo>
                    <a:pt x="181260" y="2131401"/>
                  </a:moveTo>
                  <a:lnTo>
                    <a:pt x="1264584" y="159000"/>
                  </a:lnTo>
                  <a:lnTo>
                    <a:pt x="2712548" y="159000"/>
                  </a:lnTo>
                  <a:lnTo>
                    <a:pt x="2712548" y="0"/>
                  </a:lnTo>
                  <a:lnTo>
                    <a:pt x="1217678" y="0"/>
                  </a:lnTo>
                  <a:cubicBezTo>
                    <a:pt x="1188793" y="0"/>
                    <a:pt x="1162029" y="15899"/>
                    <a:pt x="1147984" y="41340"/>
                  </a:cubicBezTo>
                  <a:lnTo>
                    <a:pt x="0" y="2131401"/>
                  </a:lnTo>
                  <a:lnTo>
                    <a:pt x="181526" y="2131401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7" name="Freeform: Shape 35">
              <a:extLst>
                <a:ext uri="{FF2B5EF4-FFF2-40B4-BE49-F238E27FC236}">
                  <a16:creationId xmlns:a16="http://schemas.microsoft.com/office/drawing/2014/main" id="{16B76899-47FC-8B20-45B8-302E12E2777C}"/>
                </a:ext>
              </a:extLst>
            </p:cNvPr>
            <p:cNvSpPr/>
            <p:nvPr/>
          </p:nvSpPr>
          <p:spPr>
            <a:xfrm>
              <a:off x="5755515" y="3668712"/>
              <a:ext cx="3052214" cy="1509974"/>
            </a:xfrm>
            <a:custGeom>
              <a:avLst/>
              <a:gdLst>
                <a:gd name="connsiteX0" fmla="*/ 3009084 w 3052214"/>
                <a:gd name="connsiteY0" fmla="*/ 1359719 h 1509974"/>
                <a:gd name="connsiteX1" fmla="*/ 349271 w 3052214"/>
                <a:gd name="connsiteY1" fmla="*/ 0 h 1509974"/>
                <a:gd name="connsiteX2" fmla="*/ 0 w 3052214"/>
                <a:gd name="connsiteY2" fmla="*/ 0 h 1509974"/>
                <a:gd name="connsiteX3" fmla="*/ 2936738 w 3052214"/>
                <a:gd name="connsiteY3" fmla="*/ 1501229 h 1509974"/>
                <a:gd name="connsiteX4" fmla="*/ 2972779 w 3052214"/>
                <a:gd name="connsiteY4" fmla="*/ 1509974 h 1509974"/>
                <a:gd name="connsiteX5" fmla="*/ 3043534 w 3052214"/>
                <a:gd name="connsiteY5" fmla="*/ 1466514 h 1509974"/>
                <a:gd name="connsiteX6" fmla="*/ 3008819 w 3052214"/>
                <a:gd name="connsiteY6" fmla="*/ 1359454 h 150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2214" h="1509974">
                  <a:moveTo>
                    <a:pt x="3009084" y="1359719"/>
                  </a:moveTo>
                  <a:lnTo>
                    <a:pt x="349271" y="0"/>
                  </a:lnTo>
                  <a:lnTo>
                    <a:pt x="0" y="0"/>
                  </a:lnTo>
                  <a:lnTo>
                    <a:pt x="2936738" y="1501229"/>
                  </a:lnTo>
                  <a:cubicBezTo>
                    <a:pt x="2948399" y="1507059"/>
                    <a:pt x="2960589" y="1509974"/>
                    <a:pt x="2972779" y="1509974"/>
                  </a:cubicBezTo>
                  <a:cubicBezTo>
                    <a:pt x="3001664" y="1509974"/>
                    <a:pt x="3029489" y="1494074"/>
                    <a:pt x="3043534" y="1466514"/>
                  </a:cubicBezTo>
                  <a:cubicBezTo>
                    <a:pt x="3063409" y="1427559"/>
                    <a:pt x="3048039" y="1379594"/>
                    <a:pt x="3008819" y="1359454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8" name="Freeform: Shape 36">
              <a:extLst>
                <a:ext uri="{FF2B5EF4-FFF2-40B4-BE49-F238E27FC236}">
                  <a16:creationId xmlns:a16="http://schemas.microsoft.com/office/drawing/2014/main" id="{68A92AA1-D283-ABFC-B060-CBEDA467BA8F}"/>
                </a:ext>
              </a:extLst>
            </p:cNvPr>
            <p:cNvSpPr/>
            <p:nvPr/>
          </p:nvSpPr>
          <p:spPr>
            <a:xfrm>
              <a:off x="6195843" y="8365320"/>
              <a:ext cx="5589764" cy="2607873"/>
            </a:xfrm>
            <a:custGeom>
              <a:avLst/>
              <a:gdLst>
                <a:gd name="connsiteX0" fmla="*/ 5589500 w 5589764"/>
                <a:gd name="connsiteY0" fmla="*/ 265 h 2607873"/>
                <a:gd name="connsiteX1" fmla="*/ 1581893 w 5589764"/>
                <a:gd name="connsiteY1" fmla="*/ 265 h 2607873"/>
                <a:gd name="connsiteX2" fmla="*/ 1514053 w 5589764"/>
                <a:gd name="connsiteY2" fmla="*/ 38160 h 2607873"/>
                <a:gd name="connsiteX3" fmla="*/ 11763 w 5589764"/>
                <a:gd name="connsiteY3" fmla="*/ 2487032 h 2607873"/>
                <a:gd name="connsiteX4" fmla="*/ 37998 w 5589764"/>
                <a:gd name="connsiteY4" fmla="*/ 2596213 h 2607873"/>
                <a:gd name="connsiteX5" fmla="*/ 79603 w 5589764"/>
                <a:gd name="connsiteY5" fmla="*/ 2607873 h 2607873"/>
                <a:gd name="connsiteX6" fmla="*/ 147444 w 5589764"/>
                <a:gd name="connsiteY6" fmla="*/ 2569977 h 2607873"/>
                <a:gd name="connsiteX7" fmla="*/ 1626678 w 5589764"/>
                <a:gd name="connsiteY7" fmla="*/ 159000 h 2607873"/>
                <a:gd name="connsiteX8" fmla="*/ 5589764 w 5589764"/>
                <a:gd name="connsiteY8" fmla="*/ 159000 h 2607873"/>
                <a:gd name="connsiteX9" fmla="*/ 5589764 w 5589764"/>
                <a:gd name="connsiteY9" fmla="*/ 0 h 260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89764" h="2607873">
                  <a:moveTo>
                    <a:pt x="5589500" y="265"/>
                  </a:moveTo>
                  <a:lnTo>
                    <a:pt x="1581893" y="265"/>
                  </a:lnTo>
                  <a:cubicBezTo>
                    <a:pt x="1554333" y="265"/>
                    <a:pt x="1528627" y="14575"/>
                    <a:pt x="1514053" y="38160"/>
                  </a:cubicBezTo>
                  <a:lnTo>
                    <a:pt x="11763" y="2487032"/>
                  </a:lnTo>
                  <a:cubicBezTo>
                    <a:pt x="-11292" y="2524397"/>
                    <a:pt x="633" y="2573423"/>
                    <a:pt x="37998" y="2596213"/>
                  </a:cubicBezTo>
                  <a:cubicBezTo>
                    <a:pt x="50983" y="2604163"/>
                    <a:pt x="65294" y="2607873"/>
                    <a:pt x="79603" y="2607873"/>
                  </a:cubicBezTo>
                  <a:cubicBezTo>
                    <a:pt x="106368" y="2607873"/>
                    <a:pt x="132339" y="2594358"/>
                    <a:pt x="147444" y="2569977"/>
                  </a:cubicBezTo>
                  <a:lnTo>
                    <a:pt x="1626678" y="159000"/>
                  </a:lnTo>
                  <a:lnTo>
                    <a:pt x="5589764" y="159000"/>
                  </a:lnTo>
                  <a:lnTo>
                    <a:pt x="5589764" y="0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9" name="Freeform: Shape 37">
              <a:extLst>
                <a:ext uri="{FF2B5EF4-FFF2-40B4-BE49-F238E27FC236}">
                  <a16:creationId xmlns:a16="http://schemas.microsoft.com/office/drawing/2014/main" id="{12129B97-A295-DFB9-5883-9FA1148D6132}"/>
                </a:ext>
              </a:extLst>
            </p:cNvPr>
            <p:cNvSpPr/>
            <p:nvPr/>
          </p:nvSpPr>
          <p:spPr>
            <a:xfrm>
              <a:off x="6048341" y="10496456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0" y="610032"/>
                    <a:pt x="0" y="473472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4DD9B25-74C2-9771-F337-CE764D1297F9}"/>
              </a:ext>
            </a:extLst>
          </p:cNvPr>
          <p:cNvSpPr/>
          <p:nvPr/>
        </p:nvSpPr>
        <p:spPr>
          <a:xfrm rot="5400000">
            <a:off x="4625780" y="-4397373"/>
            <a:ext cx="11309350" cy="20104100"/>
          </a:xfrm>
          <a:prstGeom prst="rect">
            <a:avLst/>
          </a:prstGeom>
          <a:gradFill flip="none" rotWithShape="1">
            <a:gsLst>
              <a:gs pos="27000">
                <a:srgbClr val="004331">
                  <a:alpha val="0"/>
                </a:srgbClr>
              </a:gs>
              <a:gs pos="65000">
                <a:srgbClr val="00433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9722D16A-8389-FBBC-D9EB-9B912826A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801688"/>
            <a:ext cx="3921125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 Placeholder 6"/>
          <p:cNvSpPr>
            <a:spLocks noGrp="1"/>
          </p:cNvSpPr>
          <p:nvPr>
            <p:ph type="body" sz="quarter" idx="13"/>
          </p:nvPr>
        </p:nvSpPr>
        <p:spPr bwMode="black">
          <a:xfrm>
            <a:off x="1060495" y="10237196"/>
            <a:ext cx="10406248" cy="539491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2001" b="1" i="0" cap="all" baseline="0">
                <a:solidFill>
                  <a:srgbClr val="20BF61"/>
                </a:solidFill>
                <a:latin typeface="+mn-lt"/>
                <a:ea typeface="+mn-ea"/>
                <a:cs typeface="+mn-cs"/>
                <a:sym typeface="Trebuchet MS" panose="020B070302020209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592" indent="0" algn="ctr">
              <a:buNone/>
              <a:defRPr/>
            </a:lvl4pPr>
            <a:lvl5pPr marL="457188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0495" y="8627012"/>
            <a:ext cx="10406248" cy="719317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2401" b="0" i="0" baseline="0">
                <a:solidFill>
                  <a:srgbClr val="FFFFFF"/>
                </a:solidFill>
                <a:latin typeface="+mn-lt"/>
                <a:ea typeface="+mn-ea"/>
                <a:cs typeface="+mn-cs"/>
                <a:sym typeface="Trebuchet MS" panose="020B0703020202090204" pitchFamily="34" charset="0"/>
              </a:defRPr>
            </a:lvl1pPr>
            <a:lvl2pPr marL="457188" indent="0" algn="ctr">
              <a:buNone/>
              <a:defRPr sz="2001"/>
            </a:lvl2pPr>
            <a:lvl3pPr marL="914373" indent="0" algn="ctr">
              <a:buNone/>
              <a:defRPr sz="1801"/>
            </a:lvl3pPr>
            <a:lvl4pPr marL="1371561" indent="0" algn="ctr">
              <a:buNone/>
              <a:defRPr sz="1601"/>
            </a:lvl4pPr>
            <a:lvl5pPr marL="1828746" indent="0" algn="ctr">
              <a:buNone/>
              <a:defRPr sz="1601"/>
            </a:lvl5pPr>
            <a:lvl6pPr marL="2285932" indent="0" algn="ctr">
              <a:buNone/>
              <a:defRPr sz="1601"/>
            </a:lvl6pPr>
            <a:lvl7pPr marL="2743120" indent="0" algn="ctr">
              <a:buNone/>
              <a:defRPr sz="1601"/>
            </a:lvl7pPr>
            <a:lvl8pPr marL="3200305" indent="0" algn="ctr">
              <a:buNone/>
              <a:defRPr sz="1601"/>
            </a:lvl8pPr>
            <a:lvl9pPr marL="3657491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3" name="Title 1"/>
          <p:cNvSpPr>
            <a:spLocks noGrp="1"/>
          </p:cNvSpPr>
          <p:nvPr>
            <p:ph type="ctrTitle"/>
          </p:nvPr>
        </p:nvSpPr>
        <p:spPr bwMode="ltGray">
          <a:xfrm>
            <a:off x="1060495" y="3110557"/>
            <a:ext cx="10406248" cy="51754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3000"/>
              </a:lnSpc>
              <a:defRPr sz="6601" b="1" i="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911119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CF77F6-D487-FA6B-0AF4-5C78F72047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1879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0D52D1-8801-651F-C1D4-23C4556E5C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E69AE4B1-23B7-0137-D83F-C733C635172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50925" y="633415"/>
            <a:ext cx="16054285" cy="646203"/>
          </a:xfrm>
          <a:prstGeom prst="rect">
            <a:avLst/>
          </a:prstGeom>
        </p:spPr>
        <p:txBody>
          <a:bodyPr/>
          <a:lstStyle>
            <a:lvl1pPr>
              <a:defRPr sz="3599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867462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F185ED76-56D6-9A3D-C5B8-E7791361A53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0B433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142367" y="3524254"/>
            <a:ext cx="17819371" cy="62903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9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9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9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99">
                <a:solidFill>
                  <a:srgbClr val="00433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9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929258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6DCED9E-4916-0261-D297-914F91D532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208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05F5AF-0EAC-A148-C8AC-D275EA4C9E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EAFD5B5B-F95E-130F-9F9F-14A5E8AFBD1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144C66-A804-66D8-4BA6-1E3163765892}"/>
              </a:ext>
            </a:extLst>
          </p:cNvPr>
          <p:cNvSpPr/>
          <p:nvPr/>
        </p:nvSpPr>
        <p:spPr bwMode="white">
          <a:xfrm>
            <a:off x="0" y="-1588"/>
            <a:ext cx="7740650" cy="11310938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9" bIns="45719"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9BE921B-75EA-A848-D83C-01B450FF8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3"/>
          </p:nvPr>
        </p:nvSpPr>
        <p:spPr>
          <a:xfrm>
            <a:off x="1142369" y="3560332"/>
            <a:ext cx="6070178" cy="8932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799" b="1" dirty="0">
                <a:solidFill>
                  <a:srgbClr val="0B4332"/>
                </a:solidFill>
                <a:latin typeface="+mn-lt"/>
                <a:ea typeface="+mn-ea"/>
                <a:cs typeface="+mn-cs"/>
              </a:defRPr>
            </a:lvl1pPr>
            <a:lvl2pPr marL="457188" indent="0" algn="ctr">
              <a:buNone/>
              <a:defRPr sz="2001"/>
            </a:lvl2pPr>
            <a:lvl3pPr marL="914373" indent="0" algn="ctr">
              <a:buNone/>
              <a:defRPr sz="1801"/>
            </a:lvl3pPr>
            <a:lvl4pPr marL="1371561" indent="0" algn="ctr">
              <a:buNone/>
              <a:defRPr sz="1601"/>
            </a:lvl4pPr>
            <a:lvl5pPr marL="1828746" indent="0" algn="ctr">
              <a:buNone/>
              <a:defRPr sz="1601"/>
            </a:lvl5pPr>
            <a:lvl6pPr marL="2285932" indent="0" algn="ctr">
              <a:buNone/>
              <a:defRPr sz="1601"/>
            </a:lvl6pPr>
            <a:lvl7pPr marL="2743120" indent="0" algn="ctr">
              <a:buNone/>
              <a:defRPr sz="1601"/>
            </a:lvl7pPr>
            <a:lvl8pPr marL="3200305" indent="0" algn="ctr">
              <a:buNone/>
              <a:defRPr sz="1601"/>
            </a:lvl8pPr>
            <a:lvl9pPr marL="3657491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/>
          </p:nvPr>
        </p:nvSpPr>
        <p:spPr>
          <a:xfrm>
            <a:off x="1038844" y="2023493"/>
            <a:ext cx="6173700" cy="1096300"/>
          </a:xfrm>
        </p:spPr>
        <p:txBody>
          <a:bodyPr>
            <a:noAutofit/>
          </a:bodyPr>
          <a:lstStyle>
            <a:lvl1pPr>
              <a:defRPr sz="4800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766772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390B292C-917D-F64A-BAED-4E7B5FCD109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3145B0-2218-8A2A-4CD6-7C903BB626D3}"/>
              </a:ext>
            </a:extLst>
          </p:cNvPr>
          <p:cNvSpPr/>
          <p:nvPr/>
        </p:nvSpPr>
        <p:spPr bwMode="white">
          <a:xfrm>
            <a:off x="1143000" y="2347913"/>
            <a:ext cx="1568450" cy="1570037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 bwMode="blackWhite">
          <a:xfrm>
            <a:off x="1142367" y="4399798"/>
            <a:ext cx="17819371" cy="5278730"/>
          </a:xfrm>
          <a:prstGeom prst="rect">
            <a:avLst/>
          </a:prstGeom>
          <a:ln w="9525">
            <a:noFill/>
          </a:ln>
        </p:spPr>
        <p:txBody>
          <a:bodyPr lIns="274320" tIns="274320" rIns="274320" bIns="137160" anchor="b">
            <a:noAutofit/>
          </a:bodyPr>
          <a:lstStyle>
            <a:lvl1pPr marL="0" algn="l" defTabSz="914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8800" kern="1200" baseline="0" dirty="0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3834025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32C2080-02DE-4F4C-FA0A-2E447682FD1C}"/>
              </a:ext>
            </a:extLst>
          </p:cNvPr>
          <p:cNvCxnSpPr/>
          <p:nvPr/>
        </p:nvCxnSpPr>
        <p:spPr bwMode="white">
          <a:xfrm>
            <a:off x="1143000" y="6069013"/>
            <a:ext cx="18954750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 bwMode="blackWhite">
          <a:xfrm>
            <a:off x="1038843" y="6310677"/>
            <a:ext cx="18034328" cy="3366090"/>
          </a:xfrm>
        </p:spPr>
        <p:txBody>
          <a:bodyPr>
            <a:noAutofit/>
          </a:bodyPr>
          <a:lstStyle>
            <a:lvl1pPr>
              <a:defRPr sz="8800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0001098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87A672E-64E4-E5CE-BF43-3876AD55A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V="1">
            <a:off x="6702425" y="0"/>
            <a:ext cx="687388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75EDDC16-CEEB-387A-A6F9-71E1C376CC8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B5973-0EB3-D6CF-CB9C-119CB6DE27C7}"/>
              </a:ext>
            </a:extLst>
          </p:cNvPr>
          <p:cNvSpPr/>
          <p:nvPr/>
        </p:nvSpPr>
        <p:spPr bwMode="white">
          <a:xfrm>
            <a:off x="0" y="0"/>
            <a:ext cx="6726238" cy="11309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E041E-18B3-0F6A-6A33-31B4706846B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50E7524-30FA-2843-878C-C4BE9CCEB946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5B4E79B0-EEE8-7BFB-373E-E85CA509FA57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4AA0BC0D-5918-F4D8-D169-A2BD1EED82A1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648149B4-413D-B1E6-F9E8-8E3996119743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8">
            <a:extLst>
              <a:ext uri="{FF2B5EF4-FFF2-40B4-BE49-F238E27FC236}">
                <a16:creationId xmlns:a16="http://schemas.microsoft.com/office/drawing/2014/main" id="{5ACFD20B-22AD-3FC2-C8DE-FDEA9E94E048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0">
            <a:extLst>
              <a:ext uri="{FF2B5EF4-FFF2-40B4-BE49-F238E27FC236}">
                <a16:creationId xmlns:a16="http://schemas.microsoft.com/office/drawing/2014/main" id="{509330D1-981F-A1D1-A109-44A7A0C6AFC1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2">
            <a:extLst>
              <a:ext uri="{FF2B5EF4-FFF2-40B4-BE49-F238E27FC236}">
                <a16:creationId xmlns:a16="http://schemas.microsoft.com/office/drawing/2014/main" id="{E1163143-0042-23B0-2F5F-BE32D8293A39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5">
            <a:extLst>
              <a:ext uri="{FF2B5EF4-FFF2-40B4-BE49-F238E27FC236}">
                <a16:creationId xmlns:a16="http://schemas.microsoft.com/office/drawing/2014/main" id="{4BEB52F7-F5D7-37B1-CFE8-63CB9037A536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6">
            <a:extLst>
              <a:ext uri="{FF2B5EF4-FFF2-40B4-BE49-F238E27FC236}">
                <a16:creationId xmlns:a16="http://schemas.microsoft.com/office/drawing/2014/main" id="{59C93467-3EC6-5A02-B719-F123181C5BE8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7">
            <a:extLst>
              <a:ext uri="{FF2B5EF4-FFF2-40B4-BE49-F238E27FC236}">
                <a16:creationId xmlns:a16="http://schemas.microsoft.com/office/drawing/2014/main" id="{D97B3739-DC58-BF15-5385-E5D319F7D085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8">
            <a:extLst>
              <a:ext uri="{FF2B5EF4-FFF2-40B4-BE49-F238E27FC236}">
                <a16:creationId xmlns:a16="http://schemas.microsoft.com/office/drawing/2014/main" id="{D221C724-8366-F289-A076-EFDE385A1A77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9">
            <a:extLst>
              <a:ext uri="{FF2B5EF4-FFF2-40B4-BE49-F238E27FC236}">
                <a16:creationId xmlns:a16="http://schemas.microsoft.com/office/drawing/2014/main" id="{3E448134-94C9-AEF7-7E9C-1C3F41E250ED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30">
            <a:extLst>
              <a:ext uri="{FF2B5EF4-FFF2-40B4-BE49-F238E27FC236}">
                <a16:creationId xmlns:a16="http://schemas.microsoft.com/office/drawing/2014/main" id="{F569B8DB-4488-A748-4D4E-6188F7D97C87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31">
            <a:extLst>
              <a:ext uri="{FF2B5EF4-FFF2-40B4-BE49-F238E27FC236}">
                <a16:creationId xmlns:a16="http://schemas.microsoft.com/office/drawing/2014/main" id="{D5D596D8-1AD1-7F5D-8B6D-0D665CC4A744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2">
            <a:extLst>
              <a:ext uri="{FF2B5EF4-FFF2-40B4-BE49-F238E27FC236}">
                <a16:creationId xmlns:a16="http://schemas.microsoft.com/office/drawing/2014/main" id="{F1DFA49D-9AC0-DFDA-4283-B3B7FA2EBA07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0" name="object 5">
            <a:extLst>
              <a:ext uri="{FF2B5EF4-FFF2-40B4-BE49-F238E27FC236}">
                <a16:creationId xmlns:a16="http://schemas.microsoft.com/office/drawing/2014/main" id="{D6C25FD6-50C2-C805-0599-792A2090B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itle 4"/>
          <p:cNvSpPr>
            <a:spLocks noGrp="1"/>
          </p:cNvSpPr>
          <p:nvPr>
            <p:ph type="title"/>
          </p:nvPr>
        </p:nvSpPr>
        <p:spPr>
          <a:xfrm>
            <a:off x="1038847" y="4421342"/>
            <a:ext cx="5157746" cy="246667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800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0411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58F8E47E-BE2C-C575-714F-8B699F298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V="1">
            <a:off x="11815763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C951DF-A6C5-D59E-31D1-09CB80EDAF78}"/>
              </a:ext>
            </a:extLst>
          </p:cNvPr>
          <p:cNvSpPr/>
          <p:nvPr/>
        </p:nvSpPr>
        <p:spPr bwMode="white">
          <a:xfrm>
            <a:off x="0" y="0"/>
            <a:ext cx="11826875" cy="11309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Copyright" hidden="1">
            <a:extLst>
              <a:ext uri="{FF2B5EF4-FFF2-40B4-BE49-F238E27FC236}">
                <a16:creationId xmlns:a16="http://schemas.microsoft.com/office/drawing/2014/main" id="{8DD290A0-1EF5-BBCF-53E3-3E8A6B1F296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101D4-478A-CB14-F80C-886DBB0F2B39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3B2B7722-E652-E44A-8682-048DFB3AB39B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22176D24-5076-E414-7C20-64BDDC3E3940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C1DE944A-2673-F25E-5B6B-7CC52863A8A6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EBC2519-0993-906C-D28B-BE796A2F412C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1">
            <a:extLst>
              <a:ext uri="{FF2B5EF4-FFF2-40B4-BE49-F238E27FC236}">
                <a16:creationId xmlns:a16="http://schemas.microsoft.com/office/drawing/2014/main" id="{61BEE385-5E7F-C8D5-28DD-0978CA1A8D54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2">
            <a:extLst>
              <a:ext uri="{FF2B5EF4-FFF2-40B4-BE49-F238E27FC236}">
                <a16:creationId xmlns:a16="http://schemas.microsoft.com/office/drawing/2014/main" id="{A5A312A4-B5DA-CEC2-F266-EEC8B2999BB4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3">
            <a:extLst>
              <a:ext uri="{FF2B5EF4-FFF2-40B4-BE49-F238E27FC236}">
                <a16:creationId xmlns:a16="http://schemas.microsoft.com/office/drawing/2014/main" id="{76B9B8F4-A670-477D-3411-8D995E3C5B0B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4">
            <a:extLst>
              <a:ext uri="{FF2B5EF4-FFF2-40B4-BE49-F238E27FC236}">
                <a16:creationId xmlns:a16="http://schemas.microsoft.com/office/drawing/2014/main" id="{AA7190E7-968A-FF6E-FB75-78A5A46679C3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5">
            <a:extLst>
              <a:ext uri="{FF2B5EF4-FFF2-40B4-BE49-F238E27FC236}">
                <a16:creationId xmlns:a16="http://schemas.microsoft.com/office/drawing/2014/main" id="{B1F90CC0-1664-F257-FA08-66F4B91B31A3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6">
            <a:extLst>
              <a:ext uri="{FF2B5EF4-FFF2-40B4-BE49-F238E27FC236}">
                <a16:creationId xmlns:a16="http://schemas.microsoft.com/office/drawing/2014/main" id="{3108E32E-35C8-EE5F-40DA-D402A8DE2917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7">
            <a:extLst>
              <a:ext uri="{FF2B5EF4-FFF2-40B4-BE49-F238E27FC236}">
                <a16:creationId xmlns:a16="http://schemas.microsoft.com/office/drawing/2014/main" id="{01C1D67E-349E-A7DC-C912-CA8354E3620F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8">
            <a:extLst>
              <a:ext uri="{FF2B5EF4-FFF2-40B4-BE49-F238E27FC236}">
                <a16:creationId xmlns:a16="http://schemas.microsoft.com/office/drawing/2014/main" id="{D88F7E15-FD92-75DD-DBCA-0276098130EA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9">
            <a:extLst>
              <a:ext uri="{FF2B5EF4-FFF2-40B4-BE49-F238E27FC236}">
                <a16:creationId xmlns:a16="http://schemas.microsoft.com/office/drawing/2014/main" id="{3DCF01E7-D833-C9E4-F350-78289B955A75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0">
            <a:extLst>
              <a:ext uri="{FF2B5EF4-FFF2-40B4-BE49-F238E27FC236}">
                <a16:creationId xmlns:a16="http://schemas.microsoft.com/office/drawing/2014/main" id="{9405419C-325C-0057-8D64-C1EF80F81A32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31">
            <a:extLst>
              <a:ext uri="{FF2B5EF4-FFF2-40B4-BE49-F238E27FC236}">
                <a16:creationId xmlns:a16="http://schemas.microsoft.com/office/drawing/2014/main" id="{9C3F6C14-28FB-2185-C395-D222CEE714C9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35799854-D0B7-8EBA-E7E6-FB5AB06F6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6" y="633417"/>
            <a:ext cx="10349735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9779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3017F29-3545-EBB4-B6DF-34C0F022E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V="1">
            <a:off x="14889163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BDE34F-45ED-F1DE-E931-9310BDF54427}"/>
              </a:ext>
            </a:extLst>
          </p:cNvPr>
          <p:cNvSpPr/>
          <p:nvPr/>
        </p:nvSpPr>
        <p:spPr bwMode="white">
          <a:xfrm>
            <a:off x="0" y="0"/>
            <a:ext cx="14897100" cy="11309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Copyright" hidden="1">
            <a:extLst>
              <a:ext uri="{FF2B5EF4-FFF2-40B4-BE49-F238E27FC236}">
                <a16:creationId xmlns:a16="http://schemas.microsoft.com/office/drawing/2014/main" id="{96323C16-39A1-FE8E-CDBB-20C00E60628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4F221-1116-99DB-4F38-DEAD777B43CC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C039B4B8-22E0-E340-B12D-06151082B1FF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Freeform: Shape 16">
            <a:extLst>
              <a:ext uri="{FF2B5EF4-FFF2-40B4-BE49-F238E27FC236}">
                <a16:creationId xmlns:a16="http://schemas.microsoft.com/office/drawing/2014/main" id="{76101803-8C94-0204-1F91-49783AD4B663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C5313D83-C9E8-AD0F-3B86-6A12BEDF9FDD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8">
            <a:extLst>
              <a:ext uri="{FF2B5EF4-FFF2-40B4-BE49-F238E27FC236}">
                <a16:creationId xmlns:a16="http://schemas.microsoft.com/office/drawing/2014/main" id="{A91FDE08-E20D-2A83-1E04-E5AB670C6776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E01D9B4C-EE11-2DE8-4235-DB7209E92F73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0">
            <a:extLst>
              <a:ext uri="{FF2B5EF4-FFF2-40B4-BE49-F238E27FC236}">
                <a16:creationId xmlns:a16="http://schemas.microsoft.com/office/drawing/2014/main" id="{2356D33E-6AB1-02E3-BA78-3A758DD86F08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2">
            <a:extLst>
              <a:ext uri="{FF2B5EF4-FFF2-40B4-BE49-F238E27FC236}">
                <a16:creationId xmlns:a16="http://schemas.microsoft.com/office/drawing/2014/main" id="{E361ECAF-98F7-9E9E-F41B-2DF655958431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481F912B-06D0-3DA6-17FB-5A07D4BB94AB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4">
            <a:extLst>
              <a:ext uri="{FF2B5EF4-FFF2-40B4-BE49-F238E27FC236}">
                <a16:creationId xmlns:a16="http://schemas.microsoft.com/office/drawing/2014/main" id="{7A55CEC4-5AC1-6A43-30F2-834B4FE6DA59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5">
            <a:extLst>
              <a:ext uri="{FF2B5EF4-FFF2-40B4-BE49-F238E27FC236}">
                <a16:creationId xmlns:a16="http://schemas.microsoft.com/office/drawing/2014/main" id="{BBB80024-5F9D-072E-4660-53AC1A270D46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6">
            <a:extLst>
              <a:ext uri="{FF2B5EF4-FFF2-40B4-BE49-F238E27FC236}">
                <a16:creationId xmlns:a16="http://schemas.microsoft.com/office/drawing/2014/main" id="{4E666CED-567F-A723-2EC1-93A07318C98F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7">
            <a:extLst>
              <a:ext uri="{FF2B5EF4-FFF2-40B4-BE49-F238E27FC236}">
                <a16:creationId xmlns:a16="http://schemas.microsoft.com/office/drawing/2014/main" id="{3D4A0693-5842-020C-F10C-6C5EA2FB5514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8">
            <a:extLst>
              <a:ext uri="{FF2B5EF4-FFF2-40B4-BE49-F238E27FC236}">
                <a16:creationId xmlns:a16="http://schemas.microsoft.com/office/drawing/2014/main" id="{D184D4C2-3CD3-6E4D-767C-D5B48610FF98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9">
            <a:extLst>
              <a:ext uri="{FF2B5EF4-FFF2-40B4-BE49-F238E27FC236}">
                <a16:creationId xmlns:a16="http://schemas.microsoft.com/office/drawing/2014/main" id="{DC8F0963-C95E-EBB7-FB5B-E22C8BA880D0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30">
            <a:extLst>
              <a:ext uri="{FF2B5EF4-FFF2-40B4-BE49-F238E27FC236}">
                <a16:creationId xmlns:a16="http://schemas.microsoft.com/office/drawing/2014/main" id="{E1FF8D51-103C-0576-8CCE-8C31E06AFD07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59F0E4F7-2478-01AC-5440-1FB7164E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5" y="633417"/>
            <a:ext cx="13359174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8851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1702D78-1349-822F-9CE2-A4ABC3050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H="1">
            <a:off x="6053138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9E9E177-0F4A-6388-D10E-7DEF4E820C0A}"/>
              </a:ext>
            </a:extLst>
          </p:cNvPr>
          <p:cNvSpPr/>
          <p:nvPr/>
        </p:nvSpPr>
        <p:spPr bwMode="ltGray">
          <a:xfrm>
            <a:off x="6729413" y="-1588"/>
            <a:ext cx="13374687" cy="113109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F73EBD77-117D-E908-7B9D-76C267111E2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E1CDD-D4ED-D394-7B94-E0F54B9EC17C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AE2F1FF-B326-7A48-B9AD-1438C743A1F2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CE654F34-E651-FD4E-D143-C830BDA670D3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2E6093BB-275D-3DDD-6771-1D0CC9D30F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7" name="Freeform: Shape 31">
                <a:extLst>
                  <a:ext uri="{FF2B5EF4-FFF2-40B4-BE49-F238E27FC236}">
                    <a16:creationId xmlns:a16="http://schemas.microsoft.com/office/drawing/2014/main" id="{C6941A15-FAF5-1E0E-A5C2-4E14885FC1FE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32">
                <a:extLst>
                  <a:ext uri="{FF2B5EF4-FFF2-40B4-BE49-F238E27FC236}">
                    <a16:creationId xmlns:a16="http://schemas.microsoft.com/office/drawing/2014/main" id="{B3F85957-B98D-8CB3-8D37-EF57EFF3192D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33">
                <a:extLst>
                  <a:ext uri="{FF2B5EF4-FFF2-40B4-BE49-F238E27FC236}">
                    <a16:creationId xmlns:a16="http://schemas.microsoft.com/office/drawing/2014/main" id="{ED4ACB89-3C2A-1BD1-46F3-B456E39036E7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4">
                <a:extLst>
                  <a:ext uri="{FF2B5EF4-FFF2-40B4-BE49-F238E27FC236}">
                    <a16:creationId xmlns:a16="http://schemas.microsoft.com/office/drawing/2014/main" id="{7E655C0C-6013-9770-71E3-0B465865FFCD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5">
                <a:extLst>
                  <a:ext uri="{FF2B5EF4-FFF2-40B4-BE49-F238E27FC236}">
                    <a16:creationId xmlns:a16="http://schemas.microsoft.com/office/drawing/2014/main" id="{B905438B-4699-E8E3-CCC7-1E04F70F62B2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6">
                <a:extLst>
                  <a:ext uri="{FF2B5EF4-FFF2-40B4-BE49-F238E27FC236}">
                    <a16:creationId xmlns:a16="http://schemas.microsoft.com/office/drawing/2014/main" id="{30745D2F-3D03-8A6C-B7D4-8B5E4287B036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527A2018-72A5-0349-50CA-7E12A56E6A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9" name="Freeform: Shape 17">
                <a:extLst>
                  <a:ext uri="{FF2B5EF4-FFF2-40B4-BE49-F238E27FC236}">
                    <a16:creationId xmlns:a16="http://schemas.microsoft.com/office/drawing/2014/main" id="{A315242E-21B5-86E4-4435-44AA17651638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Freeform: Shape 18">
                <a:extLst>
                  <a:ext uri="{FF2B5EF4-FFF2-40B4-BE49-F238E27FC236}">
                    <a16:creationId xmlns:a16="http://schemas.microsoft.com/office/drawing/2014/main" id="{3F7CC1BF-984E-F888-CE55-CBFA051444FC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19">
                <a:extLst>
                  <a:ext uri="{FF2B5EF4-FFF2-40B4-BE49-F238E27FC236}">
                    <a16:creationId xmlns:a16="http://schemas.microsoft.com/office/drawing/2014/main" id="{F7A924CF-6C4B-6302-BF0B-8096043250F8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0">
                <a:extLst>
                  <a:ext uri="{FF2B5EF4-FFF2-40B4-BE49-F238E27FC236}">
                    <a16:creationId xmlns:a16="http://schemas.microsoft.com/office/drawing/2014/main" id="{54A416D1-6EEF-C4DC-7595-607BD06E4CBF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1">
                <a:extLst>
                  <a:ext uri="{FF2B5EF4-FFF2-40B4-BE49-F238E27FC236}">
                    <a16:creationId xmlns:a16="http://schemas.microsoft.com/office/drawing/2014/main" id="{2674A464-3051-2EF9-A9EC-36D3E9F47D33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6">
                <a:extLst>
                  <a:ext uri="{FF2B5EF4-FFF2-40B4-BE49-F238E27FC236}">
                    <a16:creationId xmlns:a16="http://schemas.microsoft.com/office/drawing/2014/main" id="{482EBF0F-C745-6AD4-31D6-9B43F2DB6A3F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9">
                <a:extLst>
                  <a:ext uri="{FF2B5EF4-FFF2-40B4-BE49-F238E27FC236}">
                    <a16:creationId xmlns:a16="http://schemas.microsoft.com/office/drawing/2014/main" id="{9E1A239C-DAA7-9E21-6C55-D1FA18F9EBB7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30">
                <a:extLst>
                  <a:ext uri="{FF2B5EF4-FFF2-40B4-BE49-F238E27FC236}">
                    <a16:creationId xmlns:a16="http://schemas.microsoft.com/office/drawing/2014/main" id="{578FE8CD-B634-0CF5-992A-16CED7183AB1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3" name="object 5">
            <a:extLst>
              <a:ext uri="{FF2B5EF4-FFF2-40B4-BE49-F238E27FC236}">
                <a16:creationId xmlns:a16="http://schemas.microsoft.com/office/drawing/2014/main" id="{16B290C3-926E-296A-B71E-4640534EB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itle 4"/>
          <p:cNvSpPr>
            <a:spLocks noGrp="1"/>
          </p:cNvSpPr>
          <p:nvPr>
            <p:ph type="title"/>
          </p:nvPr>
        </p:nvSpPr>
        <p:spPr>
          <a:xfrm>
            <a:off x="1038847" y="4421342"/>
            <a:ext cx="5157746" cy="246667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80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9153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A37ED56-DDF6-6982-E3D3-941E8A101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H="1">
            <a:off x="9382125" y="0"/>
            <a:ext cx="687388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D52078-F931-E96F-DDAE-92E4C919201D}"/>
              </a:ext>
            </a:extLst>
          </p:cNvPr>
          <p:cNvSpPr/>
          <p:nvPr/>
        </p:nvSpPr>
        <p:spPr>
          <a:xfrm>
            <a:off x="10052050" y="0"/>
            <a:ext cx="10052050" cy="1130935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60F08655-3FAF-C911-03E5-15C2E35168F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BEA1D-9718-C79C-BBB0-4278C45FDFC2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29307770-FAF3-B34F-95D0-E78B181B2CC8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348A8FCA-9A71-4CFB-6478-7CEF575A2316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A4E88599-4A7D-F76B-9374-59090E86E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9" name="Freeform: Shape 32">
                <a:extLst>
                  <a:ext uri="{FF2B5EF4-FFF2-40B4-BE49-F238E27FC236}">
                    <a16:creationId xmlns:a16="http://schemas.microsoft.com/office/drawing/2014/main" id="{248BCCC2-866D-BE5F-AA80-CBB7BD2C7ED8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3">
                <a:extLst>
                  <a:ext uri="{FF2B5EF4-FFF2-40B4-BE49-F238E27FC236}">
                    <a16:creationId xmlns:a16="http://schemas.microsoft.com/office/drawing/2014/main" id="{CD521FD7-1378-73A8-ECFA-54B9037DF19C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4">
                <a:extLst>
                  <a:ext uri="{FF2B5EF4-FFF2-40B4-BE49-F238E27FC236}">
                    <a16:creationId xmlns:a16="http://schemas.microsoft.com/office/drawing/2014/main" id="{03F44842-18B8-C685-9B9C-4DCB6AE6B0F5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5">
                <a:extLst>
                  <a:ext uri="{FF2B5EF4-FFF2-40B4-BE49-F238E27FC236}">
                    <a16:creationId xmlns:a16="http://schemas.microsoft.com/office/drawing/2014/main" id="{12C86167-3F5D-6C6F-6FCB-FD0BB870562C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5DAF5A86-DF40-144F-06E0-E5DFB4759BD7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36BB944B-D57D-22A2-5E3F-6269E21DD666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B04341F5-D327-2A86-9011-132FE875AE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9" name="Freeform: Shape 24">
                <a:extLst>
                  <a:ext uri="{FF2B5EF4-FFF2-40B4-BE49-F238E27FC236}">
                    <a16:creationId xmlns:a16="http://schemas.microsoft.com/office/drawing/2014/main" id="{EDCB1C6A-956C-DF54-5FAB-D624996FFF4F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Freeform: Shape 25">
                <a:extLst>
                  <a:ext uri="{FF2B5EF4-FFF2-40B4-BE49-F238E27FC236}">
                    <a16:creationId xmlns:a16="http://schemas.microsoft.com/office/drawing/2014/main" id="{63910E99-EA9F-F3DB-27D0-703A83C6B068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26">
                <a:extLst>
                  <a:ext uri="{FF2B5EF4-FFF2-40B4-BE49-F238E27FC236}">
                    <a16:creationId xmlns:a16="http://schemas.microsoft.com/office/drawing/2014/main" id="{B943C66E-F055-3C1A-2D5C-7204E153AA2B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7">
                <a:extLst>
                  <a:ext uri="{FF2B5EF4-FFF2-40B4-BE49-F238E27FC236}">
                    <a16:creationId xmlns:a16="http://schemas.microsoft.com/office/drawing/2014/main" id="{51CF08B7-2B9A-B130-0D9F-86AA5295F40F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8">
                <a:extLst>
                  <a:ext uri="{FF2B5EF4-FFF2-40B4-BE49-F238E27FC236}">
                    <a16:creationId xmlns:a16="http://schemas.microsoft.com/office/drawing/2014/main" id="{45922A53-098D-97F7-7FBA-752B7596FBBF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9">
                <a:extLst>
                  <a:ext uri="{FF2B5EF4-FFF2-40B4-BE49-F238E27FC236}">
                    <a16:creationId xmlns:a16="http://schemas.microsoft.com/office/drawing/2014/main" id="{3CDD3D53-0A72-76F7-AF15-64B5A65C0E33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30">
                <a:extLst>
                  <a:ext uri="{FF2B5EF4-FFF2-40B4-BE49-F238E27FC236}">
                    <a16:creationId xmlns:a16="http://schemas.microsoft.com/office/drawing/2014/main" id="{8E8BB8AA-2313-15FF-E8D8-9ABAB6311E3E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31">
                <a:extLst>
                  <a:ext uri="{FF2B5EF4-FFF2-40B4-BE49-F238E27FC236}">
                    <a16:creationId xmlns:a16="http://schemas.microsoft.com/office/drawing/2014/main" id="{BD6C1C13-9264-051C-B015-33BE660AA1EF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5" name="object 5">
            <a:extLst>
              <a:ext uri="{FF2B5EF4-FFF2-40B4-BE49-F238E27FC236}">
                <a16:creationId xmlns:a16="http://schemas.microsoft.com/office/drawing/2014/main" id="{8A605263-F592-3C87-F126-BFBA82287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10045491" y="0"/>
            <a:ext cx="10058608" cy="11309350"/>
          </a:xfrm>
          <a:prstGeom prst="rect">
            <a:avLst/>
          </a:prstGeom>
          <a:noFill/>
        </p:spPr>
        <p:txBody>
          <a:bodyPr lIns="914400" tIns="914400" rIns="914400" bIns="914400" rtlCol="0">
            <a:noAutofit/>
          </a:bodyPr>
          <a:lstStyle>
            <a:lvl1pPr algn="ctr">
              <a:defRPr sz="2799" baseline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 noProof="0">
                <a:sym typeface="Trebuchet MS" panose="020B0703020202090204" pitchFamily="34" charset="0"/>
              </a:rPr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 bwMode="blackWhite">
          <a:xfrm>
            <a:off x="1038846" y="2944589"/>
            <a:ext cx="7236289" cy="5420177"/>
          </a:xfrm>
          <a:prstGeom prst="rect">
            <a:avLst/>
          </a:prstGeom>
          <a:noFill/>
        </p:spPr>
        <p:txBody>
          <a:bodyPr lIns="0" tIns="0" rIns="320040" bIns="0" anchor="ctr">
            <a:noAutofit/>
          </a:bodyPr>
          <a:lstStyle>
            <a:lvl1pPr>
              <a:defRPr sz="7799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623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6FB3684-4C4A-3DAA-615E-EDB4699C2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H="1">
            <a:off x="12218988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005D4B-7E21-67E3-B814-C9F5C09E9D52}"/>
              </a:ext>
            </a:extLst>
          </p:cNvPr>
          <p:cNvSpPr/>
          <p:nvPr/>
        </p:nvSpPr>
        <p:spPr bwMode="gray">
          <a:xfrm>
            <a:off x="12893675" y="0"/>
            <a:ext cx="7210425" cy="11309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6C533424-433F-EDD2-010F-2A1154F028C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EE4E4-C177-E215-A4E2-627067EFFF6A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DED58683-4236-CD4E-B4A2-E6FB06138462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355C0492-0A70-98EC-8857-55283CC1B643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A181E3AB-8FFE-8E78-4DCF-B2946E4051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9" name="Freeform: Shape 31">
                <a:extLst>
                  <a:ext uri="{FF2B5EF4-FFF2-40B4-BE49-F238E27FC236}">
                    <a16:creationId xmlns:a16="http://schemas.microsoft.com/office/drawing/2014/main" id="{C54F995F-3723-F369-7211-34DF4B47B595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2">
                <a:extLst>
                  <a:ext uri="{FF2B5EF4-FFF2-40B4-BE49-F238E27FC236}">
                    <a16:creationId xmlns:a16="http://schemas.microsoft.com/office/drawing/2014/main" id="{8058FBD0-E3E7-0D05-1FB9-CA1FCC0F51AC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3">
                <a:extLst>
                  <a:ext uri="{FF2B5EF4-FFF2-40B4-BE49-F238E27FC236}">
                    <a16:creationId xmlns:a16="http://schemas.microsoft.com/office/drawing/2014/main" id="{AA9FFD57-13DC-B466-DC34-32B604AD931F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4">
                <a:extLst>
                  <a:ext uri="{FF2B5EF4-FFF2-40B4-BE49-F238E27FC236}">
                    <a16:creationId xmlns:a16="http://schemas.microsoft.com/office/drawing/2014/main" id="{65284B07-C948-25B7-4B4E-FF44A862B353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5">
                <a:extLst>
                  <a:ext uri="{FF2B5EF4-FFF2-40B4-BE49-F238E27FC236}">
                    <a16:creationId xmlns:a16="http://schemas.microsoft.com/office/drawing/2014/main" id="{E1090DE7-057D-A321-F29C-518FFD7A331A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6">
                <a:extLst>
                  <a:ext uri="{FF2B5EF4-FFF2-40B4-BE49-F238E27FC236}">
                    <a16:creationId xmlns:a16="http://schemas.microsoft.com/office/drawing/2014/main" id="{9C33F52E-0B79-39CD-0909-1FF6242E4B1C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EBF7B349-1A75-79CD-81AC-60E2B2D54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9" name="Freeform: Shape 23">
                <a:extLst>
                  <a:ext uri="{FF2B5EF4-FFF2-40B4-BE49-F238E27FC236}">
                    <a16:creationId xmlns:a16="http://schemas.microsoft.com/office/drawing/2014/main" id="{D048A827-76EC-1586-8F1C-A4571786775F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Freeform: Shape 24">
                <a:extLst>
                  <a:ext uri="{FF2B5EF4-FFF2-40B4-BE49-F238E27FC236}">
                    <a16:creationId xmlns:a16="http://schemas.microsoft.com/office/drawing/2014/main" id="{3F9D988B-F44E-FF51-8C94-F356B33F2623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25">
                <a:extLst>
                  <a:ext uri="{FF2B5EF4-FFF2-40B4-BE49-F238E27FC236}">
                    <a16:creationId xmlns:a16="http://schemas.microsoft.com/office/drawing/2014/main" id="{DCB92007-9A0C-106E-BC69-DA39278CE9DF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6">
                <a:extLst>
                  <a:ext uri="{FF2B5EF4-FFF2-40B4-BE49-F238E27FC236}">
                    <a16:creationId xmlns:a16="http://schemas.microsoft.com/office/drawing/2014/main" id="{FE486C9D-173A-ADD4-72EA-9A18C53C8A3E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7">
                <a:extLst>
                  <a:ext uri="{FF2B5EF4-FFF2-40B4-BE49-F238E27FC236}">
                    <a16:creationId xmlns:a16="http://schemas.microsoft.com/office/drawing/2014/main" id="{D7A60FB6-E2ED-3860-4C79-4678CCB67400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8">
                <a:extLst>
                  <a:ext uri="{FF2B5EF4-FFF2-40B4-BE49-F238E27FC236}">
                    <a16:creationId xmlns:a16="http://schemas.microsoft.com/office/drawing/2014/main" id="{3E4537A0-AC85-9D16-A2DA-FD54EB326A72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9">
                <a:extLst>
                  <a:ext uri="{FF2B5EF4-FFF2-40B4-BE49-F238E27FC236}">
                    <a16:creationId xmlns:a16="http://schemas.microsoft.com/office/drawing/2014/main" id="{E2A3276D-651F-13CE-B12F-56D0C80AC286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30">
                <a:extLst>
                  <a:ext uri="{FF2B5EF4-FFF2-40B4-BE49-F238E27FC236}">
                    <a16:creationId xmlns:a16="http://schemas.microsoft.com/office/drawing/2014/main" id="{76471145-FC4E-82E3-B949-2F5FCC5C8A67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5" name="object 5">
            <a:extLst>
              <a:ext uri="{FF2B5EF4-FFF2-40B4-BE49-F238E27FC236}">
                <a16:creationId xmlns:a16="http://schemas.microsoft.com/office/drawing/2014/main" id="{4FD5DBE2-C2FD-3A8A-5702-073547CA7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2894899" y="0"/>
            <a:ext cx="7209204" cy="11309350"/>
          </a:xfrm>
          <a:prstGeom prst="rect">
            <a:avLst/>
          </a:prstGeom>
          <a:noFill/>
        </p:spPr>
        <p:txBody>
          <a:bodyPr lIns="182880" tIns="914400" rIns="182880" bIns="914400" rtlCol="0">
            <a:noAutofit/>
          </a:bodyPr>
          <a:lstStyle>
            <a:lvl1pPr algn="ctr">
              <a:defRPr sz="2799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703020202090204" pitchFamily="34" charset="0"/>
              </a:defRPr>
            </a:lvl1pPr>
          </a:lstStyle>
          <a:p>
            <a:pPr lvl="0"/>
            <a:r>
              <a:rPr lang="en-US" noProof="0">
                <a:sym typeface="Trebuchet MS" panose="020B0703020202090204" pitchFamily="34" charset="0"/>
              </a:rPr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 bwMode="black">
          <a:xfrm>
            <a:off x="1040387" y="2944589"/>
            <a:ext cx="10301953" cy="542017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7799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882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4">
            <a:extLst>
              <a:ext uri="{FF2B5EF4-FFF2-40B4-BE49-F238E27FC236}">
                <a16:creationId xmlns:a16="http://schemas.microsoft.com/office/drawing/2014/main" id="{5B5C69A3-ED53-AB3E-CC0F-1D573D3DA113}"/>
              </a:ext>
            </a:extLst>
          </p:cNvPr>
          <p:cNvSpPr/>
          <p:nvPr/>
        </p:nvSpPr>
        <p:spPr bwMode="ltGray">
          <a:xfrm>
            <a:off x="3175" y="1588"/>
            <a:ext cx="6740525" cy="1130935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98DF4402-56E0-DEEF-B5E4-37C4673E5F5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DB7D4-4C1E-C2EA-85C6-479E3EAAB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65271" y="5920833"/>
            <a:ext cx="2251239" cy="5578756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7681DA-4E04-DFA0-E188-B2420C61EDDD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D8C30F7-BFC2-1049-8BD9-5114F9C65E7F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069BEFD7-548B-AD20-AE4F-E426EA1E7B01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6">
            <a:extLst>
              <a:ext uri="{FF2B5EF4-FFF2-40B4-BE49-F238E27FC236}">
                <a16:creationId xmlns:a16="http://schemas.microsoft.com/office/drawing/2014/main" id="{3D6FA716-98F5-81D7-1D32-60D1B261058B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8">
            <a:extLst>
              <a:ext uri="{FF2B5EF4-FFF2-40B4-BE49-F238E27FC236}">
                <a16:creationId xmlns:a16="http://schemas.microsoft.com/office/drawing/2014/main" id="{15A97ECC-2056-00C1-43A6-476AC37EB8A7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20">
            <a:extLst>
              <a:ext uri="{FF2B5EF4-FFF2-40B4-BE49-F238E27FC236}">
                <a16:creationId xmlns:a16="http://schemas.microsoft.com/office/drawing/2014/main" id="{9AD03668-CE01-4FC8-E2C3-79CBF5B2153D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1">
            <a:extLst>
              <a:ext uri="{FF2B5EF4-FFF2-40B4-BE49-F238E27FC236}">
                <a16:creationId xmlns:a16="http://schemas.microsoft.com/office/drawing/2014/main" id="{EB4E1D08-7B82-6EC7-7604-C5775CE333D0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2">
            <a:extLst>
              <a:ext uri="{FF2B5EF4-FFF2-40B4-BE49-F238E27FC236}">
                <a16:creationId xmlns:a16="http://schemas.microsoft.com/office/drawing/2014/main" id="{089E8927-8F31-58BA-0F71-5CEEE920AE8F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3">
            <a:extLst>
              <a:ext uri="{FF2B5EF4-FFF2-40B4-BE49-F238E27FC236}">
                <a16:creationId xmlns:a16="http://schemas.microsoft.com/office/drawing/2014/main" id="{550411CD-A61C-7E18-4A60-B75137B3DEB5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4">
            <a:extLst>
              <a:ext uri="{FF2B5EF4-FFF2-40B4-BE49-F238E27FC236}">
                <a16:creationId xmlns:a16="http://schemas.microsoft.com/office/drawing/2014/main" id="{0D56865A-A3E8-97BA-4EB7-7131DC2C8FA1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5">
            <a:extLst>
              <a:ext uri="{FF2B5EF4-FFF2-40B4-BE49-F238E27FC236}">
                <a16:creationId xmlns:a16="http://schemas.microsoft.com/office/drawing/2014/main" id="{71ACCBB5-8558-8C75-01FD-983E57011CAE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6">
            <a:extLst>
              <a:ext uri="{FF2B5EF4-FFF2-40B4-BE49-F238E27FC236}">
                <a16:creationId xmlns:a16="http://schemas.microsoft.com/office/drawing/2014/main" id="{FE33A482-DF44-6BA6-6159-5AA8AB5AEB04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7">
            <a:extLst>
              <a:ext uri="{FF2B5EF4-FFF2-40B4-BE49-F238E27FC236}">
                <a16:creationId xmlns:a16="http://schemas.microsoft.com/office/drawing/2014/main" id="{0C8AA0A2-9047-8708-9BC1-433B07552F2D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8">
            <a:extLst>
              <a:ext uri="{FF2B5EF4-FFF2-40B4-BE49-F238E27FC236}">
                <a16:creationId xmlns:a16="http://schemas.microsoft.com/office/drawing/2014/main" id="{FF7A6362-86C7-C16F-11D3-C7594A44CF03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9">
            <a:extLst>
              <a:ext uri="{FF2B5EF4-FFF2-40B4-BE49-F238E27FC236}">
                <a16:creationId xmlns:a16="http://schemas.microsoft.com/office/drawing/2014/main" id="{DF003EEA-3960-33EC-28C0-C159669B46B7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0">
            <a:extLst>
              <a:ext uri="{FF2B5EF4-FFF2-40B4-BE49-F238E27FC236}">
                <a16:creationId xmlns:a16="http://schemas.microsoft.com/office/drawing/2014/main" id="{1DD38DDD-20B3-95B6-A3E1-F7DBE046A76A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E651B42C-6F3F-A31A-59A2-FA62D5FA8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2"/>
          <p:cNvSpPr>
            <a:spLocks noGrp="1"/>
          </p:cNvSpPr>
          <p:nvPr>
            <p:ph type="title"/>
          </p:nvPr>
        </p:nvSpPr>
        <p:spPr>
          <a:xfrm>
            <a:off x="1038845" y="4558380"/>
            <a:ext cx="4087172" cy="216739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800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261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4">
            <a:extLst>
              <a:ext uri="{FF2B5EF4-FFF2-40B4-BE49-F238E27FC236}">
                <a16:creationId xmlns:a16="http://schemas.microsoft.com/office/drawing/2014/main" id="{1AA215F5-CB78-1C2E-A611-6F57A2E9CEF7}"/>
              </a:ext>
            </a:extLst>
          </p:cNvPr>
          <p:cNvSpPr/>
          <p:nvPr/>
        </p:nvSpPr>
        <p:spPr bwMode="ltGray">
          <a:xfrm>
            <a:off x="3175" y="1588"/>
            <a:ext cx="6740525" cy="1130935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B40B657A-B01C-C9D9-F8DA-BE46B9D7854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47769-D980-D146-0EB9-1082A1A5C3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" b="1103"/>
          <a:stretch>
            <a:fillRect/>
          </a:stretch>
        </p:blipFill>
        <p:spPr>
          <a:xfrm rot="120000">
            <a:off x="3585893" y="5611519"/>
            <a:ext cx="4443393" cy="5708674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A8C0F4-3475-D383-4B58-79B1619A1381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DEE51B9-BC62-CB47-A4CE-7BF484FDFFB6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7B3A01-BE6D-475E-D756-9AA21CA25AAE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468DBF8E-FFC3-277A-278E-159CCA2388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8" name="Freeform: Shape 29">
                <a:extLst>
                  <a:ext uri="{FF2B5EF4-FFF2-40B4-BE49-F238E27FC236}">
                    <a16:creationId xmlns:a16="http://schemas.microsoft.com/office/drawing/2014/main" id="{9A8288A2-B66E-3853-0D96-AE813D5D104A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30">
                <a:extLst>
                  <a:ext uri="{FF2B5EF4-FFF2-40B4-BE49-F238E27FC236}">
                    <a16:creationId xmlns:a16="http://schemas.microsoft.com/office/drawing/2014/main" id="{A210657F-4254-9D8C-ABF8-55CD0739685D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1">
                <a:extLst>
                  <a:ext uri="{FF2B5EF4-FFF2-40B4-BE49-F238E27FC236}">
                    <a16:creationId xmlns:a16="http://schemas.microsoft.com/office/drawing/2014/main" id="{5BEDB390-63F3-DBAA-E165-5ACC9315D72D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2">
                <a:extLst>
                  <a:ext uri="{FF2B5EF4-FFF2-40B4-BE49-F238E27FC236}">
                    <a16:creationId xmlns:a16="http://schemas.microsoft.com/office/drawing/2014/main" id="{0512DA12-89E0-7F56-CCB1-F91F3E4F4C1D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3">
                <a:extLst>
                  <a:ext uri="{FF2B5EF4-FFF2-40B4-BE49-F238E27FC236}">
                    <a16:creationId xmlns:a16="http://schemas.microsoft.com/office/drawing/2014/main" id="{7A1337B9-F6E3-5F17-2276-A4DFF6ED440C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4">
                <a:extLst>
                  <a:ext uri="{FF2B5EF4-FFF2-40B4-BE49-F238E27FC236}">
                    <a16:creationId xmlns:a16="http://schemas.microsoft.com/office/drawing/2014/main" id="{FBAA3DC2-807F-D780-203F-C6867A6AB9FA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7C63A793-B1E4-C7B4-15BC-FBCEA17A58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0" name="Freeform: Shape 21">
                <a:extLst>
                  <a:ext uri="{FF2B5EF4-FFF2-40B4-BE49-F238E27FC236}">
                    <a16:creationId xmlns:a16="http://schemas.microsoft.com/office/drawing/2014/main" id="{D40238C6-F268-B2C8-27C2-58685011A7AD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22">
                <a:extLst>
                  <a:ext uri="{FF2B5EF4-FFF2-40B4-BE49-F238E27FC236}">
                    <a16:creationId xmlns:a16="http://schemas.microsoft.com/office/drawing/2014/main" id="{114CA633-E9FC-8F2E-60D3-76321CA2B9CD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3">
                <a:extLst>
                  <a:ext uri="{FF2B5EF4-FFF2-40B4-BE49-F238E27FC236}">
                    <a16:creationId xmlns:a16="http://schemas.microsoft.com/office/drawing/2014/main" id="{A229FA39-3EF3-33EC-F3EB-A8AD09D43C6D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4">
                <a:extLst>
                  <a:ext uri="{FF2B5EF4-FFF2-40B4-BE49-F238E27FC236}">
                    <a16:creationId xmlns:a16="http://schemas.microsoft.com/office/drawing/2014/main" id="{D989B167-8271-CFE2-FEBE-EB364C764AAA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628558C3-85BE-6280-9871-8ED2B19D9F06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E4B4295-7353-2F1D-5BDD-4E01154178D5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7">
                <a:extLst>
                  <a:ext uri="{FF2B5EF4-FFF2-40B4-BE49-F238E27FC236}">
                    <a16:creationId xmlns:a16="http://schemas.microsoft.com/office/drawing/2014/main" id="{2D1E268E-8B50-F121-57D4-FADF33A7914C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8">
                <a:extLst>
                  <a:ext uri="{FF2B5EF4-FFF2-40B4-BE49-F238E27FC236}">
                    <a16:creationId xmlns:a16="http://schemas.microsoft.com/office/drawing/2014/main" id="{7813BB41-5285-C299-CE2C-4AE3DAC1197B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4" name="object 5">
            <a:extLst>
              <a:ext uri="{FF2B5EF4-FFF2-40B4-BE49-F238E27FC236}">
                <a16:creationId xmlns:a16="http://schemas.microsoft.com/office/drawing/2014/main" id="{09BA4917-F341-4276-2D0C-D003FD126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38845" y="4558380"/>
            <a:ext cx="4087172" cy="2167396"/>
          </a:xfrm>
        </p:spPr>
        <p:txBody>
          <a:bodyPr anchor="ctr">
            <a:noAutofit/>
          </a:bodyPr>
          <a:lstStyle>
            <a:lvl1pPr>
              <a:defRPr sz="48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7305126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E11E2690-BB4D-7E01-D267-4B524633A6F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Pentagon 3">
            <a:extLst>
              <a:ext uri="{FF2B5EF4-FFF2-40B4-BE49-F238E27FC236}">
                <a16:creationId xmlns:a16="http://schemas.microsoft.com/office/drawing/2014/main" id="{3E9DAD61-C282-3D73-5D6C-839B324B7709}"/>
              </a:ext>
            </a:extLst>
          </p:cNvPr>
          <p:cNvSpPr/>
          <p:nvPr/>
        </p:nvSpPr>
        <p:spPr bwMode="white">
          <a:xfrm>
            <a:off x="0" y="0"/>
            <a:ext cx="8948738" cy="1130935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B3A99-9B35-0043-986A-71C9AD341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4745" y="5597606"/>
            <a:ext cx="2141296" cy="5890286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34159-CAED-9B21-006B-0EF022B727A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C222C4B-DB87-8D48-8F8A-8E5BEE9A1AF9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F7B60935-B2BE-F111-C2CC-50751C39405F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E830B9A5-A4E1-D82D-6650-4F5C561C70CF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20">
            <a:extLst>
              <a:ext uri="{FF2B5EF4-FFF2-40B4-BE49-F238E27FC236}">
                <a16:creationId xmlns:a16="http://schemas.microsoft.com/office/drawing/2014/main" id="{AA834B02-AF22-C426-C7B0-456DE882397B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21">
            <a:extLst>
              <a:ext uri="{FF2B5EF4-FFF2-40B4-BE49-F238E27FC236}">
                <a16:creationId xmlns:a16="http://schemas.microsoft.com/office/drawing/2014/main" id="{E1D1D681-DDB7-6CB6-A66D-E791E9837C4F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2">
            <a:extLst>
              <a:ext uri="{FF2B5EF4-FFF2-40B4-BE49-F238E27FC236}">
                <a16:creationId xmlns:a16="http://schemas.microsoft.com/office/drawing/2014/main" id="{33BE09F7-C14A-186D-D8CF-50A58B9BA634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3">
            <a:extLst>
              <a:ext uri="{FF2B5EF4-FFF2-40B4-BE49-F238E27FC236}">
                <a16:creationId xmlns:a16="http://schemas.microsoft.com/office/drawing/2014/main" id="{1A49C552-2B11-970D-B350-19A17CBA3FB1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4">
            <a:extLst>
              <a:ext uri="{FF2B5EF4-FFF2-40B4-BE49-F238E27FC236}">
                <a16:creationId xmlns:a16="http://schemas.microsoft.com/office/drawing/2014/main" id="{63535CAE-D6A4-77B9-5764-C268AD3E5C1C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5">
            <a:extLst>
              <a:ext uri="{FF2B5EF4-FFF2-40B4-BE49-F238E27FC236}">
                <a16:creationId xmlns:a16="http://schemas.microsoft.com/office/drawing/2014/main" id="{8920B6EA-A358-A022-F55E-DBF9D31F59B8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6">
            <a:extLst>
              <a:ext uri="{FF2B5EF4-FFF2-40B4-BE49-F238E27FC236}">
                <a16:creationId xmlns:a16="http://schemas.microsoft.com/office/drawing/2014/main" id="{A8E540C5-1475-4B6B-9C3D-E3ECA46C9B57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7">
            <a:extLst>
              <a:ext uri="{FF2B5EF4-FFF2-40B4-BE49-F238E27FC236}">
                <a16:creationId xmlns:a16="http://schemas.microsoft.com/office/drawing/2014/main" id="{CC6C569A-2A03-55E4-C5A9-814F922F91F9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8">
            <a:extLst>
              <a:ext uri="{FF2B5EF4-FFF2-40B4-BE49-F238E27FC236}">
                <a16:creationId xmlns:a16="http://schemas.microsoft.com/office/drawing/2014/main" id="{8F14B480-EF09-4BE4-2720-5EDF62A845EB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9">
            <a:extLst>
              <a:ext uri="{FF2B5EF4-FFF2-40B4-BE49-F238E27FC236}">
                <a16:creationId xmlns:a16="http://schemas.microsoft.com/office/drawing/2014/main" id="{56F651B3-4B0B-BE94-472F-DA902AEF36D2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30">
            <a:extLst>
              <a:ext uri="{FF2B5EF4-FFF2-40B4-BE49-F238E27FC236}">
                <a16:creationId xmlns:a16="http://schemas.microsoft.com/office/drawing/2014/main" id="{2889A3F1-6672-DE9C-E275-D32F7CBB3E70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1">
            <a:extLst>
              <a:ext uri="{FF2B5EF4-FFF2-40B4-BE49-F238E27FC236}">
                <a16:creationId xmlns:a16="http://schemas.microsoft.com/office/drawing/2014/main" id="{8633F324-E136-5A9E-C951-FCA9828BC715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6AF72BCC-5F79-A544-9AD3-A0C1B514A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038846" y="2944589"/>
            <a:ext cx="6698456" cy="542017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7799" b="1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6289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ntagon 3">
            <a:extLst>
              <a:ext uri="{FF2B5EF4-FFF2-40B4-BE49-F238E27FC236}">
                <a16:creationId xmlns:a16="http://schemas.microsoft.com/office/drawing/2014/main" id="{01E54FA5-B5A6-6BD1-D64C-CB2C7C45A507}"/>
              </a:ext>
            </a:extLst>
          </p:cNvPr>
          <p:cNvSpPr/>
          <p:nvPr/>
        </p:nvSpPr>
        <p:spPr bwMode="white">
          <a:xfrm>
            <a:off x="0" y="0"/>
            <a:ext cx="8948738" cy="11309350"/>
          </a:xfrm>
          <a:prstGeom prst="homePlate">
            <a:avLst>
              <a:gd name="adj" fmla="val 129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CAF6C880-FEBF-8E68-C402-4E34CA9F1D6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6AB649-B34B-9C59-C152-B9FD0FB3E8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3" b="129"/>
          <a:stretch>
            <a:fillRect/>
          </a:stretch>
        </p:blipFill>
        <p:spPr>
          <a:xfrm>
            <a:off x="5900070" y="5633735"/>
            <a:ext cx="4443393" cy="5675618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214E4-5CF5-FEAD-DA97-CDBA63E7BC93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3351C61-1647-EA48-9E0E-6E68AF45387C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CBF652DD-51D1-88AC-F046-3E4DD14FE0A5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6F125BA1-CFD8-5EA6-A848-46E7218904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7" name="Freeform: Shape 31">
                <a:extLst>
                  <a:ext uri="{FF2B5EF4-FFF2-40B4-BE49-F238E27FC236}">
                    <a16:creationId xmlns:a16="http://schemas.microsoft.com/office/drawing/2014/main" id="{8EFB71FF-EFAA-930E-F684-D3ECC13617F5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32">
                <a:extLst>
                  <a:ext uri="{FF2B5EF4-FFF2-40B4-BE49-F238E27FC236}">
                    <a16:creationId xmlns:a16="http://schemas.microsoft.com/office/drawing/2014/main" id="{011C6FBD-ACB4-73A5-CBD1-1FDDA2DCE86F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33">
                <a:extLst>
                  <a:ext uri="{FF2B5EF4-FFF2-40B4-BE49-F238E27FC236}">
                    <a16:creationId xmlns:a16="http://schemas.microsoft.com/office/drawing/2014/main" id="{340F42B8-D13F-5B84-2AFB-A4DC63E9A466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4">
                <a:extLst>
                  <a:ext uri="{FF2B5EF4-FFF2-40B4-BE49-F238E27FC236}">
                    <a16:creationId xmlns:a16="http://schemas.microsoft.com/office/drawing/2014/main" id="{215E583D-14EA-5933-A5A7-7D83B06D38E4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5">
                <a:extLst>
                  <a:ext uri="{FF2B5EF4-FFF2-40B4-BE49-F238E27FC236}">
                    <a16:creationId xmlns:a16="http://schemas.microsoft.com/office/drawing/2014/main" id="{1AB905D3-DD8D-1771-4B75-50F9D144020B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4C151A23-A04B-CC6A-F0BC-CA6BC66B0536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BF3C2FE4-886F-EE9F-3326-547F41D300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9" name="Freeform: Shape 23">
                <a:extLst>
                  <a:ext uri="{FF2B5EF4-FFF2-40B4-BE49-F238E27FC236}">
                    <a16:creationId xmlns:a16="http://schemas.microsoft.com/office/drawing/2014/main" id="{294724D2-974F-963F-C3F2-1CCD19936B22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Freeform: Shape 24">
                <a:extLst>
                  <a:ext uri="{FF2B5EF4-FFF2-40B4-BE49-F238E27FC236}">
                    <a16:creationId xmlns:a16="http://schemas.microsoft.com/office/drawing/2014/main" id="{EC085D26-1BA2-FC11-67AC-72F9803DF670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25">
                <a:extLst>
                  <a:ext uri="{FF2B5EF4-FFF2-40B4-BE49-F238E27FC236}">
                    <a16:creationId xmlns:a16="http://schemas.microsoft.com/office/drawing/2014/main" id="{751E6516-E53F-F384-5F33-C85962C1F1D1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6">
                <a:extLst>
                  <a:ext uri="{FF2B5EF4-FFF2-40B4-BE49-F238E27FC236}">
                    <a16:creationId xmlns:a16="http://schemas.microsoft.com/office/drawing/2014/main" id="{3621F87A-92FF-F22D-BDCC-AF1DF5CD654D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7">
                <a:extLst>
                  <a:ext uri="{FF2B5EF4-FFF2-40B4-BE49-F238E27FC236}">
                    <a16:creationId xmlns:a16="http://schemas.microsoft.com/office/drawing/2014/main" id="{D8CDAB87-B062-E7BC-0B79-C02B443EE6DA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8">
                <a:extLst>
                  <a:ext uri="{FF2B5EF4-FFF2-40B4-BE49-F238E27FC236}">
                    <a16:creationId xmlns:a16="http://schemas.microsoft.com/office/drawing/2014/main" id="{4A33BBF7-9703-FA2B-70B6-CEB277D3840C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9">
                <a:extLst>
                  <a:ext uri="{FF2B5EF4-FFF2-40B4-BE49-F238E27FC236}">
                    <a16:creationId xmlns:a16="http://schemas.microsoft.com/office/drawing/2014/main" id="{437C6495-1BFE-5320-E9F6-7C43215ADE72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30">
                <a:extLst>
                  <a:ext uri="{FF2B5EF4-FFF2-40B4-BE49-F238E27FC236}">
                    <a16:creationId xmlns:a16="http://schemas.microsoft.com/office/drawing/2014/main" id="{C31B9981-6E80-2DCF-0A5C-4034EC8908A5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4" name="object 5">
            <a:extLst>
              <a:ext uri="{FF2B5EF4-FFF2-40B4-BE49-F238E27FC236}">
                <a16:creationId xmlns:a16="http://schemas.microsoft.com/office/drawing/2014/main" id="{AFAB65A5-5B05-071D-0BDF-AFFE6CEC3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038846" y="2944589"/>
            <a:ext cx="6698456" cy="542017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7799" b="1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7224928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entagon 2">
            <a:extLst>
              <a:ext uri="{FF2B5EF4-FFF2-40B4-BE49-F238E27FC236}">
                <a16:creationId xmlns:a16="http://schemas.microsoft.com/office/drawing/2014/main" id="{EEE38ED1-25E7-97F1-24DA-D328C8672C69}"/>
              </a:ext>
            </a:extLst>
          </p:cNvPr>
          <p:cNvSpPr/>
          <p:nvPr/>
        </p:nvSpPr>
        <p:spPr bwMode="white">
          <a:xfrm>
            <a:off x="0" y="0"/>
            <a:ext cx="10493375" cy="1130935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A762FED9-1F94-F748-3525-C5A457BF8AA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E335C-5FDE-415E-DEEF-73C5AB026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00762" y="5919525"/>
            <a:ext cx="2251239" cy="5578756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0BB3B8-0737-1294-1585-522EBCD2F6FF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DCEC5272-4158-2540-95EC-84EF7066E0B9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AA86A1F1-759C-8144-B5B2-C0F6ACBC4BD7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47706D12-18D0-E943-88DD-DFBB763445BF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8">
            <a:extLst>
              <a:ext uri="{FF2B5EF4-FFF2-40B4-BE49-F238E27FC236}">
                <a16:creationId xmlns:a16="http://schemas.microsoft.com/office/drawing/2014/main" id="{90CB706B-671D-BE8C-6F35-43D635EC5C4F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A91C5C5A-AE1D-AAF2-DA11-AB6175066800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0">
            <a:extLst>
              <a:ext uri="{FF2B5EF4-FFF2-40B4-BE49-F238E27FC236}">
                <a16:creationId xmlns:a16="http://schemas.microsoft.com/office/drawing/2014/main" id="{F4FE5D10-6D61-9B89-E755-9187986553EF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1">
            <a:extLst>
              <a:ext uri="{FF2B5EF4-FFF2-40B4-BE49-F238E27FC236}">
                <a16:creationId xmlns:a16="http://schemas.microsoft.com/office/drawing/2014/main" id="{0DBE8A00-188B-84B5-AEB6-B215E4337330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2">
            <a:extLst>
              <a:ext uri="{FF2B5EF4-FFF2-40B4-BE49-F238E27FC236}">
                <a16:creationId xmlns:a16="http://schemas.microsoft.com/office/drawing/2014/main" id="{DE368B15-0D57-B27C-D1DA-EB266D876D66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3">
            <a:extLst>
              <a:ext uri="{FF2B5EF4-FFF2-40B4-BE49-F238E27FC236}">
                <a16:creationId xmlns:a16="http://schemas.microsoft.com/office/drawing/2014/main" id="{1B6F6912-6740-9678-5A0D-6DF43BB931B7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4">
            <a:extLst>
              <a:ext uri="{FF2B5EF4-FFF2-40B4-BE49-F238E27FC236}">
                <a16:creationId xmlns:a16="http://schemas.microsoft.com/office/drawing/2014/main" id="{06C84CAB-1F06-117C-0891-25C5C0C45F2C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5">
            <a:extLst>
              <a:ext uri="{FF2B5EF4-FFF2-40B4-BE49-F238E27FC236}">
                <a16:creationId xmlns:a16="http://schemas.microsoft.com/office/drawing/2014/main" id="{15E58789-D3BB-A973-3235-86B3F65BE9DC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6">
            <a:extLst>
              <a:ext uri="{FF2B5EF4-FFF2-40B4-BE49-F238E27FC236}">
                <a16:creationId xmlns:a16="http://schemas.microsoft.com/office/drawing/2014/main" id="{DF24C3B8-FEED-C82A-D345-2D5B7380A192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7">
            <a:extLst>
              <a:ext uri="{FF2B5EF4-FFF2-40B4-BE49-F238E27FC236}">
                <a16:creationId xmlns:a16="http://schemas.microsoft.com/office/drawing/2014/main" id="{AB2E6F78-3D22-632B-8205-C2B1B6A5A6A0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8">
            <a:extLst>
              <a:ext uri="{FF2B5EF4-FFF2-40B4-BE49-F238E27FC236}">
                <a16:creationId xmlns:a16="http://schemas.microsoft.com/office/drawing/2014/main" id="{5263E27D-E5BC-1879-D8D4-539D9BAEE704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29">
            <a:extLst>
              <a:ext uri="{FF2B5EF4-FFF2-40B4-BE49-F238E27FC236}">
                <a16:creationId xmlns:a16="http://schemas.microsoft.com/office/drawing/2014/main" id="{802E9194-14ED-D2E2-E751-473D9DBA8278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18BBD216-1AA3-0A6D-72C4-00BABF6AD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050928" y="633417"/>
            <a:ext cx="7828962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725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entagon 2">
            <a:extLst>
              <a:ext uri="{FF2B5EF4-FFF2-40B4-BE49-F238E27FC236}">
                <a16:creationId xmlns:a16="http://schemas.microsoft.com/office/drawing/2014/main" id="{AD811FC7-8514-9013-3520-C05C45EA9483}"/>
              </a:ext>
            </a:extLst>
          </p:cNvPr>
          <p:cNvSpPr/>
          <p:nvPr/>
        </p:nvSpPr>
        <p:spPr bwMode="white">
          <a:xfrm>
            <a:off x="0" y="0"/>
            <a:ext cx="10493375" cy="11309350"/>
          </a:xfrm>
          <a:prstGeom prst="homePlate">
            <a:avLst>
              <a:gd name="adj" fmla="val 129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D0A76049-D14C-94E6-0C65-5B4F0EAD174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899ED-05B7-4451-7C59-A6917741E7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92" b="129"/>
          <a:stretch>
            <a:fillRect/>
          </a:stretch>
        </p:blipFill>
        <p:spPr>
          <a:xfrm rot="120000">
            <a:off x="7354638" y="5619725"/>
            <a:ext cx="4443393" cy="5700108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E6CB73-A9AD-CD50-50C2-C0B9111391F4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ED1CBDE-AFBD-034C-92D1-2EDD90B0A368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16D39CD-3162-ACC4-F2A4-308698041BA8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F4BEF8F2-2DDC-F331-168E-DC2655F971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8" name="Freeform: Shape 29">
                <a:extLst>
                  <a:ext uri="{FF2B5EF4-FFF2-40B4-BE49-F238E27FC236}">
                    <a16:creationId xmlns:a16="http://schemas.microsoft.com/office/drawing/2014/main" id="{1C05A6B6-C3B1-4AA6-9BA2-7751EA553A1A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30">
                <a:extLst>
                  <a:ext uri="{FF2B5EF4-FFF2-40B4-BE49-F238E27FC236}">
                    <a16:creationId xmlns:a16="http://schemas.microsoft.com/office/drawing/2014/main" id="{8619C961-29EF-36A8-3209-C0D9B467B276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1">
                <a:extLst>
                  <a:ext uri="{FF2B5EF4-FFF2-40B4-BE49-F238E27FC236}">
                    <a16:creationId xmlns:a16="http://schemas.microsoft.com/office/drawing/2014/main" id="{DC7C2C2B-7EA1-EBA5-CBD2-8D79DDC5D529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2">
                <a:extLst>
                  <a:ext uri="{FF2B5EF4-FFF2-40B4-BE49-F238E27FC236}">
                    <a16:creationId xmlns:a16="http://schemas.microsoft.com/office/drawing/2014/main" id="{B6491EEC-6B61-6ABD-DE4B-638CE982ED54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3">
                <a:extLst>
                  <a:ext uri="{FF2B5EF4-FFF2-40B4-BE49-F238E27FC236}">
                    <a16:creationId xmlns:a16="http://schemas.microsoft.com/office/drawing/2014/main" id="{62F960D0-1933-4CF4-A8A6-DA9F7C3D41BE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4">
                <a:extLst>
                  <a:ext uri="{FF2B5EF4-FFF2-40B4-BE49-F238E27FC236}">
                    <a16:creationId xmlns:a16="http://schemas.microsoft.com/office/drawing/2014/main" id="{90AAEA94-C5CE-239B-CF8D-124B5EF8677E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C0763E22-9F4E-417A-E812-0252AEF03F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0" name="Freeform: Shape 21">
                <a:extLst>
                  <a:ext uri="{FF2B5EF4-FFF2-40B4-BE49-F238E27FC236}">
                    <a16:creationId xmlns:a16="http://schemas.microsoft.com/office/drawing/2014/main" id="{82B80134-9A44-DD70-2523-5C3D67F7C6DE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22">
                <a:extLst>
                  <a:ext uri="{FF2B5EF4-FFF2-40B4-BE49-F238E27FC236}">
                    <a16:creationId xmlns:a16="http://schemas.microsoft.com/office/drawing/2014/main" id="{D4B0EEE0-4988-CCD2-E1B4-75A4321D048D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3">
                <a:extLst>
                  <a:ext uri="{FF2B5EF4-FFF2-40B4-BE49-F238E27FC236}">
                    <a16:creationId xmlns:a16="http://schemas.microsoft.com/office/drawing/2014/main" id="{F7A2B27B-5C94-1B84-256F-D6EFFB0F4F96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4">
                <a:extLst>
                  <a:ext uri="{FF2B5EF4-FFF2-40B4-BE49-F238E27FC236}">
                    <a16:creationId xmlns:a16="http://schemas.microsoft.com/office/drawing/2014/main" id="{8F688F22-2F55-362D-1E63-D26639A18F6B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11F5E137-E900-83ED-08A0-8FE4194364DE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13BB237A-EFDA-3A4E-FAD2-BD3D3360825D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7">
                <a:extLst>
                  <a:ext uri="{FF2B5EF4-FFF2-40B4-BE49-F238E27FC236}">
                    <a16:creationId xmlns:a16="http://schemas.microsoft.com/office/drawing/2014/main" id="{9A80DB6D-BC22-5B69-BE4C-CBE02146B670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8">
                <a:extLst>
                  <a:ext uri="{FF2B5EF4-FFF2-40B4-BE49-F238E27FC236}">
                    <a16:creationId xmlns:a16="http://schemas.microsoft.com/office/drawing/2014/main" id="{369F8A7F-3B10-26EA-7E15-4216B3B5D594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4" name="object 5">
            <a:extLst>
              <a:ext uri="{FF2B5EF4-FFF2-40B4-BE49-F238E27FC236}">
                <a16:creationId xmlns:a16="http://schemas.microsoft.com/office/drawing/2014/main" id="{AD2E94CA-74C1-3A38-BC47-8A4AE717A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050928" y="633417"/>
            <a:ext cx="7828962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2383475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8">
            <a:extLst>
              <a:ext uri="{FF2B5EF4-FFF2-40B4-BE49-F238E27FC236}">
                <a16:creationId xmlns:a16="http://schemas.microsoft.com/office/drawing/2014/main" id="{F81DBF37-FA33-6956-D194-52F030FA9E8C}"/>
              </a:ext>
            </a:extLst>
          </p:cNvPr>
          <p:cNvSpPr/>
          <p:nvPr/>
        </p:nvSpPr>
        <p:spPr bwMode="white">
          <a:xfrm>
            <a:off x="0" y="0"/>
            <a:ext cx="13927138" cy="1130935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3B89A265-5217-951C-538F-5EF3F4CA97C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2E23E-5DAD-836D-8BA2-6510DC8F1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51260" y="5919525"/>
            <a:ext cx="2251239" cy="5578756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64886E-C41C-0DBD-CBCD-121ED102ADD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388610F-400C-5044-93C6-A7AC5E57BBC1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Freeform: Shape 16">
            <a:extLst>
              <a:ext uri="{FF2B5EF4-FFF2-40B4-BE49-F238E27FC236}">
                <a16:creationId xmlns:a16="http://schemas.microsoft.com/office/drawing/2014/main" id="{9545BFA1-C957-B6A5-6FA6-93CA83B963FF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C8B2DA90-D7E9-0284-7594-DDF7BD9DAF5C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8">
            <a:extLst>
              <a:ext uri="{FF2B5EF4-FFF2-40B4-BE49-F238E27FC236}">
                <a16:creationId xmlns:a16="http://schemas.microsoft.com/office/drawing/2014/main" id="{90B390B0-8ACA-A82E-4933-EC83E46852D8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3D649470-BE17-6999-5752-9E0CDDD88ABE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0">
            <a:extLst>
              <a:ext uri="{FF2B5EF4-FFF2-40B4-BE49-F238E27FC236}">
                <a16:creationId xmlns:a16="http://schemas.microsoft.com/office/drawing/2014/main" id="{D725DF05-7EC7-F3B0-3E71-03F03C618BDB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1">
            <a:extLst>
              <a:ext uri="{FF2B5EF4-FFF2-40B4-BE49-F238E27FC236}">
                <a16:creationId xmlns:a16="http://schemas.microsoft.com/office/drawing/2014/main" id="{1D96A871-F9E2-D0A7-FC79-396BC4989B8E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2">
            <a:extLst>
              <a:ext uri="{FF2B5EF4-FFF2-40B4-BE49-F238E27FC236}">
                <a16:creationId xmlns:a16="http://schemas.microsoft.com/office/drawing/2014/main" id="{3D022ACE-2514-9B26-1377-CD881F5B0B5D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3">
            <a:extLst>
              <a:ext uri="{FF2B5EF4-FFF2-40B4-BE49-F238E27FC236}">
                <a16:creationId xmlns:a16="http://schemas.microsoft.com/office/drawing/2014/main" id="{5EE01A26-89B0-CC41-9258-6CD8A6427C22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4">
            <a:extLst>
              <a:ext uri="{FF2B5EF4-FFF2-40B4-BE49-F238E27FC236}">
                <a16:creationId xmlns:a16="http://schemas.microsoft.com/office/drawing/2014/main" id="{8910F785-F696-4C61-7F2F-A75EAEB7CFCB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5">
            <a:extLst>
              <a:ext uri="{FF2B5EF4-FFF2-40B4-BE49-F238E27FC236}">
                <a16:creationId xmlns:a16="http://schemas.microsoft.com/office/drawing/2014/main" id="{C25695EA-89C5-0116-5AC6-9E9B63EBF9C8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6">
            <a:extLst>
              <a:ext uri="{FF2B5EF4-FFF2-40B4-BE49-F238E27FC236}">
                <a16:creationId xmlns:a16="http://schemas.microsoft.com/office/drawing/2014/main" id="{B558E934-4F61-031D-99B3-01DD7457F8CF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7">
            <a:extLst>
              <a:ext uri="{FF2B5EF4-FFF2-40B4-BE49-F238E27FC236}">
                <a16:creationId xmlns:a16="http://schemas.microsoft.com/office/drawing/2014/main" id="{897C3AD0-1758-A30C-C8B7-553331743AF9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8">
            <a:extLst>
              <a:ext uri="{FF2B5EF4-FFF2-40B4-BE49-F238E27FC236}">
                <a16:creationId xmlns:a16="http://schemas.microsoft.com/office/drawing/2014/main" id="{05D70ECF-94B9-9694-E04B-DA1253403234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29">
            <a:extLst>
              <a:ext uri="{FF2B5EF4-FFF2-40B4-BE49-F238E27FC236}">
                <a16:creationId xmlns:a16="http://schemas.microsoft.com/office/drawing/2014/main" id="{5264A385-93B3-9E45-BD13-CBA8B32A4504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42CFC84C-6A8E-3414-AFDC-68AE82A84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7" y="633417"/>
            <a:ext cx="10313403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0B433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6064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8">
            <a:extLst>
              <a:ext uri="{FF2B5EF4-FFF2-40B4-BE49-F238E27FC236}">
                <a16:creationId xmlns:a16="http://schemas.microsoft.com/office/drawing/2014/main" id="{269DA33A-FE1E-78B5-3771-77ACCDF010CA}"/>
              </a:ext>
            </a:extLst>
          </p:cNvPr>
          <p:cNvSpPr/>
          <p:nvPr/>
        </p:nvSpPr>
        <p:spPr bwMode="white">
          <a:xfrm>
            <a:off x="0" y="0"/>
            <a:ext cx="13927138" cy="1130935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8F112466-60CD-07A8-99ED-771F395EFC8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13E2F-02F7-CF05-C96E-4AED0A9FF9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92" b="129"/>
          <a:stretch>
            <a:fillRect/>
          </a:stretch>
        </p:blipFill>
        <p:spPr>
          <a:xfrm rot="120000">
            <a:off x="10829745" y="5619725"/>
            <a:ext cx="4443393" cy="5700108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0DD11D-BE45-D938-5E0B-1B5D5653D5DD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5EC2E8D-00B1-DA44-9E53-05AE168CEC0B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4431FF81-41CD-5FB0-AD2C-89673BFFD64F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2F678F07-F6E9-B8A2-5CC2-C5D8797C4E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8" name="Freeform: Shape 31">
                <a:extLst>
                  <a:ext uri="{FF2B5EF4-FFF2-40B4-BE49-F238E27FC236}">
                    <a16:creationId xmlns:a16="http://schemas.microsoft.com/office/drawing/2014/main" id="{CCD40790-002E-0431-2EDA-3B5EF8AFEFA4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Freeform: Shape 32">
                <a:extLst>
                  <a:ext uri="{FF2B5EF4-FFF2-40B4-BE49-F238E27FC236}">
                    <a16:creationId xmlns:a16="http://schemas.microsoft.com/office/drawing/2014/main" id="{A5E28F7E-08D5-542F-5D48-2D3AE594B81A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3">
                <a:extLst>
                  <a:ext uri="{FF2B5EF4-FFF2-40B4-BE49-F238E27FC236}">
                    <a16:creationId xmlns:a16="http://schemas.microsoft.com/office/drawing/2014/main" id="{552029D0-29A2-C069-739D-F9732A192545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4">
                <a:extLst>
                  <a:ext uri="{FF2B5EF4-FFF2-40B4-BE49-F238E27FC236}">
                    <a16:creationId xmlns:a16="http://schemas.microsoft.com/office/drawing/2014/main" id="{C2DEF55D-7171-844B-A42A-1411ECEFB64E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5">
                <a:extLst>
                  <a:ext uri="{FF2B5EF4-FFF2-40B4-BE49-F238E27FC236}">
                    <a16:creationId xmlns:a16="http://schemas.microsoft.com/office/drawing/2014/main" id="{2604C8EC-DFA2-82BD-13F3-7A3F64933EB8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BB831919-0F50-97A6-2246-F4D7DA922D8F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E29878A0-CDBD-9D39-E25A-1111511180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0" name="Freeform: Shape 23">
                <a:extLst>
                  <a:ext uri="{FF2B5EF4-FFF2-40B4-BE49-F238E27FC236}">
                    <a16:creationId xmlns:a16="http://schemas.microsoft.com/office/drawing/2014/main" id="{948E830B-12DD-7AF1-D50F-FD19CD1FBA54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Freeform: Shape 24">
                <a:extLst>
                  <a:ext uri="{FF2B5EF4-FFF2-40B4-BE49-F238E27FC236}">
                    <a16:creationId xmlns:a16="http://schemas.microsoft.com/office/drawing/2014/main" id="{F6C21AF0-5400-48A3-169C-866DD56D78C6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5">
                <a:extLst>
                  <a:ext uri="{FF2B5EF4-FFF2-40B4-BE49-F238E27FC236}">
                    <a16:creationId xmlns:a16="http://schemas.microsoft.com/office/drawing/2014/main" id="{49A91B4F-2120-ECE3-64C8-2028B79E9514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6">
                <a:extLst>
                  <a:ext uri="{FF2B5EF4-FFF2-40B4-BE49-F238E27FC236}">
                    <a16:creationId xmlns:a16="http://schemas.microsoft.com/office/drawing/2014/main" id="{48369328-FC90-A638-9561-BFC05CDBF5EC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7">
                <a:extLst>
                  <a:ext uri="{FF2B5EF4-FFF2-40B4-BE49-F238E27FC236}">
                    <a16:creationId xmlns:a16="http://schemas.microsoft.com/office/drawing/2014/main" id="{448B775B-1DE4-3BA5-4EDD-AD96EE7403B2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8">
                <a:extLst>
                  <a:ext uri="{FF2B5EF4-FFF2-40B4-BE49-F238E27FC236}">
                    <a16:creationId xmlns:a16="http://schemas.microsoft.com/office/drawing/2014/main" id="{080DC783-6219-B5E7-C231-EE44560AD0D1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9">
                <a:extLst>
                  <a:ext uri="{FF2B5EF4-FFF2-40B4-BE49-F238E27FC236}">
                    <a16:creationId xmlns:a16="http://schemas.microsoft.com/office/drawing/2014/main" id="{7EF06B20-2255-D493-4479-6723604398A6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30">
                <a:extLst>
                  <a:ext uri="{FF2B5EF4-FFF2-40B4-BE49-F238E27FC236}">
                    <a16:creationId xmlns:a16="http://schemas.microsoft.com/office/drawing/2014/main" id="{083322CD-1919-B72B-A6E3-96CE10AA1F2D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4" name="object 5">
            <a:extLst>
              <a:ext uri="{FF2B5EF4-FFF2-40B4-BE49-F238E27FC236}">
                <a16:creationId xmlns:a16="http://schemas.microsoft.com/office/drawing/2014/main" id="{D7CFF463-0B01-8724-A897-3C903D4C9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7" y="633417"/>
            <a:ext cx="10313403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829734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888DD810-47F5-151F-C578-0F41999A913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172CE-67EB-DB4E-BE25-232C6CA5FCB4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282064F-5A72-F149-8FDE-1F5538518DD0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Freeform: Shape 12">
            <a:extLst>
              <a:ext uri="{FF2B5EF4-FFF2-40B4-BE49-F238E27FC236}">
                <a16:creationId xmlns:a16="http://schemas.microsoft.com/office/drawing/2014/main" id="{C9932B10-0C7C-4BAE-B972-05E26D305802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5" name="Freeform: Shape 13">
            <a:extLst>
              <a:ext uri="{FF2B5EF4-FFF2-40B4-BE49-F238E27FC236}">
                <a16:creationId xmlns:a16="http://schemas.microsoft.com/office/drawing/2014/main" id="{3C3D35BF-C822-DCC5-6FBC-1A5028A0E099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3A5E3B11-A369-56F7-A228-C8803805FDB6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EC233CB0-9F9E-4B64-3960-A5A8B7D7F70B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68A7E8B7-91F7-F597-F860-40D51DC179D6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19663E7-6653-98D9-AB54-EDB6AAD0E3EA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8188E21-6A7A-D056-2476-0E6CA2CF0AC9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9">
            <a:extLst>
              <a:ext uri="{FF2B5EF4-FFF2-40B4-BE49-F238E27FC236}">
                <a16:creationId xmlns:a16="http://schemas.microsoft.com/office/drawing/2014/main" id="{C232C185-2F9A-7638-EB1F-71DFEE81EBCD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0">
            <a:extLst>
              <a:ext uri="{FF2B5EF4-FFF2-40B4-BE49-F238E27FC236}">
                <a16:creationId xmlns:a16="http://schemas.microsoft.com/office/drawing/2014/main" id="{1CDD0364-2C3B-0ACA-0249-381B8343AF74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1">
            <a:extLst>
              <a:ext uri="{FF2B5EF4-FFF2-40B4-BE49-F238E27FC236}">
                <a16:creationId xmlns:a16="http://schemas.microsoft.com/office/drawing/2014/main" id="{D1587EDF-81FE-205A-FD86-A1234617DA25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2">
            <a:extLst>
              <a:ext uri="{FF2B5EF4-FFF2-40B4-BE49-F238E27FC236}">
                <a16:creationId xmlns:a16="http://schemas.microsoft.com/office/drawing/2014/main" id="{C39E89C9-75CC-05E1-FB7B-B8480C473AFD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3">
            <a:extLst>
              <a:ext uri="{FF2B5EF4-FFF2-40B4-BE49-F238E27FC236}">
                <a16:creationId xmlns:a16="http://schemas.microsoft.com/office/drawing/2014/main" id="{8BB06CB5-696E-C8A8-A053-DC5C2EB3FE92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4">
            <a:extLst>
              <a:ext uri="{FF2B5EF4-FFF2-40B4-BE49-F238E27FC236}">
                <a16:creationId xmlns:a16="http://schemas.microsoft.com/office/drawing/2014/main" id="{082E0FEA-88C7-06D7-F3F8-524F839E107B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5">
            <a:extLst>
              <a:ext uri="{FF2B5EF4-FFF2-40B4-BE49-F238E27FC236}">
                <a16:creationId xmlns:a16="http://schemas.microsoft.com/office/drawing/2014/main" id="{A1755F6B-B5DF-15FB-E4A3-7D54C42F9BD3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632C3D84-1956-6565-BC32-BEE1018CE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038846" y="6309910"/>
            <a:ext cx="17922893" cy="2649321"/>
          </a:xfrm>
        </p:spPr>
        <p:txBody>
          <a:bodyPr anchor="b">
            <a:noAutofit/>
          </a:bodyPr>
          <a:lstStyle>
            <a:lvl1pPr marL="0" algn="l" defTabSz="914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8800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8865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DE4D89F3-5320-D5CB-9900-B4475FEFE6A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3185A-F6F4-6DD9-1D5E-88E7AD49B105}"/>
              </a:ext>
            </a:extLst>
          </p:cNvPr>
          <p:cNvSpPr/>
          <p:nvPr/>
        </p:nvSpPr>
        <p:spPr bwMode="white">
          <a:xfrm>
            <a:off x="1143000" y="1031875"/>
            <a:ext cx="1536700" cy="1538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38846" y="6309910"/>
            <a:ext cx="17922893" cy="264932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88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5229221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rgbClr val="003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7698EC-7496-AA05-D5B6-471845C4A4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8" b="42"/>
          <a:stretch>
            <a:fillRect/>
          </a:stretch>
        </p:blipFill>
        <p:spPr>
          <a:xfrm rot="16200000" flipH="1">
            <a:off x="11208689" y="167868"/>
            <a:ext cx="1268562" cy="16522268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F4BFE5B7-EE7A-F19F-191C-31BF6389CA27}"/>
              </a:ext>
            </a:extLst>
          </p:cNvPr>
          <p:cNvSpPr/>
          <p:nvPr/>
        </p:nvSpPr>
        <p:spPr bwMode="white">
          <a:xfrm flipH="1">
            <a:off x="0" y="0"/>
            <a:ext cx="20104100" cy="9675813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004331"/>
          </a:solidFill>
          <a:ln>
            <a:noFill/>
          </a:ln>
          <a:effectLst/>
        </p:spPr>
        <p:txBody>
          <a:bodyPr tIns="45719" bIns="45719"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000000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801B8-E725-96B0-D4B1-4C52263919DD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B436DF9-1C08-BF47-B6DF-A6B726C6A43D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Freeform: Shape 8">
            <a:extLst>
              <a:ext uri="{FF2B5EF4-FFF2-40B4-BE49-F238E27FC236}">
                <a16:creationId xmlns:a16="http://schemas.microsoft.com/office/drawing/2014/main" id="{AB4F8B9D-1888-18B9-4E31-C635C93944B8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4B9105DF-EABD-24A6-F704-B397F56E56E7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1E95AE7C-A5E8-BC3D-09E9-AAEE9B393A14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3AF73CC4-E96D-5740-752F-5122FEF1D89E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2">
            <a:extLst>
              <a:ext uri="{FF2B5EF4-FFF2-40B4-BE49-F238E27FC236}">
                <a16:creationId xmlns:a16="http://schemas.microsoft.com/office/drawing/2014/main" id="{A9590E8D-9EEF-B302-3E64-51593EA2DB69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3">
            <a:extLst>
              <a:ext uri="{FF2B5EF4-FFF2-40B4-BE49-F238E27FC236}">
                <a16:creationId xmlns:a16="http://schemas.microsoft.com/office/drawing/2014/main" id="{A9B10C81-AF36-AE9C-CA94-DA89C03E2ECB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4">
            <a:extLst>
              <a:ext uri="{FF2B5EF4-FFF2-40B4-BE49-F238E27FC236}">
                <a16:creationId xmlns:a16="http://schemas.microsoft.com/office/drawing/2014/main" id="{E9310E1E-55FF-1299-F317-63617A5F7F53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5">
            <a:extLst>
              <a:ext uri="{FF2B5EF4-FFF2-40B4-BE49-F238E27FC236}">
                <a16:creationId xmlns:a16="http://schemas.microsoft.com/office/drawing/2014/main" id="{B62FE9C0-51CE-6FA4-5D6E-3869F16D0BE5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16">
            <a:extLst>
              <a:ext uri="{FF2B5EF4-FFF2-40B4-BE49-F238E27FC236}">
                <a16:creationId xmlns:a16="http://schemas.microsoft.com/office/drawing/2014/main" id="{8C02EDFB-AE37-62E9-0495-CD56C254AC05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17">
            <a:extLst>
              <a:ext uri="{FF2B5EF4-FFF2-40B4-BE49-F238E27FC236}">
                <a16:creationId xmlns:a16="http://schemas.microsoft.com/office/drawing/2014/main" id="{E9B4C827-B270-A8D6-8A16-CC175685D072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6556F8F4-7475-C19F-2421-AD3DD9586DA3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A5460D0F-B954-7542-3BEA-36E5A9A158EE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1972DECA-AC5E-7D36-CCBD-6AD2748D1C52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1">
            <a:extLst>
              <a:ext uri="{FF2B5EF4-FFF2-40B4-BE49-F238E27FC236}">
                <a16:creationId xmlns:a16="http://schemas.microsoft.com/office/drawing/2014/main" id="{88DE0D54-A04E-6F24-5842-026F1CE77685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D8189789-D094-E852-8D89-13B3ED65A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9320407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97DCCF7E-4445-E450-AC82-4475CD4B4A6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066D9-126A-373E-9CDD-7CE9CDB80396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CF48A47B-AA13-6449-8A54-A3A5E5E99D69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Freeform: Shape 13">
            <a:extLst>
              <a:ext uri="{FF2B5EF4-FFF2-40B4-BE49-F238E27FC236}">
                <a16:creationId xmlns:a16="http://schemas.microsoft.com/office/drawing/2014/main" id="{329EF31F-0A20-54B9-2EEE-D2154A61AC9E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572EEF72-69EF-2CF5-EAC9-A327EF80A7FA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FFCFCDC8-580C-8E0B-56EA-429059C95C5C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EEE6DD0C-41F2-1C70-EC77-62CD25B05E8E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EAFDE492-ABF2-6051-2273-E2971B84C567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7A4B7F0B-2D57-AC24-E398-180300320FD8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B688CB4-6919-0AFB-1575-A3EE4ABDD12E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0">
            <a:extLst>
              <a:ext uri="{FF2B5EF4-FFF2-40B4-BE49-F238E27FC236}">
                <a16:creationId xmlns:a16="http://schemas.microsoft.com/office/drawing/2014/main" id="{F9DA80B5-B30E-7816-9E6B-CAE8FC49F493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1">
            <a:extLst>
              <a:ext uri="{FF2B5EF4-FFF2-40B4-BE49-F238E27FC236}">
                <a16:creationId xmlns:a16="http://schemas.microsoft.com/office/drawing/2014/main" id="{8F0801DD-9B4E-7F9D-72F5-F4B2A4258C10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2">
            <a:extLst>
              <a:ext uri="{FF2B5EF4-FFF2-40B4-BE49-F238E27FC236}">
                <a16:creationId xmlns:a16="http://schemas.microsoft.com/office/drawing/2014/main" id="{50910F44-66FD-4295-307A-EF7E726599E3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3">
            <a:extLst>
              <a:ext uri="{FF2B5EF4-FFF2-40B4-BE49-F238E27FC236}">
                <a16:creationId xmlns:a16="http://schemas.microsoft.com/office/drawing/2014/main" id="{8E222B12-3D36-3780-FD96-097746BCDA80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4">
            <a:extLst>
              <a:ext uri="{FF2B5EF4-FFF2-40B4-BE49-F238E27FC236}">
                <a16:creationId xmlns:a16="http://schemas.microsoft.com/office/drawing/2014/main" id="{B828C376-EF49-F3A8-0618-11273D07BBEA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5">
            <a:extLst>
              <a:ext uri="{FF2B5EF4-FFF2-40B4-BE49-F238E27FC236}">
                <a16:creationId xmlns:a16="http://schemas.microsoft.com/office/drawing/2014/main" id="{CCF5546F-42E4-675B-3A55-4B10EE4479AD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6">
            <a:extLst>
              <a:ext uri="{FF2B5EF4-FFF2-40B4-BE49-F238E27FC236}">
                <a16:creationId xmlns:a16="http://schemas.microsoft.com/office/drawing/2014/main" id="{10FDD120-404C-BA48-E77A-854CB93E6CA3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399DD3A9-23FE-E39F-EDB4-2FD2D03CC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5" y="633417"/>
            <a:ext cx="16054285" cy="830997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3307080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8DA7639-1096-C337-FD5A-C5AB42646E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423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1C9BDA-EBD4-73D3-CE1B-DF0C93ED7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2">
            <a:extLst>
              <a:ext uri="{FF2B5EF4-FFF2-40B4-BE49-F238E27FC236}">
                <a16:creationId xmlns:a16="http://schemas.microsoft.com/office/drawing/2014/main" id="{CC597967-9EF5-B73A-DB23-71B170944567}"/>
              </a:ext>
            </a:extLst>
          </p:cNvPr>
          <p:cNvSpPr/>
          <p:nvPr/>
        </p:nvSpPr>
        <p:spPr bwMode="ltGray">
          <a:xfrm>
            <a:off x="0" y="0"/>
            <a:ext cx="6742113" cy="1130935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89E61969-9BB7-34A5-F195-5708B2054DE6}"/>
              </a:ext>
            </a:extLst>
          </p:cNvPr>
          <p:cNvSpPr/>
          <p:nvPr/>
        </p:nvSpPr>
        <p:spPr bwMode="ltGray">
          <a:xfrm>
            <a:off x="0" y="0"/>
            <a:ext cx="6742113" cy="1130935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Copyright" hidden="1">
            <a:extLst>
              <a:ext uri="{FF2B5EF4-FFF2-40B4-BE49-F238E27FC236}">
                <a16:creationId xmlns:a16="http://schemas.microsoft.com/office/drawing/2014/main" id="{E31F7A48-84BD-9DE1-251D-959FE951E50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4E303-5F4F-5B24-B8D3-713D09AE4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26019" y="5914813"/>
            <a:ext cx="2251239" cy="5578756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16E9DC88-1DF5-0AF1-649B-C9703A640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4273550"/>
            <a:ext cx="5045075" cy="2762250"/>
          </a:xfrm>
          <a:prstGeom prst="rect">
            <a:avLst/>
          </a:prstGeom>
          <a:noFill/>
          <a:ln>
            <a:noFill/>
          </a:ln>
        </p:spPr>
        <p:txBody>
          <a:bodyPr tIns="0" rIns="0" bIns="0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106000"/>
              </a:lnSpc>
              <a:spcAft>
                <a:spcPts val="700"/>
              </a:spcAft>
              <a:defRPr/>
            </a:pPr>
            <a:r>
              <a:rPr lang="en-US" altLang="en-CN" sz="8800" b="1">
                <a:solidFill>
                  <a:srgbClr val="004331"/>
                </a:solidFill>
                <a:sym typeface="Trebuchet MS" panose="020B0703020202090204" pitchFamily="34" charset="0"/>
              </a:rPr>
              <a:t>Table of 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D868F-6183-5EC7-9805-4CADB6C00812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DD25554-69C7-EE40-AFB7-DEE3F7C9B44A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9" name="Freeform: Shape 22">
            <a:extLst>
              <a:ext uri="{FF2B5EF4-FFF2-40B4-BE49-F238E27FC236}">
                <a16:creationId xmlns:a16="http://schemas.microsoft.com/office/drawing/2014/main" id="{BD99653B-F70A-BD11-3415-6E5E19441CCF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24">
            <a:extLst>
              <a:ext uri="{FF2B5EF4-FFF2-40B4-BE49-F238E27FC236}">
                <a16:creationId xmlns:a16="http://schemas.microsoft.com/office/drawing/2014/main" id="{72C973DD-1442-3351-CDD7-62EA9B2641D0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25">
            <a:extLst>
              <a:ext uri="{FF2B5EF4-FFF2-40B4-BE49-F238E27FC236}">
                <a16:creationId xmlns:a16="http://schemas.microsoft.com/office/drawing/2014/main" id="{AD20B093-EA49-8FE8-7D22-0A16C8ED3E1D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6">
            <a:extLst>
              <a:ext uri="{FF2B5EF4-FFF2-40B4-BE49-F238E27FC236}">
                <a16:creationId xmlns:a16="http://schemas.microsoft.com/office/drawing/2014/main" id="{A7B20E04-2B1A-CF12-F56D-31D6A97BA333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7">
            <a:extLst>
              <a:ext uri="{FF2B5EF4-FFF2-40B4-BE49-F238E27FC236}">
                <a16:creationId xmlns:a16="http://schemas.microsoft.com/office/drawing/2014/main" id="{F50CDC80-5C20-46C8-8906-281BDA214EC9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8">
            <a:extLst>
              <a:ext uri="{FF2B5EF4-FFF2-40B4-BE49-F238E27FC236}">
                <a16:creationId xmlns:a16="http://schemas.microsoft.com/office/drawing/2014/main" id="{1B0E81EE-6364-3645-1BE2-12D867E50C5D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9">
            <a:extLst>
              <a:ext uri="{FF2B5EF4-FFF2-40B4-BE49-F238E27FC236}">
                <a16:creationId xmlns:a16="http://schemas.microsoft.com/office/drawing/2014/main" id="{CFDF11F9-A306-6804-370A-AFCD2C3DD31B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30">
            <a:extLst>
              <a:ext uri="{FF2B5EF4-FFF2-40B4-BE49-F238E27FC236}">
                <a16:creationId xmlns:a16="http://schemas.microsoft.com/office/drawing/2014/main" id="{88891E14-0198-4E0A-A59B-30793DDBA29B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31">
            <a:extLst>
              <a:ext uri="{FF2B5EF4-FFF2-40B4-BE49-F238E27FC236}">
                <a16:creationId xmlns:a16="http://schemas.microsoft.com/office/drawing/2014/main" id="{74B2327E-41D5-012A-62C1-622623500E58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32">
            <a:extLst>
              <a:ext uri="{FF2B5EF4-FFF2-40B4-BE49-F238E27FC236}">
                <a16:creationId xmlns:a16="http://schemas.microsoft.com/office/drawing/2014/main" id="{5F6C9E65-4653-AF86-5EF5-B9EF2FB8CF98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33">
            <a:extLst>
              <a:ext uri="{FF2B5EF4-FFF2-40B4-BE49-F238E27FC236}">
                <a16:creationId xmlns:a16="http://schemas.microsoft.com/office/drawing/2014/main" id="{D8474BD2-CB3B-A6C2-F70C-55CF94297273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34">
            <a:extLst>
              <a:ext uri="{FF2B5EF4-FFF2-40B4-BE49-F238E27FC236}">
                <a16:creationId xmlns:a16="http://schemas.microsoft.com/office/drawing/2014/main" id="{294FD01B-1A65-4276-A22F-E5A6C5A80A3B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1" name="Freeform: Shape 35">
            <a:extLst>
              <a:ext uri="{FF2B5EF4-FFF2-40B4-BE49-F238E27FC236}">
                <a16:creationId xmlns:a16="http://schemas.microsoft.com/office/drawing/2014/main" id="{7BB6A1F2-38B4-95A8-DD0D-FA9F0F4BB88D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2" name="Freeform: Shape 36">
            <a:extLst>
              <a:ext uri="{FF2B5EF4-FFF2-40B4-BE49-F238E27FC236}">
                <a16:creationId xmlns:a16="http://schemas.microsoft.com/office/drawing/2014/main" id="{F97A39B6-1BFA-3F71-C69D-F10453B35910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3" name="object 5">
            <a:extLst>
              <a:ext uri="{FF2B5EF4-FFF2-40B4-BE49-F238E27FC236}">
                <a16:creationId xmlns:a16="http://schemas.microsoft.com/office/drawing/2014/main" id="{3CE9DAFA-E508-D890-C3F5-057AD855C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9559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8AD7B9DB-8FD6-C5AF-A856-ABBEC490A7F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1E01-98AF-86FD-172F-70BF3D2A8A75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F91C8898-6278-C64B-939A-3DE2FDF54030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Freeform: Shape 9">
            <a:extLst>
              <a:ext uri="{FF2B5EF4-FFF2-40B4-BE49-F238E27FC236}">
                <a16:creationId xmlns:a16="http://schemas.microsoft.com/office/drawing/2014/main" id="{F0DC9BED-8352-8F41-2AE7-22B7CC67BD3A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F9B284C0-F7FD-18B3-CF97-884DA50859B2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6" name="Freeform: Shape 12">
            <a:extLst>
              <a:ext uri="{FF2B5EF4-FFF2-40B4-BE49-F238E27FC236}">
                <a16:creationId xmlns:a16="http://schemas.microsoft.com/office/drawing/2014/main" id="{675E1E97-BAF0-E177-2657-F25D7D950C78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13">
            <a:extLst>
              <a:ext uri="{FF2B5EF4-FFF2-40B4-BE49-F238E27FC236}">
                <a16:creationId xmlns:a16="http://schemas.microsoft.com/office/drawing/2014/main" id="{D521CB53-7C2A-4452-ACE3-5E30DAC25F51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4">
            <a:extLst>
              <a:ext uri="{FF2B5EF4-FFF2-40B4-BE49-F238E27FC236}">
                <a16:creationId xmlns:a16="http://schemas.microsoft.com/office/drawing/2014/main" id="{48DC0F41-D422-B83A-783D-D2318F4AD239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2DC9C804-AD55-3006-3CA6-1F822120E983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6">
            <a:extLst>
              <a:ext uri="{FF2B5EF4-FFF2-40B4-BE49-F238E27FC236}">
                <a16:creationId xmlns:a16="http://schemas.microsoft.com/office/drawing/2014/main" id="{F0239A4F-E2BF-315B-E7AF-114DE1BB9803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7">
            <a:extLst>
              <a:ext uri="{FF2B5EF4-FFF2-40B4-BE49-F238E27FC236}">
                <a16:creationId xmlns:a16="http://schemas.microsoft.com/office/drawing/2014/main" id="{59A563B2-D629-8FE6-A649-7D81934B9F17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8">
            <a:extLst>
              <a:ext uri="{FF2B5EF4-FFF2-40B4-BE49-F238E27FC236}">
                <a16:creationId xmlns:a16="http://schemas.microsoft.com/office/drawing/2014/main" id="{A14A951B-70AB-0CC4-6AB1-27A58DDA0705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BF515E7C-2BC4-6CA3-0B23-EA0F41E98A7A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0">
            <a:extLst>
              <a:ext uri="{FF2B5EF4-FFF2-40B4-BE49-F238E27FC236}">
                <a16:creationId xmlns:a16="http://schemas.microsoft.com/office/drawing/2014/main" id="{B8CA9DEB-BB80-7675-8A2D-8DCE355052EC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307D0A93-6A12-98E9-7DF6-DD14A8C0BBD0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2">
            <a:extLst>
              <a:ext uri="{FF2B5EF4-FFF2-40B4-BE49-F238E27FC236}">
                <a16:creationId xmlns:a16="http://schemas.microsoft.com/office/drawing/2014/main" id="{1AD92D0B-A344-7CF5-8C8D-6961C938F4F5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3">
            <a:extLst>
              <a:ext uri="{FF2B5EF4-FFF2-40B4-BE49-F238E27FC236}">
                <a16:creationId xmlns:a16="http://schemas.microsoft.com/office/drawing/2014/main" id="{2A9AEF39-B0B0-D3B2-1A01-2F88238AD328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18" name="object 5">
            <a:extLst>
              <a:ext uri="{FF2B5EF4-FFF2-40B4-BE49-F238E27FC236}">
                <a16:creationId xmlns:a16="http://schemas.microsoft.com/office/drawing/2014/main" id="{2F3274DF-2BFB-708A-037C-44BEC2B61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1773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5CAD669B-7CAC-F6B4-F06A-01F14A945F5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6942930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45AAB018-105B-B890-906C-B66C676EFEE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B2670B58-0B8E-4F20-85FB-ED8BD0BFBA02}"/>
              </a:ext>
            </a:extLst>
          </p:cNvPr>
          <p:cNvSpPr txBox="1"/>
          <p:nvPr/>
        </p:nvSpPr>
        <p:spPr>
          <a:xfrm>
            <a:off x="1054100" y="4875213"/>
            <a:ext cx="5535613" cy="12192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3" fontAlgn="auto">
              <a:spcAft>
                <a:spcPts val="0"/>
              </a:spcAft>
              <a:defRPr/>
            </a:pPr>
            <a:r>
              <a:rPr lang="en-US" sz="8800" b="1">
                <a:solidFill>
                  <a:srgbClr val="004331"/>
                </a:solidFill>
                <a:sym typeface="Trebuchet MS" panose="020B0703020202090204" pitchFamily="34" charset="0"/>
              </a:rPr>
              <a:t>Disclaimer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37154-7432-CA2A-AEBF-592D74569919}"/>
              </a:ext>
            </a:extLst>
          </p:cNvPr>
          <p:cNvCxnSpPr/>
          <p:nvPr/>
        </p:nvCxnSpPr>
        <p:spPr>
          <a:xfrm>
            <a:off x="7656513" y="2687638"/>
            <a:ext cx="0" cy="5594350"/>
          </a:xfrm>
          <a:prstGeom prst="line">
            <a:avLst/>
          </a:prstGeom>
          <a:ln w="9525">
            <a:solidFill>
              <a:srgbClr val="004331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723236" y="2688297"/>
            <a:ext cx="10238501" cy="5593873"/>
          </a:xfrm>
        </p:spPr>
        <p:txBody>
          <a:bodyPr wrap="none" anchor="ctr"/>
          <a:lstStyle>
            <a:lvl1pPr>
              <a:defRPr lang="en-US" sz="2401" b="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6226799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DBC589-EEE1-8AAA-89BF-35F0F70C8358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rgbClr val="004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2854BFE-D6B6-6FA3-C7D6-BAD34BA108D0}"/>
              </a:ext>
            </a:extLst>
          </p:cNvPr>
          <p:cNvGrpSpPr/>
          <p:nvPr/>
        </p:nvGrpSpPr>
        <p:grpSpPr>
          <a:xfrm>
            <a:off x="10280459" y="3"/>
            <a:ext cx="9851352" cy="11302013"/>
            <a:chOff x="2161310" y="3668712"/>
            <a:chExt cx="9624297" cy="11041521"/>
          </a:xfrm>
          <a:solidFill>
            <a:srgbClr val="FFFFFF"/>
          </a:solidFill>
        </p:grpSpPr>
        <p:sp>
          <p:nvSpPr>
            <p:cNvPr id="4" name="Freeform: Shape 11">
              <a:extLst>
                <a:ext uri="{FF2B5EF4-FFF2-40B4-BE49-F238E27FC236}">
                  <a16:creationId xmlns:a16="http://schemas.microsoft.com/office/drawing/2014/main" id="{9AF5E1FC-804C-39B8-14AE-7517B2AFF2D3}"/>
                </a:ext>
              </a:extLst>
            </p:cNvPr>
            <p:cNvSpPr/>
            <p:nvPr/>
          </p:nvSpPr>
          <p:spPr>
            <a:xfrm>
              <a:off x="2985204" y="5019737"/>
              <a:ext cx="8793514" cy="2667180"/>
            </a:xfrm>
            <a:custGeom>
              <a:avLst/>
              <a:gdLst>
                <a:gd name="connsiteX0" fmla="*/ 8793514 w 8793514"/>
                <a:gd name="connsiteY0" fmla="*/ 2508181 h 2667180"/>
                <a:gd name="connsiteX1" fmla="*/ 8790599 w 8793514"/>
                <a:gd name="connsiteY1" fmla="*/ 2507915 h 2667180"/>
                <a:gd name="connsiteX2" fmla="*/ 5290734 w 8793514"/>
                <a:gd name="connsiteY2" fmla="*/ 2507915 h 2667180"/>
                <a:gd name="connsiteX3" fmla="*/ 114209 w 8793514"/>
                <a:gd name="connsiteY3" fmla="*/ 7898 h 2667180"/>
                <a:gd name="connsiteX4" fmla="*/ 7943 w 8793514"/>
                <a:gd name="connsiteY4" fmla="*/ 44998 h 2667180"/>
                <a:gd name="connsiteX5" fmla="*/ 45044 w 8793514"/>
                <a:gd name="connsiteY5" fmla="*/ 151263 h 2667180"/>
                <a:gd name="connsiteX6" fmla="*/ 5237999 w 8793514"/>
                <a:gd name="connsiteY6" fmla="*/ 2659231 h 2667180"/>
                <a:gd name="connsiteX7" fmla="*/ 5272449 w 8793514"/>
                <a:gd name="connsiteY7" fmla="*/ 2667181 h 2667180"/>
                <a:gd name="connsiteX8" fmla="*/ 8790334 w 8793514"/>
                <a:gd name="connsiteY8" fmla="*/ 2667181 h 2667180"/>
                <a:gd name="connsiteX9" fmla="*/ 8793249 w 8793514"/>
                <a:gd name="connsiteY9" fmla="*/ 2666916 h 2667180"/>
                <a:gd name="connsiteX10" fmla="*/ 8793249 w 8793514"/>
                <a:gd name="connsiteY10" fmla="*/ 2508445 h 2667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93514" h="2667180">
                  <a:moveTo>
                    <a:pt x="8793514" y="2508181"/>
                  </a:moveTo>
                  <a:cubicBezTo>
                    <a:pt x="8793514" y="2508181"/>
                    <a:pt x="8791659" y="2507915"/>
                    <a:pt x="8790599" y="2507915"/>
                  </a:cubicBezTo>
                  <a:lnTo>
                    <a:pt x="5290734" y="2507915"/>
                  </a:lnTo>
                  <a:lnTo>
                    <a:pt x="114209" y="7898"/>
                  </a:lnTo>
                  <a:cubicBezTo>
                    <a:pt x="74459" y="-11182"/>
                    <a:pt x="27023" y="5513"/>
                    <a:pt x="7943" y="44998"/>
                  </a:cubicBezTo>
                  <a:cubicBezTo>
                    <a:pt x="-11137" y="84483"/>
                    <a:pt x="5293" y="132183"/>
                    <a:pt x="45044" y="151263"/>
                  </a:cubicBezTo>
                  <a:lnTo>
                    <a:pt x="5237999" y="2659231"/>
                  </a:lnTo>
                  <a:cubicBezTo>
                    <a:pt x="5248864" y="2664531"/>
                    <a:pt x="5260524" y="2667181"/>
                    <a:pt x="5272449" y="2667181"/>
                  </a:cubicBezTo>
                  <a:lnTo>
                    <a:pt x="8790334" y="2667181"/>
                  </a:lnTo>
                  <a:cubicBezTo>
                    <a:pt x="8790334" y="2667181"/>
                    <a:pt x="8792189" y="2667181"/>
                    <a:pt x="8793249" y="2666916"/>
                  </a:cubicBezTo>
                  <a:lnTo>
                    <a:pt x="8793249" y="2508445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AF1E4373-D20D-EED3-1AC5-340B7DC971D8}"/>
                </a:ext>
              </a:extLst>
            </p:cNvPr>
            <p:cNvSpPr/>
            <p:nvPr/>
          </p:nvSpPr>
          <p:spPr>
            <a:xfrm>
              <a:off x="5282223" y="10161760"/>
              <a:ext cx="6496229" cy="4548473"/>
            </a:xfrm>
            <a:custGeom>
              <a:avLst/>
              <a:gdLst>
                <a:gd name="connsiteX0" fmla="*/ 199281 w 6496229"/>
                <a:gd name="connsiteY0" fmla="*/ 4548473 h 4548473"/>
                <a:gd name="connsiteX1" fmla="*/ 438311 w 6496229"/>
                <a:gd name="connsiteY1" fmla="*/ 4231002 h 4548473"/>
                <a:gd name="connsiteX2" fmla="*/ 1873820 w 6496229"/>
                <a:gd name="connsiteY2" fmla="*/ 4231002 h 4548473"/>
                <a:gd name="connsiteX3" fmla="*/ 1942721 w 6496229"/>
                <a:gd name="connsiteY3" fmla="*/ 4191252 h 4548473"/>
                <a:gd name="connsiteX4" fmla="*/ 4280028 w 6496229"/>
                <a:gd name="connsiteY4" fmla="*/ 159000 h 4548473"/>
                <a:gd name="connsiteX5" fmla="*/ 6493314 w 6496229"/>
                <a:gd name="connsiteY5" fmla="*/ 159000 h 4548473"/>
                <a:gd name="connsiteX6" fmla="*/ 6496229 w 6496229"/>
                <a:gd name="connsiteY6" fmla="*/ 158735 h 4548473"/>
                <a:gd name="connsiteX7" fmla="*/ 6496229 w 6496229"/>
                <a:gd name="connsiteY7" fmla="*/ 265 h 4548473"/>
                <a:gd name="connsiteX8" fmla="*/ 6493314 w 6496229"/>
                <a:gd name="connsiteY8" fmla="*/ 0 h 4548473"/>
                <a:gd name="connsiteX9" fmla="*/ 4234182 w 6496229"/>
                <a:gd name="connsiteY9" fmla="*/ 0 h 4548473"/>
                <a:gd name="connsiteX10" fmla="*/ 4165283 w 6496229"/>
                <a:gd name="connsiteY10" fmla="*/ 39750 h 4548473"/>
                <a:gd name="connsiteX11" fmla="*/ 1827975 w 6496229"/>
                <a:gd name="connsiteY11" fmla="*/ 4072002 h 4548473"/>
                <a:gd name="connsiteX12" fmla="*/ 398561 w 6496229"/>
                <a:gd name="connsiteY12" fmla="*/ 4072002 h 4548473"/>
                <a:gd name="connsiteX13" fmla="*/ 334961 w 6496229"/>
                <a:gd name="connsiteY13" fmla="*/ 4103802 h 4548473"/>
                <a:gd name="connsiteX14" fmla="*/ 0 w 6496229"/>
                <a:gd name="connsiteY14" fmla="*/ 4548473 h 4548473"/>
                <a:gd name="connsiteX15" fmla="*/ 199016 w 6496229"/>
                <a:gd name="connsiteY15" fmla="*/ 4548473 h 454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96229" h="4548473">
                  <a:moveTo>
                    <a:pt x="199281" y="4548473"/>
                  </a:moveTo>
                  <a:lnTo>
                    <a:pt x="438311" y="4231002"/>
                  </a:lnTo>
                  <a:lnTo>
                    <a:pt x="1873820" y="4231002"/>
                  </a:lnTo>
                  <a:cubicBezTo>
                    <a:pt x="1902176" y="4231002"/>
                    <a:pt x="1928411" y="4215897"/>
                    <a:pt x="1942721" y="4191252"/>
                  </a:cubicBezTo>
                  <a:lnTo>
                    <a:pt x="4280028" y="159000"/>
                  </a:lnTo>
                  <a:lnTo>
                    <a:pt x="6493314" y="159000"/>
                  </a:lnTo>
                  <a:cubicBezTo>
                    <a:pt x="6493314" y="159000"/>
                    <a:pt x="6495169" y="159000"/>
                    <a:pt x="6496229" y="158735"/>
                  </a:cubicBezTo>
                  <a:lnTo>
                    <a:pt x="6496229" y="265"/>
                  </a:lnTo>
                  <a:cubicBezTo>
                    <a:pt x="6496229" y="265"/>
                    <a:pt x="6494374" y="0"/>
                    <a:pt x="6493314" y="0"/>
                  </a:cubicBezTo>
                  <a:lnTo>
                    <a:pt x="4234182" y="0"/>
                  </a:lnTo>
                  <a:cubicBezTo>
                    <a:pt x="4205828" y="0"/>
                    <a:pt x="4179592" y="15105"/>
                    <a:pt x="4165283" y="39750"/>
                  </a:cubicBezTo>
                  <a:lnTo>
                    <a:pt x="1827975" y="4072002"/>
                  </a:lnTo>
                  <a:lnTo>
                    <a:pt x="398561" y="4072002"/>
                  </a:lnTo>
                  <a:cubicBezTo>
                    <a:pt x="373651" y="4072002"/>
                    <a:pt x="350066" y="4083662"/>
                    <a:pt x="334961" y="4103802"/>
                  </a:cubicBezTo>
                  <a:lnTo>
                    <a:pt x="0" y="4548473"/>
                  </a:lnTo>
                  <a:lnTo>
                    <a:pt x="199016" y="4548473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6" name="Freeform: Shape 13">
              <a:extLst>
                <a:ext uri="{FF2B5EF4-FFF2-40B4-BE49-F238E27FC236}">
                  <a16:creationId xmlns:a16="http://schemas.microsoft.com/office/drawing/2014/main" id="{9CEA7CAC-4D8A-8716-80CD-F16C3AA717DD}"/>
                </a:ext>
              </a:extLst>
            </p:cNvPr>
            <p:cNvSpPr/>
            <p:nvPr/>
          </p:nvSpPr>
          <p:spPr>
            <a:xfrm>
              <a:off x="4032215" y="9325418"/>
              <a:ext cx="7746767" cy="3365244"/>
            </a:xfrm>
            <a:custGeom>
              <a:avLst/>
              <a:gdLst>
                <a:gd name="connsiteX0" fmla="*/ 7746503 w 7746767"/>
                <a:gd name="connsiteY0" fmla="*/ 0 h 3365244"/>
                <a:gd name="connsiteX1" fmla="*/ 4367743 w 7746767"/>
                <a:gd name="connsiteY1" fmla="*/ 0 h 3365244"/>
                <a:gd name="connsiteX2" fmla="*/ 4299903 w 7746767"/>
                <a:gd name="connsiteY2" fmla="*/ 37895 h 3365244"/>
                <a:gd name="connsiteX3" fmla="*/ 2356122 w 7746767"/>
                <a:gd name="connsiteY3" fmla="*/ 3206245 h 3365244"/>
                <a:gd name="connsiteX4" fmla="*/ 79500 w 7746767"/>
                <a:gd name="connsiteY4" fmla="*/ 3206245 h 3365244"/>
                <a:gd name="connsiteX5" fmla="*/ 0 w 7746767"/>
                <a:gd name="connsiteY5" fmla="*/ 3285745 h 3365244"/>
                <a:gd name="connsiteX6" fmla="*/ 79500 w 7746767"/>
                <a:gd name="connsiteY6" fmla="*/ 3365245 h 3365244"/>
                <a:gd name="connsiteX7" fmla="*/ 2400642 w 7746767"/>
                <a:gd name="connsiteY7" fmla="*/ 3365245 h 3365244"/>
                <a:gd name="connsiteX8" fmla="*/ 2468482 w 7746767"/>
                <a:gd name="connsiteY8" fmla="*/ 3327349 h 3365244"/>
                <a:gd name="connsiteX9" fmla="*/ 4412263 w 7746767"/>
                <a:gd name="connsiteY9" fmla="*/ 159000 h 3365244"/>
                <a:gd name="connsiteX10" fmla="*/ 7746768 w 7746767"/>
                <a:gd name="connsiteY10" fmla="*/ 159000 h 3365244"/>
                <a:gd name="connsiteX11" fmla="*/ 7746768 w 7746767"/>
                <a:gd name="connsiteY11" fmla="*/ 0 h 336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46767" h="3365244">
                  <a:moveTo>
                    <a:pt x="7746503" y="0"/>
                  </a:moveTo>
                  <a:lnTo>
                    <a:pt x="4367743" y="0"/>
                  </a:lnTo>
                  <a:cubicBezTo>
                    <a:pt x="4340183" y="0"/>
                    <a:pt x="4314478" y="14310"/>
                    <a:pt x="4299903" y="37895"/>
                  </a:cubicBezTo>
                  <a:lnTo>
                    <a:pt x="2356122" y="3206245"/>
                  </a:lnTo>
                  <a:lnTo>
                    <a:pt x="79500" y="3206245"/>
                  </a:lnTo>
                  <a:cubicBezTo>
                    <a:pt x="35510" y="3206245"/>
                    <a:pt x="0" y="3241755"/>
                    <a:pt x="0" y="3285745"/>
                  </a:cubicBezTo>
                  <a:cubicBezTo>
                    <a:pt x="0" y="3329734"/>
                    <a:pt x="35510" y="3365245"/>
                    <a:pt x="79500" y="3365245"/>
                  </a:cubicBezTo>
                  <a:lnTo>
                    <a:pt x="2400642" y="3365245"/>
                  </a:lnTo>
                  <a:cubicBezTo>
                    <a:pt x="2428202" y="3365245"/>
                    <a:pt x="2453907" y="3350935"/>
                    <a:pt x="2468482" y="3327349"/>
                  </a:cubicBezTo>
                  <a:lnTo>
                    <a:pt x="4412263" y="159000"/>
                  </a:lnTo>
                  <a:lnTo>
                    <a:pt x="7746768" y="159000"/>
                  </a:lnTo>
                  <a:lnTo>
                    <a:pt x="7746768" y="0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7" name="Freeform: Shape 15">
              <a:extLst>
                <a:ext uri="{FF2B5EF4-FFF2-40B4-BE49-F238E27FC236}">
                  <a16:creationId xmlns:a16="http://schemas.microsoft.com/office/drawing/2014/main" id="{20F1D78C-F242-1791-EB01-DA1D9360BDDB}"/>
                </a:ext>
              </a:extLst>
            </p:cNvPr>
            <p:cNvSpPr/>
            <p:nvPr/>
          </p:nvSpPr>
          <p:spPr>
            <a:xfrm>
              <a:off x="2161310" y="3668712"/>
              <a:ext cx="8202039" cy="2949458"/>
            </a:xfrm>
            <a:custGeom>
              <a:avLst/>
              <a:gdLst>
                <a:gd name="connsiteX0" fmla="*/ 8122539 w 8202039"/>
                <a:gd name="connsiteY0" fmla="*/ 1536474 h 2949458"/>
                <a:gd name="connsiteX1" fmla="*/ 8043039 w 8202039"/>
                <a:gd name="connsiteY1" fmla="*/ 1615975 h 2949458"/>
                <a:gd name="connsiteX2" fmla="*/ 8043039 w 8202039"/>
                <a:gd name="connsiteY2" fmla="*/ 2790458 h 2949458"/>
                <a:gd name="connsiteX3" fmla="*/ 5977358 w 8202039"/>
                <a:gd name="connsiteY3" fmla="*/ 2790458 h 2949458"/>
                <a:gd name="connsiteX4" fmla="*/ 357486 w 8202039"/>
                <a:gd name="connsiteY4" fmla="*/ 0 h 2949458"/>
                <a:gd name="connsiteX5" fmla="*/ 0 w 8202039"/>
                <a:gd name="connsiteY5" fmla="*/ 0 h 2949458"/>
                <a:gd name="connsiteX6" fmla="*/ 5923562 w 8202039"/>
                <a:gd name="connsiteY6" fmla="*/ 2941244 h 2949458"/>
                <a:gd name="connsiteX7" fmla="*/ 5958808 w 8202039"/>
                <a:gd name="connsiteY7" fmla="*/ 2949459 h 2949458"/>
                <a:gd name="connsiteX8" fmla="*/ 8122539 w 8202039"/>
                <a:gd name="connsiteY8" fmla="*/ 2949459 h 2949458"/>
                <a:gd name="connsiteX9" fmla="*/ 8202039 w 8202039"/>
                <a:gd name="connsiteY9" fmla="*/ 2869959 h 2949458"/>
                <a:gd name="connsiteX10" fmla="*/ 8202039 w 8202039"/>
                <a:gd name="connsiteY10" fmla="*/ 1615975 h 2949458"/>
                <a:gd name="connsiteX11" fmla="*/ 8122539 w 8202039"/>
                <a:gd name="connsiteY11" fmla="*/ 1536474 h 2949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02039" h="2949458">
                  <a:moveTo>
                    <a:pt x="8122539" y="1536474"/>
                  </a:moveTo>
                  <a:cubicBezTo>
                    <a:pt x="8078549" y="1536474"/>
                    <a:pt x="8043039" y="1571985"/>
                    <a:pt x="8043039" y="1615975"/>
                  </a:cubicBezTo>
                  <a:lnTo>
                    <a:pt x="8043039" y="2790458"/>
                  </a:lnTo>
                  <a:lnTo>
                    <a:pt x="5977358" y="2790458"/>
                  </a:lnTo>
                  <a:lnTo>
                    <a:pt x="357486" y="0"/>
                  </a:lnTo>
                  <a:lnTo>
                    <a:pt x="0" y="0"/>
                  </a:lnTo>
                  <a:lnTo>
                    <a:pt x="5923562" y="2941244"/>
                  </a:lnTo>
                  <a:cubicBezTo>
                    <a:pt x="5934428" y="2946809"/>
                    <a:pt x="5946617" y="2949459"/>
                    <a:pt x="5958808" y="2949459"/>
                  </a:cubicBezTo>
                  <a:lnTo>
                    <a:pt x="8122539" y="2949459"/>
                  </a:lnTo>
                  <a:cubicBezTo>
                    <a:pt x="8166529" y="2949459"/>
                    <a:pt x="8202039" y="2913949"/>
                    <a:pt x="8202039" y="2869959"/>
                  </a:cubicBezTo>
                  <a:lnTo>
                    <a:pt x="8202039" y="1615975"/>
                  </a:lnTo>
                  <a:cubicBezTo>
                    <a:pt x="8202039" y="1571985"/>
                    <a:pt x="8166529" y="1536474"/>
                    <a:pt x="8122539" y="1536474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8" name="Freeform: Shape 16">
              <a:extLst>
                <a:ext uri="{FF2B5EF4-FFF2-40B4-BE49-F238E27FC236}">
                  <a16:creationId xmlns:a16="http://schemas.microsoft.com/office/drawing/2014/main" id="{01160F0E-0579-41BB-2408-CFB6EA674F0B}"/>
                </a:ext>
              </a:extLst>
            </p:cNvPr>
            <p:cNvSpPr/>
            <p:nvPr/>
          </p:nvSpPr>
          <p:spPr>
            <a:xfrm>
              <a:off x="8648904" y="11407529"/>
              <a:ext cx="3129813" cy="2253831"/>
            </a:xfrm>
            <a:custGeom>
              <a:avLst/>
              <a:gdLst>
                <a:gd name="connsiteX0" fmla="*/ 3129814 w 3129813"/>
                <a:gd name="connsiteY0" fmla="*/ 265 h 2253831"/>
                <a:gd name="connsiteX1" fmla="*/ 3126898 w 3129813"/>
                <a:gd name="connsiteY1" fmla="*/ 0 h 2253831"/>
                <a:gd name="connsiteX2" fmla="*/ 1221808 w 3129813"/>
                <a:gd name="connsiteY2" fmla="*/ 0 h 2253831"/>
                <a:gd name="connsiteX3" fmla="*/ 1152113 w 3129813"/>
                <a:gd name="connsiteY3" fmla="*/ 41340 h 2253831"/>
                <a:gd name="connsiteX4" fmla="*/ 9694 w 3129813"/>
                <a:gd name="connsiteY4" fmla="*/ 2136172 h 2253831"/>
                <a:gd name="connsiteX5" fmla="*/ 41494 w 3129813"/>
                <a:gd name="connsiteY5" fmla="*/ 2244026 h 2253831"/>
                <a:gd name="connsiteX6" fmla="*/ 79389 w 3129813"/>
                <a:gd name="connsiteY6" fmla="*/ 2253831 h 2253831"/>
                <a:gd name="connsiteX7" fmla="*/ 149350 w 3129813"/>
                <a:gd name="connsiteY7" fmla="*/ 2212491 h 2253831"/>
                <a:gd name="connsiteX8" fmla="*/ 1268978 w 3129813"/>
                <a:gd name="connsiteY8" fmla="*/ 159000 h 2253831"/>
                <a:gd name="connsiteX9" fmla="*/ 3126898 w 3129813"/>
                <a:gd name="connsiteY9" fmla="*/ 159000 h 2253831"/>
                <a:gd name="connsiteX10" fmla="*/ 3129814 w 3129813"/>
                <a:gd name="connsiteY10" fmla="*/ 158735 h 2253831"/>
                <a:gd name="connsiteX11" fmla="*/ 3129814 w 3129813"/>
                <a:gd name="connsiteY11" fmla="*/ 265 h 225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29813" h="2253831">
                  <a:moveTo>
                    <a:pt x="3129814" y="265"/>
                  </a:moveTo>
                  <a:cubicBezTo>
                    <a:pt x="3129814" y="265"/>
                    <a:pt x="3127959" y="0"/>
                    <a:pt x="3126898" y="0"/>
                  </a:cubicBezTo>
                  <a:lnTo>
                    <a:pt x="1221808" y="0"/>
                  </a:lnTo>
                  <a:cubicBezTo>
                    <a:pt x="1192658" y="0"/>
                    <a:pt x="1165893" y="15900"/>
                    <a:pt x="1152113" y="41340"/>
                  </a:cubicBezTo>
                  <a:lnTo>
                    <a:pt x="9694" y="2136172"/>
                  </a:lnTo>
                  <a:cubicBezTo>
                    <a:pt x="-11241" y="2174862"/>
                    <a:pt x="2804" y="2223092"/>
                    <a:pt x="41494" y="2244026"/>
                  </a:cubicBezTo>
                  <a:cubicBezTo>
                    <a:pt x="53684" y="2250651"/>
                    <a:pt x="66669" y="2253831"/>
                    <a:pt x="79389" y="2253831"/>
                  </a:cubicBezTo>
                  <a:cubicBezTo>
                    <a:pt x="107479" y="2253831"/>
                    <a:pt x="134774" y="2238727"/>
                    <a:pt x="149350" y="2212491"/>
                  </a:cubicBezTo>
                  <a:lnTo>
                    <a:pt x="1268978" y="159000"/>
                  </a:lnTo>
                  <a:lnTo>
                    <a:pt x="3126898" y="159000"/>
                  </a:lnTo>
                  <a:cubicBezTo>
                    <a:pt x="3126898" y="159000"/>
                    <a:pt x="3128754" y="159000"/>
                    <a:pt x="3129814" y="158735"/>
                  </a:cubicBezTo>
                  <a:lnTo>
                    <a:pt x="3129814" y="265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9" name="Freeform: Shape 17">
              <a:extLst>
                <a:ext uri="{FF2B5EF4-FFF2-40B4-BE49-F238E27FC236}">
                  <a16:creationId xmlns:a16="http://schemas.microsoft.com/office/drawing/2014/main" id="{23D694A4-3146-DE9C-0432-26113FD80FAD}"/>
                </a:ext>
              </a:extLst>
            </p:cNvPr>
            <p:cNvSpPr/>
            <p:nvPr/>
          </p:nvSpPr>
          <p:spPr>
            <a:xfrm>
              <a:off x="2759946" y="4794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1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B0D7A3E7-2611-4363-6B1B-FA400E02E05B}"/>
                </a:ext>
              </a:extLst>
            </p:cNvPr>
            <p:cNvSpPr/>
            <p:nvPr/>
          </p:nvSpPr>
          <p:spPr>
            <a:xfrm>
              <a:off x="8423278" y="13276844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-1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1" y="610032"/>
                    <a:pt x="0" y="473472"/>
                    <a:pt x="0" y="305016"/>
                  </a:cubicBezTo>
                  <a:cubicBezTo>
                    <a:pt x="0" y="136560"/>
                    <a:pt x="136561" y="-1"/>
                    <a:pt x="305016" y="-1"/>
                  </a:cubicBezTo>
                  <a:cubicBezTo>
                    <a:pt x="473472" y="-1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1" name="Freeform: Shape 19">
              <a:extLst>
                <a:ext uri="{FF2B5EF4-FFF2-40B4-BE49-F238E27FC236}">
                  <a16:creationId xmlns:a16="http://schemas.microsoft.com/office/drawing/2014/main" id="{57521B7D-380A-AF06-CBBC-5CEB1B5CC8F0}"/>
                </a:ext>
              </a:extLst>
            </p:cNvPr>
            <p:cNvSpPr/>
            <p:nvPr/>
          </p:nvSpPr>
          <p:spPr>
            <a:xfrm>
              <a:off x="9947032" y="5006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0A7190F6-7034-A5BF-9202-2F5E8A7B5A90}"/>
                </a:ext>
              </a:extLst>
            </p:cNvPr>
            <p:cNvSpPr/>
            <p:nvPr/>
          </p:nvSpPr>
          <p:spPr>
            <a:xfrm>
              <a:off x="8355968" y="4794170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1"/>
                    <a:pt x="473472" y="610032"/>
                    <a:pt x="305016" y="610032"/>
                  </a:cubicBezTo>
                  <a:cubicBezTo>
                    <a:pt x="136560" y="610032"/>
                    <a:pt x="0" y="473471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F5059FE8-EBDB-1E66-0B37-923150E62014}"/>
                </a:ext>
              </a:extLst>
            </p:cNvPr>
            <p:cNvSpPr/>
            <p:nvPr/>
          </p:nvSpPr>
          <p:spPr>
            <a:xfrm>
              <a:off x="3806699" y="12305882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1" y="610032"/>
                    <a:pt x="305016" y="610032"/>
                  </a:cubicBezTo>
                  <a:cubicBezTo>
                    <a:pt x="136560" y="610032"/>
                    <a:pt x="0" y="473472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1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DC9409E8-B40E-8B44-3BFE-50040ABA956C}"/>
                </a:ext>
              </a:extLst>
            </p:cNvPr>
            <p:cNvSpPr/>
            <p:nvPr/>
          </p:nvSpPr>
          <p:spPr>
            <a:xfrm>
              <a:off x="11092365" y="4613704"/>
              <a:ext cx="686352" cy="2189966"/>
            </a:xfrm>
            <a:custGeom>
              <a:avLst/>
              <a:gdLst>
                <a:gd name="connsiteX0" fmla="*/ 686353 w 686352"/>
                <a:gd name="connsiteY0" fmla="*/ 2030966 h 2189966"/>
                <a:gd name="connsiteX1" fmla="*/ 159000 w 686352"/>
                <a:gd name="connsiteY1" fmla="*/ 2030966 h 2189966"/>
                <a:gd name="connsiteX2" fmla="*/ 159000 w 686352"/>
                <a:gd name="connsiteY2" fmla="*/ 79500 h 2189966"/>
                <a:gd name="connsiteX3" fmla="*/ 79500 w 686352"/>
                <a:gd name="connsiteY3" fmla="*/ 0 h 2189966"/>
                <a:gd name="connsiteX4" fmla="*/ 0 w 686352"/>
                <a:gd name="connsiteY4" fmla="*/ 79500 h 2189966"/>
                <a:gd name="connsiteX5" fmla="*/ 0 w 686352"/>
                <a:gd name="connsiteY5" fmla="*/ 2110466 h 2189966"/>
                <a:gd name="connsiteX6" fmla="*/ 79500 w 686352"/>
                <a:gd name="connsiteY6" fmla="*/ 2189967 h 2189966"/>
                <a:gd name="connsiteX7" fmla="*/ 686353 w 686352"/>
                <a:gd name="connsiteY7" fmla="*/ 2189967 h 2189966"/>
                <a:gd name="connsiteX8" fmla="*/ 686353 w 686352"/>
                <a:gd name="connsiteY8" fmla="*/ 2030966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352" h="2189966">
                  <a:moveTo>
                    <a:pt x="686353" y="2030966"/>
                  </a:moveTo>
                  <a:lnTo>
                    <a:pt x="159000" y="2030966"/>
                  </a:lnTo>
                  <a:lnTo>
                    <a:pt x="159000" y="79500"/>
                  </a:lnTo>
                  <a:cubicBezTo>
                    <a:pt x="159000" y="35510"/>
                    <a:pt x="123490" y="0"/>
                    <a:pt x="79500" y="0"/>
                  </a:cubicBezTo>
                  <a:cubicBezTo>
                    <a:pt x="35510" y="0"/>
                    <a:pt x="0" y="35510"/>
                    <a:pt x="0" y="79500"/>
                  </a:cubicBezTo>
                  <a:lnTo>
                    <a:pt x="0" y="2110466"/>
                  </a:lnTo>
                  <a:cubicBezTo>
                    <a:pt x="0" y="2154456"/>
                    <a:pt x="35510" y="2189967"/>
                    <a:pt x="79500" y="2189967"/>
                  </a:cubicBezTo>
                  <a:lnTo>
                    <a:pt x="686353" y="2189967"/>
                  </a:lnTo>
                  <a:lnTo>
                    <a:pt x="686353" y="2030966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8EB341F6-8712-4B76-6CB1-F13855CDF9AF}"/>
                </a:ext>
              </a:extLst>
            </p:cNvPr>
            <p:cNvSpPr/>
            <p:nvPr/>
          </p:nvSpPr>
          <p:spPr>
            <a:xfrm>
              <a:off x="9066435" y="12578833"/>
              <a:ext cx="2712547" cy="2131400"/>
            </a:xfrm>
            <a:custGeom>
              <a:avLst/>
              <a:gdLst>
                <a:gd name="connsiteX0" fmla="*/ 181260 w 2712547"/>
                <a:gd name="connsiteY0" fmla="*/ 2131401 h 2131400"/>
                <a:gd name="connsiteX1" fmla="*/ 1264584 w 2712547"/>
                <a:gd name="connsiteY1" fmla="*/ 159000 h 2131400"/>
                <a:gd name="connsiteX2" fmla="*/ 2712548 w 2712547"/>
                <a:gd name="connsiteY2" fmla="*/ 159000 h 2131400"/>
                <a:gd name="connsiteX3" fmla="*/ 2712548 w 2712547"/>
                <a:gd name="connsiteY3" fmla="*/ 0 h 2131400"/>
                <a:gd name="connsiteX4" fmla="*/ 1217678 w 2712547"/>
                <a:gd name="connsiteY4" fmla="*/ 0 h 2131400"/>
                <a:gd name="connsiteX5" fmla="*/ 1147984 w 2712547"/>
                <a:gd name="connsiteY5" fmla="*/ 41340 h 2131400"/>
                <a:gd name="connsiteX6" fmla="*/ 0 w 2712547"/>
                <a:gd name="connsiteY6" fmla="*/ 2131401 h 2131400"/>
                <a:gd name="connsiteX7" fmla="*/ 181526 w 2712547"/>
                <a:gd name="connsiteY7" fmla="*/ 2131401 h 213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2547" h="2131400">
                  <a:moveTo>
                    <a:pt x="181260" y="2131401"/>
                  </a:moveTo>
                  <a:lnTo>
                    <a:pt x="1264584" y="159000"/>
                  </a:lnTo>
                  <a:lnTo>
                    <a:pt x="2712548" y="159000"/>
                  </a:lnTo>
                  <a:lnTo>
                    <a:pt x="2712548" y="0"/>
                  </a:lnTo>
                  <a:lnTo>
                    <a:pt x="1217678" y="0"/>
                  </a:lnTo>
                  <a:cubicBezTo>
                    <a:pt x="1188793" y="0"/>
                    <a:pt x="1162029" y="15899"/>
                    <a:pt x="1147984" y="41340"/>
                  </a:cubicBezTo>
                  <a:lnTo>
                    <a:pt x="0" y="2131401"/>
                  </a:lnTo>
                  <a:lnTo>
                    <a:pt x="181526" y="2131401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6" name="Freeform: Shape 24">
              <a:extLst>
                <a:ext uri="{FF2B5EF4-FFF2-40B4-BE49-F238E27FC236}">
                  <a16:creationId xmlns:a16="http://schemas.microsoft.com/office/drawing/2014/main" id="{B1ECC766-C839-4C51-3C8A-8F74539F28FA}"/>
                </a:ext>
              </a:extLst>
            </p:cNvPr>
            <p:cNvSpPr/>
            <p:nvPr/>
          </p:nvSpPr>
          <p:spPr>
            <a:xfrm>
              <a:off x="5755515" y="3668712"/>
              <a:ext cx="3052214" cy="1509974"/>
            </a:xfrm>
            <a:custGeom>
              <a:avLst/>
              <a:gdLst>
                <a:gd name="connsiteX0" fmla="*/ 3009084 w 3052214"/>
                <a:gd name="connsiteY0" fmla="*/ 1359719 h 1509974"/>
                <a:gd name="connsiteX1" fmla="*/ 349271 w 3052214"/>
                <a:gd name="connsiteY1" fmla="*/ 0 h 1509974"/>
                <a:gd name="connsiteX2" fmla="*/ 0 w 3052214"/>
                <a:gd name="connsiteY2" fmla="*/ 0 h 1509974"/>
                <a:gd name="connsiteX3" fmla="*/ 2936738 w 3052214"/>
                <a:gd name="connsiteY3" fmla="*/ 1501229 h 1509974"/>
                <a:gd name="connsiteX4" fmla="*/ 2972779 w 3052214"/>
                <a:gd name="connsiteY4" fmla="*/ 1509974 h 1509974"/>
                <a:gd name="connsiteX5" fmla="*/ 3043534 w 3052214"/>
                <a:gd name="connsiteY5" fmla="*/ 1466514 h 1509974"/>
                <a:gd name="connsiteX6" fmla="*/ 3008819 w 3052214"/>
                <a:gd name="connsiteY6" fmla="*/ 1359454 h 150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2214" h="1509974">
                  <a:moveTo>
                    <a:pt x="3009084" y="1359719"/>
                  </a:moveTo>
                  <a:lnTo>
                    <a:pt x="349271" y="0"/>
                  </a:lnTo>
                  <a:lnTo>
                    <a:pt x="0" y="0"/>
                  </a:lnTo>
                  <a:lnTo>
                    <a:pt x="2936738" y="1501229"/>
                  </a:lnTo>
                  <a:cubicBezTo>
                    <a:pt x="2948399" y="1507059"/>
                    <a:pt x="2960589" y="1509974"/>
                    <a:pt x="2972779" y="1509974"/>
                  </a:cubicBezTo>
                  <a:cubicBezTo>
                    <a:pt x="3001664" y="1509974"/>
                    <a:pt x="3029489" y="1494074"/>
                    <a:pt x="3043534" y="1466514"/>
                  </a:cubicBezTo>
                  <a:cubicBezTo>
                    <a:pt x="3063409" y="1427559"/>
                    <a:pt x="3048039" y="1379594"/>
                    <a:pt x="3008819" y="1359454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7" name="Freeform: Shape 25">
              <a:extLst>
                <a:ext uri="{FF2B5EF4-FFF2-40B4-BE49-F238E27FC236}">
                  <a16:creationId xmlns:a16="http://schemas.microsoft.com/office/drawing/2014/main" id="{FA5009E2-484B-03F9-FCFF-7397B6E0E59C}"/>
                </a:ext>
              </a:extLst>
            </p:cNvPr>
            <p:cNvSpPr/>
            <p:nvPr/>
          </p:nvSpPr>
          <p:spPr>
            <a:xfrm>
              <a:off x="6195843" y="8365320"/>
              <a:ext cx="5589764" cy="2607873"/>
            </a:xfrm>
            <a:custGeom>
              <a:avLst/>
              <a:gdLst>
                <a:gd name="connsiteX0" fmla="*/ 5589500 w 5589764"/>
                <a:gd name="connsiteY0" fmla="*/ 265 h 2607873"/>
                <a:gd name="connsiteX1" fmla="*/ 1581893 w 5589764"/>
                <a:gd name="connsiteY1" fmla="*/ 265 h 2607873"/>
                <a:gd name="connsiteX2" fmla="*/ 1514053 w 5589764"/>
                <a:gd name="connsiteY2" fmla="*/ 38160 h 2607873"/>
                <a:gd name="connsiteX3" fmla="*/ 11763 w 5589764"/>
                <a:gd name="connsiteY3" fmla="*/ 2487032 h 2607873"/>
                <a:gd name="connsiteX4" fmla="*/ 37998 w 5589764"/>
                <a:gd name="connsiteY4" fmla="*/ 2596213 h 2607873"/>
                <a:gd name="connsiteX5" fmla="*/ 79603 w 5589764"/>
                <a:gd name="connsiteY5" fmla="*/ 2607873 h 2607873"/>
                <a:gd name="connsiteX6" fmla="*/ 147444 w 5589764"/>
                <a:gd name="connsiteY6" fmla="*/ 2569977 h 2607873"/>
                <a:gd name="connsiteX7" fmla="*/ 1626678 w 5589764"/>
                <a:gd name="connsiteY7" fmla="*/ 159000 h 2607873"/>
                <a:gd name="connsiteX8" fmla="*/ 5589764 w 5589764"/>
                <a:gd name="connsiteY8" fmla="*/ 159000 h 2607873"/>
                <a:gd name="connsiteX9" fmla="*/ 5589764 w 5589764"/>
                <a:gd name="connsiteY9" fmla="*/ 0 h 260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89764" h="2607873">
                  <a:moveTo>
                    <a:pt x="5589500" y="265"/>
                  </a:moveTo>
                  <a:lnTo>
                    <a:pt x="1581893" y="265"/>
                  </a:lnTo>
                  <a:cubicBezTo>
                    <a:pt x="1554333" y="265"/>
                    <a:pt x="1528627" y="14575"/>
                    <a:pt x="1514053" y="38160"/>
                  </a:cubicBezTo>
                  <a:lnTo>
                    <a:pt x="11763" y="2487032"/>
                  </a:lnTo>
                  <a:cubicBezTo>
                    <a:pt x="-11292" y="2524397"/>
                    <a:pt x="633" y="2573423"/>
                    <a:pt x="37998" y="2596213"/>
                  </a:cubicBezTo>
                  <a:cubicBezTo>
                    <a:pt x="50983" y="2604163"/>
                    <a:pt x="65294" y="2607873"/>
                    <a:pt x="79603" y="2607873"/>
                  </a:cubicBezTo>
                  <a:cubicBezTo>
                    <a:pt x="106368" y="2607873"/>
                    <a:pt x="132339" y="2594358"/>
                    <a:pt x="147444" y="2569977"/>
                  </a:cubicBezTo>
                  <a:lnTo>
                    <a:pt x="1626678" y="159000"/>
                  </a:lnTo>
                  <a:lnTo>
                    <a:pt x="5589764" y="159000"/>
                  </a:lnTo>
                  <a:lnTo>
                    <a:pt x="5589764" y="0"/>
                  </a:ln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  <p:sp>
          <p:nvSpPr>
            <p:cNvPr id="18" name="Freeform: Shape 26">
              <a:extLst>
                <a:ext uri="{FF2B5EF4-FFF2-40B4-BE49-F238E27FC236}">
                  <a16:creationId xmlns:a16="http://schemas.microsoft.com/office/drawing/2014/main" id="{5416ED52-5604-54B3-70B9-0CCE2C1FC56A}"/>
                </a:ext>
              </a:extLst>
            </p:cNvPr>
            <p:cNvSpPr/>
            <p:nvPr/>
          </p:nvSpPr>
          <p:spPr>
            <a:xfrm>
              <a:off x="6048341" y="10496456"/>
              <a:ext cx="610031" cy="610031"/>
            </a:xfrm>
            <a:custGeom>
              <a:avLst/>
              <a:gdLst>
                <a:gd name="connsiteX0" fmla="*/ 610032 w 610031"/>
                <a:gd name="connsiteY0" fmla="*/ 305016 h 610031"/>
                <a:gd name="connsiteX1" fmla="*/ 305016 w 610031"/>
                <a:gd name="connsiteY1" fmla="*/ 610032 h 610031"/>
                <a:gd name="connsiteX2" fmla="*/ 0 w 610031"/>
                <a:gd name="connsiteY2" fmla="*/ 305016 h 610031"/>
                <a:gd name="connsiteX3" fmla="*/ 305016 w 610031"/>
                <a:gd name="connsiteY3" fmla="*/ 0 h 610031"/>
                <a:gd name="connsiteX4" fmla="*/ 610032 w 610031"/>
                <a:gd name="connsiteY4" fmla="*/ 305016 h 61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031" h="610031">
                  <a:moveTo>
                    <a:pt x="610032" y="305016"/>
                  </a:moveTo>
                  <a:cubicBezTo>
                    <a:pt x="610032" y="473472"/>
                    <a:pt x="473472" y="610032"/>
                    <a:pt x="305016" y="610032"/>
                  </a:cubicBezTo>
                  <a:cubicBezTo>
                    <a:pt x="136560" y="610032"/>
                    <a:pt x="0" y="473472"/>
                    <a:pt x="0" y="305016"/>
                  </a:cubicBezTo>
                  <a:cubicBezTo>
                    <a:pt x="0" y="136560"/>
                    <a:pt x="136560" y="0"/>
                    <a:pt x="305016" y="0"/>
                  </a:cubicBezTo>
                  <a:cubicBezTo>
                    <a:pt x="473472" y="0"/>
                    <a:pt x="610032" y="136560"/>
                    <a:pt x="610032" y="305016"/>
                  </a:cubicBezTo>
                  <a:close/>
                </a:path>
              </a:pathLst>
            </a:custGeom>
            <a:grpFill/>
            <a:ln w="26476" cap="flat">
              <a:noFill/>
              <a:prstDash val="solid"/>
              <a:miter/>
            </a:ln>
          </p:spPr>
          <p:txBody>
            <a:bodyPr anchor="ctr"/>
            <a:lstStyle/>
            <a:p>
              <a:pPr defTabSz="150808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>
                <a:solidFill>
                  <a:srgbClr val="000000"/>
                </a:solidFill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1404665-2800-2A74-E6B4-97C866F2F333}"/>
              </a:ext>
            </a:extLst>
          </p:cNvPr>
          <p:cNvSpPr/>
          <p:nvPr/>
        </p:nvSpPr>
        <p:spPr>
          <a:xfrm rot="5400000">
            <a:off x="4625780" y="-4397373"/>
            <a:ext cx="11309350" cy="20104100"/>
          </a:xfrm>
          <a:prstGeom prst="rect">
            <a:avLst/>
          </a:prstGeom>
          <a:gradFill flip="none" rotWithShape="1">
            <a:gsLst>
              <a:gs pos="27000">
                <a:srgbClr val="004331">
                  <a:alpha val="0"/>
                </a:srgbClr>
              </a:gs>
              <a:gs pos="65000">
                <a:srgbClr val="00433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971">
              <a:solidFill>
                <a:srgbClr val="FFFFFF"/>
              </a:solidFill>
            </a:endParaRPr>
          </a:p>
        </p:txBody>
      </p:sp>
      <p:pic>
        <p:nvPicPr>
          <p:cNvPr id="20" name="object 5">
            <a:extLst>
              <a:ext uri="{FF2B5EF4-FFF2-40B4-BE49-F238E27FC236}">
                <a16:creationId xmlns:a16="http://schemas.microsoft.com/office/drawing/2014/main" id="{B16A6369-2E2E-809A-6DBB-AE28D1113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525" y="4143375"/>
            <a:ext cx="582295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0851681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 hidden="1">
            <a:extLst>
              <a:ext uri="{FF2B5EF4-FFF2-40B4-BE49-F238E27FC236}">
                <a16:creationId xmlns:a16="http://schemas.microsoft.com/office/drawing/2014/main" id="{7273883E-BF34-2281-E636-CBA5377F04C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14A45AFD-0A8D-3F72-E421-DA16A3A67B4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0104100" cy="11309350"/>
            <a:chOff x="0" y="0"/>
            <a:chExt cx="20104100" cy="11309350"/>
          </a:xfrm>
        </p:grpSpPr>
        <p:sp>
          <p:nvSpPr>
            <p:cNvPr id="4" name="Slide edges">
              <a:extLst>
                <a:ext uri="{FF2B5EF4-FFF2-40B4-BE49-F238E27FC236}">
                  <a16:creationId xmlns:a16="http://schemas.microsoft.com/office/drawing/2014/main" id="{20BFBF9B-6C4A-499D-6FD4-9557C4B64B89}"/>
                </a:ext>
              </a:extLst>
            </p:cNvPr>
            <p:cNvSpPr/>
            <p:nvPr/>
          </p:nvSpPr>
          <p:spPr bwMode="auto">
            <a:xfrm>
              <a:off x="0" y="0"/>
              <a:ext cx="20104100" cy="1130935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E6F73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7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1">
                <a:solidFill>
                  <a:srgbClr val="575757"/>
                </a:solidFill>
              </a:endParaRPr>
            </a:p>
          </p:txBody>
        </p:sp>
        <p:sp>
          <p:nvSpPr>
            <p:cNvPr id="5" name="myWhite">
              <a:extLst>
                <a:ext uri="{FF2B5EF4-FFF2-40B4-BE49-F238E27FC236}">
                  <a16:creationId xmlns:a16="http://schemas.microsoft.com/office/drawing/2014/main" id="{6787AE05-86B1-B4FD-30CC-E1E106E6935D}"/>
                </a:ext>
              </a:extLst>
            </p:cNvPr>
            <p:cNvSpPr/>
            <p:nvPr/>
          </p:nvSpPr>
          <p:spPr>
            <a:xfrm>
              <a:off x="1143000" y="633413"/>
              <a:ext cx="17818100" cy="9180512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1">
                <a:solidFill>
                  <a:srgbClr val="FFFFFF"/>
                </a:solidFill>
              </a:endParaRPr>
            </a:p>
          </p:txBody>
        </p:sp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F3738FD2-15BE-62DC-DCE4-8012FDA7E5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33413"/>
              <a:ext cx="20104100" cy="9181207"/>
              <a:chOff x="0" y="633413"/>
              <a:chExt cx="20104100" cy="918120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C26B4CB-219E-76D2-333A-F1E87782AF17}"/>
                  </a:ext>
                </a:extLst>
              </p:cNvPr>
              <p:cNvCxnSpPr/>
              <p:nvPr/>
            </p:nvCxnSpPr>
            <p:spPr>
              <a:xfrm>
                <a:off x="0" y="63341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5A24245-20DD-BC63-8C7E-E7C056F53112}"/>
                  </a:ext>
                </a:extLst>
              </p:cNvPr>
              <p:cNvCxnSpPr/>
              <p:nvPr/>
            </p:nvCxnSpPr>
            <p:spPr>
              <a:xfrm>
                <a:off x="0" y="111601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7C5C77B-4569-9B7E-E7F5-D5391A41D9FA}"/>
                  </a:ext>
                </a:extLst>
              </p:cNvPr>
              <p:cNvCxnSpPr/>
              <p:nvPr/>
            </p:nvCxnSpPr>
            <p:spPr>
              <a:xfrm>
                <a:off x="0" y="1600200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CCE9D2C-3950-0EDD-B40D-519D53FE4C12}"/>
                  </a:ext>
                </a:extLst>
              </p:cNvPr>
              <p:cNvCxnSpPr/>
              <p:nvPr/>
            </p:nvCxnSpPr>
            <p:spPr>
              <a:xfrm>
                <a:off x="0" y="208438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DE11E3B-6C94-C102-EB5A-54815C507F81}"/>
                  </a:ext>
                </a:extLst>
              </p:cNvPr>
              <p:cNvCxnSpPr/>
              <p:nvPr/>
            </p:nvCxnSpPr>
            <p:spPr>
              <a:xfrm>
                <a:off x="0" y="2565400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5140F7F-8155-D8AE-7D28-1362F36E039A}"/>
                  </a:ext>
                </a:extLst>
              </p:cNvPr>
              <p:cNvCxnSpPr/>
              <p:nvPr/>
            </p:nvCxnSpPr>
            <p:spPr>
              <a:xfrm>
                <a:off x="0" y="304958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CEDC162-18B5-AFC4-76C4-59EE0EFD85CA}"/>
                  </a:ext>
                </a:extLst>
              </p:cNvPr>
              <p:cNvCxnSpPr/>
              <p:nvPr/>
            </p:nvCxnSpPr>
            <p:spPr>
              <a:xfrm>
                <a:off x="0" y="353218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E0BA5FA-378F-6798-79B1-1C124213D5C7}"/>
                  </a:ext>
                </a:extLst>
              </p:cNvPr>
              <p:cNvCxnSpPr/>
              <p:nvPr/>
            </p:nvCxnSpPr>
            <p:spPr>
              <a:xfrm>
                <a:off x="0" y="401637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4854525-379E-191A-ED6E-08A679B17CC5}"/>
                  </a:ext>
                </a:extLst>
              </p:cNvPr>
              <p:cNvCxnSpPr/>
              <p:nvPr/>
            </p:nvCxnSpPr>
            <p:spPr>
              <a:xfrm>
                <a:off x="0" y="449897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19F7539-C250-EAFD-43B9-353F6104B78A}"/>
                  </a:ext>
                </a:extLst>
              </p:cNvPr>
              <p:cNvCxnSpPr/>
              <p:nvPr/>
            </p:nvCxnSpPr>
            <p:spPr>
              <a:xfrm>
                <a:off x="0" y="498157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FD366B5-B981-CEFA-2E4A-0C4D152B6787}"/>
                  </a:ext>
                </a:extLst>
              </p:cNvPr>
              <p:cNvCxnSpPr/>
              <p:nvPr/>
            </p:nvCxnSpPr>
            <p:spPr>
              <a:xfrm>
                <a:off x="0" y="546576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02D4705-AF87-FF2E-8745-49A2262EC7A7}"/>
                  </a:ext>
                </a:extLst>
              </p:cNvPr>
              <p:cNvCxnSpPr/>
              <p:nvPr/>
            </p:nvCxnSpPr>
            <p:spPr>
              <a:xfrm>
                <a:off x="0" y="594836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D932963-A5D9-7DA4-6EB5-9718C3B25E9A}"/>
                  </a:ext>
                </a:extLst>
              </p:cNvPr>
              <p:cNvCxnSpPr/>
              <p:nvPr/>
            </p:nvCxnSpPr>
            <p:spPr>
              <a:xfrm>
                <a:off x="0" y="6430963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00A753-FE3A-54F1-B7B2-E70B9D802C05}"/>
                  </a:ext>
                </a:extLst>
              </p:cNvPr>
              <p:cNvCxnSpPr/>
              <p:nvPr/>
            </p:nvCxnSpPr>
            <p:spPr>
              <a:xfrm>
                <a:off x="0" y="6915150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B45F4F1-E1FA-F195-E331-ABFA541D2EC0}"/>
                  </a:ext>
                </a:extLst>
              </p:cNvPr>
              <p:cNvCxnSpPr/>
              <p:nvPr/>
            </p:nvCxnSpPr>
            <p:spPr>
              <a:xfrm>
                <a:off x="0" y="7397750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177CE9D-7E15-4D29-5C84-8AF53E797262}"/>
                  </a:ext>
                </a:extLst>
              </p:cNvPr>
              <p:cNvCxnSpPr/>
              <p:nvPr/>
            </p:nvCxnSpPr>
            <p:spPr>
              <a:xfrm>
                <a:off x="0" y="788193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6C09488-B988-31E1-B2B8-0D6D13A9F438}"/>
                  </a:ext>
                </a:extLst>
              </p:cNvPr>
              <p:cNvCxnSpPr/>
              <p:nvPr/>
            </p:nvCxnSpPr>
            <p:spPr>
              <a:xfrm>
                <a:off x="0" y="836453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932938D-A5F5-2FA9-C957-48073A88944B}"/>
                  </a:ext>
                </a:extLst>
              </p:cNvPr>
              <p:cNvCxnSpPr/>
              <p:nvPr/>
            </p:nvCxnSpPr>
            <p:spPr>
              <a:xfrm>
                <a:off x="0" y="8847138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C1C0C86-F5E4-5059-3479-F820163A3C38}"/>
                  </a:ext>
                </a:extLst>
              </p:cNvPr>
              <p:cNvCxnSpPr/>
              <p:nvPr/>
            </p:nvCxnSpPr>
            <p:spPr>
              <a:xfrm>
                <a:off x="0" y="933132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6437FBF-7808-11E1-141B-2E0DEEBC0F49}"/>
                  </a:ext>
                </a:extLst>
              </p:cNvPr>
              <p:cNvCxnSpPr/>
              <p:nvPr/>
            </p:nvCxnSpPr>
            <p:spPr>
              <a:xfrm>
                <a:off x="0" y="9813925"/>
                <a:ext cx="201041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Footnote measure">
              <a:extLst>
                <a:ext uri="{FF2B5EF4-FFF2-40B4-BE49-F238E27FC236}">
                  <a16:creationId xmlns:a16="http://schemas.microsoft.com/office/drawing/2014/main" id="{15166EA9-F77E-539A-B713-576853770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10136188"/>
              <a:ext cx="17818100" cy="747712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/>
            </a:p>
          </p:txBody>
        </p:sp>
        <p:sp>
          <p:nvSpPr>
            <p:cNvPr id="8" name="Whitespace measure">
              <a:extLst>
                <a:ext uri="{FF2B5EF4-FFF2-40B4-BE49-F238E27FC236}">
                  <a16:creationId xmlns:a16="http://schemas.microsoft.com/office/drawing/2014/main" id="{AA4F9D9A-F876-35E7-F400-42A90E841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084388"/>
              <a:ext cx="17818100" cy="1439862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971"/>
            </a:p>
          </p:txBody>
        </p:sp>
        <p:grpSp>
          <p:nvGrpSpPr>
            <p:cNvPr id="9" name="Five column measure">
              <a:extLst>
                <a:ext uri="{FF2B5EF4-FFF2-40B4-BE49-F238E27FC236}">
                  <a16:creationId xmlns:a16="http://schemas.microsoft.com/office/drawing/2014/main" id="{07B32798-492B-A010-7BAC-252D75E0C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2365" y="9573017"/>
              <a:ext cx="17819369" cy="79536"/>
              <a:chOff x="629400" y="5975122"/>
              <a:chExt cx="10933200" cy="7953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E59CDD9-C59B-FAE1-FB74-58FA2575B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754" y="5974730"/>
                <a:ext cx="1929537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5DE72D2-97B3-FA13-3FF9-D1D0DAFE3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5856" y="5974730"/>
                <a:ext cx="1936355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E8DB108-D125-BECA-5CE2-E19CAD16A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1969" y="5974730"/>
                <a:ext cx="1936355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8391AFF-10FF-79FB-3F65-6A34C5F55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7823" y="5974730"/>
                <a:ext cx="1927590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8A573F5-AB2B-7DB5-7C12-3E47FE738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790" y="5974730"/>
                <a:ext cx="1933434" cy="79375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</p:grpSp>
        <p:sp>
          <p:nvSpPr>
            <p:cNvPr id="10" name="Live area">
              <a:extLst>
                <a:ext uri="{FF2B5EF4-FFF2-40B4-BE49-F238E27FC236}">
                  <a16:creationId xmlns:a16="http://schemas.microsoft.com/office/drawing/2014/main" id="{FCD564A0-AB17-3710-5889-AD9B6F26D198}"/>
                </a:ext>
              </a:extLst>
            </p:cNvPr>
            <p:cNvSpPr/>
            <p:nvPr/>
          </p:nvSpPr>
          <p:spPr>
            <a:xfrm>
              <a:off x="1143000" y="3524250"/>
              <a:ext cx="17818100" cy="6289675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endParaRPr lang="en-US" sz="1201">
                <a:solidFill>
                  <a:schemeClr val="bg1"/>
                </a:solidFill>
              </a:endParaRPr>
            </a:p>
          </p:txBody>
        </p:sp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5A46FF44-3293-5B1A-B640-CBA24F624B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2365" y="633413"/>
              <a:ext cx="17819371" cy="9181207"/>
              <a:chOff x="1142365" y="633413"/>
              <a:chExt cx="17819371" cy="918120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D69ADFA-8066-7A41-62E8-1F4223A14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41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4CF72A-845F-8E2E-DA7F-0A1AFAF34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89100" y="633413"/>
                <a:ext cx="468313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71075FD-052E-C6D1-B037-6B47C3143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5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074E43-1330-CAB5-7FB7-9D158EBA1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13100" y="633413"/>
                <a:ext cx="468313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5442B12-EBDD-E9CD-F612-508CC1919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7100" y="633413"/>
                <a:ext cx="468313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7B19BA-B99F-DFD8-B86B-B7AD64AD1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17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7F1E9ED-0C71-9606-4894-5B8D395B8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8688" y="633413"/>
                <a:ext cx="468312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ACBB90-E01D-5BCA-FE7B-9D8783E61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2688" y="633413"/>
                <a:ext cx="468312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550DA1D-1C16-8DE8-25AD-3F2710BF6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688" y="633413"/>
                <a:ext cx="468312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BA08F18-F132-0213-D0BD-196EC3853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69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215B34B-5FAA-D24F-8A94-D1A3799FB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93100" y="633413"/>
                <a:ext cx="469900" cy="9180512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FF4A747-6854-DB6B-535E-8884D56E8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633413"/>
                <a:ext cx="469900" cy="9180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5EC4D18-8B34-93B6-4187-823344FFF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91200" y="633413"/>
                <a:ext cx="469900" cy="9180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5374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0812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6187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1561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6936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2374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77485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31230" algn="l" defTabSz="1508125" rtl="0" eaLnBrk="1" latinLnBrk="0" hangingPunct="1">
                  <a:defRPr sz="297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971"/>
              </a:p>
            </p:txBody>
          </p:sp>
        </p:grpSp>
        <p:sp>
          <p:nvSpPr>
            <p:cNvPr id="12" name="Footnote example">
              <a:extLst>
                <a:ext uri="{FF2B5EF4-FFF2-40B4-BE49-F238E27FC236}">
                  <a16:creationId xmlns:a16="http://schemas.microsoft.com/office/drawing/2014/main" id="{E60C8BEC-8E86-C402-7B4B-3307A7E8F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600" y="10134600"/>
              <a:ext cx="15682913" cy="749300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lIns="0" tIns="0" rIns="0" bIns="0" anchor="b">
              <a:spAutoFit/>
            </a:bodyPr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1">
                  <a:solidFill>
                    <a:srgbClr val="A6A6A6"/>
                  </a:solidFill>
                </a:rPr>
                <a:t>1. xxxx  2. xxxx  3. xxxx</a:t>
              </a:r>
            </a:p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1">
                  <a:solidFill>
                    <a:srgbClr val="A6A6A6"/>
                  </a:solidFill>
                </a:rPr>
                <a:t>Note: List footnotes in numerical order. Footnote numbers are not bracketed. Use 18pt font. Do not put a period at the end of the note or the source</a:t>
              </a:r>
            </a:p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1">
                  <a:solidFill>
                    <a:srgbClr val="A6A6A6"/>
                  </a:solidFill>
                </a:rPr>
                <a:t>Source: Include a source for every chart that you use. Separate sources with a semicolon; BCG-related sources go at the end</a:t>
              </a:r>
            </a:p>
          </p:txBody>
        </p:sp>
        <p:sp>
          <p:nvSpPr>
            <p:cNvPr id="13" name="Freeform: Shape 111">
              <a:extLst>
                <a:ext uri="{FF2B5EF4-FFF2-40B4-BE49-F238E27FC236}">
                  <a16:creationId xmlns:a16="http://schemas.microsoft.com/office/drawing/2014/main" id="{6DC874F7-C872-4579-42B5-B0D58302B265}"/>
                </a:ext>
              </a:extLst>
            </p:cNvPr>
            <p:cNvSpPr/>
            <p:nvPr/>
          </p:nvSpPr>
          <p:spPr>
            <a:xfrm>
              <a:off x="0" y="0"/>
              <a:ext cx="20104100" cy="11309350"/>
            </a:xfrm>
            <a:custGeom>
              <a:avLst/>
              <a:gdLst>
                <a:gd name="connsiteX0" fmla="*/ 1142365 w 20104100"/>
                <a:gd name="connsiteY0" fmla="*/ 633413 h 11309350"/>
                <a:gd name="connsiteX1" fmla="*/ 1142365 w 20104100"/>
                <a:gd name="connsiteY1" fmla="*/ 9814620 h 11309350"/>
                <a:gd name="connsiteX2" fmla="*/ 18961736 w 20104100"/>
                <a:gd name="connsiteY2" fmla="*/ 9814620 h 11309350"/>
                <a:gd name="connsiteX3" fmla="*/ 18961736 w 20104100"/>
                <a:gd name="connsiteY3" fmla="*/ 633413 h 11309350"/>
                <a:gd name="connsiteX4" fmla="*/ 0 w 20104100"/>
                <a:gd name="connsiteY4" fmla="*/ 0 h 11309350"/>
                <a:gd name="connsiteX5" fmla="*/ 20104100 w 20104100"/>
                <a:gd name="connsiteY5" fmla="*/ 0 h 11309350"/>
                <a:gd name="connsiteX6" fmla="*/ 20104100 w 20104100"/>
                <a:gd name="connsiteY6" fmla="*/ 11309350 h 11309350"/>
                <a:gd name="connsiteX7" fmla="*/ 0 w 20104100"/>
                <a:gd name="connsiteY7" fmla="*/ 11309350 h 1130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04100" h="11309350">
                  <a:moveTo>
                    <a:pt x="1142365" y="633413"/>
                  </a:moveTo>
                  <a:lnTo>
                    <a:pt x="1142365" y="9814620"/>
                  </a:lnTo>
                  <a:lnTo>
                    <a:pt x="18961736" y="9814620"/>
                  </a:lnTo>
                  <a:lnTo>
                    <a:pt x="18961736" y="633413"/>
                  </a:lnTo>
                  <a:close/>
                  <a:moveTo>
                    <a:pt x="0" y="0"/>
                  </a:moveTo>
                  <a:lnTo>
                    <a:pt x="20104100" y="0"/>
                  </a:lnTo>
                  <a:lnTo>
                    <a:pt x="20104100" y="11309350"/>
                  </a:lnTo>
                  <a:lnTo>
                    <a:pt x="0" y="11309350"/>
                  </a:lnTo>
                  <a:close/>
                </a:path>
              </a:pathLst>
            </a:custGeom>
            <a:solidFill>
              <a:srgbClr val="FF0000">
                <a:alpha val="5000"/>
              </a:srgbClr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5374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50812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26187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301561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76936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452374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5277485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6031230" algn="l" defTabSz="1508125" rtl="0" eaLnBrk="1" latinLnBrk="0" hangingPunct="1">
                <a:defRPr sz="297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1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7155887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62A7DE19-71E9-922C-8250-DC54D3C5C0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100" imgH="38100" progId="TCLayout.ActiveDocument.1">
                  <p:embed/>
                </p:oleObj>
              </mc:Choice>
              <mc:Fallback>
                <p:oleObj name="think-cell Slide" r:id="rId4" imgW="38100" imgH="38100" progId="TCLayout.ActiveDocument.1">
                  <p:embed/>
                  <p:pic>
                    <p:nvPicPr>
                      <p:cNvPr id="148482" name="Object 2" hidden="1">
                        <a:extLst>
                          <a:ext uri="{FF2B5EF4-FFF2-40B4-BE49-F238E27FC236}">
                            <a16:creationId xmlns:a16="http://schemas.microsoft.com/office/drawing/2014/main" id="{C53C2EDE-6DC3-0FA9-8B94-D78D8683EA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4">
            <a:extLst>
              <a:ext uri="{FF2B5EF4-FFF2-40B4-BE49-F238E27FC236}">
                <a16:creationId xmlns:a16="http://schemas.microsoft.com/office/drawing/2014/main" id="{57CEB09F-2ECA-EF7A-6255-F7BFF1E46313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8415000" y="10661650"/>
            <a:ext cx="628650" cy="153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 defTabSz="912813"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 defTabSz="912813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 defTabSz="912813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 defTabSz="912813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 defTabSz="912813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algn="r" eaLnBrk="1" hangingPunct="1">
              <a:defRPr/>
            </a:pPr>
            <a:fld id="{3C78CDA2-C698-5443-89F7-5B2E3B98CCED}" type="slidenum">
              <a:rPr lang="en-US" altLang="en-CN" sz="1000" smtClean="0">
                <a:solidFill>
                  <a:srgbClr val="FFFFFF"/>
                </a:solidFill>
                <a:sym typeface="Trebuchet MS" panose="020B0703020202090204" pitchFamily="34" charset="0"/>
              </a:rPr>
              <a:pPr algn="r" eaLnBrk="1" hangingPunct="1">
                <a:defRPr/>
              </a:pPr>
              <a:t>‹#›</a:t>
            </a:fld>
            <a:endParaRPr lang="en-US" altLang="en-CN" sz="1000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Copyright" hidden="1">
            <a:extLst>
              <a:ext uri="{FF2B5EF4-FFF2-40B4-BE49-F238E27FC236}">
                <a16:creationId xmlns:a16="http://schemas.microsoft.com/office/drawing/2014/main" id="{30E62A6A-E443-23D4-8C09-C032C4B041D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C1A6E4-4ADC-0737-8F82-1F05D9296128}"/>
              </a:ext>
            </a:extLst>
          </p:cNvPr>
          <p:cNvSpPr/>
          <p:nvPr/>
        </p:nvSpPr>
        <p:spPr bwMode="invGray">
          <a:xfrm>
            <a:off x="2289175" y="7735888"/>
            <a:ext cx="1531938" cy="164306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1508080"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001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2533E-85C3-2274-2D40-390732DBC30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38613" y="7735888"/>
            <a:ext cx="2589212" cy="2420937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0000" rIns="182880" bIns="182880"/>
          <a:lstStyle/>
          <a:p>
            <a:pPr defTabSz="1508080"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C554E9B-C34E-143F-69F5-F45ED6F01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1495425"/>
            <a:ext cx="5688013" cy="56705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lIns="612000" tIns="468001" rIns="0" bIns="0"/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CN" altLang="en-CN" sz="5400">
              <a:solidFill>
                <a:srgbClr val="FFFFFF"/>
              </a:solidFill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74FF3E09-E6BB-6CFA-B244-8D18C8359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1839913"/>
            <a:ext cx="4311650" cy="13779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algn="ctr" eaLnBrk="1" hangingPunct="1">
              <a:lnSpc>
                <a:spcPct val="95000"/>
              </a:lnSpc>
              <a:defRPr/>
            </a:pPr>
            <a:r>
              <a:rPr lang="en-US" altLang="en-CN" sz="8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E935B-87A6-AE2F-E51D-5ADF462E8B44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7BD874C-2C32-C448-8448-C355011A6CD9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10" name="Freeform: Shape 13">
            <a:extLst>
              <a:ext uri="{FF2B5EF4-FFF2-40B4-BE49-F238E27FC236}">
                <a16:creationId xmlns:a16="http://schemas.microsoft.com/office/drawing/2014/main" id="{7F3EEA4C-593A-2099-1F20-FF55E3A563FE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4">
            <a:extLst>
              <a:ext uri="{FF2B5EF4-FFF2-40B4-BE49-F238E27FC236}">
                <a16:creationId xmlns:a16="http://schemas.microsoft.com/office/drawing/2014/main" id="{E9CDA1A9-8C04-89B4-83AF-F58240497244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5">
            <a:extLst>
              <a:ext uri="{FF2B5EF4-FFF2-40B4-BE49-F238E27FC236}">
                <a16:creationId xmlns:a16="http://schemas.microsoft.com/office/drawing/2014/main" id="{CD642AD6-FF1E-0830-777B-A96A06C4C60A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16">
            <a:extLst>
              <a:ext uri="{FF2B5EF4-FFF2-40B4-BE49-F238E27FC236}">
                <a16:creationId xmlns:a16="http://schemas.microsoft.com/office/drawing/2014/main" id="{2EB8F785-FCA9-95BE-B078-F772FC851418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17">
            <a:extLst>
              <a:ext uri="{FF2B5EF4-FFF2-40B4-BE49-F238E27FC236}">
                <a16:creationId xmlns:a16="http://schemas.microsoft.com/office/drawing/2014/main" id="{B411F285-4224-2F11-BF85-5BE7EBB068D6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20199896-0BF8-AC99-D0E8-FD5D13716603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F99F7435-16D4-0411-942A-322EEDFC609C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22FFC802-F943-A02B-430B-F34364FC5311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1">
            <a:extLst>
              <a:ext uri="{FF2B5EF4-FFF2-40B4-BE49-F238E27FC236}">
                <a16:creationId xmlns:a16="http://schemas.microsoft.com/office/drawing/2014/main" id="{7976646F-9400-7B42-5268-65042619E23C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2">
            <a:extLst>
              <a:ext uri="{FF2B5EF4-FFF2-40B4-BE49-F238E27FC236}">
                <a16:creationId xmlns:a16="http://schemas.microsoft.com/office/drawing/2014/main" id="{87228135-0536-E25E-351E-675A9CF95ED8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23">
            <a:extLst>
              <a:ext uri="{FF2B5EF4-FFF2-40B4-BE49-F238E27FC236}">
                <a16:creationId xmlns:a16="http://schemas.microsoft.com/office/drawing/2014/main" id="{2F595F37-1BA6-7374-0C3B-3F5FE9F1190F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1" name="Freeform: Shape 24">
            <a:extLst>
              <a:ext uri="{FF2B5EF4-FFF2-40B4-BE49-F238E27FC236}">
                <a16:creationId xmlns:a16="http://schemas.microsoft.com/office/drawing/2014/main" id="{AA84968D-E7B7-6C37-2A72-BDE1A563232A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2" name="Freeform: Shape 25">
            <a:extLst>
              <a:ext uri="{FF2B5EF4-FFF2-40B4-BE49-F238E27FC236}">
                <a16:creationId xmlns:a16="http://schemas.microsoft.com/office/drawing/2014/main" id="{918B24D3-48DC-5890-55C3-EBA9DF5FA050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3" name="Freeform: Shape 26">
            <a:extLst>
              <a:ext uri="{FF2B5EF4-FFF2-40B4-BE49-F238E27FC236}">
                <a16:creationId xmlns:a16="http://schemas.microsoft.com/office/drawing/2014/main" id="{98345FD9-978A-DC0C-4CE2-8983F9AA24B6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4" name="object 5">
            <a:extLst>
              <a:ext uri="{FF2B5EF4-FFF2-40B4-BE49-F238E27FC236}">
                <a16:creationId xmlns:a16="http://schemas.microsoft.com/office/drawing/2014/main" id="{D49083AB-86B2-C18C-5076-3746B8E52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7603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5E40EE45-1C9F-E42E-5FE3-EB95DEBEC2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49506" name="Object 2" hidden="1">
                        <a:extLst>
                          <a:ext uri="{FF2B5EF4-FFF2-40B4-BE49-F238E27FC236}">
                            <a16:creationId xmlns:a16="http://schemas.microsoft.com/office/drawing/2014/main" id="{413B275E-6B5C-0AB0-E5F6-55874743C5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DC8911F4-1FAF-6F99-4FDB-E1F5798F11C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5E126-2DCB-C304-CD5F-DD8652D095CF}"/>
              </a:ext>
            </a:extLst>
          </p:cNvPr>
          <p:cNvSpPr/>
          <p:nvPr/>
        </p:nvSpPr>
        <p:spPr bwMode="white">
          <a:xfrm>
            <a:off x="1143000" y="2355850"/>
            <a:ext cx="1562100" cy="15621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DCC7A-4CCA-C523-778C-567530934DD2}"/>
              </a:ext>
            </a:extLst>
          </p:cNvPr>
          <p:cNvSpPr/>
          <p:nvPr/>
        </p:nvSpPr>
        <p:spPr>
          <a:xfrm>
            <a:off x="1143000" y="4398963"/>
            <a:ext cx="17818100" cy="52784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15717-0290-4F5F-D072-0DE726C07F83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2E2C85C7-F7E2-2143-B619-6BDC8F4C6C38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Freeform: Shape 13">
            <a:extLst>
              <a:ext uri="{FF2B5EF4-FFF2-40B4-BE49-F238E27FC236}">
                <a16:creationId xmlns:a16="http://schemas.microsoft.com/office/drawing/2014/main" id="{DF715086-6EC1-9E78-D919-9871103DD26B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4">
            <a:extLst>
              <a:ext uri="{FF2B5EF4-FFF2-40B4-BE49-F238E27FC236}">
                <a16:creationId xmlns:a16="http://schemas.microsoft.com/office/drawing/2014/main" id="{B762801F-6B28-5477-57C1-68021AD45A60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87A6E5D8-5628-C6F3-BBF9-D16EA218E302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6">
            <a:extLst>
              <a:ext uri="{FF2B5EF4-FFF2-40B4-BE49-F238E27FC236}">
                <a16:creationId xmlns:a16="http://schemas.microsoft.com/office/drawing/2014/main" id="{5466E2AD-413E-AA6D-C717-5DD863A06972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7">
            <a:extLst>
              <a:ext uri="{FF2B5EF4-FFF2-40B4-BE49-F238E27FC236}">
                <a16:creationId xmlns:a16="http://schemas.microsoft.com/office/drawing/2014/main" id="{14AF1E1C-48A6-7822-0698-78F8F3E7E4F4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8">
            <a:extLst>
              <a:ext uri="{FF2B5EF4-FFF2-40B4-BE49-F238E27FC236}">
                <a16:creationId xmlns:a16="http://schemas.microsoft.com/office/drawing/2014/main" id="{CE215FD8-7C50-43B7-2C49-9B14B6C0ABBB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3EFB725A-84D2-1546-69F8-5FA0C93D52BC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0">
            <a:extLst>
              <a:ext uri="{FF2B5EF4-FFF2-40B4-BE49-F238E27FC236}">
                <a16:creationId xmlns:a16="http://schemas.microsoft.com/office/drawing/2014/main" id="{1583D2E9-55F7-F70A-FA7E-FEBDFB5FB6E2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67763C18-FEFA-E30D-1D1F-6EB63C8E389D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2">
            <a:extLst>
              <a:ext uri="{FF2B5EF4-FFF2-40B4-BE49-F238E27FC236}">
                <a16:creationId xmlns:a16="http://schemas.microsoft.com/office/drawing/2014/main" id="{7A0E7537-7F6F-CCF5-3D66-F8B461D6FF9C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3">
            <a:extLst>
              <a:ext uri="{FF2B5EF4-FFF2-40B4-BE49-F238E27FC236}">
                <a16:creationId xmlns:a16="http://schemas.microsoft.com/office/drawing/2014/main" id="{3457F6A7-57FA-6459-5026-ED45B60B310F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4">
            <a:extLst>
              <a:ext uri="{FF2B5EF4-FFF2-40B4-BE49-F238E27FC236}">
                <a16:creationId xmlns:a16="http://schemas.microsoft.com/office/drawing/2014/main" id="{788AC4C4-894F-820E-A8F0-A7A3409E1D69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1EC6FBD4-9116-AC62-C1BB-EF8AF18F6838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26">
            <a:extLst>
              <a:ext uri="{FF2B5EF4-FFF2-40B4-BE49-F238E27FC236}">
                <a16:creationId xmlns:a16="http://schemas.microsoft.com/office/drawing/2014/main" id="{3793DC36-AEF0-8AD6-8D45-18B1A8E6F336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D0A3E8C8-9EB7-9EF1-D7B2-A23B6D3B9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0238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6663370F-F9BA-D93B-1E1D-484175E631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50530" name="Object 2" hidden="1">
                        <a:extLst>
                          <a:ext uri="{FF2B5EF4-FFF2-40B4-BE49-F238E27FC236}">
                            <a16:creationId xmlns:a16="http://schemas.microsoft.com/office/drawing/2014/main" id="{C3FE0A23-7913-8B62-1AA2-1AE77460B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CD75D4D9-CC4A-C7BA-2712-0A367D02865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EFE6C0-F6E6-E22E-16F8-A3F6999F0470}"/>
              </a:ext>
            </a:extLst>
          </p:cNvPr>
          <p:cNvSpPr txBox="1"/>
          <p:nvPr/>
        </p:nvSpPr>
        <p:spPr>
          <a:xfrm>
            <a:off x="1050925" y="1027113"/>
            <a:ext cx="11844338" cy="665162"/>
          </a:xfrm>
          <a:prstGeom prst="rect">
            <a:avLst/>
          </a:prstGeom>
        </p:spPr>
        <p:txBody>
          <a:bodyPr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703020202090204" pitchFamily="34" charset="0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pPr defTabSz="914373" fontAlgn="auto">
              <a:defRPr/>
            </a:pPr>
            <a:r>
              <a:rPr lang="en-US" sz="4800" b="1">
                <a:solidFill>
                  <a:srgbClr val="FFFFFF"/>
                </a:solidFill>
                <a:latin typeface="Basis Grotesque Arabic Pro"/>
              </a:rPr>
              <a:t>Agenda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B98297-CA64-4EAF-40C6-69774F7E2B3A}"/>
              </a:ext>
            </a:extLst>
          </p:cNvPr>
          <p:cNvCxnSpPr/>
          <p:nvPr/>
        </p:nvCxnSpPr>
        <p:spPr bwMode="white">
          <a:xfrm>
            <a:off x="1143000" y="1989138"/>
            <a:ext cx="18965863" cy="0"/>
          </a:xfrm>
          <a:prstGeom prst="line">
            <a:avLst/>
          </a:prstGeom>
          <a:ln w="9525" cmpd="sng">
            <a:solidFill>
              <a:srgbClr val="FFFFFF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2651E1-FD2A-A385-0FAF-CB7FB6BC67F7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F213974-28D3-3E40-8B47-50870B0E1EAD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7" name="Freeform: Shape 13">
            <a:extLst>
              <a:ext uri="{FF2B5EF4-FFF2-40B4-BE49-F238E27FC236}">
                <a16:creationId xmlns:a16="http://schemas.microsoft.com/office/drawing/2014/main" id="{49F4F440-A95F-D566-EAD1-A4035BA6F463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: Shape 14">
            <a:extLst>
              <a:ext uri="{FF2B5EF4-FFF2-40B4-BE49-F238E27FC236}">
                <a16:creationId xmlns:a16="http://schemas.microsoft.com/office/drawing/2014/main" id="{5A396C2A-CAE8-01FC-1C82-D9B6073DCD45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6374373B-6C1A-23F5-087B-8170246E7871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6">
            <a:extLst>
              <a:ext uri="{FF2B5EF4-FFF2-40B4-BE49-F238E27FC236}">
                <a16:creationId xmlns:a16="http://schemas.microsoft.com/office/drawing/2014/main" id="{8D76291E-FED1-0CF6-7C7A-C522297DE972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7">
            <a:extLst>
              <a:ext uri="{FF2B5EF4-FFF2-40B4-BE49-F238E27FC236}">
                <a16:creationId xmlns:a16="http://schemas.microsoft.com/office/drawing/2014/main" id="{2FDB07FE-89BD-AE75-28E5-CDB6DA4F31A5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18">
            <a:extLst>
              <a:ext uri="{FF2B5EF4-FFF2-40B4-BE49-F238E27FC236}">
                <a16:creationId xmlns:a16="http://schemas.microsoft.com/office/drawing/2014/main" id="{8DC19437-F07B-4E67-8F58-5068E0171633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83F11231-DE08-F843-8EAD-55C4F4CD036D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0">
            <a:extLst>
              <a:ext uri="{FF2B5EF4-FFF2-40B4-BE49-F238E27FC236}">
                <a16:creationId xmlns:a16="http://schemas.microsoft.com/office/drawing/2014/main" id="{575D4187-08F9-D5CD-127F-D34816740338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B217271F-07D8-B005-2C67-BDC0E0C9BDF1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2">
            <a:extLst>
              <a:ext uri="{FF2B5EF4-FFF2-40B4-BE49-F238E27FC236}">
                <a16:creationId xmlns:a16="http://schemas.microsoft.com/office/drawing/2014/main" id="{0D75FFDB-B5AF-8885-32BC-ECC32C2C7153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3">
            <a:extLst>
              <a:ext uri="{FF2B5EF4-FFF2-40B4-BE49-F238E27FC236}">
                <a16:creationId xmlns:a16="http://schemas.microsoft.com/office/drawing/2014/main" id="{1014EB35-FB96-BC9B-A7C3-2170F81CAE17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4">
            <a:extLst>
              <a:ext uri="{FF2B5EF4-FFF2-40B4-BE49-F238E27FC236}">
                <a16:creationId xmlns:a16="http://schemas.microsoft.com/office/drawing/2014/main" id="{C5F859F7-3147-C333-D347-0D9A9F6C7E9F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594F478F-ED95-9E8D-1D9D-E389B0C826FE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26">
            <a:extLst>
              <a:ext uri="{FF2B5EF4-FFF2-40B4-BE49-F238E27FC236}">
                <a16:creationId xmlns:a16="http://schemas.microsoft.com/office/drawing/2014/main" id="{1755A7B4-23B8-089F-05C5-DA354C7D9DA2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D8F28AA2-CDEA-C53A-1F3C-C094FAF3F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478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F27D48BE-4602-4060-2C3B-0ACC782014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51554" name="Object 2" hidden="1">
                        <a:extLst>
                          <a:ext uri="{FF2B5EF4-FFF2-40B4-BE49-F238E27FC236}">
                            <a16:creationId xmlns:a16="http://schemas.microsoft.com/office/drawing/2014/main" id="{57FE9505-8B6B-4639-30C3-F7856778B6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0F5B2357-81AA-73BB-206F-8D6AEA1D9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H="1">
            <a:off x="6053138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BA382C-A783-C350-E646-16604CC502B5}"/>
              </a:ext>
            </a:extLst>
          </p:cNvPr>
          <p:cNvSpPr/>
          <p:nvPr/>
        </p:nvSpPr>
        <p:spPr bwMode="white">
          <a:xfrm>
            <a:off x="6729413" y="-1588"/>
            <a:ext cx="13374687" cy="113109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Copyright" hidden="1">
            <a:extLst>
              <a:ext uri="{FF2B5EF4-FFF2-40B4-BE49-F238E27FC236}">
                <a16:creationId xmlns:a16="http://schemas.microsoft.com/office/drawing/2014/main" id="{3FC45A60-18F3-6846-412F-1E25153CFF0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DD1149B-22F3-E9E0-138A-007324EAE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321300"/>
            <a:ext cx="2538413" cy="665163"/>
          </a:xfrm>
          <a:prstGeom prst="rect">
            <a:avLst/>
          </a:prstGeom>
          <a:noFill/>
          <a:ln>
            <a:noFill/>
          </a:ln>
        </p:spPr>
        <p:txBody>
          <a:bodyPr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4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3631C-04C7-8A8A-ECC1-4B2DFFE826F4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D3B5EF85-F086-FA49-A16D-0E082FA6FC26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8" name="Group 10">
            <a:extLst>
              <a:ext uri="{FF2B5EF4-FFF2-40B4-BE49-F238E27FC236}">
                <a16:creationId xmlns:a16="http://schemas.microsoft.com/office/drawing/2014/main" id="{3FCB2DD1-F119-0DD4-31E5-8043EAEC3082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5678F731-3B43-E6F7-5EE0-343A1A8E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9" name="Freeform: Shape 29">
                <a:extLst>
                  <a:ext uri="{FF2B5EF4-FFF2-40B4-BE49-F238E27FC236}">
                    <a16:creationId xmlns:a16="http://schemas.microsoft.com/office/drawing/2014/main" id="{428043AA-5391-49A8-74AB-664B243CA4FE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0">
                <a:extLst>
                  <a:ext uri="{FF2B5EF4-FFF2-40B4-BE49-F238E27FC236}">
                    <a16:creationId xmlns:a16="http://schemas.microsoft.com/office/drawing/2014/main" id="{462C94EF-FD3C-31DC-AABE-7D97AA09DB62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1">
                <a:extLst>
                  <a:ext uri="{FF2B5EF4-FFF2-40B4-BE49-F238E27FC236}">
                    <a16:creationId xmlns:a16="http://schemas.microsoft.com/office/drawing/2014/main" id="{6A726100-F07C-7B3E-DAA0-F1364051F60D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2">
                <a:extLst>
                  <a:ext uri="{FF2B5EF4-FFF2-40B4-BE49-F238E27FC236}">
                    <a16:creationId xmlns:a16="http://schemas.microsoft.com/office/drawing/2014/main" id="{DA912CD2-4CFB-BB68-DF19-D29C2C82DC84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3">
                <a:extLst>
                  <a:ext uri="{FF2B5EF4-FFF2-40B4-BE49-F238E27FC236}">
                    <a16:creationId xmlns:a16="http://schemas.microsoft.com/office/drawing/2014/main" id="{6D5AB008-59E0-C53B-465F-4C15F19AA9E8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4">
                <a:extLst>
                  <a:ext uri="{FF2B5EF4-FFF2-40B4-BE49-F238E27FC236}">
                    <a16:creationId xmlns:a16="http://schemas.microsoft.com/office/drawing/2014/main" id="{266D1B09-5EF2-F14C-8C5E-0DECBEB8642A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0" name="Group 13">
              <a:extLst>
                <a:ext uri="{FF2B5EF4-FFF2-40B4-BE49-F238E27FC236}">
                  <a16:creationId xmlns:a16="http://schemas.microsoft.com/office/drawing/2014/main" id="{808354AA-96CE-9285-8547-799AD302EA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1" name="Freeform: Shape 21">
                <a:extLst>
                  <a:ext uri="{FF2B5EF4-FFF2-40B4-BE49-F238E27FC236}">
                    <a16:creationId xmlns:a16="http://schemas.microsoft.com/office/drawing/2014/main" id="{D04FE3DA-E9B5-E6FA-0C51-21CAADD60356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22">
                <a:extLst>
                  <a:ext uri="{FF2B5EF4-FFF2-40B4-BE49-F238E27FC236}">
                    <a16:creationId xmlns:a16="http://schemas.microsoft.com/office/drawing/2014/main" id="{E0B01BD4-1A54-4BB6-BC48-767610C269E5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23">
                <a:extLst>
                  <a:ext uri="{FF2B5EF4-FFF2-40B4-BE49-F238E27FC236}">
                    <a16:creationId xmlns:a16="http://schemas.microsoft.com/office/drawing/2014/main" id="{BDBF10F7-BCA4-33D2-E73F-99FAE68CAB7D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4">
                <a:extLst>
                  <a:ext uri="{FF2B5EF4-FFF2-40B4-BE49-F238E27FC236}">
                    <a16:creationId xmlns:a16="http://schemas.microsoft.com/office/drawing/2014/main" id="{3F98A09C-6748-D137-C41E-2E0ED3464F4A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5">
                <a:extLst>
                  <a:ext uri="{FF2B5EF4-FFF2-40B4-BE49-F238E27FC236}">
                    <a16:creationId xmlns:a16="http://schemas.microsoft.com/office/drawing/2014/main" id="{F9A7A72B-79A5-9CD0-28EA-931A4130F69D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6">
                <a:extLst>
                  <a:ext uri="{FF2B5EF4-FFF2-40B4-BE49-F238E27FC236}">
                    <a16:creationId xmlns:a16="http://schemas.microsoft.com/office/drawing/2014/main" id="{09537B65-F50F-2B1E-3CB4-A40E9EC06A11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7">
                <a:extLst>
                  <a:ext uri="{FF2B5EF4-FFF2-40B4-BE49-F238E27FC236}">
                    <a16:creationId xmlns:a16="http://schemas.microsoft.com/office/drawing/2014/main" id="{148BC160-40C8-35C7-7A3A-B8E6D275CDE6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28">
                <a:extLst>
                  <a:ext uri="{FF2B5EF4-FFF2-40B4-BE49-F238E27FC236}">
                    <a16:creationId xmlns:a16="http://schemas.microsoft.com/office/drawing/2014/main" id="{B8C5CCD3-B32D-6EB5-0E4D-4BDB43F5BD79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5" name="object 5">
            <a:extLst>
              <a:ext uri="{FF2B5EF4-FFF2-40B4-BE49-F238E27FC236}">
                <a16:creationId xmlns:a16="http://schemas.microsoft.com/office/drawing/2014/main" id="{7ED0F46D-5276-334E-62D1-5A4692542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691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C1F6F7AE-EB25-1E15-D2F7-0603E51CA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100" imgH="38100" progId="TCLayout.ActiveDocument.1">
                  <p:embed/>
                </p:oleObj>
              </mc:Choice>
              <mc:Fallback>
                <p:oleObj name="think-cell Slide" r:id="rId4" imgW="38100" imgH="38100" progId="TCLayout.ActiveDocument.1">
                  <p:embed/>
                  <p:pic>
                    <p:nvPicPr>
                      <p:cNvPr id="152585" name="Object 2" hidden="1">
                        <a:extLst>
                          <a:ext uri="{FF2B5EF4-FFF2-40B4-BE49-F238E27FC236}">
                            <a16:creationId xmlns:a16="http://schemas.microsoft.com/office/drawing/2014/main" id="{C2C4F8BF-36BC-D1FC-7524-692133BD19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DBE2DE66-1EB7-F102-7FF8-2606E3F4FB4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D271E-262A-71B7-6991-C6CDA9FF2647}"/>
              </a:ext>
            </a:extLst>
          </p:cNvPr>
          <p:cNvSpPr/>
          <p:nvPr/>
        </p:nvSpPr>
        <p:spPr bwMode="invGray">
          <a:xfrm>
            <a:off x="2289175" y="7735888"/>
            <a:ext cx="1531938" cy="16430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1508080"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001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FA1E1-D9CE-B150-0B42-12938126646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38613" y="7735888"/>
            <a:ext cx="2589212" cy="2420937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0000" rIns="182880" bIns="182880"/>
          <a:lstStyle/>
          <a:p>
            <a:pPr defTabSz="1508080"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21BB252-5A72-7577-066F-55B2B2B2B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1495425"/>
            <a:ext cx="5688013" cy="56705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lIns="612000" tIns="468001" rIns="0" bIns="0"/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CN" altLang="en-CN" sz="5400">
              <a:solidFill>
                <a:srgbClr val="5FC48C"/>
              </a:solidFill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9920B272-C5E2-5D58-C497-0CCC0F450351}"/>
              </a:ext>
            </a:extLst>
          </p:cNvPr>
          <p:cNvSpPr txBox="1"/>
          <p:nvPr/>
        </p:nvSpPr>
        <p:spPr>
          <a:xfrm>
            <a:off x="1725613" y="1839913"/>
            <a:ext cx="4311650" cy="13779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defTabSz="1508080" eaLnBrk="1" hangingPunct="1">
              <a:defRPr/>
            </a:pPr>
            <a:r>
              <a:rPr lang="en-US" sz="8800" b="1">
                <a:solidFill>
                  <a:srgbClr val="00433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32232632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12CAE481-BF86-1039-2247-B971287641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53609" name="Object 2" hidden="1">
                        <a:extLst>
                          <a:ext uri="{FF2B5EF4-FFF2-40B4-BE49-F238E27FC236}">
                            <a16:creationId xmlns:a16="http://schemas.microsoft.com/office/drawing/2014/main" id="{2698D1C1-E00F-FEDF-0EA9-838C29FF09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BBC9AF41-4D0B-592A-8DEB-2D0D549E608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350834-8E04-EA90-19A0-EDC1A79F4454}"/>
              </a:ext>
            </a:extLst>
          </p:cNvPr>
          <p:cNvSpPr/>
          <p:nvPr/>
        </p:nvSpPr>
        <p:spPr bwMode="white">
          <a:xfrm>
            <a:off x="1143000" y="2355850"/>
            <a:ext cx="1562100" cy="15621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4F037-392B-7C84-D397-B2BD500CFD87}"/>
              </a:ext>
            </a:extLst>
          </p:cNvPr>
          <p:cNvSpPr/>
          <p:nvPr/>
        </p:nvSpPr>
        <p:spPr>
          <a:xfrm>
            <a:off x="1143000" y="4398963"/>
            <a:ext cx="17818100" cy="52784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924349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69BB5277-77CA-5FC6-48C9-A4913A39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54633" name="Object 2" hidden="1">
                        <a:extLst>
                          <a:ext uri="{FF2B5EF4-FFF2-40B4-BE49-F238E27FC236}">
                            <a16:creationId xmlns:a16="http://schemas.microsoft.com/office/drawing/2014/main" id="{A7E48054-74CE-7861-D64D-DF94445B42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pyright" hidden="1">
            <a:extLst>
              <a:ext uri="{FF2B5EF4-FFF2-40B4-BE49-F238E27FC236}">
                <a16:creationId xmlns:a16="http://schemas.microsoft.com/office/drawing/2014/main" id="{DD70B272-D01B-EF14-5CFB-BA07B08DFC9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5E0453-6D96-C75B-1F66-1471B7C8671A}"/>
              </a:ext>
            </a:extLst>
          </p:cNvPr>
          <p:cNvSpPr txBox="1"/>
          <p:nvPr/>
        </p:nvSpPr>
        <p:spPr>
          <a:xfrm>
            <a:off x="1050925" y="1027113"/>
            <a:ext cx="11844338" cy="665162"/>
          </a:xfrm>
          <a:prstGeom prst="rect">
            <a:avLst/>
          </a:prstGeom>
        </p:spPr>
        <p:txBody>
          <a:bodyPr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703020202090204" pitchFamily="34" charset="0"/>
                <a:ea typeface="+mj-ea"/>
                <a:cs typeface="+mj-cs"/>
                <a:sym typeface="Trebuchet MS" panose="020B0703020202090204" pitchFamily="34" charset="0"/>
              </a:defRPr>
            </a:lvl1pPr>
          </a:lstStyle>
          <a:p>
            <a:pPr defTabSz="914373" fontAlgn="auto">
              <a:defRPr/>
            </a:pPr>
            <a:r>
              <a:rPr lang="en-US" sz="4800" b="1">
                <a:solidFill>
                  <a:srgbClr val="004331"/>
                </a:solidFill>
                <a:latin typeface="Basis Grotesque Arabic Pro"/>
              </a:rPr>
              <a:t>Agenda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9EC3C6-650B-7F2A-B778-BBE990690518}"/>
              </a:ext>
            </a:extLst>
          </p:cNvPr>
          <p:cNvCxnSpPr/>
          <p:nvPr/>
        </p:nvCxnSpPr>
        <p:spPr bwMode="white">
          <a:xfrm>
            <a:off x="1143000" y="1989138"/>
            <a:ext cx="18965863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552083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626D0A19-1C99-8805-9D8D-F288B9FCD6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55650" name="Object 2" hidden="1">
                        <a:extLst>
                          <a:ext uri="{FF2B5EF4-FFF2-40B4-BE49-F238E27FC236}">
                            <a16:creationId xmlns:a16="http://schemas.microsoft.com/office/drawing/2014/main" id="{AB029A0F-AF19-0951-78F3-6F307D3B89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EB96FAD6-03D7-3504-EA01-5CBE6AFFC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69" r="142" b="31"/>
          <a:stretch>
            <a:fillRect/>
          </a:stretch>
        </p:blipFill>
        <p:spPr bwMode="ltGray">
          <a:xfrm flipH="1">
            <a:off x="6053138" y="0"/>
            <a:ext cx="687387" cy="1130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3E9231-92BC-E7D2-49AE-FC4CA6D894BF}"/>
              </a:ext>
            </a:extLst>
          </p:cNvPr>
          <p:cNvSpPr/>
          <p:nvPr/>
        </p:nvSpPr>
        <p:spPr bwMode="ltGray">
          <a:xfrm>
            <a:off x="6729413" y="-1588"/>
            <a:ext cx="13374687" cy="113109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Copyright" hidden="1">
            <a:extLst>
              <a:ext uri="{FF2B5EF4-FFF2-40B4-BE49-F238E27FC236}">
                <a16:creationId xmlns:a16="http://schemas.microsoft.com/office/drawing/2014/main" id="{BCD1D20F-2D4D-12A1-5C82-302ADAC4AF1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7F7F7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2050458-8ED7-1263-FC5B-3B360DA9E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321300"/>
            <a:ext cx="2657475" cy="665163"/>
          </a:xfrm>
          <a:prstGeom prst="rect">
            <a:avLst/>
          </a:prstGeom>
          <a:noFill/>
          <a:ln>
            <a:noFill/>
          </a:ln>
        </p:spPr>
        <p:txBody>
          <a:bodyPr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4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73EC1-99D4-5489-B7CA-4C42F0FF0D56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F472238A-8D0B-E944-AE3F-241ABB69E9E7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grpSp>
        <p:nvGrpSpPr>
          <p:cNvPr id="8" name="Group 10">
            <a:extLst>
              <a:ext uri="{FF2B5EF4-FFF2-40B4-BE49-F238E27FC236}">
                <a16:creationId xmlns:a16="http://schemas.microsoft.com/office/drawing/2014/main" id="{C208AEF0-0661-5E72-645D-978FECC0A276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D4198B25-C091-3D30-0F68-B0DAC8C351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19" name="Freeform: Shape 29">
                <a:extLst>
                  <a:ext uri="{FF2B5EF4-FFF2-40B4-BE49-F238E27FC236}">
                    <a16:creationId xmlns:a16="http://schemas.microsoft.com/office/drawing/2014/main" id="{8BB0BBCD-A90D-8B9C-9A7C-13432B79450F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Freeform: Shape 30">
                <a:extLst>
                  <a:ext uri="{FF2B5EF4-FFF2-40B4-BE49-F238E27FC236}">
                    <a16:creationId xmlns:a16="http://schemas.microsoft.com/office/drawing/2014/main" id="{976C81FA-6389-0FF5-F544-3341A33FFB5C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Freeform: Shape 31">
                <a:extLst>
                  <a:ext uri="{FF2B5EF4-FFF2-40B4-BE49-F238E27FC236}">
                    <a16:creationId xmlns:a16="http://schemas.microsoft.com/office/drawing/2014/main" id="{15C2A295-4EDD-0527-691A-B0C96F1AD41F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Freeform: Shape 32">
                <a:extLst>
                  <a:ext uri="{FF2B5EF4-FFF2-40B4-BE49-F238E27FC236}">
                    <a16:creationId xmlns:a16="http://schemas.microsoft.com/office/drawing/2014/main" id="{73C2E29C-5E2D-3537-F458-AAEF806DFEC3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Freeform: Shape 33">
                <a:extLst>
                  <a:ext uri="{FF2B5EF4-FFF2-40B4-BE49-F238E27FC236}">
                    <a16:creationId xmlns:a16="http://schemas.microsoft.com/office/drawing/2014/main" id="{226EF8DC-5D87-B159-8FD0-A3C5DB57064A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" name="Freeform: Shape 34">
                <a:extLst>
                  <a:ext uri="{FF2B5EF4-FFF2-40B4-BE49-F238E27FC236}">
                    <a16:creationId xmlns:a16="http://schemas.microsoft.com/office/drawing/2014/main" id="{16B351AE-6EC8-7A85-8092-E5814C381681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0" name="Group 13">
              <a:extLst>
                <a:ext uri="{FF2B5EF4-FFF2-40B4-BE49-F238E27FC236}">
                  <a16:creationId xmlns:a16="http://schemas.microsoft.com/office/drawing/2014/main" id="{ECC4D2AF-A46E-9849-3FDB-BB98F3DC6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11" name="Freeform: Shape 17">
                <a:extLst>
                  <a:ext uri="{FF2B5EF4-FFF2-40B4-BE49-F238E27FC236}">
                    <a16:creationId xmlns:a16="http://schemas.microsoft.com/office/drawing/2014/main" id="{F4159930-884F-8E85-503C-0557ECAE6DB3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Freeform: Shape 18">
                <a:extLst>
                  <a:ext uri="{FF2B5EF4-FFF2-40B4-BE49-F238E27FC236}">
                    <a16:creationId xmlns:a16="http://schemas.microsoft.com/office/drawing/2014/main" id="{88A6B42F-5839-5258-84E7-AD3D7CB3BCE8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" name="Freeform: Shape 19">
                <a:extLst>
                  <a:ext uri="{FF2B5EF4-FFF2-40B4-BE49-F238E27FC236}">
                    <a16:creationId xmlns:a16="http://schemas.microsoft.com/office/drawing/2014/main" id="{05BF3FF0-3471-EDC0-ADA3-8AA4FDE1DAA5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Freeform: Shape 20">
                <a:extLst>
                  <a:ext uri="{FF2B5EF4-FFF2-40B4-BE49-F238E27FC236}">
                    <a16:creationId xmlns:a16="http://schemas.microsoft.com/office/drawing/2014/main" id="{B5F91B53-0C93-6A59-73F2-2650C84F1EB9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" name="Freeform: Shape 21">
                <a:extLst>
                  <a:ext uri="{FF2B5EF4-FFF2-40B4-BE49-F238E27FC236}">
                    <a16:creationId xmlns:a16="http://schemas.microsoft.com/office/drawing/2014/main" id="{F0D3D79D-4C21-9EC3-10E0-4B14C51B29E0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" name="Freeform: Shape 23">
                <a:extLst>
                  <a:ext uri="{FF2B5EF4-FFF2-40B4-BE49-F238E27FC236}">
                    <a16:creationId xmlns:a16="http://schemas.microsoft.com/office/drawing/2014/main" id="{B3E29612-5E47-B439-1AAA-97C7CFCC67BD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" name="Freeform: Shape 24">
                <a:extLst>
                  <a:ext uri="{FF2B5EF4-FFF2-40B4-BE49-F238E27FC236}">
                    <a16:creationId xmlns:a16="http://schemas.microsoft.com/office/drawing/2014/main" id="{C5FC440E-41E0-9E3E-5FFF-C9A008577446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Freeform: Shape 26">
                <a:extLst>
                  <a:ext uri="{FF2B5EF4-FFF2-40B4-BE49-F238E27FC236}">
                    <a16:creationId xmlns:a16="http://schemas.microsoft.com/office/drawing/2014/main" id="{FB37896B-CD27-AB5F-6C83-189BC168B1AD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25" name="object 5">
            <a:extLst>
              <a:ext uri="{FF2B5EF4-FFF2-40B4-BE49-F238E27FC236}">
                <a16:creationId xmlns:a16="http://schemas.microsoft.com/office/drawing/2014/main" id="{1C0629DD-A927-C49D-2B9C-C9C9DA05E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2511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A4487F75-62F3-ED89-36BF-780A77B0D2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00" imgH="38100" progId="TCLayout.ActiveDocument.1">
                  <p:embed/>
                </p:oleObj>
              </mc:Choice>
              <mc:Fallback>
                <p:oleObj name="think-cell Slide" r:id="rId3" imgW="38100" imgH="38100" progId="TCLayout.ActiveDocument.1">
                  <p:embed/>
                  <p:pic>
                    <p:nvPicPr>
                      <p:cNvPr id="156674" name="Object 2" hidden="1">
                        <a:extLst>
                          <a:ext uri="{FF2B5EF4-FFF2-40B4-BE49-F238E27FC236}">
                            <a16:creationId xmlns:a16="http://schemas.microsoft.com/office/drawing/2014/main" id="{025046B2-28FC-E6BF-034C-3B22680DA3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2">
            <a:extLst>
              <a:ext uri="{FF2B5EF4-FFF2-40B4-BE49-F238E27FC236}">
                <a16:creationId xmlns:a16="http://schemas.microsoft.com/office/drawing/2014/main" id="{B4FA6D50-60BC-B671-381E-75136D768750}"/>
              </a:ext>
            </a:extLst>
          </p:cNvPr>
          <p:cNvSpPr/>
          <p:nvPr/>
        </p:nvSpPr>
        <p:spPr bwMode="ltGray">
          <a:xfrm>
            <a:off x="0" y="0"/>
            <a:ext cx="6742113" cy="1130935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7D871C66-B600-4ED0-22EE-D9B45D35BEA5}"/>
              </a:ext>
            </a:extLst>
          </p:cNvPr>
          <p:cNvSpPr/>
          <p:nvPr/>
        </p:nvSpPr>
        <p:spPr bwMode="ltGray">
          <a:xfrm>
            <a:off x="0" y="0"/>
            <a:ext cx="6742113" cy="1130935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150808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12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5" name="Copyright" hidden="1">
            <a:extLst>
              <a:ext uri="{FF2B5EF4-FFF2-40B4-BE49-F238E27FC236}">
                <a16:creationId xmlns:a16="http://schemas.microsoft.com/office/drawing/2014/main" id="{4E551593-F7F5-592C-4005-820C2DF0F4E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5642431" y="6465094"/>
            <a:ext cx="8467725" cy="166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CN" sz="1200">
                <a:solidFill>
                  <a:srgbClr val="FFFFFF"/>
                </a:solidFill>
                <a:sym typeface="Trebuchet MS" panose="020B0703020202090204" pitchFamily="34" charset="0"/>
              </a:rPr>
              <a:t>Copyright © 2026 by Boston Consulting Group.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0EC71D-D23A-90A2-E248-F50E11986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26019" y="5914813"/>
            <a:ext cx="2251239" cy="5578756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AF15BDAF-532A-21CB-5589-F1E3DA10A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4273550"/>
            <a:ext cx="5045075" cy="2762250"/>
          </a:xfrm>
          <a:prstGeom prst="rect">
            <a:avLst/>
          </a:prstGeom>
          <a:noFill/>
          <a:ln>
            <a:noFill/>
          </a:ln>
        </p:spPr>
        <p:txBody>
          <a:bodyPr tIns="0" rIns="0" bIns="0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Basis Grotesque Arabic Pro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Basis Grotesque Arabic Pro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Basis Grotesque Arabic Pro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Basis Grotesque Arabic Pro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Basis Grotesque Arabic Pro"/>
              </a:defRPr>
            </a:lvl5pPr>
            <a:lvl6pPr marL="25146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6pPr>
            <a:lvl7pPr marL="29718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7pPr>
            <a:lvl8pPr marL="34290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8pPr>
            <a:lvl9pPr marL="3886200" indent="-228600" defTabSz="1506538" fontAlgn="base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Basis Grotesque Arabic Pro"/>
              </a:defRPr>
            </a:lvl9pPr>
          </a:lstStyle>
          <a:p>
            <a:pPr eaLnBrk="1" hangingPunct="1">
              <a:lnSpc>
                <a:spcPct val="106000"/>
              </a:lnSpc>
              <a:spcAft>
                <a:spcPts val="700"/>
              </a:spcAft>
              <a:defRPr/>
            </a:pPr>
            <a:r>
              <a:rPr lang="en-US" altLang="en-CN" sz="8800" b="1">
                <a:solidFill>
                  <a:srgbClr val="004331"/>
                </a:solidFill>
                <a:sym typeface="Trebuchet MS" panose="020B0703020202090204" pitchFamily="34" charset="0"/>
              </a:rPr>
              <a:t>Table of 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80A28-ADC4-B480-E108-71000F78608B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64BD56B-B7BB-5B4D-849E-B82E99B49190}" type="slidenum">
              <a:rPr lang="en-US" sz="1801">
                <a:solidFill>
                  <a:srgbClr val="FFFFF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FFFFFF"/>
              </a:solidFill>
              <a:sym typeface="Trebuchet MS" panose="020B0703020202090204" pitchFamily="34" charset="0"/>
            </a:endParaRPr>
          </a:p>
        </p:txBody>
      </p:sp>
      <p:sp>
        <p:nvSpPr>
          <p:cNvPr id="9" name="Freeform: Shape 14">
            <a:extLst>
              <a:ext uri="{FF2B5EF4-FFF2-40B4-BE49-F238E27FC236}">
                <a16:creationId xmlns:a16="http://schemas.microsoft.com/office/drawing/2014/main" id="{0C198837-C9E2-7E1B-D9F2-D2C54651A5D1}"/>
              </a:ext>
            </a:extLst>
          </p:cNvPr>
          <p:cNvSpPr/>
          <p:nvPr/>
        </p:nvSpPr>
        <p:spPr>
          <a:xfrm>
            <a:off x="17967325" y="134938"/>
            <a:ext cx="1327150" cy="1030287"/>
          </a:xfrm>
          <a:custGeom>
            <a:avLst/>
            <a:gdLst>
              <a:gd name="connsiteX0" fmla="*/ 1936831 w 1936830"/>
              <a:gd name="connsiteY0" fmla="*/ 0 h 1501939"/>
              <a:gd name="connsiteX1" fmla="*/ 1413918 w 1936830"/>
              <a:gd name="connsiteY1" fmla="*/ 0 h 1501939"/>
              <a:gd name="connsiteX2" fmla="*/ 0 w 1936830"/>
              <a:gd name="connsiteY2" fmla="*/ 1501940 h 1501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830" h="1501939">
                <a:moveTo>
                  <a:pt x="1936831" y="0"/>
                </a:moveTo>
                <a:lnTo>
                  <a:pt x="1413918" y="0"/>
                </a:lnTo>
                <a:lnTo>
                  <a:pt x="0" y="150194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0" name="Freeform: Shape 15">
            <a:extLst>
              <a:ext uri="{FF2B5EF4-FFF2-40B4-BE49-F238E27FC236}">
                <a16:creationId xmlns:a16="http://schemas.microsoft.com/office/drawing/2014/main" id="{8293378F-D79F-3AD6-59E0-42D15CA7A398}"/>
              </a:ext>
            </a:extLst>
          </p:cNvPr>
          <p:cNvSpPr/>
          <p:nvPr/>
        </p:nvSpPr>
        <p:spPr>
          <a:xfrm>
            <a:off x="18938875" y="163513"/>
            <a:ext cx="1166813" cy="601662"/>
          </a:xfrm>
          <a:custGeom>
            <a:avLst/>
            <a:gdLst>
              <a:gd name="connsiteX0" fmla="*/ 1700598 w 1700597"/>
              <a:gd name="connsiteY0" fmla="*/ 0 h 878132"/>
              <a:gd name="connsiteX1" fmla="*/ 858649 w 1700597"/>
              <a:gd name="connsiteY1" fmla="*/ 0 h 878132"/>
              <a:gd name="connsiteX2" fmla="*/ 0 w 1700597"/>
              <a:gd name="connsiteY2" fmla="*/ 878132 h 87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0597" h="878132">
                <a:moveTo>
                  <a:pt x="1700598" y="0"/>
                </a:moveTo>
                <a:lnTo>
                  <a:pt x="858649" y="0"/>
                </a:lnTo>
                <a:lnTo>
                  <a:pt x="0" y="878132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1" name="Freeform: Shape 17">
            <a:extLst>
              <a:ext uri="{FF2B5EF4-FFF2-40B4-BE49-F238E27FC236}">
                <a16:creationId xmlns:a16="http://schemas.microsoft.com/office/drawing/2014/main" id="{51032D28-12B8-C6E5-8B80-4B700F312D6D}"/>
              </a:ext>
            </a:extLst>
          </p:cNvPr>
          <p:cNvSpPr/>
          <p:nvPr/>
        </p:nvSpPr>
        <p:spPr>
          <a:xfrm>
            <a:off x="19354800" y="446088"/>
            <a:ext cx="619125" cy="319087"/>
          </a:xfrm>
          <a:custGeom>
            <a:avLst/>
            <a:gdLst>
              <a:gd name="connsiteX0" fmla="*/ 903878 w 903877"/>
              <a:gd name="connsiteY0" fmla="*/ 0 h 466551"/>
              <a:gd name="connsiteX1" fmla="*/ 445329 w 903877"/>
              <a:gd name="connsiteY1" fmla="*/ 0 h 466551"/>
              <a:gd name="connsiteX2" fmla="*/ 0 w 903877"/>
              <a:gd name="connsiteY2" fmla="*/ 466551 h 4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3877" h="466551">
                <a:moveTo>
                  <a:pt x="903878" y="0"/>
                </a:moveTo>
                <a:lnTo>
                  <a:pt x="445329" y="0"/>
                </a:lnTo>
                <a:lnTo>
                  <a:pt x="0" y="466551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2" name="Freeform: Shape 20">
            <a:extLst>
              <a:ext uri="{FF2B5EF4-FFF2-40B4-BE49-F238E27FC236}">
                <a16:creationId xmlns:a16="http://schemas.microsoft.com/office/drawing/2014/main" id="{F2A6BC0B-B9C0-C1BF-CAF6-05EAA0DE1F4A}"/>
              </a:ext>
            </a:extLst>
          </p:cNvPr>
          <p:cNvSpPr/>
          <p:nvPr/>
        </p:nvSpPr>
        <p:spPr>
          <a:xfrm>
            <a:off x="18561050" y="976313"/>
            <a:ext cx="1544638" cy="23812"/>
          </a:xfrm>
          <a:custGeom>
            <a:avLst/>
            <a:gdLst>
              <a:gd name="connsiteX0" fmla="*/ 2251692 w 2251691"/>
              <a:gd name="connsiteY0" fmla="*/ 0 h 34791"/>
              <a:gd name="connsiteX1" fmla="*/ 0 w 2251691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691" h="34791">
                <a:moveTo>
                  <a:pt x="2251692" y="0"/>
                </a:moveTo>
                <a:cubicBezTo>
                  <a:pt x="2186980" y="0"/>
                  <a:pt x="0" y="0"/>
                  <a:pt x="0" y="0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3" name="Freeform: Shape 21">
            <a:extLst>
              <a:ext uri="{FF2B5EF4-FFF2-40B4-BE49-F238E27FC236}">
                <a16:creationId xmlns:a16="http://schemas.microsoft.com/office/drawing/2014/main" id="{5DB7F5A0-7A37-585A-851C-6EFA50EAAEEC}"/>
              </a:ext>
            </a:extLst>
          </p:cNvPr>
          <p:cNvSpPr/>
          <p:nvPr/>
        </p:nvSpPr>
        <p:spPr>
          <a:xfrm>
            <a:off x="19562763" y="1254125"/>
            <a:ext cx="542925" cy="23813"/>
          </a:xfrm>
          <a:custGeom>
            <a:avLst/>
            <a:gdLst>
              <a:gd name="connsiteX0" fmla="*/ 791154 w 791153"/>
              <a:gd name="connsiteY0" fmla="*/ 0 h 34791"/>
              <a:gd name="connsiteX1" fmla="*/ 0 w 791153"/>
              <a:gd name="connsiteY1" fmla="*/ 0 h 3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1153" h="34791">
                <a:moveTo>
                  <a:pt x="791154" y="0"/>
                </a:moveTo>
                <a:lnTo>
                  <a:pt x="0" y="0"/>
                </a:lnTo>
              </a:path>
            </a:pathLst>
          </a:custGeom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: Shape 22">
            <a:extLst>
              <a:ext uri="{FF2B5EF4-FFF2-40B4-BE49-F238E27FC236}">
                <a16:creationId xmlns:a16="http://schemas.microsoft.com/office/drawing/2014/main" id="{C43BC25C-C376-8789-F00D-240D552A07DD}"/>
              </a:ext>
            </a:extLst>
          </p:cNvPr>
          <p:cNvSpPr/>
          <p:nvPr/>
        </p:nvSpPr>
        <p:spPr>
          <a:xfrm>
            <a:off x="17202150" y="1347788"/>
            <a:ext cx="2903538" cy="279400"/>
          </a:xfrm>
          <a:custGeom>
            <a:avLst/>
            <a:gdLst>
              <a:gd name="connsiteX0" fmla="*/ 4234795 w 4234794"/>
              <a:gd name="connsiteY0" fmla="*/ 406710 h 406710"/>
              <a:gd name="connsiteX1" fmla="*/ 3557061 w 4234794"/>
              <a:gd name="connsiteY1" fmla="*/ 406710 h 406710"/>
              <a:gd name="connsiteX2" fmla="*/ 3066156 w 4234794"/>
              <a:gd name="connsiteY2" fmla="*/ 0 h 406710"/>
              <a:gd name="connsiteX3" fmla="*/ 0 w 4234794"/>
              <a:gd name="connsiteY3" fmla="*/ 0 h 40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794" h="406710">
                <a:moveTo>
                  <a:pt x="4234795" y="406710"/>
                </a:moveTo>
                <a:lnTo>
                  <a:pt x="3557061" y="406710"/>
                </a:lnTo>
                <a:lnTo>
                  <a:pt x="3066156" y="0"/>
                </a:lnTo>
                <a:lnTo>
                  <a:pt x="0" y="0"/>
                </a:ln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: Shape 24">
            <a:extLst>
              <a:ext uri="{FF2B5EF4-FFF2-40B4-BE49-F238E27FC236}">
                <a16:creationId xmlns:a16="http://schemas.microsoft.com/office/drawing/2014/main" id="{1ED99333-4771-1981-8B2C-E7FAC484221A}"/>
              </a:ext>
            </a:extLst>
          </p:cNvPr>
          <p:cNvSpPr/>
          <p:nvPr/>
        </p:nvSpPr>
        <p:spPr>
          <a:xfrm>
            <a:off x="18516600" y="920750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: Shape 25">
            <a:extLst>
              <a:ext uri="{FF2B5EF4-FFF2-40B4-BE49-F238E27FC236}">
                <a16:creationId xmlns:a16="http://schemas.microsoft.com/office/drawing/2014/main" id="{05EA0326-4967-5F68-4E6D-5758288537F2}"/>
              </a:ext>
            </a:extLst>
          </p:cNvPr>
          <p:cNvSpPr/>
          <p:nvPr/>
        </p:nvSpPr>
        <p:spPr>
          <a:xfrm>
            <a:off x="19315113" y="700088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: Shape 26">
            <a:extLst>
              <a:ext uri="{FF2B5EF4-FFF2-40B4-BE49-F238E27FC236}">
                <a16:creationId xmlns:a16="http://schemas.microsoft.com/office/drawing/2014/main" id="{2B13EF5D-A030-00AF-990C-704192268F0A}"/>
              </a:ext>
            </a:extLst>
          </p:cNvPr>
          <p:cNvSpPr/>
          <p:nvPr/>
        </p:nvSpPr>
        <p:spPr>
          <a:xfrm>
            <a:off x="19907250" y="39052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: Shape 27">
            <a:extLst>
              <a:ext uri="{FF2B5EF4-FFF2-40B4-BE49-F238E27FC236}">
                <a16:creationId xmlns:a16="http://schemas.microsoft.com/office/drawing/2014/main" id="{9F85DE00-7DD4-849A-31F1-F3EB13773341}"/>
              </a:ext>
            </a:extLst>
          </p:cNvPr>
          <p:cNvSpPr/>
          <p:nvPr/>
        </p:nvSpPr>
        <p:spPr>
          <a:xfrm>
            <a:off x="19238913" y="79375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19" name="Freeform: Shape 28">
            <a:extLst>
              <a:ext uri="{FF2B5EF4-FFF2-40B4-BE49-F238E27FC236}">
                <a16:creationId xmlns:a16="http://schemas.microsoft.com/office/drawing/2014/main" id="{A89D60B1-555F-5A0C-573D-CD2C2A90945B}"/>
              </a:ext>
            </a:extLst>
          </p:cNvPr>
          <p:cNvSpPr/>
          <p:nvPr/>
        </p:nvSpPr>
        <p:spPr>
          <a:xfrm>
            <a:off x="18883313" y="722313"/>
            <a:ext cx="111125" cy="109537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: Shape 29">
            <a:extLst>
              <a:ext uri="{FF2B5EF4-FFF2-40B4-BE49-F238E27FC236}">
                <a16:creationId xmlns:a16="http://schemas.microsoft.com/office/drawing/2014/main" id="{B32F2290-B329-043E-3010-AA4425E1B4A9}"/>
              </a:ext>
            </a:extLst>
          </p:cNvPr>
          <p:cNvSpPr/>
          <p:nvPr/>
        </p:nvSpPr>
        <p:spPr>
          <a:xfrm>
            <a:off x="17911763" y="1109663"/>
            <a:ext cx="111125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1" name="Freeform: Shape 30">
            <a:extLst>
              <a:ext uri="{FF2B5EF4-FFF2-40B4-BE49-F238E27FC236}">
                <a16:creationId xmlns:a16="http://schemas.microsoft.com/office/drawing/2014/main" id="{DC1B8E1C-5316-5FC5-7281-918B4D4A4304}"/>
              </a:ext>
            </a:extLst>
          </p:cNvPr>
          <p:cNvSpPr/>
          <p:nvPr/>
        </p:nvSpPr>
        <p:spPr>
          <a:xfrm>
            <a:off x="17146588" y="1292225"/>
            <a:ext cx="109537" cy="111125"/>
          </a:xfrm>
          <a:custGeom>
            <a:avLst/>
            <a:gdLst>
              <a:gd name="connsiteX0" fmla="*/ 161432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2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2" y="80716"/>
                </a:moveTo>
                <a:cubicBezTo>
                  <a:pt x="161432" y="125294"/>
                  <a:pt x="125294" y="161432"/>
                  <a:pt x="80716" y="161432"/>
                </a:cubicBezTo>
                <a:cubicBezTo>
                  <a:pt x="36138" y="161432"/>
                  <a:pt x="0" y="125294"/>
                  <a:pt x="0" y="80716"/>
                </a:cubicBezTo>
                <a:cubicBezTo>
                  <a:pt x="0" y="36138"/>
                  <a:pt x="36138" y="0"/>
                  <a:pt x="80716" y="0"/>
                </a:cubicBezTo>
                <a:cubicBezTo>
                  <a:pt x="125294" y="0"/>
                  <a:pt x="161432" y="36138"/>
                  <a:pt x="161432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382349DB-180D-35EC-4C9D-E622782308FB}"/>
              </a:ext>
            </a:extLst>
          </p:cNvPr>
          <p:cNvSpPr/>
          <p:nvPr/>
        </p:nvSpPr>
        <p:spPr>
          <a:xfrm>
            <a:off x="19523075" y="1198563"/>
            <a:ext cx="111125" cy="111125"/>
          </a:xfrm>
          <a:custGeom>
            <a:avLst/>
            <a:gdLst>
              <a:gd name="connsiteX0" fmla="*/ 161431 w 161431"/>
              <a:gd name="connsiteY0" fmla="*/ 80716 h 161431"/>
              <a:gd name="connsiteX1" fmla="*/ 80716 w 161431"/>
              <a:gd name="connsiteY1" fmla="*/ 161432 h 161431"/>
              <a:gd name="connsiteX2" fmla="*/ 0 w 161431"/>
              <a:gd name="connsiteY2" fmla="*/ 80716 h 161431"/>
              <a:gd name="connsiteX3" fmla="*/ 80716 w 161431"/>
              <a:gd name="connsiteY3" fmla="*/ 0 h 161431"/>
              <a:gd name="connsiteX4" fmla="*/ 161431 w 161431"/>
              <a:gd name="connsiteY4" fmla="*/ 80716 h 16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1" h="161431">
                <a:moveTo>
                  <a:pt x="161431" y="80716"/>
                </a:moveTo>
                <a:cubicBezTo>
                  <a:pt x="161431" y="125294"/>
                  <a:pt x="125294" y="161432"/>
                  <a:pt x="80716" y="161432"/>
                </a:cubicBezTo>
                <a:cubicBezTo>
                  <a:pt x="36137" y="161432"/>
                  <a:pt x="0" y="125294"/>
                  <a:pt x="0" y="80716"/>
                </a:cubicBezTo>
                <a:cubicBezTo>
                  <a:pt x="0" y="36138"/>
                  <a:pt x="36137" y="0"/>
                  <a:pt x="80716" y="0"/>
                </a:cubicBezTo>
                <a:cubicBezTo>
                  <a:pt x="125294" y="0"/>
                  <a:pt x="161431" y="36138"/>
                  <a:pt x="161431" y="80716"/>
                </a:cubicBezTo>
                <a:close/>
              </a:path>
            </a:pathLst>
          </a:custGeom>
          <a:solidFill>
            <a:schemeClr val="bg1"/>
          </a:solidFill>
          <a:ln w="34720" cap="flat">
            <a:solidFill>
              <a:schemeClr val="bg1"/>
            </a:solidFill>
            <a:prstDash val="solid"/>
            <a:miter/>
          </a:ln>
        </p:spPr>
        <p:txBody>
          <a:bodyPr anchor="ctr"/>
          <a:lstStyle/>
          <a:p>
            <a:pPr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1" kern="0">
              <a:solidFill>
                <a:sysClr val="windowText" lastClr="000000"/>
              </a:solidFill>
            </a:endParaRPr>
          </a:p>
        </p:txBody>
      </p:sp>
      <p:pic>
        <p:nvPicPr>
          <p:cNvPr id="23" name="object 5">
            <a:extLst>
              <a:ext uri="{FF2B5EF4-FFF2-40B4-BE49-F238E27FC236}">
                <a16:creationId xmlns:a16="http://schemas.microsoft.com/office/drawing/2014/main" id="{4E6565C6-8FF3-4DAB-1E30-24591437F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9148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17128-3C7D-FC42-F01A-EE1A1C61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defTabSz="1507894" eaLnBrk="1" fontAlgn="auto" hangingPunct="1">
              <a:spcBef>
                <a:spcPts val="0"/>
              </a:spcBef>
              <a:spcAft>
                <a:spcPts val="0"/>
              </a:spcAft>
              <a:defRPr sz="2970">
                <a:latin typeface="+mn-lt"/>
              </a:defRPr>
            </a:lvl1pPr>
          </a:lstStyle>
          <a:p>
            <a:pPr>
              <a:defRPr/>
            </a:pPr>
            <a:fld id="{CC7D2CEF-7DEB-7D42-A433-0B915731C0DF}" type="datetimeFigureOut">
              <a:rPr lang="en-US"/>
              <a:pPr>
                <a:defRPr/>
              </a:pPr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B8812-DA9D-F10D-B457-C388C391B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defTabSz="1507894" eaLnBrk="1" fontAlgn="auto" hangingPunct="1">
              <a:spcBef>
                <a:spcPts val="0"/>
              </a:spcBef>
              <a:spcAft>
                <a:spcPts val="0"/>
              </a:spcAft>
              <a:defRPr sz="297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A83C0-7540-E190-8FAF-F925266E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>
            <a:lvl1pPr defTabSz="1507894" eaLnBrk="1" fontAlgn="auto" hangingPunct="1">
              <a:spcBef>
                <a:spcPts val="0"/>
              </a:spcBef>
              <a:spcAft>
                <a:spcPts val="0"/>
              </a:spcAft>
              <a:defRPr sz="2970">
                <a:latin typeface="+mn-lt"/>
              </a:defRPr>
            </a:lvl1pPr>
          </a:lstStyle>
          <a:p>
            <a:pPr>
              <a:defRPr/>
            </a:pPr>
            <a:fld id="{10296B42-CD17-9141-BAA4-A7AD28EB25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15307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64403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66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image" Target="../media/image3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ags" Target="../tags/tag2.xml"/><Relationship Id="rId8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" hidden="1">
            <a:extLst>
              <a:ext uri="{FF2B5EF4-FFF2-40B4-BE49-F238E27FC236}">
                <a16:creationId xmlns:a16="http://schemas.microsoft.com/office/drawing/2014/main" id="{1193C534-3C39-3831-9FC0-D01E7A5D1F16}"/>
              </a:ext>
            </a:extLst>
          </p:cNvPr>
          <p:cNvGraphicFramePr>
            <a:graphicFrameLocks noChangeAspect="1"/>
          </p:cNvGraphicFramePr>
          <p:nvPr>
            <p:custDataLst>
              <p:tags r:id="rId78"/>
            </p:custDataLst>
          </p:nvPr>
        </p:nvGraphicFramePr>
        <p:xfrm>
          <a:off x="3175" y="317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9" imgW="38100" imgH="38100" progId="TCLayout.ActiveDocument.1">
                  <p:embed/>
                </p:oleObj>
              </mc:Choice>
              <mc:Fallback>
                <p:oleObj name="think-cell Slide" r:id="rId79" imgW="38100" imgH="38100" progId="TCLayout.ActiveDocument.1">
                  <p:embed/>
                  <p:pic>
                    <p:nvPicPr>
                      <p:cNvPr id="0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3175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 Placeholder 3">
            <a:extLst>
              <a:ext uri="{FF2B5EF4-FFF2-40B4-BE49-F238E27FC236}">
                <a16:creationId xmlns:a16="http://schemas.microsoft.com/office/drawing/2014/main" id="{8B31F2D1-DFFD-5835-D259-57BF825AF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3524250"/>
            <a:ext cx="17818100" cy="628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CN">
                <a:sym typeface="Trebuchet MS" panose="020B0703020202090204" pitchFamily="34" charset="0"/>
              </a:rPr>
              <a:t>Click to edit Master text styles</a:t>
            </a:r>
          </a:p>
          <a:p>
            <a:pPr lvl="1"/>
            <a:r>
              <a:rPr lang="en-US" altLang="en-CN">
                <a:sym typeface="Trebuchet MS" panose="020B0703020202090204" pitchFamily="34" charset="0"/>
              </a:rPr>
              <a:t>Second level</a:t>
            </a:r>
          </a:p>
          <a:p>
            <a:pPr lvl="2"/>
            <a:r>
              <a:rPr lang="en-US" altLang="en-CN">
                <a:sym typeface="Trebuchet MS" panose="020B0703020202090204" pitchFamily="34" charset="0"/>
              </a:rPr>
              <a:t>Third level</a:t>
            </a:r>
          </a:p>
          <a:p>
            <a:pPr lvl="3"/>
            <a:r>
              <a:rPr lang="en-US" altLang="en-CN">
                <a:sym typeface="Trebuchet MS" panose="020B0703020202090204" pitchFamily="34" charset="0"/>
              </a:rPr>
              <a:t>Fourth level</a:t>
            </a:r>
          </a:p>
          <a:p>
            <a:pPr lvl="4"/>
            <a:r>
              <a:rPr lang="en-US" altLang="en-CN">
                <a:sym typeface="Trebuchet MS" panose="020B0703020202090204" pitchFamily="34" charset="0"/>
              </a:rPr>
              <a:t>Fifth level</a:t>
            </a:r>
          </a:p>
        </p:txBody>
      </p: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4726EE6D-8113-CBE2-236C-9C74B3B36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50925" y="633413"/>
            <a:ext cx="160543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CN">
                <a:sym typeface="Trebuchet MS" panose="020B0703020202090204" pitchFamily="34" charset="0"/>
              </a:rPr>
              <a:t>Click to add title</a:t>
            </a:r>
          </a:p>
        </p:txBody>
      </p:sp>
      <p:grpSp>
        <p:nvGrpSpPr>
          <p:cNvPr id="1029" name="Group 24">
            <a:extLst>
              <a:ext uri="{FF2B5EF4-FFF2-40B4-BE49-F238E27FC236}">
                <a16:creationId xmlns:a16="http://schemas.microsoft.com/office/drawing/2014/main" id="{B619C7A8-4540-4D38-5FC0-EB99C774A2CF}"/>
              </a:ext>
            </a:extLst>
          </p:cNvPr>
          <p:cNvGrpSpPr>
            <a:grpSpLocks/>
          </p:cNvGrpSpPr>
          <p:nvPr/>
        </p:nvGrpSpPr>
        <p:grpSpPr bwMode="auto">
          <a:xfrm>
            <a:off x="17146588" y="79375"/>
            <a:ext cx="2959100" cy="1547813"/>
            <a:chOff x="15789981" y="79914"/>
            <a:chExt cx="4315509" cy="2255171"/>
          </a:xfrm>
        </p:grpSpPr>
        <p:grpSp>
          <p:nvGrpSpPr>
            <p:cNvPr id="1035" name="Group 25">
              <a:extLst>
                <a:ext uri="{FF2B5EF4-FFF2-40B4-BE49-F238E27FC236}">
                  <a16:creationId xmlns:a16="http://schemas.microsoft.com/office/drawing/2014/main" id="{0DEB88F6-0B62-2F91-B48C-5FA9DF552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0696" y="160629"/>
              <a:ext cx="4234794" cy="2174456"/>
              <a:chOff x="15870696" y="160629"/>
              <a:chExt cx="4234794" cy="2174456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8E00730-3671-A652-E5C0-A5B5EE59AC55}"/>
                  </a:ext>
                </a:extLst>
              </p:cNvPr>
              <p:cNvSpPr/>
              <p:nvPr/>
            </p:nvSpPr>
            <p:spPr>
              <a:xfrm>
                <a:off x="16986933" y="160869"/>
                <a:ext cx="1937812" cy="1501133"/>
              </a:xfrm>
              <a:custGeom>
                <a:avLst/>
                <a:gdLst>
                  <a:gd name="connsiteX0" fmla="*/ 1936831 w 1936830"/>
                  <a:gd name="connsiteY0" fmla="*/ 0 h 1501939"/>
                  <a:gd name="connsiteX1" fmla="*/ 1413918 w 1936830"/>
                  <a:gd name="connsiteY1" fmla="*/ 0 h 1501939"/>
                  <a:gd name="connsiteX2" fmla="*/ 0 w 1936830"/>
                  <a:gd name="connsiteY2" fmla="*/ 1501940 h 1501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830" h="1501939">
                    <a:moveTo>
                      <a:pt x="1936831" y="0"/>
                    </a:moveTo>
                    <a:lnTo>
                      <a:pt x="1413918" y="0"/>
                    </a:lnTo>
                    <a:lnTo>
                      <a:pt x="0" y="150194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6B01E7E-3AEE-90C7-D522-A97D97F666DC}"/>
                  </a:ext>
                </a:extLst>
              </p:cNvPr>
              <p:cNvSpPr/>
              <p:nvPr/>
            </p:nvSpPr>
            <p:spPr>
              <a:xfrm>
                <a:off x="18406143" y="202503"/>
                <a:ext cx="1699347" cy="878938"/>
              </a:xfrm>
              <a:custGeom>
                <a:avLst/>
                <a:gdLst>
                  <a:gd name="connsiteX0" fmla="*/ 1700598 w 1700597"/>
                  <a:gd name="connsiteY0" fmla="*/ 0 h 878132"/>
                  <a:gd name="connsiteX1" fmla="*/ 858649 w 1700597"/>
                  <a:gd name="connsiteY1" fmla="*/ 0 h 878132"/>
                  <a:gd name="connsiteX2" fmla="*/ 0 w 1700597"/>
                  <a:gd name="connsiteY2" fmla="*/ 878132 h 87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0597" h="878132">
                    <a:moveTo>
                      <a:pt x="1700598" y="0"/>
                    </a:moveTo>
                    <a:lnTo>
                      <a:pt x="858649" y="0"/>
                    </a:lnTo>
                    <a:lnTo>
                      <a:pt x="0" y="878132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044EA37-C4E7-A698-C043-60921BE1C4F0}"/>
                  </a:ext>
                </a:extLst>
              </p:cNvPr>
              <p:cNvSpPr/>
              <p:nvPr/>
            </p:nvSpPr>
            <p:spPr>
              <a:xfrm>
                <a:off x="19010406" y="614216"/>
                <a:ext cx="902923" cy="467225"/>
              </a:xfrm>
              <a:custGeom>
                <a:avLst/>
                <a:gdLst>
                  <a:gd name="connsiteX0" fmla="*/ 903878 w 903877"/>
                  <a:gd name="connsiteY0" fmla="*/ 0 h 466551"/>
                  <a:gd name="connsiteX1" fmla="*/ 445329 w 903877"/>
                  <a:gd name="connsiteY1" fmla="*/ 0 h 466551"/>
                  <a:gd name="connsiteX2" fmla="*/ 0 w 903877"/>
                  <a:gd name="connsiteY2" fmla="*/ 466551 h 46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3877" h="466551">
                    <a:moveTo>
                      <a:pt x="903878" y="0"/>
                    </a:moveTo>
                    <a:lnTo>
                      <a:pt x="445329" y="0"/>
                    </a:lnTo>
                    <a:lnTo>
                      <a:pt x="0" y="466551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D22D860-4A44-1481-86E2-CF826D5EAFC6}"/>
                  </a:ext>
                </a:extLst>
              </p:cNvPr>
              <p:cNvSpPr/>
              <p:nvPr/>
            </p:nvSpPr>
            <p:spPr>
              <a:xfrm>
                <a:off x="17852812" y="1386757"/>
                <a:ext cx="2252678" cy="34694"/>
              </a:xfrm>
              <a:custGeom>
                <a:avLst/>
                <a:gdLst>
                  <a:gd name="connsiteX0" fmla="*/ 2251692 w 2251691"/>
                  <a:gd name="connsiteY0" fmla="*/ 0 h 34791"/>
                  <a:gd name="connsiteX1" fmla="*/ 0 w 2251691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51691" h="34791">
                    <a:moveTo>
                      <a:pt x="2251692" y="0"/>
                    </a:moveTo>
                    <a:cubicBezTo>
                      <a:pt x="2186980" y="0"/>
                      <a:pt x="0" y="0"/>
                      <a:pt x="0" y="0"/>
                    </a:cubicBez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EAD2507-3B8B-09D9-68E8-3E8EA8C935D0}"/>
                  </a:ext>
                </a:extLst>
              </p:cNvPr>
              <p:cNvSpPr/>
              <p:nvPr/>
            </p:nvSpPr>
            <p:spPr>
              <a:xfrm>
                <a:off x="19313696" y="1791530"/>
                <a:ext cx="791794" cy="34696"/>
              </a:xfrm>
              <a:custGeom>
                <a:avLst/>
                <a:gdLst>
                  <a:gd name="connsiteX0" fmla="*/ 791154 w 791153"/>
                  <a:gd name="connsiteY0" fmla="*/ 0 h 34791"/>
                  <a:gd name="connsiteX1" fmla="*/ 0 w 791153"/>
                  <a:gd name="connsiteY1" fmla="*/ 0 h 3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1153" h="34791">
                    <a:moveTo>
                      <a:pt x="791154" y="0"/>
                    </a:moveTo>
                    <a:lnTo>
                      <a:pt x="0" y="0"/>
                    </a:lnTo>
                  </a:path>
                </a:pathLst>
              </a:custGeom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949DE31-B8CE-26F3-79C9-990B7462C76E}"/>
                  </a:ext>
                </a:extLst>
              </p:cNvPr>
              <p:cNvSpPr/>
              <p:nvPr/>
            </p:nvSpPr>
            <p:spPr>
              <a:xfrm>
                <a:off x="15871012" y="1927998"/>
                <a:ext cx="4234478" cy="407087"/>
              </a:xfrm>
              <a:custGeom>
                <a:avLst/>
                <a:gdLst>
                  <a:gd name="connsiteX0" fmla="*/ 4234795 w 4234794"/>
                  <a:gd name="connsiteY0" fmla="*/ 406710 h 406710"/>
                  <a:gd name="connsiteX1" fmla="*/ 3557061 w 4234794"/>
                  <a:gd name="connsiteY1" fmla="*/ 406710 h 406710"/>
                  <a:gd name="connsiteX2" fmla="*/ 3066156 w 4234794"/>
                  <a:gd name="connsiteY2" fmla="*/ 0 h 406710"/>
                  <a:gd name="connsiteX3" fmla="*/ 0 w 4234794"/>
                  <a:gd name="connsiteY3" fmla="*/ 0 h 40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4794" h="406710">
                    <a:moveTo>
                      <a:pt x="4234795" y="406710"/>
                    </a:moveTo>
                    <a:lnTo>
                      <a:pt x="3557061" y="406710"/>
                    </a:lnTo>
                    <a:lnTo>
                      <a:pt x="306615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>
                <a:solidFill>
                  <a:srgbClr val="00433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036" name="Group 26">
              <a:extLst>
                <a:ext uri="{FF2B5EF4-FFF2-40B4-BE49-F238E27FC236}">
                  <a16:creationId xmlns:a16="http://schemas.microsoft.com/office/drawing/2014/main" id="{A86FD466-38F6-59EF-6AFD-4359CCEC2E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9981" y="79914"/>
              <a:ext cx="4188521" cy="1929176"/>
              <a:chOff x="15789981" y="79914"/>
              <a:chExt cx="4188521" cy="1929176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02793A-D091-79AF-FEF7-7958D753A285}"/>
                  </a:ext>
                </a:extLst>
              </p:cNvPr>
              <p:cNvSpPr/>
              <p:nvPr/>
            </p:nvSpPr>
            <p:spPr>
              <a:xfrm>
                <a:off x="17787987" y="130580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F716456-9DEF-FA4E-19B2-9998E6469877}"/>
                  </a:ext>
                </a:extLst>
              </p:cNvPr>
              <p:cNvSpPr/>
              <p:nvPr/>
            </p:nvSpPr>
            <p:spPr>
              <a:xfrm>
                <a:off x="18952526" y="984296"/>
                <a:ext cx="159747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34EC0AE-2907-8C24-BFBF-762F5BC23600}"/>
                  </a:ext>
                </a:extLst>
              </p:cNvPr>
              <p:cNvSpPr/>
              <p:nvPr/>
            </p:nvSpPr>
            <p:spPr>
              <a:xfrm>
                <a:off x="19816090" y="533261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B55D506-B17F-0885-9618-B1FCF6B2205D}"/>
                  </a:ext>
                </a:extLst>
              </p:cNvPr>
              <p:cNvSpPr/>
              <p:nvPr/>
            </p:nvSpPr>
            <p:spPr>
              <a:xfrm>
                <a:off x="18843712" y="79914"/>
                <a:ext cx="159749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A52F24D-0796-2BB1-1F35-AE90508E4117}"/>
                  </a:ext>
                </a:extLst>
              </p:cNvPr>
              <p:cNvSpPr/>
              <p:nvPr/>
            </p:nvSpPr>
            <p:spPr>
              <a:xfrm>
                <a:off x="18325110" y="1016678"/>
                <a:ext cx="159749" cy="159596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3989D5B-8D6C-7558-09D6-240862709D48}"/>
                  </a:ext>
                </a:extLst>
              </p:cNvPr>
              <p:cNvSpPr/>
              <p:nvPr/>
            </p:nvSpPr>
            <p:spPr>
              <a:xfrm>
                <a:off x="16905901" y="1581048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3D75FD8-07D4-1276-FADF-6EB6B212D408}"/>
                  </a:ext>
                </a:extLst>
              </p:cNvPr>
              <p:cNvSpPr/>
              <p:nvPr/>
            </p:nvSpPr>
            <p:spPr>
              <a:xfrm>
                <a:off x="15789981" y="1847042"/>
                <a:ext cx="162063" cy="161910"/>
              </a:xfrm>
              <a:custGeom>
                <a:avLst/>
                <a:gdLst>
                  <a:gd name="connsiteX0" fmla="*/ 161432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2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2" y="80716"/>
                    </a:moveTo>
                    <a:cubicBezTo>
                      <a:pt x="161432" y="125294"/>
                      <a:pt x="125294" y="161432"/>
                      <a:pt x="80716" y="161432"/>
                    </a:cubicBezTo>
                    <a:cubicBezTo>
                      <a:pt x="36138" y="161432"/>
                      <a:pt x="0" y="125294"/>
                      <a:pt x="0" y="80716"/>
                    </a:cubicBezTo>
                    <a:cubicBezTo>
                      <a:pt x="0" y="36138"/>
                      <a:pt x="36138" y="0"/>
                      <a:pt x="80716" y="0"/>
                    </a:cubicBezTo>
                    <a:cubicBezTo>
                      <a:pt x="125294" y="0"/>
                      <a:pt x="161432" y="36138"/>
                      <a:pt x="161432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245DC90-CD19-10B0-21DC-AA7B9A709312}"/>
                  </a:ext>
                </a:extLst>
              </p:cNvPr>
              <p:cNvSpPr/>
              <p:nvPr/>
            </p:nvSpPr>
            <p:spPr>
              <a:xfrm>
                <a:off x="19255815" y="1710576"/>
                <a:ext cx="162063" cy="161910"/>
              </a:xfrm>
              <a:custGeom>
                <a:avLst/>
                <a:gdLst>
                  <a:gd name="connsiteX0" fmla="*/ 161431 w 161431"/>
                  <a:gd name="connsiteY0" fmla="*/ 80716 h 161431"/>
                  <a:gd name="connsiteX1" fmla="*/ 80716 w 161431"/>
                  <a:gd name="connsiteY1" fmla="*/ 161432 h 161431"/>
                  <a:gd name="connsiteX2" fmla="*/ 0 w 161431"/>
                  <a:gd name="connsiteY2" fmla="*/ 80716 h 161431"/>
                  <a:gd name="connsiteX3" fmla="*/ 80716 w 161431"/>
                  <a:gd name="connsiteY3" fmla="*/ 0 h 161431"/>
                  <a:gd name="connsiteX4" fmla="*/ 161431 w 161431"/>
                  <a:gd name="connsiteY4" fmla="*/ 80716 h 16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431" h="161431">
                    <a:moveTo>
                      <a:pt x="161431" y="80716"/>
                    </a:moveTo>
                    <a:cubicBezTo>
                      <a:pt x="161431" y="125294"/>
                      <a:pt x="125294" y="161432"/>
                      <a:pt x="80716" y="161432"/>
                    </a:cubicBezTo>
                    <a:cubicBezTo>
                      <a:pt x="36137" y="161432"/>
                      <a:pt x="0" y="125294"/>
                      <a:pt x="0" y="80716"/>
                    </a:cubicBezTo>
                    <a:cubicBezTo>
                      <a:pt x="0" y="36138"/>
                      <a:pt x="36137" y="0"/>
                      <a:pt x="80716" y="0"/>
                    </a:cubicBezTo>
                    <a:cubicBezTo>
                      <a:pt x="125294" y="0"/>
                      <a:pt x="161431" y="36138"/>
                      <a:pt x="161431" y="80716"/>
                    </a:cubicBezTo>
                    <a:close/>
                  </a:path>
                </a:pathLst>
              </a:custGeom>
              <a:solidFill>
                <a:srgbClr val="004331"/>
              </a:solidFill>
              <a:ln w="3472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defTabSz="91437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1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pic>
        <p:nvPicPr>
          <p:cNvPr id="1030" name="object 5">
            <a:extLst>
              <a:ext uri="{FF2B5EF4-FFF2-40B4-BE49-F238E27FC236}">
                <a16:creationId xmlns:a16="http://schemas.microsoft.com/office/drawing/2014/main" id="{0D2689C2-7BD1-B71E-FFA3-8BEF48575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9999663"/>
            <a:ext cx="21367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4102F1-C462-63F6-261E-F4F7DB92958A}"/>
              </a:ext>
            </a:extLst>
          </p:cNvPr>
          <p:cNvSpPr txBox="1"/>
          <p:nvPr/>
        </p:nvSpPr>
        <p:spPr>
          <a:xfrm>
            <a:off x="18334038" y="10560050"/>
            <a:ext cx="627062" cy="277813"/>
          </a:xfrm>
          <a:prstGeom prst="rect">
            <a:avLst/>
          </a:prstGeom>
          <a:noFill/>
        </p:spPr>
        <p:txBody>
          <a:bodyPr lIns="0" tIns="0" rIns="0" bIns="0" anchor="b">
            <a:spAutoFit/>
          </a:bodyPr>
          <a:lstStyle/>
          <a:p>
            <a:pPr algn="r" defTabSz="91437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3FA2DC3-6540-0A4D-A957-012D4D2F1004}" type="slidenum">
              <a:rPr lang="en-US" sz="1801">
                <a:solidFill>
                  <a:srgbClr val="7F7F7F"/>
                </a:solidFill>
                <a:sym typeface="Trebuchet MS" panose="020B0703020202090204" pitchFamily="34" charset="0"/>
              </a:rPr>
              <a:pPr algn="r" defTabSz="91437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801">
              <a:solidFill>
                <a:srgbClr val="7F7F7F"/>
              </a:solidFill>
              <a:sym typeface="Trebuchet MS" panose="020B0703020202090204" pitchFamily="34" charset="0"/>
            </a:endParaRPr>
          </a:p>
        </p:txBody>
      </p:sp>
      <p:pic>
        <p:nvPicPr>
          <p:cNvPr id="1032" name="Picture 42" descr="e73c8716-0cef-4e0f-a153-23694b0f3f35_tile.png">
            <a:extLst>
              <a:ext uri="{FF2B5EF4-FFF2-40B4-BE49-F238E27FC236}">
                <a16:creationId xmlns:a16="http://schemas.microsoft.com/office/drawing/2014/main" id="{43399AC5-3E95-D477-9783-193D45513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104100" cy="1130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43" descr="image.png">
            <a:extLst>
              <a:ext uri="{FF2B5EF4-FFF2-40B4-BE49-F238E27FC236}">
                <a16:creationId xmlns:a16="http://schemas.microsoft.com/office/drawing/2014/main" id="{01C19A59-8420-725C-29FF-05A6EB220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104100" cy="1130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4" descr="image.png">
            <a:extLst>
              <a:ext uri="{FF2B5EF4-FFF2-40B4-BE49-F238E27FC236}">
                <a16:creationId xmlns:a16="http://schemas.microsoft.com/office/drawing/2014/main" id="{021EA2E5-B9F4-6D40-53AA-D7E033E69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104100" cy="1130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  <p:sldLayoutId id="2147483961" r:id="rId17"/>
    <p:sldLayoutId id="2147483962" r:id="rId18"/>
    <p:sldLayoutId id="2147483963" r:id="rId19"/>
    <p:sldLayoutId id="2147483964" r:id="rId20"/>
    <p:sldLayoutId id="2147483965" r:id="rId21"/>
    <p:sldLayoutId id="2147483966" r:id="rId22"/>
    <p:sldLayoutId id="2147483967" r:id="rId23"/>
    <p:sldLayoutId id="2147483968" r:id="rId24"/>
    <p:sldLayoutId id="2147483969" r:id="rId25"/>
    <p:sldLayoutId id="2147483970" r:id="rId26"/>
    <p:sldLayoutId id="2147483971" r:id="rId27"/>
    <p:sldLayoutId id="2147483972" r:id="rId28"/>
    <p:sldLayoutId id="2147483973" r:id="rId29"/>
    <p:sldLayoutId id="2147483974" r:id="rId30"/>
    <p:sldLayoutId id="2147483975" r:id="rId31"/>
    <p:sldLayoutId id="2147483976" r:id="rId32"/>
    <p:sldLayoutId id="2147483977" r:id="rId33"/>
    <p:sldLayoutId id="2147483978" r:id="rId34"/>
    <p:sldLayoutId id="2147483979" r:id="rId35"/>
    <p:sldLayoutId id="2147483980" r:id="rId36"/>
    <p:sldLayoutId id="2147483981" r:id="rId37"/>
    <p:sldLayoutId id="2147483982" r:id="rId38"/>
    <p:sldLayoutId id="2147483983" r:id="rId39"/>
    <p:sldLayoutId id="2147483984" r:id="rId40"/>
    <p:sldLayoutId id="2147483985" r:id="rId41"/>
    <p:sldLayoutId id="2147483986" r:id="rId42"/>
    <p:sldLayoutId id="2147483987" r:id="rId43"/>
    <p:sldLayoutId id="2147483988" r:id="rId44"/>
    <p:sldLayoutId id="2147483989" r:id="rId45"/>
    <p:sldLayoutId id="2147483990" r:id="rId46"/>
    <p:sldLayoutId id="2147483991" r:id="rId47"/>
    <p:sldLayoutId id="2147483992" r:id="rId48"/>
    <p:sldLayoutId id="2147483993" r:id="rId49"/>
    <p:sldLayoutId id="2147483994" r:id="rId50"/>
    <p:sldLayoutId id="2147483995" r:id="rId51"/>
    <p:sldLayoutId id="2147483996" r:id="rId52"/>
    <p:sldLayoutId id="2147483997" r:id="rId53"/>
    <p:sldLayoutId id="2147483998" r:id="rId54"/>
    <p:sldLayoutId id="2147483999" r:id="rId55"/>
    <p:sldLayoutId id="2147484000" r:id="rId56"/>
    <p:sldLayoutId id="2147484001" r:id="rId57"/>
    <p:sldLayoutId id="2147484002" r:id="rId58"/>
    <p:sldLayoutId id="2147484003" r:id="rId59"/>
    <p:sldLayoutId id="2147484004" r:id="rId60"/>
    <p:sldLayoutId id="2147484005" r:id="rId61"/>
    <p:sldLayoutId id="2147484006" r:id="rId62"/>
    <p:sldLayoutId id="2147484007" r:id="rId63"/>
    <p:sldLayoutId id="2147484008" r:id="rId64"/>
    <p:sldLayoutId id="2147484009" r:id="rId65"/>
    <p:sldLayoutId id="2147484010" r:id="rId66"/>
    <p:sldLayoutId id="2147484011" r:id="rId67"/>
    <p:sldLayoutId id="2147484012" r:id="rId68"/>
    <p:sldLayoutId id="2147484013" r:id="rId69"/>
    <p:sldLayoutId id="2147484014" r:id="rId70"/>
    <p:sldLayoutId id="2147484015" r:id="rId71"/>
    <p:sldLayoutId id="2147484016" r:id="rId72"/>
    <p:sldLayoutId id="2147484017" r:id="rId73"/>
    <p:sldLayoutId id="2147484018" r:id="rId74"/>
    <p:sldLayoutId id="2147484019" r:id="rId75"/>
    <p:sldLayoutId id="2147484020" r:id="rId76"/>
  </p:sldLayoutIdLst>
  <p:transition>
    <p:fade/>
  </p:transition>
  <p:hf sldNum="0" hdr="0" ftr="0" dt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+mj-lt"/>
          <a:ea typeface="+mj-ea"/>
          <a:cs typeface="+mj-cs"/>
          <a:sym typeface="Trebuchet MS" panose="020B0703020202090204" pitchFamily="34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Basis Grotesque Arabic Pro"/>
          <a:sym typeface="Trebuchet MS" panose="020B0703020202090204" pitchFamily="34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Basis Grotesque Arabic Pro"/>
          <a:sym typeface="Trebuchet MS" panose="020B0703020202090204" pitchFamily="34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Basis Grotesque Arabic Pro"/>
          <a:sym typeface="Trebuchet MS" panose="020B0703020202090204" pitchFamily="34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Basis Grotesque Arabic Pro"/>
          <a:sym typeface="Trebuchet MS" panose="020B0703020202090204" pitchFamily="34" charset="0"/>
        </a:defRPr>
      </a:lvl5pPr>
      <a:lvl6pPr marL="457200" algn="l" defTabSz="912813" rtl="0" fontAlgn="base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Basis Grotesque Arabic Pro"/>
          <a:sym typeface="Trebuchet MS" panose="020B0703020202090204" pitchFamily="34" charset="0"/>
        </a:defRPr>
      </a:lvl6pPr>
      <a:lvl7pPr marL="914400" algn="l" defTabSz="912813" rtl="0" fontAlgn="base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Basis Grotesque Arabic Pro"/>
          <a:sym typeface="Trebuchet MS" panose="020B0703020202090204" pitchFamily="34" charset="0"/>
        </a:defRPr>
      </a:lvl7pPr>
      <a:lvl8pPr marL="1371600" algn="l" defTabSz="912813" rtl="0" fontAlgn="base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Basis Grotesque Arabic Pro"/>
          <a:sym typeface="Trebuchet MS" panose="020B0703020202090204" pitchFamily="34" charset="0"/>
        </a:defRPr>
      </a:lvl8pPr>
      <a:lvl9pPr marL="1828800" algn="l" defTabSz="912813" rtl="0" fontAlgn="base">
        <a:spcBef>
          <a:spcPct val="0"/>
        </a:spcBef>
        <a:spcAft>
          <a:spcPct val="0"/>
        </a:spcAft>
        <a:defRPr sz="4800" b="1">
          <a:solidFill>
            <a:srgbClr val="004331"/>
          </a:solidFill>
          <a:latin typeface="Basis Grotesque Arabic Pro"/>
          <a:sym typeface="Trebuchet MS" panose="020B0703020202090204" pitchFamily="34" charset="0"/>
        </a:defRPr>
      </a:lvl9pPr>
    </p:titleStyle>
    <p:bodyStyle>
      <a:lvl1pPr algn="l" defTabSz="912813" rtl="0" eaLnBrk="0" fontAlgn="base" hangingPunct="0">
        <a:spcBef>
          <a:spcPts val="600"/>
        </a:spcBef>
        <a:spcAft>
          <a:spcPts val="300"/>
        </a:spcAft>
        <a:buClr>
          <a:srgbClr val="004331"/>
        </a:buClr>
        <a:buFont typeface="Arial" panose="020B0604020202020204" pitchFamily="34" charset="0"/>
        <a:buChar char="​"/>
        <a:defRPr lang="en-US" sz="2700" kern="1200">
          <a:solidFill>
            <a:srgbClr val="000000"/>
          </a:solidFill>
          <a:latin typeface="+mn-lt"/>
          <a:ea typeface="+mn-ea"/>
          <a:cs typeface="+mn-cs"/>
          <a:sym typeface="Trebuchet MS" panose="020B0703020202090204" pitchFamily="34" charset="0"/>
        </a:defRPr>
      </a:lvl1pPr>
      <a:lvl2pPr marL="319088" indent="-219075" algn="l" defTabSz="912813" rtl="0" eaLnBrk="0" fontAlgn="base" hangingPunct="0">
        <a:spcBef>
          <a:spcPct val="0"/>
        </a:spcBef>
        <a:spcAft>
          <a:spcPct val="0"/>
        </a:spcAft>
        <a:buClr>
          <a:srgbClr val="004331"/>
        </a:buClr>
        <a:buFont typeface="Arial" panose="020B0604020202020204" pitchFamily="34" charset="0"/>
        <a:buChar char="•"/>
        <a:defRPr lang="en-US" sz="2700" kern="1200">
          <a:solidFill>
            <a:srgbClr val="000000"/>
          </a:solidFill>
          <a:latin typeface="+mn-lt"/>
          <a:ea typeface="+mn-ea"/>
          <a:cs typeface="+mn-cs"/>
          <a:sym typeface="Trebuchet MS" panose="020B0703020202090204" pitchFamily="34" charset="0"/>
        </a:defRPr>
      </a:lvl2pPr>
      <a:lvl3pPr marL="647700" indent="-219075" algn="l" defTabSz="912813" rtl="0" eaLnBrk="0" fontAlgn="base" hangingPunct="0">
        <a:spcBef>
          <a:spcPct val="0"/>
        </a:spcBef>
        <a:spcAft>
          <a:spcPct val="0"/>
        </a:spcAft>
        <a:buClr>
          <a:srgbClr val="004331"/>
        </a:buClr>
        <a:buFont typeface="Basis Grotesque Arabic Pro"/>
        <a:buChar char="–"/>
        <a:defRPr lang="en-US" sz="2700" kern="1200">
          <a:solidFill>
            <a:srgbClr val="000000"/>
          </a:solidFill>
          <a:latin typeface="+mn-lt"/>
          <a:ea typeface="+mn-ea"/>
          <a:cs typeface="+mn-cs"/>
          <a:sym typeface="Trebuchet MS" panose="020B0703020202090204" pitchFamily="34" charset="0"/>
        </a:defRPr>
      </a:lvl3pPr>
      <a:lvl4pPr algn="l" defTabSz="912813" rtl="0" eaLnBrk="0" fontAlgn="base" hangingPunct="0">
        <a:spcBef>
          <a:spcPts val="300"/>
        </a:spcBef>
        <a:spcAft>
          <a:spcPts val="300"/>
        </a:spcAft>
        <a:buClr>
          <a:srgbClr val="004331"/>
        </a:buClr>
        <a:buFont typeface="Arial" panose="020B0604020202020204" pitchFamily="34" charset="0"/>
        <a:buChar char="​"/>
        <a:defRPr lang="en-US" sz="3100" b="1" kern="1200">
          <a:solidFill>
            <a:srgbClr val="004331"/>
          </a:solidFill>
          <a:latin typeface="+mn-lt"/>
          <a:ea typeface="+mn-ea"/>
          <a:cs typeface="+mn-cs"/>
          <a:sym typeface="Trebuchet MS" panose="020B0703020202090204" pitchFamily="34" charset="0"/>
        </a:defRPr>
      </a:lvl4pPr>
      <a:lvl5pPr algn="l" defTabSz="912813" rtl="0" eaLnBrk="0" fontAlgn="base" hangingPunct="0">
        <a:spcBef>
          <a:spcPct val="0"/>
        </a:spcBef>
        <a:spcAft>
          <a:spcPts val="300"/>
        </a:spcAft>
        <a:buClr>
          <a:srgbClr val="004331"/>
        </a:buClr>
        <a:buFont typeface="Arial" panose="020B0604020202020204" pitchFamily="34" charset="0"/>
        <a:buChar char="​"/>
        <a:defRPr lang="en-US" sz="3100" b="1" kern="1200">
          <a:solidFill>
            <a:srgbClr val="000000"/>
          </a:solidFill>
          <a:latin typeface="+mn-lt"/>
          <a:ea typeface="+mn-ea"/>
          <a:cs typeface="+mn-cs"/>
          <a:sym typeface="Trebuchet MS" panose="020B0703020202090204" pitchFamily="34" charset="0"/>
        </a:defRPr>
      </a:lvl5pPr>
      <a:lvl6pPr marL="320031" indent="-219702" algn="l" defTabSz="9143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4331"/>
        </a:buClr>
        <a:buFont typeface="Arial" panose="020B0604020202090204" pitchFamily="34" charset="0"/>
        <a:buChar char="•"/>
        <a:defRPr lang="en-US" sz="3199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703020202090204" pitchFamily="34" charset="0"/>
        </a:defRPr>
      </a:lvl6pPr>
      <a:lvl7pPr marL="0" indent="0" algn="l" defTabSz="914373" rtl="0" eaLnBrk="1" latinLnBrk="0" hangingPunct="1">
        <a:lnSpc>
          <a:spcPct val="100000"/>
        </a:lnSpc>
        <a:spcBef>
          <a:spcPts val="899"/>
        </a:spcBef>
        <a:spcAft>
          <a:spcPts val="899"/>
        </a:spcAft>
        <a:buClr>
          <a:srgbClr val="004331"/>
        </a:buClr>
        <a:buFont typeface="Arial" panose="020B0604020202090204" pitchFamily="34" charset="0"/>
        <a:buChar char="​"/>
        <a:defRPr lang="en-US" sz="6001" kern="1200" baseline="0" smtClean="0">
          <a:solidFill>
            <a:srgbClr val="000000"/>
          </a:solidFill>
          <a:latin typeface="+mn-lt"/>
          <a:ea typeface="+mn-ea"/>
          <a:cs typeface="+mn-cs"/>
          <a:sym typeface="Trebuchet MS" panose="020B0703020202090204" pitchFamily="34" charset="0"/>
        </a:defRPr>
      </a:lvl7pPr>
      <a:lvl8pPr marL="0" indent="0" algn="l" defTabSz="914373" rtl="0" eaLnBrk="1" latinLnBrk="0" hangingPunct="1">
        <a:lnSpc>
          <a:spcPct val="100000"/>
        </a:lnSpc>
        <a:spcBef>
          <a:spcPts val="899"/>
        </a:spcBef>
        <a:spcAft>
          <a:spcPts val="0"/>
        </a:spcAft>
        <a:buClr>
          <a:srgbClr val="004331"/>
        </a:buClr>
        <a:buFont typeface="Arial" panose="020B0604020202090204" pitchFamily="34" charset="0"/>
        <a:buChar char="​"/>
        <a:defRPr lang="en-US" sz="7001" b="1" kern="1200" baseline="0" smtClean="0">
          <a:solidFill>
            <a:srgbClr val="004331"/>
          </a:solidFill>
          <a:latin typeface="+mn-lt"/>
          <a:ea typeface="+mn-ea"/>
          <a:cs typeface="+mn-cs"/>
          <a:sym typeface="Trebuchet MS" panose="020B0703020202090204" pitchFamily="34" charset="0"/>
        </a:defRPr>
      </a:lvl8pPr>
      <a:lvl9pPr marL="0" indent="0" algn="l" defTabSz="914373" rtl="0" eaLnBrk="1" latinLnBrk="0" hangingPunct="1">
        <a:lnSpc>
          <a:spcPct val="100000"/>
        </a:lnSpc>
        <a:spcBef>
          <a:spcPts val="0"/>
        </a:spcBef>
        <a:spcAft>
          <a:spcPts val="899"/>
        </a:spcAft>
        <a:buClr>
          <a:srgbClr val="004331"/>
        </a:buClr>
        <a:buFont typeface="Arial" panose="020B0604020202090204" pitchFamily="34" charset="0"/>
        <a:buChar char="​"/>
        <a:defRPr lang="en-US" sz="3199" b="1" kern="1200" baseline="0" dirty="0">
          <a:solidFill>
            <a:srgbClr val="004331"/>
          </a:solidFill>
          <a:latin typeface="+mn-lt"/>
          <a:ea typeface="+mn-ea"/>
          <a:cs typeface="+mn-cs"/>
          <a:sym typeface="Trebuchet MS" panose="020B0703020202090204" pitchFamily="34" charset="0"/>
        </a:defRPr>
      </a:lvl9pPr>
    </p:bodyStyle>
    <p:otherStyle>
      <a:defPPr>
        <a:defRPr lang="en-US"/>
      </a:defPPr>
      <a:lvl1pPr marL="0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73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1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6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32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0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05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91" algn="l" defTabSz="91437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27.bin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slide" Target="slide3.xml"/><Relationship Id="rId2" Type="http://schemas.openxmlformats.org/officeDocument/2006/relationships/tags" Target="../tags/tag35.xml"/><Relationship Id="rId16" Type="http://schemas.openxmlformats.org/officeDocument/2006/relationships/slide" Target="slide1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image" Target="../media/image17.emf"/><Relationship Id="rId10" Type="http://schemas.openxmlformats.org/officeDocument/2006/relationships/tags" Target="../tags/tag43.xml"/><Relationship Id="rId19" Type="http://schemas.openxmlformats.org/officeDocument/2006/relationships/image" Target="../media/image18.emf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27.bin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slide" Target="slide3.xml"/><Relationship Id="rId2" Type="http://schemas.openxmlformats.org/officeDocument/2006/relationships/tags" Target="../tags/tag47.xml"/><Relationship Id="rId16" Type="http://schemas.openxmlformats.org/officeDocument/2006/relationships/slide" Target="slide1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17.emf"/><Relationship Id="rId10" Type="http://schemas.openxmlformats.org/officeDocument/2006/relationships/tags" Target="../tags/tag55.xml"/><Relationship Id="rId19" Type="http://schemas.openxmlformats.org/officeDocument/2006/relationships/image" Target="../media/image18.emf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27.bin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slide" Target="slide3.xml"/><Relationship Id="rId2" Type="http://schemas.openxmlformats.org/officeDocument/2006/relationships/tags" Target="../tags/tag59.xml"/><Relationship Id="rId16" Type="http://schemas.openxmlformats.org/officeDocument/2006/relationships/slide" Target="slide1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image" Target="../media/image17.emf"/><Relationship Id="rId10" Type="http://schemas.openxmlformats.org/officeDocument/2006/relationships/tags" Target="../tags/tag67.xml"/><Relationship Id="rId19" Type="http://schemas.openxmlformats.org/officeDocument/2006/relationships/image" Target="../media/image18.emf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27.bin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slide" Target="slide3.xml"/><Relationship Id="rId2" Type="http://schemas.openxmlformats.org/officeDocument/2006/relationships/tags" Target="../tags/tag71.xml"/><Relationship Id="rId16" Type="http://schemas.openxmlformats.org/officeDocument/2006/relationships/slide" Target="slide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image" Target="../media/image17.emf"/><Relationship Id="rId10" Type="http://schemas.openxmlformats.org/officeDocument/2006/relationships/tags" Target="../tags/tag79.xml"/><Relationship Id="rId19" Type="http://schemas.openxmlformats.org/officeDocument/2006/relationships/image" Target="../media/image18.emf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notesSlide" Target="../notesSlides/notesSlide9.xml"/><Relationship Id="rId18" Type="http://schemas.openxmlformats.org/officeDocument/2006/relationships/image" Target="../media/image18.emf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slideLayout" Target="../slideLayouts/slideLayout13.xml"/><Relationship Id="rId17" Type="http://schemas.openxmlformats.org/officeDocument/2006/relationships/oleObject" Target="../embeddings/oleObject27.bin"/><Relationship Id="rId2" Type="http://schemas.openxmlformats.org/officeDocument/2006/relationships/tags" Target="../tags/tag83.xml"/><Relationship Id="rId16" Type="http://schemas.openxmlformats.org/officeDocument/2006/relationships/slide" Target="slide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slide" Target="slide1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27.bin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slide" Target="slide3.xml"/><Relationship Id="rId2" Type="http://schemas.openxmlformats.org/officeDocument/2006/relationships/tags" Target="../tags/tag94.xml"/><Relationship Id="rId16" Type="http://schemas.openxmlformats.org/officeDocument/2006/relationships/slide" Target="slide1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image" Target="../media/image17.emf"/><Relationship Id="rId10" Type="http://schemas.openxmlformats.org/officeDocument/2006/relationships/tags" Target="../tags/tag102.xml"/><Relationship Id="rId19" Type="http://schemas.openxmlformats.org/officeDocument/2006/relationships/image" Target="../media/image18.emf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27.bin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slide" Target="slide3.xml"/><Relationship Id="rId2" Type="http://schemas.openxmlformats.org/officeDocument/2006/relationships/tags" Target="../tags/tag106.xml"/><Relationship Id="rId16" Type="http://schemas.openxmlformats.org/officeDocument/2006/relationships/slide" Target="slide1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image" Target="../media/image17.emf"/><Relationship Id="rId10" Type="http://schemas.openxmlformats.org/officeDocument/2006/relationships/tags" Target="../tags/tag114.xml"/><Relationship Id="rId19" Type="http://schemas.openxmlformats.org/officeDocument/2006/relationships/image" Target="../media/image18.emf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" action="ppaction://noaction"/>
          </p:cNvPr>
          <p:cNvSpPr/>
          <p:nvPr>
            <p:custDataLst>
              <p:tags r:id="rId2"/>
            </p:custDataLst>
          </p:nvPr>
        </p:nvSpPr>
        <p:spPr>
          <a:xfrm>
            <a:off x="7981950" y="643780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Data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&amp;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System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Dependency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Map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 8">
            <a:hlinkClick r:id="" action="ppaction://noaction"/>
          </p:cNvPr>
          <p:cNvSpPr/>
          <p:nvPr>
            <p:custDataLst>
              <p:tags r:id="rId3"/>
            </p:custDataLst>
          </p:nvPr>
        </p:nvSpPr>
        <p:spPr>
          <a:xfrm>
            <a:off x="7981950" y="574992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End-to-End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Overview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Oval 7"/>
          <p:cNvSpPr/>
          <p:nvPr>
            <p:custDataLst>
              <p:tags r:id="rId4"/>
            </p:custDataLst>
          </p:nvPr>
        </p:nvSpPr>
        <p:spPr>
          <a:xfrm>
            <a:off x="7262876" y="4425112"/>
            <a:ext cx="543022" cy="543022"/>
          </a:xfrm>
          <a:prstGeom prst="ellipse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/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262876" y="4446882"/>
            <a:ext cx="543022" cy="543022"/>
          </a:xfrm>
          <a:prstGeom prst="rect">
            <a:avLst/>
          </a:prstGeom>
        </p:spPr>
      </p:pic>
      <p:sp>
        <p:nvSpPr>
          <p:cNvPr id="5" name="Rectangle 4">
            <a:hlinkClick r:id="rId16" action="ppaction://hlinksldjump"/>
          </p:cNvPr>
          <p:cNvSpPr/>
          <p:nvPr>
            <p:custDataLst>
              <p:tags r:id="rId6"/>
            </p:custDataLst>
          </p:nvPr>
        </p:nvSpPr>
        <p:spPr>
          <a:xfrm>
            <a:off x="7981950" y="506204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User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Journey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hlinkClick r:id="rId17" action="ppaction://hlinksldjump"/>
          </p:cNvPr>
          <p:cNvSpPr/>
          <p:nvPr>
            <p:custDataLst>
              <p:tags r:id="rId7"/>
            </p:custDataLst>
          </p:nvPr>
        </p:nvSpPr>
        <p:spPr>
          <a:xfrm>
            <a:off x="7981950" y="437416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3200" dirty="0">
                <a:solidFill>
                  <a:schemeClr val="tx1"/>
                </a:solidFill>
              </a:rPr>
              <a:t>Solution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Objective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and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timeline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Agenda for today's meeting</a:t>
            </a:r>
          </a:p>
        </p:txBody>
      </p:sp>
      <p:graphicFrame>
        <p:nvGraphicFramePr>
          <p:cNvPr id="41" name="think-cell data - do not delete" hidden="1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TCLayout.ActiveDocument.1">
                  <p:embed/>
                </p:oleObj>
              </mc:Choice>
              <mc:Fallback>
                <p:oleObj name="think-cell Slide" r:id="rId18" imgW="0" imgH="0" progId="TCLayout.ActiveDocument.1">
                  <p:embed/>
                  <p:pic>
                    <p:nvPicPr>
                      <p:cNvPr id="41" name="think-cell data - do not delete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hlinkClick r:id="" action="ppaction://noaction"/>
            <a:extLst>
              <a:ext uri="{FF2B5EF4-FFF2-40B4-BE49-F238E27FC236}">
                <a16:creationId xmlns:a16="http://schemas.microsoft.com/office/drawing/2014/main" id="{39066206-C1FE-A81C-BB6D-720C8F6A392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003724" y="7199807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Multi-Dimension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Analysis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18680307-1BFA-B1DE-2FD4-0B7C648D0C1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981949" y="7961809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Demo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 11">
            <a:hlinkClick r:id="" action="ppaction://noaction"/>
            <a:extLst>
              <a:ext uri="{FF2B5EF4-FFF2-40B4-BE49-F238E27FC236}">
                <a16:creationId xmlns:a16="http://schemas.microsoft.com/office/drawing/2014/main" id="{E340703F-1EAC-9EDD-0A25-2DC22E0CA40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003724" y="8723811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QA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7780"/>
            <a:ext cx="20103597" cy="11308556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" name="Text 1"/>
          <p:cNvSpPr/>
          <p:nvPr/>
        </p:nvSpPr>
        <p:spPr>
          <a:xfrm>
            <a:off x="829294" y="528130"/>
            <a:ext cx="11459337" cy="663435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 fontScale="92500" lnSpcReduction="10000"/>
          </a:bodyPr>
          <a:lstStyle/>
          <a:p>
            <a:r>
              <a:rPr lang="en-US" sz="4947" b="1" dirty="0">
                <a:solidFill>
                  <a:srgbClr val="0B4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Implementation Timeline</a:t>
            </a:r>
            <a:endParaRPr lang="en-US" sz="4947" dirty="0"/>
          </a:p>
        </p:txBody>
      </p:sp>
      <p:sp>
        <p:nvSpPr>
          <p:cNvPr id="4" name="Text 2"/>
          <p:cNvSpPr/>
          <p:nvPr/>
        </p:nvSpPr>
        <p:spPr>
          <a:xfrm>
            <a:off x="859450" y="1327267"/>
            <a:ext cx="11987070" cy="407108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sz="2061" b="1" dirty="0">
                <a:solidFill>
                  <a:srgbClr val="317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scope alignment to launch readiness and post-launch stabilization</a:t>
            </a:r>
            <a:endParaRPr lang="en-US" sz="2061" dirty="0"/>
          </a:p>
        </p:txBody>
      </p:sp>
      <p:sp>
        <p:nvSpPr>
          <p:cNvPr id="7" name="Shape 5"/>
          <p:cNvSpPr/>
          <p:nvPr/>
        </p:nvSpPr>
        <p:spPr>
          <a:xfrm>
            <a:off x="934841" y="2171640"/>
            <a:ext cx="422186" cy="0"/>
          </a:xfrm>
          <a:prstGeom prst="line">
            <a:avLst/>
          </a:prstGeom>
          <a:noFill/>
          <a:ln w="25400">
            <a:solidFill>
              <a:srgbClr val="0B4F2A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8" name="Text 6"/>
          <p:cNvSpPr/>
          <p:nvPr/>
        </p:nvSpPr>
        <p:spPr>
          <a:xfrm>
            <a:off x="1462573" y="2020859"/>
            <a:ext cx="2714054" cy="331718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sz="1731" dirty="0">
                <a:solidFill>
                  <a:srgbClr val="405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delivery stream</a:t>
            </a:r>
            <a:endParaRPr lang="en-US" sz="1731" dirty="0"/>
          </a:p>
        </p:txBody>
      </p:sp>
      <p:sp>
        <p:nvSpPr>
          <p:cNvPr id="9" name="Shape 7"/>
          <p:cNvSpPr/>
          <p:nvPr/>
        </p:nvSpPr>
        <p:spPr>
          <a:xfrm>
            <a:off x="4146471" y="2171640"/>
            <a:ext cx="422186" cy="0"/>
          </a:xfrm>
          <a:prstGeom prst="line">
            <a:avLst/>
          </a:prstGeom>
          <a:noFill/>
          <a:ln w="25400">
            <a:solidFill>
              <a:srgbClr val="F47A25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0" name="Text 8"/>
          <p:cNvSpPr/>
          <p:nvPr/>
        </p:nvSpPr>
        <p:spPr>
          <a:xfrm>
            <a:off x="4674203" y="2020859"/>
            <a:ext cx="1809369" cy="331718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sz="1731" dirty="0">
                <a:solidFill>
                  <a:srgbClr val="405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gate</a:t>
            </a:r>
            <a:endParaRPr lang="en-US" sz="1731" dirty="0"/>
          </a:p>
        </p:txBody>
      </p:sp>
      <p:sp>
        <p:nvSpPr>
          <p:cNvPr id="11" name="Shape 9"/>
          <p:cNvSpPr/>
          <p:nvPr/>
        </p:nvSpPr>
        <p:spPr>
          <a:xfrm>
            <a:off x="2035540" y="5006318"/>
            <a:ext cx="15801823" cy="0"/>
          </a:xfrm>
          <a:prstGeom prst="line">
            <a:avLst/>
          </a:prstGeom>
          <a:noFill/>
          <a:ln w="35560">
            <a:solidFill>
              <a:srgbClr val="0B4F2A"/>
            </a:solidFill>
            <a:prstDash val="solid"/>
            <a:tailEnd type="triangle"/>
          </a:ln>
        </p:spPr>
        <p:txBody>
          <a:bodyPr/>
          <a:lstStyle/>
          <a:p>
            <a:endParaRPr lang="en-CN" sz="4782"/>
          </a:p>
        </p:txBody>
      </p:sp>
      <p:sp>
        <p:nvSpPr>
          <p:cNvPr id="12" name="Shape 10"/>
          <p:cNvSpPr/>
          <p:nvPr/>
        </p:nvSpPr>
        <p:spPr>
          <a:xfrm>
            <a:off x="2563273" y="4749990"/>
            <a:ext cx="512655" cy="512655"/>
          </a:xfrm>
          <a:prstGeom prst="ellipse">
            <a:avLst/>
          </a:prstGeom>
          <a:solidFill>
            <a:srgbClr val="0B5D3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3" name="Text 11"/>
          <p:cNvSpPr/>
          <p:nvPr/>
        </p:nvSpPr>
        <p:spPr>
          <a:xfrm>
            <a:off x="2683898" y="4832920"/>
            <a:ext cx="271405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67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67" dirty="0"/>
          </a:p>
        </p:txBody>
      </p:sp>
      <p:sp>
        <p:nvSpPr>
          <p:cNvPr id="14" name="Shape 12"/>
          <p:cNvSpPr/>
          <p:nvPr/>
        </p:nvSpPr>
        <p:spPr>
          <a:xfrm>
            <a:off x="2819600" y="4734912"/>
            <a:ext cx="0" cy="0"/>
          </a:xfrm>
          <a:prstGeom prst="line">
            <a:avLst/>
          </a:prstGeom>
          <a:noFill/>
          <a:ln w="17780">
            <a:solidFill>
              <a:srgbClr val="0B5D33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5" name="Shape 13"/>
          <p:cNvSpPr/>
          <p:nvPr/>
        </p:nvSpPr>
        <p:spPr>
          <a:xfrm>
            <a:off x="1176090" y="2654138"/>
            <a:ext cx="3287020" cy="1884759"/>
          </a:xfrm>
          <a:prstGeom prst="roundRect">
            <a:avLst>
              <a:gd name="adj" fmla="val 7200"/>
            </a:avLst>
          </a:prstGeom>
          <a:solidFill>
            <a:srgbClr val="EAF7EF"/>
          </a:solidFill>
          <a:ln w="16510">
            <a:solidFill>
              <a:srgbClr val="0B5D33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6" name="Shape 14"/>
          <p:cNvSpPr/>
          <p:nvPr/>
        </p:nvSpPr>
        <p:spPr>
          <a:xfrm>
            <a:off x="1465589" y="3003950"/>
            <a:ext cx="506623" cy="506623"/>
          </a:xfrm>
          <a:prstGeom prst="arc">
            <a:avLst/>
          </a:prstGeom>
          <a:noFill/>
          <a:ln w="19050">
            <a:solidFill>
              <a:srgbClr val="0B5D3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17" name="Shape 15"/>
          <p:cNvSpPr/>
          <p:nvPr/>
        </p:nvSpPr>
        <p:spPr>
          <a:xfrm>
            <a:off x="1718901" y="2931575"/>
            <a:ext cx="0" cy="180937"/>
          </a:xfrm>
          <a:prstGeom prst="line">
            <a:avLst/>
          </a:prstGeom>
          <a:noFill/>
          <a:ln w="19050">
            <a:solidFill>
              <a:srgbClr val="0B5D3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18" name="Shape 16"/>
          <p:cNvSpPr/>
          <p:nvPr/>
        </p:nvSpPr>
        <p:spPr>
          <a:xfrm>
            <a:off x="1718901" y="3257261"/>
            <a:ext cx="173700" cy="0"/>
          </a:xfrm>
          <a:prstGeom prst="line">
            <a:avLst/>
          </a:prstGeom>
          <a:noFill/>
          <a:ln w="19050">
            <a:solidFill>
              <a:srgbClr val="0B5D3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19" name="Text 17"/>
          <p:cNvSpPr/>
          <p:nvPr/>
        </p:nvSpPr>
        <p:spPr>
          <a:xfrm>
            <a:off x="2261711" y="2850153"/>
            <a:ext cx="1809369" cy="271405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altLang="zh-CN" sz="1567" b="1" dirty="0">
                <a:solidFill>
                  <a:srgbClr val="0B5D33"/>
                </a:solidFill>
                <a:latin typeface="Aptos" pitchFamily="34" charset="0"/>
              </a:rPr>
              <a:t>23</a:t>
            </a:r>
            <a:r>
              <a:rPr lang="en-US" altLang="zh-CN" sz="1567" b="1" baseline="30000" dirty="0">
                <a:solidFill>
                  <a:srgbClr val="0B5D33"/>
                </a:solidFill>
                <a:latin typeface="Aptos" pitchFamily="34" charset="0"/>
              </a:rPr>
              <a:t>rd</a:t>
            </a:r>
            <a:r>
              <a:rPr lang="zh-CN" altLang="en-US" sz="1567" b="1" dirty="0">
                <a:solidFill>
                  <a:srgbClr val="0B5D33"/>
                </a:solidFill>
                <a:latin typeface="Aptos" pitchFamily="34" charset="0"/>
              </a:rPr>
              <a:t> </a:t>
            </a:r>
            <a:r>
              <a:rPr lang="en-US" altLang="zh-CN" sz="1567" b="1" dirty="0">
                <a:solidFill>
                  <a:srgbClr val="0B5D33"/>
                </a:solidFill>
                <a:latin typeface="Aptos" pitchFamily="34" charset="0"/>
              </a:rPr>
              <a:t>Apr</a:t>
            </a:r>
            <a:endParaRPr lang="en-US" sz="1567" dirty="0"/>
          </a:p>
        </p:txBody>
      </p:sp>
      <p:sp>
        <p:nvSpPr>
          <p:cNvPr id="20" name="Text 18"/>
          <p:cNvSpPr/>
          <p:nvPr/>
        </p:nvSpPr>
        <p:spPr>
          <a:xfrm>
            <a:off x="2261711" y="3196949"/>
            <a:ext cx="1884759" cy="482498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 fontScale="77500" lnSpcReduction="20000"/>
          </a:bodyPr>
          <a:lstStyle/>
          <a:p>
            <a:r>
              <a:rPr lang="en-US" sz="2226" b="1" dirty="0">
                <a:solidFill>
                  <a:srgbClr val="102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 &amp; Scope</a:t>
            </a:r>
          </a:p>
          <a:p>
            <a:r>
              <a:rPr lang="en-US" altLang="zh-CN" sz="2226" dirty="0">
                <a:solidFill>
                  <a:srgbClr val="102B1D"/>
                </a:solidFill>
                <a:latin typeface="Aptos" pitchFamily="34" charset="0"/>
              </a:rPr>
              <a:t>BRD</a:t>
            </a:r>
            <a:r>
              <a:rPr lang="zh-CN" altLang="en-US" sz="2226" dirty="0">
                <a:solidFill>
                  <a:srgbClr val="102B1D"/>
                </a:solidFill>
                <a:latin typeface="Aptos" pitchFamily="34" charset="0"/>
              </a:rPr>
              <a:t> </a:t>
            </a:r>
            <a:r>
              <a:rPr lang="en-US" altLang="zh-CN" sz="2226" dirty="0">
                <a:solidFill>
                  <a:srgbClr val="102B1D"/>
                </a:solidFill>
                <a:latin typeface="Aptos" pitchFamily="34" charset="0"/>
              </a:rPr>
              <a:t>end</a:t>
            </a:r>
            <a:endParaRPr lang="en-US" sz="2226" dirty="0"/>
          </a:p>
        </p:txBody>
      </p:sp>
      <p:sp>
        <p:nvSpPr>
          <p:cNvPr id="21" name="Text 19"/>
          <p:cNvSpPr/>
          <p:nvPr/>
        </p:nvSpPr>
        <p:spPr>
          <a:xfrm>
            <a:off x="1447495" y="3769916"/>
            <a:ext cx="2804522" cy="633279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rmAutofit lnSpcReduction="10000"/>
          </a:bodyPr>
          <a:lstStyle/>
          <a:p>
            <a:r>
              <a:rPr lang="en-US" sz="1451" dirty="0">
                <a:solidFill>
                  <a:srgbClr val="354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Confirm business scope</a:t>
            </a:r>
            <a:endParaRPr lang="en-US" sz="1451" dirty="0"/>
          </a:p>
          <a:p>
            <a:r>
              <a:rPr lang="en-US" sz="1451" dirty="0">
                <a:solidFill>
                  <a:srgbClr val="354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success KPIs</a:t>
            </a:r>
            <a:endParaRPr lang="en-US" sz="1451" dirty="0"/>
          </a:p>
          <a:p>
            <a:r>
              <a:rPr lang="en-US" sz="1451" dirty="0">
                <a:solidFill>
                  <a:srgbClr val="3548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key assumptions</a:t>
            </a:r>
            <a:endParaRPr lang="en-US" sz="1451" dirty="0"/>
          </a:p>
        </p:txBody>
      </p:sp>
      <p:sp>
        <p:nvSpPr>
          <p:cNvPr id="22" name="Shape 20"/>
          <p:cNvSpPr/>
          <p:nvPr/>
        </p:nvSpPr>
        <p:spPr>
          <a:xfrm>
            <a:off x="5985996" y="4749990"/>
            <a:ext cx="512655" cy="512655"/>
          </a:xfrm>
          <a:prstGeom prst="ellipse">
            <a:avLst/>
          </a:prstGeom>
          <a:solidFill>
            <a:srgbClr val="2A57D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23" name="Text 21"/>
          <p:cNvSpPr/>
          <p:nvPr/>
        </p:nvSpPr>
        <p:spPr>
          <a:xfrm>
            <a:off x="6106621" y="4832920"/>
            <a:ext cx="271405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67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67" dirty="0"/>
          </a:p>
        </p:txBody>
      </p:sp>
      <p:sp>
        <p:nvSpPr>
          <p:cNvPr id="24" name="Shape 22"/>
          <p:cNvSpPr/>
          <p:nvPr/>
        </p:nvSpPr>
        <p:spPr>
          <a:xfrm>
            <a:off x="6242323" y="5277723"/>
            <a:ext cx="0" cy="542811"/>
          </a:xfrm>
          <a:prstGeom prst="line">
            <a:avLst/>
          </a:prstGeom>
          <a:noFill/>
          <a:ln w="17780">
            <a:solidFill>
              <a:srgbClr val="2A57D4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25" name="Shape 23"/>
          <p:cNvSpPr/>
          <p:nvPr/>
        </p:nvSpPr>
        <p:spPr>
          <a:xfrm>
            <a:off x="4598813" y="5820534"/>
            <a:ext cx="3287020" cy="1884759"/>
          </a:xfrm>
          <a:prstGeom prst="roundRect">
            <a:avLst>
              <a:gd name="adj" fmla="val 7200"/>
            </a:avLst>
          </a:prstGeom>
          <a:solidFill>
            <a:srgbClr val="F2F5FF"/>
          </a:solidFill>
          <a:ln w="16510">
            <a:solidFill>
              <a:srgbClr val="2A57D4"/>
            </a:solidFill>
            <a:prstDash val="solid"/>
          </a:ln>
        </p:spPr>
        <p:txBody>
          <a:bodyPr/>
          <a:lstStyle/>
          <a:p>
            <a:endParaRPr lang="en-CN" sz="4782" dirty="0"/>
          </a:p>
        </p:txBody>
      </p:sp>
      <p:sp>
        <p:nvSpPr>
          <p:cNvPr id="26" name="Shape 24"/>
          <p:cNvSpPr/>
          <p:nvPr/>
        </p:nvSpPr>
        <p:spPr>
          <a:xfrm>
            <a:off x="4917261" y="6192058"/>
            <a:ext cx="398062" cy="470436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57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27" name="Shape 25"/>
          <p:cNvSpPr/>
          <p:nvPr/>
        </p:nvSpPr>
        <p:spPr>
          <a:xfrm>
            <a:off x="5004113" y="6329569"/>
            <a:ext cx="253311" cy="0"/>
          </a:xfrm>
          <a:prstGeom prst="line">
            <a:avLst/>
          </a:prstGeom>
          <a:noFill/>
          <a:ln w="19050">
            <a:solidFill>
              <a:srgbClr val="2A57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28" name="Shape 26"/>
          <p:cNvSpPr/>
          <p:nvPr/>
        </p:nvSpPr>
        <p:spPr>
          <a:xfrm>
            <a:off x="5004113" y="6445369"/>
            <a:ext cx="202649" cy="0"/>
          </a:xfrm>
          <a:prstGeom prst="line">
            <a:avLst/>
          </a:prstGeom>
          <a:noFill/>
          <a:ln w="19050">
            <a:solidFill>
              <a:srgbClr val="2A57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29" name="Shape 27"/>
          <p:cNvSpPr/>
          <p:nvPr/>
        </p:nvSpPr>
        <p:spPr>
          <a:xfrm>
            <a:off x="5004113" y="6561168"/>
            <a:ext cx="137512" cy="0"/>
          </a:xfrm>
          <a:prstGeom prst="line">
            <a:avLst/>
          </a:prstGeom>
          <a:noFill/>
          <a:ln w="19050">
            <a:solidFill>
              <a:srgbClr val="2A57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30" name="Text 28"/>
          <p:cNvSpPr/>
          <p:nvPr/>
        </p:nvSpPr>
        <p:spPr>
          <a:xfrm>
            <a:off x="5684434" y="6016549"/>
            <a:ext cx="1809369" cy="271405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altLang="zh-CN" sz="1567" b="1" dirty="0">
                <a:solidFill>
                  <a:srgbClr val="2A57D4"/>
                </a:solidFill>
                <a:latin typeface="Aptos" pitchFamily="34" charset="0"/>
              </a:rPr>
              <a:t>10</a:t>
            </a:r>
            <a:r>
              <a:rPr lang="en-US" altLang="zh-CN" sz="1567" b="1" baseline="30000" dirty="0">
                <a:solidFill>
                  <a:srgbClr val="2A57D4"/>
                </a:solidFill>
                <a:latin typeface="Aptos" pitchFamily="34" charset="0"/>
              </a:rPr>
              <a:t>th</a:t>
            </a:r>
            <a:r>
              <a:rPr lang="zh-CN" altLang="en-US" sz="1567" b="1" dirty="0">
                <a:solidFill>
                  <a:srgbClr val="2A57D4"/>
                </a:solidFill>
                <a:latin typeface="Aptos" pitchFamily="34" charset="0"/>
              </a:rPr>
              <a:t> </a:t>
            </a:r>
            <a:r>
              <a:rPr lang="en-US" altLang="zh-CN" sz="1567" b="1" dirty="0">
                <a:solidFill>
                  <a:srgbClr val="2A57D4"/>
                </a:solidFill>
                <a:latin typeface="Aptos" pitchFamily="34" charset="0"/>
              </a:rPr>
              <a:t>Jul</a:t>
            </a:r>
            <a:endParaRPr lang="en-US" sz="1567" dirty="0"/>
          </a:p>
        </p:txBody>
      </p:sp>
      <p:sp>
        <p:nvSpPr>
          <p:cNvPr id="31" name="Text 29"/>
          <p:cNvSpPr/>
          <p:nvPr/>
        </p:nvSpPr>
        <p:spPr>
          <a:xfrm>
            <a:off x="5684434" y="6363345"/>
            <a:ext cx="1884759" cy="482498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altLang="zh-CN" sz="1700" b="1" dirty="0" err="1">
                <a:solidFill>
                  <a:srgbClr val="102B1D"/>
                </a:solidFill>
                <a:latin typeface="Aptos" pitchFamily="34" charset="0"/>
              </a:rPr>
              <a:t>ProtoType</a:t>
            </a:r>
            <a:r>
              <a:rPr lang="zh-CN" altLang="en-US" sz="1700" b="1" dirty="0">
                <a:solidFill>
                  <a:srgbClr val="102B1D"/>
                </a:solidFill>
                <a:latin typeface="Aptos" pitchFamily="34" charset="0"/>
              </a:rPr>
              <a:t> </a:t>
            </a:r>
            <a:r>
              <a:rPr lang="en-US" altLang="zh-CN" sz="1700" b="1" dirty="0">
                <a:solidFill>
                  <a:srgbClr val="102B1D"/>
                </a:solidFill>
                <a:latin typeface="Aptos" pitchFamily="34" charset="0"/>
              </a:rPr>
              <a:t>Phase</a:t>
            </a:r>
          </a:p>
        </p:txBody>
      </p:sp>
      <p:sp>
        <p:nvSpPr>
          <p:cNvPr id="32" name="Text 30"/>
          <p:cNvSpPr/>
          <p:nvPr/>
        </p:nvSpPr>
        <p:spPr>
          <a:xfrm>
            <a:off x="4870217" y="6936311"/>
            <a:ext cx="3015615" cy="540398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rmAutofit/>
          </a:bodyPr>
          <a:lstStyle/>
          <a:p>
            <a:r>
              <a:rPr lang="en-US" sz="1451" dirty="0">
                <a:solidFill>
                  <a:srgbClr val="35483C"/>
                </a:solidFill>
                <a:latin typeface="Aptos" pitchFamily="34" charset="0"/>
              </a:rPr>
              <a:t>Validate UX/UI, planned features, and user journeys before building</a:t>
            </a:r>
          </a:p>
        </p:txBody>
      </p:sp>
      <p:sp>
        <p:nvSpPr>
          <p:cNvPr id="33" name="Shape 31"/>
          <p:cNvSpPr/>
          <p:nvPr/>
        </p:nvSpPr>
        <p:spPr>
          <a:xfrm>
            <a:off x="9408719" y="4749990"/>
            <a:ext cx="512655" cy="512655"/>
          </a:xfrm>
          <a:prstGeom prst="ellipse">
            <a:avLst/>
          </a:prstGeom>
          <a:solidFill>
            <a:srgbClr val="0B5D3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4" name="Text 32"/>
          <p:cNvSpPr/>
          <p:nvPr/>
        </p:nvSpPr>
        <p:spPr>
          <a:xfrm>
            <a:off x="9529344" y="4832920"/>
            <a:ext cx="271405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67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67" dirty="0"/>
          </a:p>
        </p:txBody>
      </p:sp>
      <p:sp>
        <p:nvSpPr>
          <p:cNvPr id="35" name="Shape 33"/>
          <p:cNvSpPr/>
          <p:nvPr/>
        </p:nvSpPr>
        <p:spPr>
          <a:xfrm>
            <a:off x="9665046" y="4734912"/>
            <a:ext cx="0" cy="0"/>
          </a:xfrm>
          <a:prstGeom prst="line">
            <a:avLst/>
          </a:prstGeom>
          <a:noFill/>
          <a:ln w="17780">
            <a:solidFill>
              <a:srgbClr val="0B5D33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6" name="Shape 34"/>
          <p:cNvSpPr/>
          <p:nvPr/>
        </p:nvSpPr>
        <p:spPr>
          <a:xfrm>
            <a:off x="8021536" y="2654138"/>
            <a:ext cx="3287020" cy="1884759"/>
          </a:xfrm>
          <a:prstGeom prst="roundRect">
            <a:avLst>
              <a:gd name="adj" fmla="val 7200"/>
            </a:avLst>
          </a:prstGeom>
          <a:solidFill>
            <a:srgbClr val="EAF7EF"/>
          </a:solidFill>
          <a:ln w="16510">
            <a:solidFill>
              <a:srgbClr val="0B5D33"/>
            </a:solidFill>
            <a:prstDash val="solid"/>
          </a:ln>
        </p:spPr>
        <p:txBody>
          <a:bodyPr/>
          <a:lstStyle/>
          <a:p>
            <a:endParaRPr lang="en-CN" sz="4782" dirty="0"/>
          </a:p>
        </p:txBody>
      </p:sp>
      <p:sp>
        <p:nvSpPr>
          <p:cNvPr id="37" name="Shape 35"/>
          <p:cNvSpPr/>
          <p:nvPr/>
        </p:nvSpPr>
        <p:spPr>
          <a:xfrm rot="10800000">
            <a:off x="8267611" y="3098036"/>
            <a:ext cx="188174" cy="260549"/>
          </a:xfrm>
          <a:prstGeom prst="chevron">
            <a:avLst/>
          </a:prstGeom>
          <a:solidFill>
            <a:srgbClr val="FFFFFF">
              <a:alpha val="0"/>
            </a:srgbClr>
          </a:solidFill>
          <a:ln w="19050">
            <a:solidFill>
              <a:srgbClr val="0B5D3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38" name="Shape 36"/>
          <p:cNvSpPr/>
          <p:nvPr/>
        </p:nvSpPr>
        <p:spPr>
          <a:xfrm>
            <a:off x="8672910" y="3098036"/>
            <a:ext cx="188174" cy="260549"/>
          </a:xfrm>
          <a:prstGeom prst="chevron">
            <a:avLst/>
          </a:prstGeom>
          <a:solidFill>
            <a:srgbClr val="FFFFFF">
              <a:alpha val="0"/>
            </a:srgbClr>
          </a:solidFill>
          <a:ln w="19050">
            <a:solidFill>
              <a:srgbClr val="0B5D3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39" name="Shape 37"/>
          <p:cNvSpPr/>
          <p:nvPr/>
        </p:nvSpPr>
        <p:spPr>
          <a:xfrm>
            <a:off x="8506447" y="3416486"/>
            <a:ext cx="130274" cy="0"/>
          </a:xfrm>
          <a:prstGeom prst="line">
            <a:avLst/>
          </a:prstGeom>
          <a:noFill/>
          <a:ln w="19050">
            <a:solidFill>
              <a:srgbClr val="0B5D3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40" name="Text 38"/>
          <p:cNvSpPr/>
          <p:nvPr/>
        </p:nvSpPr>
        <p:spPr>
          <a:xfrm>
            <a:off x="9107157" y="2850153"/>
            <a:ext cx="1809369" cy="271405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endParaRPr lang="en-US" sz="1567" dirty="0"/>
          </a:p>
        </p:txBody>
      </p:sp>
      <p:sp>
        <p:nvSpPr>
          <p:cNvPr id="41" name="Text 39"/>
          <p:cNvSpPr/>
          <p:nvPr/>
        </p:nvSpPr>
        <p:spPr>
          <a:xfrm>
            <a:off x="9107157" y="3196949"/>
            <a:ext cx="1884759" cy="482498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sz="1700" b="1" dirty="0">
                <a:solidFill>
                  <a:srgbClr val="102B1D"/>
                </a:solidFill>
                <a:latin typeface="Aptos" pitchFamily="34" charset="0"/>
              </a:rPr>
              <a:t>Alpha</a:t>
            </a:r>
            <a:r>
              <a:rPr lang="zh-CN" altLang="en-US" sz="1700" b="1" dirty="0">
                <a:solidFill>
                  <a:srgbClr val="102B1D"/>
                </a:solidFill>
                <a:latin typeface="Aptos" pitchFamily="34" charset="0"/>
              </a:rPr>
              <a:t> </a:t>
            </a:r>
            <a:r>
              <a:rPr lang="en-US" altLang="zh-CN" sz="1700" b="1" dirty="0">
                <a:solidFill>
                  <a:srgbClr val="102B1D"/>
                </a:solidFill>
                <a:latin typeface="Aptos" pitchFamily="34" charset="0"/>
              </a:rPr>
              <a:t>Phase</a:t>
            </a:r>
            <a:endParaRPr lang="en-US" sz="1700" b="1" dirty="0">
              <a:solidFill>
                <a:srgbClr val="102B1D"/>
              </a:solidFill>
              <a:latin typeface="Aptos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92941" y="3769916"/>
            <a:ext cx="2804522" cy="633279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rmAutofit fontScale="92500" lnSpcReduction="10000"/>
          </a:bodyPr>
          <a:lstStyle/>
          <a:p>
            <a:r>
              <a:rPr lang="en-US" sz="1600" dirty="0"/>
              <a:t>Prove the technical approach works end-to-end with core features only (no integrations)</a:t>
            </a:r>
          </a:p>
          <a:p>
            <a:endParaRPr lang="en-US" sz="1451" dirty="0"/>
          </a:p>
        </p:txBody>
      </p:sp>
      <p:sp>
        <p:nvSpPr>
          <p:cNvPr id="43" name="Shape 41"/>
          <p:cNvSpPr/>
          <p:nvPr/>
        </p:nvSpPr>
        <p:spPr>
          <a:xfrm>
            <a:off x="12831442" y="4749990"/>
            <a:ext cx="512655" cy="512655"/>
          </a:xfrm>
          <a:prstGeom prst="ellipse">
            <a:avLst/>
          </a:prstGeom>
          <a:solidFill>
            <a:srgbClr val="F47A25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44" name="Text 42"/>
          <p:cNvSpPr/>
          <p:nvPr/>
        </p:nvSpPr>
        <p:spPr>
          <a:xfrm>
            <a:off x="12952067" y="4832920"/>
            <a:ext cx="271405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67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67" dirty="0"/>
          </a:p>
        </p:txBody>
      </p:sp>
      <p:sp>
        <p:nvSpPr>
          <p:cNvPr id="45" name="Shape 43"/>
          <p:cNvSpPr/>
          <p:nvPr/>
        </p:nvSpPr>
        <p:spPr>
          <a:xfrm>
            <a:off x="13087769" y="5277723"/>
            <a:ext cx="0" cy="542811"/>
          </a:xfrm>
          <a:prstGeom prst="line">
            <a:avLst/>
          </a:prstGeom>
          <a:noFill/>
          <a:ln w="17780">
            <a:solidFill>
              <a:srgbClr val="F47A25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46" name="Shape 44"/>
          <p:cNvSpPr/>
          <p:nvPr/>
        </p:nvSpPr>
        <p:spPr>
          <a:xfrm>
            <a:off x="11444259" y="5820534"/>
            <a:ext cx="3287020" cy="1884759"/>
          </a:xfrm>
          <a:prstGeom prst="roundRect">
            <a:avLst>
              <a:gd name="adj" fmla="val 7200"/>
            </a:avLst>
          </a:prstGeom>
          <a:solidFill>
            <a:srgbClr val="FFF5EC"/>
          </a:solidFill>
          <a:ln w="16510">
            <a:solidFill>
              <a:srgbClr val="F47A25"/>
            </a:solidFill>
            <a:prstDash val="solid"/>
          </a:ln>
        </p:spPr>
        <p:txBody>
          <a:bodyPr/>
          <a:lstStyle/>
          <a:p>
            <a:endParaRPr lang="en-CN" sz="4782" dirty="0"/>
          </a:p>
        </p:txBody>
      </p:sp>
      <p:sp>
        <p:nvSpPr>
          <p:cNvPr id="47" name="Shape 45"/>
          <p:cNvSpPr/>
          <p:nvPr/>
        </p:nvSpPr>
        <p:spPr>
          <a:xfrm>
            <a:off x="11755470" y="6170345"/>
            <a:ext cx="463199" cy="506623"/>
          </a:xfrm>
          <a:prstGeom prst="hexagon">
            <a:avLst/>
          </a:prstGeom>
          <a:solidFill>
            <a:srgbClr val="FFFFFF">
              <a:alpha val="0"/>
            </a:srgbClr>
          </a:solidFill>
          <a:ln w="19050">
            <a:solidFill>
              <a:srgbClr val="F47A2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48" name="Shape 46"/>
          <p:cNvSpPr/>
          <p:nvPr/>
        </p:nvSpPr>
        <p:spPr>
          <a:xfrm>
            <a:off x="11871271" y="6445369"/>
            <a:ext cx="86849" cy="94088"/>
          </a:xfrm>
          <a:prstGeom prst="line">
            <a:avLst/>
          </a:prstGeom>
          <a:noFill/>
          <a:ln w="19050">
            <a:solidFill>
              <a:srgbClr val="F47A2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49" name="Shape 47"/>
          <p:cNvSpPr/>
          <p:nvPr/>
        </p:nvSpPr>
        <p:spPr>
          <a:xfrm>
            <a:off x="11958121" y="6539457"/>
            <a:ext cx="173700" cy="0"/>
          </a:xfrm>
          <a:prstGeom prst="line">
            <a:avLst/>
          </a:prstGeom>
          <a:noFill/>
          <a:ln w="19050">
            <a:solidFill>
              <a:srgbClr val="F47A2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50" name="Text 48"/>
          <p:cNvSpPr/>
          <p:nvPr/>
        </p:nvSpPr>
        <p:spPr>
          <a:xfrm>
            <a:off x="12529880" y="6016549"/>
            <a:ext cx="1809369" cy="271405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altLang="zh-CN" sz="1567" b="1" dirty="0">
                <a:solidFill>
                  <a:srgbClr val="F47A25"/>
                </a:solidFill>
                <a:latin typeface="Aptos" pitchFamily="34" charset="0"/>
              </a:rPr>
              <a:t>30</a:t>
            </a:r>
            <a:r>
              <a:rPr lang="en-US" altLang="zh-CN" sz="1567" b="1" baseline="30000" dirty="0">
                <a:solidFill>
                  <a:srgbClr val="F47A25"/>
                </a:solidFill>
                <a:latin typeface="Aptos" pitchFamily="34" charset="0"/>
              </a:rPr>
              <a:t>st</a:t>
            </a:r>
            <a:r>
              <a:rPr lang="zh-CN" altLang="en-US" sz="1567" b="1" dirty="0">
                <a:solidFill>
                  <a:srgbClr val="F47A25"/>
                </a:solidFill>
                <a:latin typeface="Aptos" pitchFamily="34" charset="0"/>
              </a:rPr>
              <a:t> </a:t>
            </a:r>
            <a:r>
              <a:rPr lang="en-US" altLang="zh-CN" sz="1567" b="1" dirty="0">
                <a:solidFill>
                  <a:srgbClr val="F47A25"/>
                </a:solidFill>
                <a:latin typeface="Aptos" pitchFamily="34" charset="0"/>
              </a:rPr>
              <a:t>Sep</a:t>
            </a:r>
            <a:endParaRPr lang="en-US" sz="1567" dirty="0"/>
          </a:p>
        </p:txBody>
      </p:sp>
      <p:sp>
        <p:nvSpPr>
          <p:cNvPr id="51" name="Text 49"/>
          <p:cNvSpPr/>
          <p:nvPr/>
        </p:nvSpPr>
        <p:spPr>
          <a:xfrm>
            <a:off x="12529881" y="6363345"/>
            <a:ext cx="1884759" cy="482498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sz="1700" b="1" dirty="0">
                <a:solidFill>
                  <a:srgbClr val="102B1D"/>
                </a:solidFill>
                <a:latin typeface="Aptos" pitchFamily="34" charset="0"/>
              </a:rPr>
              <a:t>Beta</a:t>
            </a:r>
            <a:r>
              <a:rPr lang="zh-CN" altLang="en-US" sz="1700" b="1" dirty="0">
                <a:solidFill>
                  <a:srgbClr val="102B1D"/>
                </a:solidFill>
                <a:latin typeface="Aptos" pitchFamily="34" charset="0"/>
              </a:rPr>
              <a:t> </a:t>
            </a:r>
            <a:r>
              <a:rPr lang="en-US" altLang="zh-CN" sz="1700" b="1" dirty="0">
                <a:solidFill>
                  <a:srgbClr val="102B1D"/>
                </a:solidFill>
                <a:latin typeface="Aptos" pitchFamily="34" charset="0"/>
              </a:rPr>
              <a:t>Phase</a:t>
            </a:r>
            <a:endParaRPr lang="en-US" sz="1700" b="1" dirty="0">
              <a:solidFill>
                <a:srgbClr val="102B1D"/>
              </a:solidFill>
              <a:latin typeface="Aptos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715664" y="6936311"/>
            <a:ext cx="2804522" cy="633279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rmAutofit fontScale="92500" lnSpcReduction="10000"/>
          </a:bodyPr>
          <a:lstStyle/>
          <a:p>
            <a:r>
              <a:rPr lang="en-US" sz="1600" dirty="0"/>
              <a:t>Validate solution with live integrations including all agreed features</a:t>
            </a:r>
          </a:p>
        </p:txBody>
      </p:sp>
      <p:sp>
        <p:nvSpPr>
          <p:cNvPr id="53" name="Shape 51"/>
          <p:cNvSpPr/>
          <p:nvPr/>
        </p:nvSpPr>
        <p:spPr>
          <a:xfrm>
            <a:off x="16254165" y="4749990"/>
            <a:ext cx="512655" cy="512655"/>
          </a:xfrm>
          <a:prstGeom prst="ellipse">
            <a:avLst/>
          </a:prstGeom>
          <a:solidFill>
            <a:srgbClr val="7A51D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54" name="Text 52"/>
          <p:cNvSpPr/>
          <p:nvPr/>
        </p:nvSpPr>
        <p:spPr>
          <a:xfrm>
            <a:off x="16374790" y="4832920"/>
            <a:ext cx="271405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67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67" dirty="0"/>
          </a:p>
        </p:txBody>
      </p:sp>
      <p:sp>
        <p:nvSpPr>
          <p:cNvPr id="55" name="Shape 53"/>
          <p:cNvSpPr/>
          <p:nvPr/>
        </p:nvSpPr>
        <p:spPr>
          <a:xfrm>
            <a:off x="16510492" y="4734912"/>
            <a:ext cx="0" cy="0"/>
          </a:xfrm>
          <a:prstGeom prst="line">
            <a:avLst/>
          </a:prstGeom>
          <a:noFill/>
          <a:ln w="17780">
            <a:solidFill>
              <a:srgbClr val="7A51D0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56" name="Shape 54"/>
          <p:cNvSpPr/>
          <p:nvPr/>
        </p:nvSpPr>
        <p:spPr>
          <a:xfrm>
            <a:off x="14866982" y="2654138"/>
            <a:ext cx="3287020" cy="1884759"/>
          </a:xfrm>
          <a:prstGeom prst="roundRect">
            <a:avLst>
              <a:gd name="adj" fmla="val 7200"/>
            </a:avLst>
          </a:prstGeom>
          <a:solidFill>
            <a:srgbClr val="F7F3FF"/>
          </a:solidFill>
          <a:ln w="16510">
            <a:solidFill>
              <a:srgbClr val="7A51D0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57" name="Shape 55"/>
          <p:cNvSpPr/>
          <p:nvPr/>
        </p:nvSpPr>
        <p:spPr>
          <a:xfrm>
            <a:off x="15279518" y="3025661"/>
            <a:ext cx="260549" cy="398062"/>
          </a:xfrm>
          <a:prstGeom prst="triangle">
            <a:avLst/>
          </a:prstGeom>
          <a:solidFill>
            <a:srgbClr val="FFFFFF">
              <a:alpha val="0"/>
            </a:srgbClr>
          </a:solidFill>
          <a:ln w="19050">
            <a:solidFill>
              <a:srgbClr val="7A51D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N" sz="4782"/>
          </a:p>
        </p:txBody>
      </p:sp>
      <p:sp>
        <p:nvSpPr>
          <p:cNvPr id="58" name="Text 56"/>
          <p:cNvSpPr/>
          <p:nvPr/>
        </p:nvSpPr>
        <p:spPr>
          <a:xfrm>
            <a:off x="15952603" y="2850153"/>
            <a:ext cx="1809369" cy="271405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altLang="zh-CN" sz="1567" b="1" dirty="0">
                <a:solidFill>
                  <a:srgbClr val="7A51D0"/>
                </a:solidFill>
                <a:latin typeface="Aptos" pitchFamily="34" charset="0"/>
              </a:rPr>
              <a:t>31</a:t>
            </a:r>
            <a:r>
              <a:rPr lang="en-US" altLang="zh-CN" sz="1567" b="1" baseline="30000" dirty="0">
                <a:solidFill>
                  <a:srgbClr val="7A51D0"/>
                </a:solidFill>
                <a:latin typeface="Aptos" pitchFamily="34" charset="0"/>
              </a:rPr>
              <a:t>st</a:t>
            </a:r>
            <a:r>
              <a:rPr lang="zh-CN" altLang="en-US" sz="1567" b="1" dirty="0">
                <a:solidFill>
                  <a:srgbClr val="7A51D0"/>
                </a:solidFill>
                <a:latin typeface="Aptos" pitchFamily="34" charset="0"/>
              </a:rPr>
              <a:t>  </a:t>
            </a:r>
            <a:r>
              <a:rPr lang="en-US" altLang="zh-CN" sz="1567" b="1" dirty="0">
                <a:solidFill>
                  <a:srgbClr val="7A51D0"/>
                </a:solidFill>
                <a:latin typeface="Aptos" pitchFamily="34" charset="0"/>
              </a:rPr>
              <a:t>Oct</a:t>
            </a:r>
            <a:endParaRPr lang="en-US" sz="1567" dirty="0"/>
          </a:p>
        </p:txBody>
      </p:sp>
      <p:sp>
        <p:nvSpPr>
          <p:cNvPr id="59" name="Text 57"/>
          <p:cNvSpPr/>
          <p:nvPr/>
        </p:nvSpPr>
        <p:spPr>
          <a:xfrm>
            <a:off x="15952604" y="3196949"/>
            <a:ext cx="1884759" cy="482498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 fontScale="92500" lnSpcReduction="10000"/>
          </a:bodyPr>
          <a:lstStyle/>
          <a:p>
            <a:pPr>
              <a:buClr>
                <a:srgbClr val="006C67"/>
              </a:buClr>
            </a:pPr>
            <a:r>
              <a:rPr lang="en-US" sz="1700" b="1" dirty="0">
                <a:solidFill>
                  <a:srgbClr val="102B1D"/>
                </a:solidFill>
                <a:latin typeface="Aptos" pitchFamily="34" charset="0"/>
              </a:rPr>
              <a:t>Releases and stabilization</a:t>
            </a:r>
          </a:p>
        </p:txBody>
      </p:sp>
      <p:sp>
        <p:nvSpPr>
          <p:cNvPr id="60" name="Text 58"/>
          <p:cNvSpPr/>
          <p:nvPr/>
        </p:nvSpPr>
        <p:spPr>
          <a:xfrm>
            <a:off x="15138387" y="3769916"/>
            <a:ext cx="2804522" cy="633279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rmAutofit fontScale="92500" lnSpcReduction="10000"/>
          </a:bodyPr>
          <a:lstStyle/>
          <a:p>
            <a:r>
              <a:rPr lang="en-US" sz="1600" dirty="0"/>
              <a:t>Implement features and model improvements while stabilizing product </a:t>
            </a:r>
          </a:p>
        </p:txBody>
      </p:sp>
      <p:sp>
        <p:nvSpPr>
          <p:cNvPr id="61" name="Shape 59"/>
          <p:cNvSpPr/>
          <p:nvPr/>
        </p:nvSpPr>
        <p:spPr>
          <a:xfrm>
            <a:off x="3829831" y="4765069"/>
            <a:ext cx="482498" cy="482498"/>
          </a:xfrm>
          <a:prstGeom prst="diamond">
            <a:avLst/>
          </a:prstGeom>
          <a:solidFill>
            <a:srgbClr val="FFF8F1"/>
          </a:solidFill>
          <a:ln w="13970">
            <a:solidFill>
              <a:srgbClr val="F47A25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62" name="Shape 60"/>
          <p:cNvSpPr/>
          <p:nvPr/>
        </p:nvSpPr>
        <p:spPr>
          <a:xfrm>
            <a:off x="11700586" y="4765069"/>
            <a:ext cx="482498" cy="482498"/>
          </a:xfrm>
          <a:prstGeom prst="diamond">
            <a:avLst/>
          </a:prstGeom>
          <a:solidFill>
            <a:srgbClr val="FFF8F1"/>
          </a:solidFill>
          <a:ln w="13970">
            <a:solidFill>
              <a:srgbClr val="F47A25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63" name="Shape 61"/>
          <p:cNvSpPr/>
          <p:nvPr/>
        </p:nvSpPr>
        <p:spPr>
          <a:xfrm>
            <a:off x="14324171" y="4765069"/>
            <a:ext cx="482498" cy="482498"/>
          </a:xfrm>
          <a:prstGeom prst="diamond">
            <a:avLst/>
          </a:prstGeom>
          <a:solidFill>
            <a:srgbClr val="FFF8F1"/>
          </a:solidFill>
          <a:ln w="13970">
            <a:solidFill>
              <a:srgbClr val="F47A25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64" name="Shape 62"/>
          <p:cNvSpPr/>
          <p:nvPr/>
        </p:nvSpPr>
        <p:spPr>
          <a:xfrm>
            <a:off x="1085621" y="9620209"/>
            <a:ext cx="17912753" cy="829294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E9DD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65" name="Text 63"/>
          <p:cNvSpPr/>
          <p:nvPr/>
        </p:nvSpPr>
        <p:spPr>
          <a:xfrm>
            <a:off x="1417339" y="9846380"/>
            <a:ext cx="1658588" cy="2412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1731" b="1" dirty="0">
                <a:solidFill>
                  <a:srgbClr val="0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dependencies</a:t>
            </a:r>
            <a:endParaRPr lang="en-US" sz="1731" dirty="0"/>
          </a:p>
        </p:txBody>
      </p:sp>
      <p:sp>
        <p:nvSpPr>
          <p:cNvPr id="66" name="Text 64"/>
          <p:cNvSpPr/>
          <p:nvPr/>
        </p:nvSpPr>
        <p:spPr>
          <a:xfrm>
            <a:off x="3844909" y="9831302"/>
            <a:ext cx="14444796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82" dirty="0">
                <a:solidFill>
                  <a:srgbClr val="405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owner availability  |  Data access approval  |  Integration API readiness  |  UAT user participation  |  Launch governance sign-off</a:t>
            </a:r>
            <a:endParaRPr lang="en-US" sz="1682" dirty="0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A63FA4CE-A082-BD96-464E-9BA831A2A166}"/>
              </a:ext>
            </a:extLst>
          </p:cNvPr>
          <p:cNvSpPr/>
          <p:nvPr/>
        </p:nvSpPr>
        <p:spPr>
          <a:xfrm>
            <a:off x="9031766" y="2813951"/>
            <a:ext cx="1809369" cy="271405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altLang="zh-CN" sz="1567" b="1" dirty="0">
                <a:solidFill>
                  <a:srgbClr val="2A57D4"/>
                </a:solidFill>
                <a:latin typeface="Aptos" pitchFamily="34" charset="0"/>
              </a:rPr>
              <a:t>10</a:t>
            </a:r>
            <a:r>
              <a:rPr lang="en-US" altLang="zh-CN" sz="1567" b="1" baseline="30000" dirty="0">
                <a:solidFill>
                  <a:srgbClr val="2A57D4"/>
                </a:solidFill>
                <a:latin typeface="Aptos" pitchFamily="34" charset="0"/>
              </a:rPr>
              <a:t>th</a:t>
            </a:r>
            <a:r>
              <a:rPr lang="zh-CN" altLang="en-US" sz="1567" b="1" dirty="0">
                <a:solidFill>
                  <a:srgbClr val="2A57D4"/>
                </a:solidFill>
                <a:latin typeface="Aptos" pitchFamily="34" charset="0"/>
              </a:rPr>
              <a:t>  </a:t>
            </a:r>
            <a:r>
              <a:rPr lang="en-US" altLang="zh-CN" sz="1567" b="1" dirty="0">
                <a:solidFill>
                  <a:srgbClr val="2A57D4"/>
                </a:solidFill>
                <a:latin typeface="Aptos" pitchFamily="34" charset="0"/>
              </a:rPr>
              <a:t>Aug</a:t>
            </a:r>
            <a:endParaRPr lang="en-US" sz="15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CBD0B-FA40-5C73-CC10-B11113898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68CB1CD7-11C0-A542-20F5-A726EC0FBA6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81950" y="643780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Data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&amp;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System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Dependency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Map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FC4065D9-02FA-C6DB-9550-66AF5A7B1F3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81950" y="574992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End-to-End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Overview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A36660-462B-4269-D7F8-B71C53EECA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262876" y="5056481"/>
            <a:ext cx="543022" cy="543022"/>
          </a:xfrm>
          <a:prstGeom prst="ellipse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57372-8243-3005-3D42-B7E9C8C2B951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262876" y="5056484"/>
            <a:ext cx="543022" cy="543022"/>
          </a:xfrm>
          <a:prstGeom prst="rect">
            <a:avLst/>
          </a:prstGeom>
        </p:spPr>
      </p:pic>
      <p:sp>
        <p:nvSpPr>
          <p:cNvPr id="5" name="Rectangle 4">
            <a:hlinkClick r:id="rId16" action="ppaction://hlinksldjump"/>
            <a:extLst>
              <a:ext uri="{FF2B5EF4-FFF2-40B4-BE49-F238E27FC236}">
                <a16:creationId xmlns:a16="http://schemas.microsoft.com/office/drawing/2014/main" id="{BFF3B38A-702B-FF67-434B-64996EE3EC3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981950" y="506204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User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Journey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hlinkClick r:id="rId17" action="ppaction://hlinksldjump"/>
            <a:extLst>
              <a:ext uri="{FF2B5EF4-FFF2-40B4-BE49-F238E27FC236}">
                <a16:creationId xmlns:a16="http://schemas.microsoft.com/office/drawing/2014/main" id="{AE59186E-ECC8-D2B1-9184-C915EDD7ACB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981950" y="437416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Solution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185A0A-4BF0-97B5-D992-FDF4C4E1B8E4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Agenda for today's meeting</a:t>
            </a:r>
          </a:p>
        </p:txBody>
      </p:sp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286E0C51-00BE-9729-0E5F-B58ED2E7EFD5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TCLayout.ActiveDocument.1">
                  <p:embed/>
                </p:oleObj>
              </mc:Choice>
              <mc:Fallback>
                <p:oleObj name="think-cell Slide" r:id="rId18" imgW="0" imgH="0" progId="TCLayout.ActiveDocument.1">
                  <p:embed/>
                  <p:pic>
                    <p:nvPicPr>
                      <p:cNvPr id="41" name="think-cell data - do not delete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hlinkClick r:id="" action="ppaction://noaction"/>
            <a:extLst>
              <a:ext uri="{FF2B5EF4-FFF2-40B4-BE49-F238E27FC236}">
                <a16:creationId xmlns:a16="http://schemas.microsoft.com/office/drawing/2014/main" id="{7C1D6063-164E-21A9-35A8-377C0B244F4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003724" y="7199807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Multi-Dimension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Analysis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57AF7322-DE19-EF5E-E08C-1F2EAFEABB5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981949" y="7961809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Demo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1B23263C-05F5-D341-9B75-7DCD9CC5011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003724" y="8723811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QA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589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A06B8-4008-8A21-F155-475F7215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04C8F1-35E5-8AA4-0180-866034A90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" y="0"/>
            <a:ext cx="20094829" cy="113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781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4CA1-D087-806A-6693-51B5F21D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03AC50EE-F8EF-112E-ECD1-53ECA9E3AAD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81950" y="643780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Data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&amp;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System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Dependency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Map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4CEE3AA1-1E69-3123-5173-866AC821D26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81950" y="574992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End-to-End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Process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Overview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B31083-8DDC-5AE5-E2CF-024A12387D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262876" y="5753163"/>
            <a:ext cx="543022" cy="543022"/>
          </a:xfrm>
          <a:prstGeom prst="ellipse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4C0970-1097-C1AF-95DD-95842BD14E1E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262876" y="5774933"/>
            <a:ext cx="543022" cy="543022"/>
          </a:xfrm>
          <a:prstGeom prst="rect">
            <a:avLst/>
          </a:prstGeom>
        </p:spPr>
      </p:pic>
      <p:sp>
        <p:nvSpPr>
          <p:cNvPr id="5" name="Rectangle 4">
            <a:hlinkClick r:id="rId16" action="ppaction://hlinksldjump"/>
            <a:extLst>
              <a:ext uri="{FF2B5EF4-FFF2-40B4-BE49-F238E27FC236}">
                <a16:creationId xmlns:a16="http://schemas.microsoft.com/office/drawing/2014/main" id="{99033838-3C96-86D9-AC8E-9A945E084B9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981950" y="506204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User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Journey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hlinkClick r:id="rId17" action="ppaction://hlinksldjump"/>
            <a:extLst>
              <a:ext uri="{FF2B5EF4-FFF2-40B4-BE49-F238E27FC236}">
                <a16:creationId xmlns:a16="http://schemas.microsoft.com/office/drawing/2014/main" id="{51E3BB94-5263-40FD-0A02-D473A25C6E4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981950" y="437416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Solution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1EDE09-16B9-04C2-AD74-9D15F5FB50E8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Agenda for today's meeting</a:t>
            </a:r>
          </a:p>
        </p:txBody>
      </p:sp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319CC892-9363-841B-A365-D5D3A5C425C0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TCLayout.ActiveDocument.1">
                  <p:embed/>
                </p:oleObj>
              </mc:Choice>
              <mc:Fallback>
                <p:oleObj name="think-cell Slide" r:id="rId18" imgW="0" imgH="0" progId="TCLayout.ActiveDocument.1">
                  <p:embed/>
                  <p:pic>
                    <p:nvPicPr>
                      <p:cNvPr id="41" name="think-cell data - do not delete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hlinkClick r:id="" action="ppaction://noaction"/>
            <a:extLst>
              <a:ext uri="{FF2B5EF4-FFF2-40B4-BE49-F238E27FC236}">
                <a16:creationId xmlns:a16="http://schemas.microsoft.com/office/drawing/2014/main" id="{7460412A-4103-7016-9DBC-26BBFD28891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003724" y="7199807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Multi-Dimension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Analysis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3E437EC0-6A01-4047-97AE-7D7D2BA6736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981949" y="7961809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Demo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CCEEC847-527F-F649-0887-2653C46250A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003724" y="8723811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QA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520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4D672B8D-F6F6-527A-8BE4-8340A3571E0D}"/>
              </a:ext>
            </a:extLst>
          </p:cNvPr>
          <p:cNvSpPr txBox="1">
            <a:spLocks/>
          </p:cNvSpPr>
          <p:nvPr/>
        </p:nvSpPr>
        <p:spPr>
          <a:xfrm>
            <a:off x="405467" y="346545"/>
            <a:ext cx="17195511" cy="646203"/>
          </a:xfrm>
          <a:prstGeom prst="rect">
            <a:avLst/>
          </a:prstGeom>
        </p:spPr>
        <p:txBody>
          <a:bodyPr vert="horz"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+mj-lt"/>
                <a:ea typeface="+mj-ea"/>
                <a:cs typeface="+mj-cs"/>
                <a:sym typeface="Trebuchet MS" panose="020B0703020202090204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Basis Grotesque Arabic Pro"/>
                <a:sym typeface="Trebuchet MS" panose="020B0703020202090204" pitchFamily="34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Basis Grotesque Arabic Pro"/>
                <a:sym typeface="Trebuchet MS" panose="020B0703020202090204" pitchFamily="34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Basis Grotesque Arabic Pro"/>
                <a:sym typeface="Trebuchet MS" panose="020B0703020202090204" pitchFamily="34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Basis Grotesque Arabic Pro"/>
                <a:sym typeface="Trebuchet MS" panose="020B0703020202090204" pitchFamily="34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Basis Grotesque Arabic Pro"/>
                <a:sym typeface="Trebuchet MS" panose="020B0703020202090204" pitchFamily="34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Basis Grotesque Arabic Pro"/>
                <a:sym typeface="Trebuchet MS" panose="020B0703020202090204" pitchFamily="34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Basis Grotesque Arabic Pro"/>
                <a:sym typeface="Trebuchet MS" panose="020B0703020202090204" pitchFamily="34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004331"/>
                </a:solidFill>
                <a:latin typeface="Basis Grotesque Arabic Pro"/>
                <a:sym typeface="Trebuchet MS" panose="020B0703020202090204" pitchFamily="34" charset="0"/>
              </a:defRPr>
            </a:lvl9pPr>
          </a:lstStyle>
          <a:p>
            <a:r>
              <a:rPr lang="en-US" kern="0" dirty="0">
                <a:solidFill>
                  <a:srgbClr val="5FC48C"/>
                </a:solidFill>
              </a:rPr>
              <a:t>Policy</a:t>
            </a:r>
            <a:r>
              <a:rPr lang="zh-CN" altLang="en-US" kern="0" dirty="0">
                <a:solidFill>
                  <a:srgbClr val="5FC48C"/>
                </a:solidFill>
              </a:rPr>
              <a:t> </a:t>
            </a:r>
            <a:r>
              <a:rPr lang="en-US" altLang="zh-CN" kern="0" dirty="0">
                <a:solidFill>
                  <a:srgbClr val="5FC48C"/>
                </a:solidFill>
              </a:rPr>
              <a:t>AI</a:t>
            </a:r>
            <a:r>
              <a:rPr lang="zh-CN" altLang="en-US" kern="0" dirty="0">
                <a:solidFill>
                  <a:srgbClr val="5FC48C"/>
                </a:solidFill>
              </a:rPr>
              <a:t> </a:t>
            </a:r>
            <a:r>
              <a:rPr lang="en-US" altLang="zh-CN" kern="0" dirty="0">
                <a:solidFill>
                  <a:srgbClr val="5FC48C"/>
                </a:solidFill>
              </a:rPr>
              <a:t>Lab</a:t>
            </a:r>
            <a:r>
              <a:rPr lang="zh-CN" altLang="en-US" kern="0" dirty="0">
                <a:solidFill>
                  <a:srgbClr val="5FC48C"/>
                </a:solidFill>
              </a:rPr>
              <a:t> </a:t>
            </a:r>
            <a:r>
              <a:rPr lang="en-US" altLang="zh-CN" kern="0" dirty="0">
                <a:solidFill>
                  <a:schemeClr val="tx2"/>
                </a:solidFill>
              </a:rPr>
              <a:t>|</a:t>
            </a:r>
            <a:r>
              <a:rPr lang="zh-CN" altLang="en-US" kern="0" dirty="0">
                <a:solidFill>
                  <a:schemeClr val="tx2"/>
                </a:solidFill>
              </a:rPr>
              <a:t> </a:t>
            </a:r>
            <a:r>
              <a:rPr lang="en-US" altLang="zh-CN" kern="0" dirty="0">
                <a:solidFill>
                  <a:schemeClr val="tx2"/>
                </a:solidFill>
              </a:rPr>
              <a:t>Use</a:t>
            </a:r>
            <a:r>
              <a:rPr lang="zh-CN" altLang="en-US" kern="0" dirty="0">
                <a:solidFill>
                  <a:schemeClr val="tx2"/>
                </a:solidFill>
              </a:rPr>
              <a:t> </a:t>
            </a:r>
            <a:r>
              <a:rPr lang="en-US" altLang="zh-CN" kern="0" dirty="0">
                <a:solidFill>
                  <a:schemeClr val="tx2"/>
                </a:solidFill>
              </a:rPr>
              <a:t>Case</a:t>
            </a:r>
            <a:r>
              <a:rPr lang="zh-CN" altLang="en-US" kern="0" dirty="0">
                <a:solidFill>
                  <a:schemeClr val="tx2"/>
                </a:solidFill>
              </a:rPr>
              <a:t> </a:t>
            </a:r>
            <a:r>
              <a:rPr lang="en-US" altLang="zh-CN" kern="0" dirty="0">
                <a:solidFill>
                  <a:schemeClr val="tx2"/>
                </a:solidFill>
              </a:rPr>
              <a:t>Relationship</a:t>
            </a:r>
            <a:r>
              <a:rPr lang="zh-CN" altLang="en-US" kern="0" dirty="0">
                <a:solidFill>
                  <a:schemeClr val="tx2"/>
                </a:solidFill>
              </a:rPr>
              <a:t> </a:t>
            </a:r>
            <a:r>
              <a:rPr lang="en-US" altLang="zh-CN" kern="0" dirty="0">
                <a:solidFill>
                  <a:schemeClr val="tx2"/>
                </a:solidFill>
              </a:rPr>
              <a:t>Map</a:t>
            </a:r>
            <a:r>
              <a:rPr lang="zh-CN" altLang="en-US" kern="0" dirty="0">
                <a:solidFill>
                  <a:schemeClr val="tx2"/>
                </a:solidFill>
              </a:rPr>
              <a:t> </a:t>
            </a:r>
            <a:endParaRPr kumimoji="1" lang="zh-CN" altLang="en-US" kern="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BFAE6-86E5-61A3-0798-8D63AE5CA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0116209" cy="113093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7453F-23C0-2C47-CC4F-5041F883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759B1975-6870-9C2F-56F2-185F28F8F2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81950" y="643780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N" sz="3200" dirty="0">
                <a:solidFill>
                  <a:schemeClr val="tx1"/>
                </a:solidFill>
              </a:rPr>
              <a:t>Data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&amp;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System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Dependency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Map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CC449F85-8B7B-ECA9-2B9C-049A4D74B7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81950" y="574992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End-to-End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Overview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02E7BA-588C-ABCA-A034-1771A992C87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262876" y="6428080"/>
            <a:ext cx="543022" cy="543022"/>
          </a:xfrm>
          <a:prstGeom prst="ellipse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221B6-C714-29CA-345C-7F13BD9F7C1F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262876" y="6449850"/>
            <a:ext cx="543022" cy="543022"/>
          </a:xfrm>
          <a:prstGeom prst="rect">
            <a:avLst/>
          </a:prstGeom>
        </p:spPr>
      </p:pic>
      <p:sp>
        <p:nvSpPr>
          <p:cNvPr id="5" name="Rectangle 4">
            <a:hlinkClick r:id="rId16" action="ppaction://hlinksldjump"/>
            <a:extLst>
              <a:ext uri="{FF2B5EF4-FFF2-40B4-BE49-F238E27FC236}">
                <a16:creationId xmlns:a16="http://schemas.microsoft.com/office/drawing/2014/main" id="{D0B5AC8E-5715-D400-79F1-3DF3AC2E6EC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981950" y="506204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User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Journey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hlinkClick r:id="rId17" action="ppaction://hlinksldjump"/>
            <a:extLst>
              <a:ext uri="{FF2B5EF4-FFF2-40B4-BE49-F238E27FC236}">
                <a16:creationId xmlns:a16="http://schemas.microsoft.com/office/drawing/2014/main" id="{CADC3363-B9F8-0959-D84F-7241CDC44C1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981950" y="437416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Solution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3BF7BA-F898-C9FB-DD08-10872575AD95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Agenda for today's meeting</a:t>
            </a:r>
          </a:p>
        </p:txBody>
      </p:sp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8AF1FD5F-D233-3D24-75E4-5E4A8CE66962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TCLayout.ActiveDocument.1">
                  <p:embed/>
                </p:oleObj>
              </mc:Choice>
              <mc:Fallback>
                <p:oleObj name="think-cell Slide" r:id="rId18" imgW="0" imgH="0" progId="TCLayout.ActiveDocument.1">
                  <p:embed/>
                  <p:pic>
                    <p:nvPicPr>
                      <p:cNvPr id="41" name="think-cell data - do not delete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hlinkClick r:id="" action="ppaction://noaction"/>
            <a:extLst>
              <a:ext uri="{FF2B5EF4-FFF2-40B4-BE49-F238E27FC236}">
                <a16:creationId xmlns:a16="http://schemas.microsoft.com/office/drawing/2014/main" id="{A47E36FB-546E-E6C0-7CEB-CAB82A567D5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003724" y="7199807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Multi-Dimension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Analysis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E7102CA7-86D3-373B-52FB-DCDBDCCF9D2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981949" y="7961809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Demo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51EC13CB-1543-D080-9EB7-9BD39892D27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003724" y="8723811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QA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881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D217ED84-1D0C-4623-1752-93756B371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245757" cy="113093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A2957-E0A1-3FE0-295D-3728D8D3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0836EF63-FEA5-62D5-7309-4D305B33FC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81950" y="643780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Data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&amp;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System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Dependency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Map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8C862371-727F-0500-ADD9-A05DF5586B7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81950" y="574992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End-to-End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Overview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10E5FD-89DD-1037-E7A1-894FDF0969D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262876" y="7168311"/>
            <a:ext cx="543022" cy="543022"/>
          </a:xfrm>
          <a:prstGeom prst="ellipse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23185E-0BFC-D335-2074-762B4FE25D7C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262876" y="7190081"/>
            <a:ext cx="543022" cy="543022"/>
          </a:xfrm>
          <a:prstGeom prst="rect">
            <a:avLst/>
          </a:prstGeom>
        </p:spPr>
      </p:pic>
      <p:sp>
        <p:nvSpPr>
          <p:cNvPr id="5" name="Rectangle 4">
            <a:hlinkClick r:id="rId15" action="ppaction://hlinksldjump"/>
            <a:extLst>
              <a:ext uri="{FF2B5EF4-FFF2-40B4-BE49-F238E27FC236}">
                <a16:creationId xmlns:a16="http://schemas.microsoft.com/office/drawing/2014/main" id="{8508543D-1E9F-1E71-D111-115C4066A58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981950" y="506204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User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Journey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hlinkClick r:id="rId16" action="ppaction://hlinksldjump"/>
            <a:extLst>
              <a:ext uri="{FF2B5EF4-FFF2-40B4-BE49-F238E27FC236}">
                <a16:creationId xmlns:a16="http://schemas.microsoft.com/office/drawing/2014/main" id="{8EC4A6D0-122E-B818-9E3E-69133FB05CB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981950" y="437416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Solution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E17098-C467-BF83-1415-B70D5B70AFF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Agenda for today's meeting</a:t>
            </a:r>
          </a:p>
        </p:txBody>
      </p:sp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D755DF5A-C195-E997-258E-DF0F5ACC7CF0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TCLayout.ActiveDocument.1">
                  <p:embed/>
                </p:oleObj>
              </mc:Choice>
              <mc:Fallback>
                <p:oleObj name="think-cell Slide" r:id="rId17" imgW="0" imgH="0" progId="TCLayout.ActiveDocument.1">
                  <p:embed/>
                  <p:pic>
                    <p:nvPicPr>
                      <p:cNvPr id="41" name="think-cell data - do not delete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hlinkClick r:id="" action="ppaction://noaction"/>
            <a:extLst>
              <a:ext uri="{FF2B5EF4-FFF2-40B4-BE49-F238E27FC236}">
                <a16:creationId xmlns:a16="http://schemas.microsoft.com/office/drawing/2014/main" id="{656935BD-FABD-5354-EA65-9F5FA5C79E6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003724" y="7199807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Multi-Dimension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Analysis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265C1702-85CA-074A-BE50-C91826527A3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981949" y="7961809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Demo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81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EEDAD-55CC-8BAC-2CC3-B3804465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图示, 应用程序&#10;&#10;AI 生成的内容可能不正确。">
            <a:extLst>
              <a:ext uri="{FF2B5EF4-FFF2-40B4-BE49-F238E27FC236}">
                <a16:creationId xmlns:a16="http://schemas.microsoft.com/office/drawing/2014/main" id="{8DCB9A49-6D2C-0B6C-A044-9626CDD67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0230627" cy="113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6598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73B7-978E-E367-F899-2E7920DFA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手机屏幕截图&#10;&#10;AI 生成的内容可能不正确。">
            <a:extLst>
              <a:ext uri="{FF2B5EF4-FFF2-40B4-BE49-F238E27FC236}">
                <a16:creationId xmlns:a16="http://schemas.microsoft.com/office/drawing/2014/main" id="{41E5F65B-E204-F3BD-1891-9B37C7DD4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048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59AF-88B4-003C-9029-4B69D7DB9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DAF206C0-EF57-D98F-7DBF-B8BEEDC32F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81950" y="643780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Data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&amp;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System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Dependency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Map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6ECE24A3-8A88-8B81-179F-C901B9FB134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81950" y="574992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End-to-End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Overview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597CBB-B18C-0E82-B4CA-EFDBACC57C6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262876" y="7973854"/>
            <a:ext cx="543022" cy="543022"/>
          </a:xfrm>
          <a:prstGeom prst="ellipse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D7858C-7BBE-E147-D781-FF68D265B616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262876" y="7995624"/>
            <a:ext cx="543022" cy="543022"/>
          </a:xfrm>
          <a:prstGeom prst="rect">
            <a:avLst/>
          </a:prstGeom>
        </p:spPr>
      </p:pic>
      <p:sp>
        <p:nvSpPr>
          <p:cNvPr id="5" name="Rectangle 4">
            <a:hlinkClick r:id="rId16" action="ppaction://hlinksldjump"/>
            <a:extLst>
              <a:ext uri="{FF2B5EF4-FFF2-40B4-BE49-F238E27FC236}">
                <a16:creationId xmlns:a16="http://schemas.microsoft.com/office/drawing/2014/main" id="{1C48DB4E-CC26-429B-BB10-93286B03EA1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981950" y="506204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User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Journey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hlinkClick r:id="rId17" action="ppaction://hlinksldjump"/>
            <a:extLst>
              <a:ext uri="{FF2B5EF4-FFF2-40B4-BE49-F238E27FC236}">
                <a16:creationId xmlns:a16="http://schemas.microsoft.com/office/drawing/2014/main" id="{E2335E58-5400-1E12-6FA9-8652AC77E95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981950" y="437416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Solution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A17B4-217B-71A6-3251-90E0DB7E9609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Agenda for today's meeting</a:t>
            </a:r>
          </a:p>
        </p:txBody>
      </p:sp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B0A4AD61-0DEF-BAB0-6A38-912B5888F8EF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TCLayout.ActiveDocument.1">
                  <p:embed/>
                </p:oleObj>
              </mc:Choice>
              <mc:Fallback>
                <p:oleObj name="think-cell Slide" r:id="rId18" imgW="0" imgH="0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CC485D-8073-184C-BF19-297F520E06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hlinkClick r:id="" action="ppaction://noaction"/>
            <a:extLst>
              <a:ext uri="{FF2B5EF4-FFF2-40B4-BE49-F238E27FC236}">
                <a16:creationId xmlns:a16="http://schemas.microsoft.com/office/drawing/2014/main" id="{F2679009-6861-EBB1-6558-21DAEE80401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003724" y="7199807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Multi-Dimension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Analysis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F6DB4607-9742-7250-2627-47DD9B936A0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981949" y="7961809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/>
                </a:solidFill>
              </a:rPr>
              <a:t>Demo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Objective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and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Timeline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EEB7944A-2FB7-848C-F0DD-933A83ECEC1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003724" y="8723811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QA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429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684" y="678910"/>
            <a:ext cx="12967145" cy="633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617" b="1" dirty="0">
                <a:solidFill>
                  <a:srgbClr val="064E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AI Lab Demo Timeline</a:t>
            </a:r>
            <a:endParaRPr lang="en-US" sz="4617" dirty="0"/>
          </a:p>
        </p:txBody>
      </p:sp>
      <p:sp>
        <p:nvSpPr>
          <p:cNvPr id="4" name="Shape 2"/>
          <p:cNvSpPr/>
          <p:nvPr/>
        </p:nvSpPr>
        <p:spPr>
          <a:xfrm>
            <a:off x="12326326" y="726478"/>
            <a:ext cx="4598813" cy="934841"/>
          </a:xfrm>
          <a:prstGeom prst="roundRect">
            <a:avLst>
              <a:gd name="adj" fmla="val 12903"/>
            </a:avLst>
          </a:prstGeom>
          <a:solidFill>
            <a:srgbClr val="E8F7F1"/>
          </a:solidFill>
          <a:ln w="12700">
            <a:solidFill>
              <a:srgbClr val="B9E5D8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5" name="Text 3"/>
          <p:cNvSpPr/>
          <p:nvPr/>
        </p:nvSpPr>
        <p:spPr>
          <a:xfrm>
            <a:off x="11601018" y="1070326"/>
            <a:ext cx="3844909" cy="33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26" b="1" dirty="0">
                <a:solidFill>
                  <a:srgbClr val="064E3B"/>
                </a:solidFill>
              </a:rPr>
              <a:t>Final target: 26th</a:t>
            </a:r>
            <a:endParaRPr lang="en-US" sz="2226" dirty="0"/>
          </a:p>
        </p:txBody>
      </p:sp>
      <p:sp>
        <p:nvSpPr>
          <p:cNvPr id="6" name="Text 4"/>
          <p:cNvSpPr/>
          <p:nvPr/>
        </p:nvSpPr>
        <p:spPr>
          <a:xfrm>
            <a:off x="912224" y="4789191"/>
            <a:ext cx="2110931" cy="422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74" b="1" dirty="0">
                <a:solidFill>
                  <a:srgbClr val="064E3B"/>
                </a:solidFill>
              </a:rPr>
              <a:t>Milestones</a:t>
            </a:r>
            <a:endParaRPr lang="en-US" sz="2474" dirty="0"/>
          </a:p>
        </p:txBody>
      </p:sp>
      <p:sp>
        <p:nvSpPr>
          <p:cNvPr id="7" name="Shape 5"/>
          <p:cNvSpPr/>
          <p:nvPr/>
        </p:nvSpPr>
        <p:spPr>
          <a:xfrm>
            <a:off x="1687047" y="7280773"/>
            <a:ext cx="16208931" cy="0"/>
          </a:xfrm>
          <a:prstGeom prst="line">
            <a:avLst/>
          </a:prstGeom>
          <a:noFill/>
          <a:ln w="63500">
            <a:solidFill>
              <a:srgbClr val="B7DDD2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8" name="Shape 6"/>
          <p:cNvSpPr/>
          <p:nvPr/>
        </p:nvSpPr>
        <p:spPr>
          <a:xfrm>
            <a:off x="1325174" y="6994289"/>
            <a:ext cx="572967" cy="572967"/>
          </a:xfrm>
          <a:prstGeom prst="ellipse">
            <a:avLst/>
          </a:prstGeom>
          <a:solidFill>
            <a:srgbClr val="0F8F6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9" name="Shape 7"/>
          <p:cNvSpPr/>
          <p:nvPr/>
        </p:nvSpPr>
        <p:spPr>
          <a:xfrm>
            <a:off x="1047582" y="5772965"/>
            <a:ext cx="1249050" cy="753904"/>
          </a:xfrm>
          <a:prstGeom prst="roundRect">
            <a:avLst>
              <a:gd name="adj" fmla="val 12000"/>
            </a:avLst>
          </a:prstGeom>
          <a:solidFill>
            <a:srgbClr val="0F8F6A"/>
          </a:solidFill>
          <a:ln w="12700">
            <a:solidFill>
              <a:srgbClr val="0F8F6A"/>
            </a:solidFill>
            <a:prstDash val="solid"/>
          </a:ln>
        </p:spPr>
        <p:txBody>
          <a:bodyPr/>
          <a:lstStyle/>
          <a:p>
            <a:endParaRPr lang="en-CN" sz="4782" dirty="0"/>
          </a:p>
        </p:txBody>
      </p:sp>
      <p:sp>
        <p:nvSpPr>
          <p:cNvPr id="10" name="Text 8"/>
          <p:cNvSpPr/>
          <p:nvPr/>
        </p:nvSpPr>
        <p:spPr>
          <a:xfrm>
            <a:off x="1111377" y="5953902"/>
            <a:ext cx="1085621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2638" b="1" dirty="0">
                <a:solidFill>
                  <a:srgbClr val="FFFFFF"/>
                </a:solidFill>
              </a:rPr>
              <a:t>13</a:t>
            </a:r>
            <a:r>
              <a:rPr lang="zh-CN" altLang="en-US" sz="2638" b="1" dirty="0">
                <a:solidFill>
                  <a:srgbClr val="FFFFFF"/>
                </a:solidFill>
              </a:rPr>
              <a:t> </a:t>
            </a:r>
            <a:r>
              <a:rPr lang="en-US" altLang="zh-CN" sz="2638" b="1" dirty="0">
                <a:solidFill>
                  <a:srgbClr val="FFFFFF"/>
                </a:solidFill>
              </a:rPr>
              <a:t>May</a:t>
            </a:r>
            <a:endParaRPr lang="en-US" sz="2638" dirty="0"/>
          </a:p>
        </p:txBody>
      </p:sp>
      <p:sp>
        <p:nvSpPr>
          <p:cNvPr id="11" name="Shape 9"/>
          <p:cNvSpPr/>
          <p:nvPr/>
        </p:nvSpPr>
        <p:spPr>
          <a:xfrm>
            <a:off x="1611657" y="6541947"/>
            <a:ext cx="0" cy="422186"/>
          </a:xfrm>
          <a:prstGeom prst="line">
            <a:avLst/>
          </a:prstGeom>
          <a:noFill/>
          <a:ln w="15240">
            <a:solidFill>
              <a:srgbClr val="0F8F6A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2" name="Shape 10"/>
          <p:cNvSpPr/>
          <p:nvPr/>
        </p:nvSpPr>
        <p:spPr>
          <a:xfrm>
            <a:off x="716209" y="7989442"/>
            <a:ext cx="2186321" cy="1583198"/>
          </a:xfrm>
          <a:prstGeom prst="roundRect">
            <a:avLst>
              <a:gd name="adj" fmla="val 5714"/>
            </a:avLst>
          </a:prstGeom>
          <a:solidFill>
            <a:srgbClr val="FDFEFE"/>
          </a:solidFill>
          <a:ln w="12700">
            <a:solidFill>
              <a:srgbClr val="D9E7E3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3" name="Text 11"/>
          <p:cNvSpPr/>
          <p:nvPr/>
        </p:nvSpPr>
        <p:spPr>
          <a:xfrm>
            <a:off x="912224" y="8230691"/>
            <a:ext cx="1794291" cy="36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1847" b="1" dirty="0">
                <a:solidFill>
                  <a:srgbClr val="064E3B"/>
                </a:solidFill>
              </a:rPr>
              <a:t>Start Development</a:t>
            </a:r>
            <a:endParaRPr lang="en-US" sz="1847" dirty="0"/>
          </a:p>
        </p:txBody>
      </p:sp>
      <p:sp>
        <p:nvSpPr>
          <p:cNvPr id="14" name="Text 12"/>
          <p:cNvSpPr/>
          <p:nvPr/>
        </p:nvSpPr>
        <p:spPr>
          <a:xfrm>
            <a:off x="912224" y="8758424"/>
            <a:ext cx="1794291" cy="52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35" dirty="0">
                <a:solidFill>
                  <a:srgbClr val="667085"/>
                </a:solidFill>
              </a:rPr>
              <a:t>Demo development kickoff</a:t>
            </a:r>
            <a:endParaRPr lang="en-US" sz="1435" dirty="0"/>
          </a:p>
        </p:txBody>
      </p:sp>
      <p:sp>
        <p:nvSpPr>
          <p:cNvPr id="15" name="Shape 13"/>
          <p:cNvSpPr/>
          <p:nvPr/>
        </p:nvSpPr>
        <p:spPr>
          <a:xfrm>
            <a:off x="5580218" y="6994289"/>
            <a:ext cx="572967" cy="572967"/>
          </a:xfrm>
          <a:prstGeom prst="ellipse">
            <a:avLst/>
          </a:prstGeom>
          <a:solidFill>
            <a:srgbClr val="2F6FE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6" name="Shape 14"/>
          <p:cNvSpPr/>
          <p:nvPr/>
        </p:nvSpPr>
        <p:spPr>
          <a:xfrm>
            <a:off x="5260096" y="5772965"/>
            <a:ext cx="1249049" cy="753904"/>
          </a:xfrm>
          <a:prstGeom prst="roundRect">
            <a:avLst>
              <a:gd name="adj" fmla="val 12000"/>
            </a:avLst>
          </a:prstGeom>
          <a:solidFill>
            <a:srgbClr val="2F6FE4"/>
          </a:solidFill>
          <a:ln w="127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7" name="Text 15"/>
          <p:cNvSpPr/>
          <p:nvPr/>
        </p:nvSpPr>
        <p:spPr>
          <a:xfrm>
            <a:off x="5302626" y="5953902"/>
            <a:ext cx="1085621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38" b="1" dirty="0">
                <a:solidFill>
                  <a:srgbClr val="FFFFFF"/>
                </a:solidFill>
              </a:rPr>
              <a:t>19</a:t>
            </a:r>
            <a:r>
              <a:rPr lang="zh-CN" altLang="en-US" sz="2638" b="1" dirty="0">
                <a:solidFill>
                  <a:srgbClr val="FFFFFF"/>
                </a:solidFill>
              </a:rPr>
              <a:t> </a:t>
            </a:r>
            <a:r>
              <a:rPr lang="en-US" altLang="zh-CN" sz="2638" b="1" dirty="0">
                <a:solidFill>
                  <a:srgbClr val="FFFFFF"/>
                </a:solidFill>
              </a:rPr>
              <a:t>May</a:t>
            </a:r>
            <a:endParaRPr lang="en-US" sz="2638" dirty="0"/>
          </a:p>
        </p:txBody>
      </p:sp>
      <p:sp>
        <p:nvSpPr>
          <p:cNvPr id="18" name="Shape 16"/>
          <p:cNvSpPr/>
          <p:nvPr/>
        </p:nvSpPr>
        <p:spPr>
          <a:xfrm>
            <a:off x="5866701" y="6541947"/>
            <a:ext cx="0" cy="422186"/>
          </a:xfrm>
          <a:prstGeom prst="line">
            <a:avLst/>
          </a:prstGeom>
          <a:noFill/>
          <a:ln w="1524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9" name="Shape 17"/>
          <p:cNvSpPr/>
          <p:nvPr/>
        </p:nvSpPr>
        <p:spPr>
          <a:xfrm>
            <a:off x="4971253" y="7989442"/>
            <a:ext cx="2186321" cy="1583198"/>
          </a:xfrm>
          <a:prstGeom prst="roundRect">
            <a:avLst>
              <a:gd name="adj" fmla="val 5714"/>
            </a:avLst>
          </a:prstGeom>
          <a:solidFill>
            <a:srgbClr val="FDFEFE"/>
          </a:solidFill>
          <a:ln w="12700">
            <a:solidFill>
              <a:srgbClr val="D9E7E3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20" name="Text 18"/>
          <p:cNvSpPr/>
          <p:nvPr/>
        </p:nvSpPr>
        <p:spPr>
          <a:xfrm>
            <a:off x="5167268" y="8230691"/>
            <a:ext cx="1794291" cy="36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847" b="1" dirty="0">
                <a:solidFill>
                  <a:srgbClr val="064E3B"/>
                </a:solidFill>
              </a:rPr>
              <a:t>ABM Main Flow</a:t>
            </a:r>
            <a:endParaRPr lang="en-US" sz="1847" dirty="0"/>
          </a:p>
        </p:txBody>
      </p:sp>
      <p:sp>
        <p:nvSpPr>
          <p:cNvPr id="21" name="Text 19"/>
          <p:cNvSpPr/>
          <p:nvPr/>
        </p:nvSpPr>
        <p:spPr>
          <a:xfrm>
            <a:off x="5167268" y="8758424"/>
            <a:ext cx="1794291" cy="52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35" dirty="0">
                <a:solidFill>
                  <a:srgbClr val="667085"/>
                </a:solidFill>
              </a:rPr>
              <a:t>Complete core ABM simulation flow</a:t>
            </a:r>
            <a:endParaRPr lang="en-US" sz="1435" dirty="0"/>
          </a:p>
        </p:txBody>
      </p:sp>
      <p:sp>
        <p:nvSpPr>
          <p:cNvPr id="29" name="Shape 27"/>
          <p:cNvSpPr/>
          <p:nvPr/>
        </p:nvSpPr>
        <p:spPr>
          <a:xfrm>
            <a:off x="9888992" y="6994289"/>
            <a:ext cx="572967" cy="572967"/>
          </a:xfrm>
          <a:prstGeom prst="ellipse">
            <a:avLst/>
          </a:prstGeom>
          <a:solidFill>
            <a:srgbClr val="0F8F6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0" name="Shape 28"/>
          <p:cNvSpPr/>
          <p:nvPr/>
        </p:nvSpPr>
        <p:spPr>
          <a:xfrm>
            <a:off x="9590135" y="5772965"/>
            <a:ext cx="1249047" cy="753904"/>
          </a:xfrm>
          <a:prstGeom prst="roundRect">
            <a:avLst>
              <a:gd name="adj" fmla="val 12000"/>
            </a:avLst>
          </a:prstGeom>
          <a:solidFill>
            <a:srgbClr val="0F8F6A"/>
          </a:solidFill>
          <a:ln w="12700">
            <a:solidFill>
              <a:srgbClr val="0F8F6A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1" name="Text 29"/>
          <p:cNvSpPr/>
          <p:nvPr/>
        </p:nvSpPr>
        <p:spPr>
          <a:xfrm>
            <a:off x="9696460" y="5953902"/>
            <a:ext cx="1085621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38" b="1" dirty="0">
                <a:solidFill>
                  <a:srgbClr val="FFFFFF"/>
                </a:solidFill>
              </a:rPr>
              <a:t>21</a:t>
            </a:r>
            <a:r>
              <a:rPr lang="zh-CN" altLang="en-US" sz="2638" b="1" dirty="0">
                <a:solidFill>
                  <a:srgbClr val="FFFFFF"/>
                </a:solidFill>
              </a:rPr>
              <a:t> </a:t>
            </a:r>
            <a:r>
              <a:rPr lang="en-US" altLang="zh-CN" sz="2638" b="1" dirty="0">
                <a:solidFill>
                  <a:srgbClr val="FFFFFF"/>
                </a:solidFill>
              </a:rPr>
              <a:t>May</a:t>
            </a:r>
            <a:endParaRPr lang="en-US" sz="2638" dirty="0"/>
          </a:p>
        </p:txBody>
      </p:sp>
      <p:sp>
        <p:nvSpPr>
          <p:cNvPr id="32" name="Shape 30"/>
          <p:cNvSpPr/>
          <p:nvPr/>
        </p:nvSpPr>
        <p:spPr>
          <a:xfrm>
            <a:off x="10175475" y="6541947"/>
            <a:ext cx="0" cy="422186"/>
          </a:xfrm>
          <a:prstGeom prst="line">
            <a:avLst/>
          </a:prstGeom>
          <a:noFill/>
          <a:ln w="15240">
            <a:solidFill>
              <a:srgbClr val="0F8F6A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3" name="Shape 31"/>
          <p:cNvSpPr/>
          <p:nvPr/>
        </p:nvSpPr>
        <p:spPr>
          <a:xfrm>
            <a:off x="9280027" y="7989442"/>
            <a:ext cx="2186321" cy="1583198"/>
          </a:xfrm>
          <a:prstGeom prst="roundRect">
            <a:avLst>
              <a:gd name="adj" fmla="val 5714"/>
            </a:avLst>
          </a:prstGeom>
          <a:solidFill>
            <a:srgbClr val="FDFEFE"/>
          </a:solidFill>
          <a:ln w="12700">
            <a:solidFill>
              <a:srgbClr val="D9E7E3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4" name="Text 32"/>
          <p:cNvSpPr/>
          <p:nvPr/>
        </p:nvSpPr>
        <p:spPr>
          <a:xfrm>
            <a:off x="9476042" y="8230691"/>
            <a:ext cx="1794291" cy="36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847" b="1" dirty="0">
                <a:solidFill>
                  <a:srgbClr val="064E3B"/>
                </a:solidFill>
              </a:rPr>
              <a:t>Analysis Page</a:t>
            </a:r>
            <a:endParaRPr lang="en-US" sz="1847" dirty="0"/>
          </a:p>
        </p:txBody>
      </p:sp>
      <p:sp>
        <p:nvSpPr>
          <p:cNvPr id="35" name="Text 33"/>
          <p:cNvSpPr/>
          <p:nvPr/>
        </p:nvSpPr>
        <p:spPr>
          <a:xfrm>
            <a:off x="9476042" y="8758424"/>
            <a:ext cx="1794291" cy="52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1435" dirty="0">
                <a:solidFill>
                  <a:srgbClr val="667085"/>
                </a:solidFill>
              </a:rPr>
              <a:t>Complete ABM</a:t>
            </a:r>
            <a:r>
              <a:rPr lang="zh-CN" altLang="en-US" sz="1435" dirty="0">
                <a:solidFill>
                  <a:srgbClr val="667085"/>
                </a:solidFill>
              </a:rPr>
              <a:t> </a:t>
            </a:r>
            <a:r>
              <a:rPr lang="en-US" sz="1435" dirty="0">
                <a:solidFill>
                  <a:srgbClr val="667085"/>
                </a:solidFill>
              </a:rPr>
              <a:t>simulation result analysis page</a:t>
            </a:r>
            <a:endParaRPr lang="en-US" sz="1435" dirty="0"/>
          </a:p>
        </p:txBody>
      </p:sp>
      <p:sp>
        <p:nvSpPr>
          <p:cNvPr id="36" name="Shape 34"/>
          <p:cNvSpPr/>
          <p:nvPr/>
        </p:nvSpPr>
        <p:spPr>
          <a:xfrm>
            <a:off x="13649762" y="6994289"/>
            <a:ext cx="572967" cy="572967"/>
          </a:xfrm>
          <a:prstGeom prst="ellipse">
            <a:avLst/>
          </a:prstGeom>
          <a:solidFill>
            <a:srgbClr val="2F6FE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7" name="Shape 35"/>
          <p:cNvSpPr/>
          <p:nvPr/>
        </p:nvSpPr>
        <p:spPr>
          <a:xfrm>
            <a:off x="13329640" y="5772965"/>
            <a:ext cx="1249045" cy="753904"/>
          </a:xfrm>
          <a:prstGeom prst="roundRect">
            <a:avLst>
              <a:gd name="adj" fmla="val 12000"/>
            </a:avLst>
          </a:prstGeom>
          <a:solidFill>
            <a:srgbClr val="2F6FE4"/>
          </a:solidFill>
          <a:ln w="127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8" name="Text 36"/>
          <p:cNvSpPr/>
          <p:nvPr/>
        </p:nvSpPr>
        <p:spPr>
          <a:xfrm>
            <a:off x="13414700" y="5953902"/>
            <a:ext cx="1085621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38" b="1" dirty="0">
                <a:solidFill>
                  <a:srgbClr val="FFFFFF"/>
                </a:solidFill>
              </a:rPr>
              <a:t>25</a:t>
            </a:r>
            <a:r>
              <a:rPr lang="zh-CN" altLang="en-US" sz="2638" b="1" dirty="0">
                <a:solidFill>
                  <a:srgbClr val="FFFFFF"/>
                </a:solidFill>
              </a:rPr>
              <a:t> </a:t>
            </a:r>
            <a:r>
              <a:rPr lang="en-US" altLang="zh-CN" sz="2638" b="1" dirty="0">
                <a:solidFill>
                  <a:srgbClr val="FFFFFF"/>
                </a:solidFill>
              </a:rPr>
              <a:t>May</a:t>
            </a:r>
            <a:endParaRPr lang="en-US" sz="2638" dirty="0"/>
          </a:p>
        </p:txBody>
      </p:sp>
      <p:sp>
        <p:nvSpPr>
          <p:cNvPr id="39" name="Shape 37"/>
          <p:cNvSpPr/>
          <p:nvPr/>
        </p:nvSpPr>
        <p:spPr>
          <a:xfrm>
            <a:off x="13936246" y="6541947"/>
            <a:ext cx="0" cy="422186"/>
          </a:xfrm>
          <a:prstGeom prst="line">
            <a:avLst/>
          </a:prstGeom>
          <a:noFill/>
          <a:ln w="1524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40" name="Shape 38"/>
          <p:cNvSpPr/>
          <p:nvPr/>
        </p:nvSpPr>
        <p:spPr>
          <a:xfrm>
            <a:off x="13040797" y="7989442"/>
            <a:ext cx="2186321" cy="1583198"/>
          </a:xfrm>
          <a:prstGeom prst="roundRect">
            <a:avLst>
              <a:gd name="adj" fmla="val 5714"/>
            </a:avLst>
          </a:prstGeom>
          <a:solidFill>
            <a:srgbClr val="FDFEFE"/>
          </a:solidFill>
          <a:ln w="12700">
            <a:solidFill>
              <a:srgbClr val="D9E7E3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41" name="Text 39"/>
          <p:cNvSpPr/>
          <p:nvPr/>
        </p:nvSpPr>
        <p:spPr>
          <a:xfrm>
            <a:off x="13236812" y="8230691"/>
            <a:ext cx="1794291" cy="36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1847" b="1" dirty="0">
                <a:solidFill>
                  <a:srgbClr val="064E3B"/>
                </a:solidFill>
              </a:rPr>
              <a:t>Multi-Scenario Demo</a:t>
            </a:r>
            <a:endParaRPr lang="en-US" sz="1847" dirty="0"/>
          </a:p>
        </p:txBody>
      </p:sp>
      <p:sp>
        <p:nvSpPr>
          <p:cNvPr id="42" name="Text 40"/>
          <p:cNvSpPr/>
          <p:nvPr/>
        </p:nvSpPr>
        <p:spPr>
          <a:xfrm>
            <a:off x="13236812" y="8758424"/>
            <a:ext cx="1794291" cy="52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1435" dirty="0">
                <a:solidFill>
                  <a:srgbClr val="667085"/>
                </a:solidFill>
              </a:rPr>
              <a:t>Complete multi-scenario simulation and demo case</a:t>
            </a:r>
            <a:endParaRPr lang="en-US" sz="1435" dirty="0"/>
          </a:p>
        </p:txBody>
      </p:sp>
      <p:sp>
        <p:nvSpPr>
          <p:cNvPr id="43" name="Shape 41"/>
          <p:cNvSpPr/>
          <p:nvPr/>
        </p:nvSpPr>
        <p:spPr>
          <a:xfrm>
            <a:off x="17534104" y="6994289"/>
            <a:ext cx="572967" cy="572967"/>
          </a:xfrm>
          <a:prstGeom prst="ellipse">
            <a:avLst/>
          </a:prstGeom>
          <a:solidFill>
            <a:srgbClr val="064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44" name="Shape 42"/>
          <p:cNvSpPr/>
          <p:nvPr/>
        </p:nvSpPr>
        <p:spPr>
          <a:xfrm>
            <a:off x="17213982" y="5772965"/>
            <a:ext cx="1249045" cy="753904"/>
          </a:xfrm>
          <a:prstGeom prst="roundRect">
            <a:avLst>
              <a:gd name="adj" fmla="val 12000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45" name="Text 43"/>
          <p:cNvSpPr/>
          <p:nvPr/>
        </p:nvSpPr>
        <p:spPr>
          <a:xfrm>
            <a:off x="17277777" y="5953902"/>
            <a:ext cx="1085621" cy="27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38" b="1" dirty="0">
                <a:solidFill>
                  <a:srgbClr val="FFFFFF"/>
                </a:solidFill>
              </a:rPr>
              <a:t>26</a:t>
            </a:r>
            <a:r>
              <a:rPr lang="zh-CN" altLang="en-US" sz="2638" b="1" dirty="0">
                <a:solidFill>
                  <a:srgbClr val="FFFFFF"/>
                </a:solidFill>
              </a:rPr>
              <a:t> </a:t>
            </a:r>
            <a:r>
              <a:rPr lang="en-US" altLang="zh-CN" sz="2638" b="1" dirty="0">
                <a:solidFill>
                  <a:srgbClr val="FFFFFF"/>
                </a:solidFill>
              </a:rPr>
              <a:t>May</a:t>
            </a:r>
            <a:endParaRPr lang="en-US" sz="2638" dirty="0"/>
          </a:p>
        </p:txBody>
      </p:sp>
      <p:sp>
        <p:nvSpPr>
          <p:cNvPr id="46" name="Shape 44"/>
          <p:cNvSpPr/>
          <p:nvPr/>
        </p:nvSpPr>
        <p:spPr>
          <a:xfrm>
            <a:off x="17820588" y="6541947"/>
            <a:ext cx="0" cy="422186"/>
          </a:xfrm>
          <a:prstGeom prst="line">
            <a:avLst/>
          </a:prstGeom>
          <a:noFill/>
          <a:ln w="1524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47" name="Shape 45"/>
          <p:cNvSpPr/>
          <p:nvPr/>
        </p:nvSpPr>
        <p:spPr>
          <a:xfrm>
            <a:off x="16925139" y="7989442"/>
            <a:ext cx="2186321" cy="1583198"/>
          </a:xfrm>
          <a:prstGeom prst="roundRect">
            <a:avLst>
              <a:gd name="adj" fmla="val 5714"/>
            </a:avLst>
          </a:prstGeom>
          <a:solidFill>
            <a:srgbClr val="FDFEFE"/>
          </a:solidFill>
          <a:ln w="12700">
            <a:solidFill>
              <a:srgbClr val="D9E7E3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48" name="Text 46"/>
          <p:cNvSpPr/>
          <p:nvPr/>
        </p:nvSpPr>
        <p:spPr>
          <a:xfrm>
            <a:off x="17121154" y="8230691"/>
            <a:ext cx="1794291" cy="36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847" b="1" dirty="0">
                <a:solidFill>
                  <a:srgbClr val="064E3B"/>
                </a:solidFill>
              </a:rPr>
              <a:t>Demo Complete</a:t>
            </a:r>
            <a:endParaRPr lang="en-US" sz="1847" dirty="0"/>
          </a:p>
        </p:txBody>
      </p:sp>
      <p:sp>
        <p:nvSpPr>
          <p:cNvPr id="49" name="Text 47"/>
          <p:cNvSpPr/>
          <p:nvPr/>
        </p:nvSpPr>
        <p:spPr>
          <a:xfrm>
            <a:off x="17121154" y="8758424"/>
            <a:ext cx="1794291" cy="52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35" dirty="0">
                <a:solidFill>
                  <a:srgbClr val="667085"/>
                </a:solidFill>
              </a:rPr>
              <a:t>Finalize demo package</a:t>
            </a:r>
            <a:endParaRPr lang="en-US" sz="1435" dirty="0"/>
          </a:p>
        </p:txBody>
      </p:sp>
      <p:sp>
        <p:nvSpPr>
          <p:cNvPr id="50" name="Shape 48"/>
          <p:cNvSpPr/>
          <p:nvPr/>
        </p:nvSpPr>
        <p:spPr>
          <a:xfrm>
            <a:off x="3264403" y="9922384"/>
            <a:ext cx="13856751" cy="633279"/>
          </a:xfrm>
          <a:prstGeom prst="roundRect">
            <a:avLst>
              <a:gd name="adj" fmla="val 11905"/>
            </a:avLst>
          </a:prstGeom>
          <a:solidFill>
            <a:srgbClr val="EAF8F3"/>
          </a:solidFill>
          <a:ln w="10160">
            <a:solidFill>
              <a:srgbClr val="C9E8DE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51" name="Text 49"/>
          <p:cNvSpPr/>
          <p:nvPr/>
        </p:nvSpPr>
        <p:spPr>
          <a:xfrm>
            <a:off x="1884760" y="10117785"/>
            <a:ext cx="16359711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96" b="1" dirty="0">
                <a:solidFill>
                  <a:srgbClr val="064E3B"/>
                </a:solidFill>
              </a:rPr>
              <a:t>Core ABM flow → Monte Carlo stability → result analysis → multi-scenario demo case → final demo package</a:t>
            </a:r>
            <a:endParaRPr lang="en-US" sz="1896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E9E593ED-E6DE-877B-BD72-F30C2C9C3789}"/>
              </a:ext>
            </a:extLst>
          </p:cNvPr>
          <p:cNvSpPr/>
          <p:nvPr/>
        </p:nvSpPr>
        <p:spPr>
          <a:xfrm>
            <a:off x="904684" y="2293162"/>
            <a:ext cx="18743809" cy="2075279"/>
          </a:xfrm>
          <a:prstGeom prst="rect">
            <a:avLst/>
          </a:prstGeom>
          <a:noFill/>
          <a:ln/>
        </p:spPr>
        <p:txBody>
          <a:bodyPr wrap="square" lIns="838" tIns="838" rIns="838" bIns="838" rtlCol="0" anchor="ctr">
            <a:normAutofit/>
          </a:bodyPr>
          <a:lstStyle/>
          <a:p>
            <a:r>
              <a:rPr lang="en-US" sz="3600" b="1" dirty="0"/>
              <a:t>“policy simulation” pipeline</a:t>
            </a:r>
            <a:r>
              <a:rPr lang="en-US" sz="2400" dirty="0"/>
              <a:t>:</a:t>
            </a:r>
            <a:r>
              <a:rPr lang="zh-CN" altLang="en-US" sz="2400" dirty="0"/>
              <a:t>   </a:t>
            </a:r>
            <a:r>
              <a:rPr lang="en-CN" sz="3200" dirty="0"/>
              <a:t>Demonstrate the end-to-end policy simulation flow, from policy inputs and scenario combinations to ABM-based iterations, KPI projections, risk assessment, Monte Carlo stability checks, and backtesting evidence.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A69E3-F50D-575F-E72A-8F111555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E2D842DA-F683-D4EC-852B-85F036535D2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81950" y="643780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Data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&amp;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System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Dependency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Map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5275B73D-A402-9B72-6A91-DBF4FED2585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81950" y="574992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End-to-End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Process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Overview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319708-A032-C1BE-0E99-1EB83E76F03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262876" y="8692309"/>
            <a:ext cx="543022" cy="543022"/>
          </a:xfrm>
          <a:prstGeom prst="ellipse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1857F-D5EE-AE45-36F7-1E637B517960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262876" y="8714079"/>
            <a:ext cx="543022" cy="543022"/>
          </a:xfrm>
          <a:prstGeom prst="rect">
            <a:avLst/>
          </a:prstGeom>
        </p:spPr>
      </p:pic>
      <p:sp>
        <p:nvSpPr>
          <p:cNvPr id="5" name="Rectangle 4">
            <a:hlinkClick r:id="rId16" action="ppaction://hlinksldjump"/>
            <a:extLst>
              <a:ext uri="{FF2B5EF4-FFF2-40B4-BE49-F238E27FC236}">
                <a16:creationId xmlns:a16="http://schemas.microsoft.com/office/drawing/2014/main" id="{D6354059-EDE7-B03D-CFDF-6A763452014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981950" y="506204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User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Journey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hlinkClick r:id="rId17" action="ppaction://hlinksldjump"/>
            <a:extLst>
              <a:ext uri="{FF2B5EF4-FFF2-40B4-BE49-F238E27FC236}">
                <a16:creationId xmlns:a16="http://schemas.microsoft.com/office/drawing/2014/main" id="{8F9B11E6-E0D7-365C-6317-B55F0D250FA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981950" y="4374165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3200" dirty="0">
                <a:solidFill>
                  <a:schemeClr val="tx1"/>
                </a:solidFill>
              </a:rPr>
              <a:t>Solution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Objective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and</a:t>
            </a: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timeline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5D4BD6-5E1C-B7A0-A976-2C36A8D3BD9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Agenda for today's meeting</a:t>
            </a:r>
          </a:p>
        </p:txBody>
      </p:sp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7ECC485D-8073-184C-BF19-297F520E0682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TCLayout.ActiveDocument.1">
                  <p:embed/>
                </p:oleObj>
              </mc:Choice>
              <mc:Fallback>
                <p:oleObj name="think-cell Slide" r:id="rId18" imgW="0" imgH="0" progId="TCLayout.ActiveDocument.1">
                  <p:embed/>
                  <p:pic>
                    <p:nvPicPr>
                      <p:cNvPr id="41" name="think-cell data - do not delete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hlinkClick r:id="" action="ppaction://noaction"/>
            <a:extLst>
              <a:ext uri="{FF2B5EF4-FFF2-40B4-BE49-F238E27FC236}">
                <a16:creationId xmlns:a16="http://schemas.microsoft.com/office/drawing/2014/main" id="{3B5D7FCA-96C1-AB62-2AB4-4A1E96A052A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003724" y="7199807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Multi-Dimension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Analysis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82641286-CE83-C9D9-9E6F-11658EF67A3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981949" y="7961809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Demo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Objective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Timeline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A6C79A5B-AAF2-B84C-AEFE-79385460E8D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003724" y="8723811"/>
            <a:ext cx="9754273" cy="49738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33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433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QA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List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endParaRPr 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013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397"/>
            <a:ext cx="20103597" cy="196015"/>
          </a:xfrm>
          <a:prstGeom prst="rect">
            <a:avLst/>
          </a:prstGeom>
          <a:solidFill>
            <a:srgbClr val="0B4B3A"/>
          </a:solidFill>
          <a:ln w="12700">
            <a:solidFill>
              <a:srgbClr val="0B4B3A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" name="Text 1"/>
          <p:cNvSpPr/>
          <p:nvPr/>
        </p:nvSpPr>
        <p:spPr>
          <a:xfrm>
            <a:off x="753904" y="573364"/>
            <a:ext cx="12364022" cy="678513"/>
          </a:xfrm>
          <a:prstGeom prst="rect">
            <a:avLst/>
          </a:prstGeom>
          <a:noFill/>
          <a:ln/>
        </p:spPr>
        <p:txBody>
          <a:bodyPr wrap="square" lIns="1047" tIns="1047" rIns="1047" bIns="1047" rtlCol="0" anchor="ctr">
            <a:normAutofit/>
          </a:bodyPr>
          <a:lstStyle/>
          <a:p>
            <a:r>
              <a:rPr lang="en-US" sz="4287" b="1" dirty="0">
                <a:solidFill>
                  <a:srgbClr val="0B4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Simulation Clarification Questions</a:t>
            </a:r>
            <a:endParaRPr lang="en-US" sz="4287" dirty="0"/>
          </a:p>
        </p:txBody>
      </p:sp>
      <p:sp>
        <p:nvSpPr>
          <p:cNvPr id="4" name="Text 2"/>
          <p:cNvSpPr/>
          <p:nvPr/>
        </p:nvSpPr>
        <p:spPr>
          <a:xfrm>
            <a:off x="799138" y="1327268"/>
            <a:ext cx="16284321" cy="452342"/>
          </a:xfrm>
          <a:prstGeom prst="rect">
            <a:avLst/>
          </a:prstGeom>
          <a:noFill/>
          <a:ln/>
        </p:spPr>
        <p:txBody>
          <a:bodyPr wrap="square" lIns="1047" tIns="1047" rIns="1047" bIns="1047" rtlCol="0" anchor="ctr">
            <a:normAutofit/>
          </a:bodyPr>
          <a:lstStyle/>
          <a:p>
            <a:r>
              <a:rPr lang="en-US" sz="2078" dirty="0">
                <a:solidFill>
                  <a:srgbClr val="5C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customer alignment before finalizing HLSD and demo implementation assumptions</a:t>
            </a:r>
            <a:endParaRPr lang="en-US" sz="2078" dirty="0"/>
          </a:p>
        </p:txBody>
      </p:sp>
      <p:sp>
        <p:nvSpPr>
          <p:cNvPr id="7" name="Shape 5"/>
          <p:cNvSpPr/>
          <p:nvPr/>
        </p:nvSpPr>
        <p:spPr>
          <a:xfrm>
            <a:off x="753904" y="2035937"/>
            <a:ext cx="18591266" cy="1055465"/>
          </a:xfrm>
          <a:prstGeom prst="roundRect">
            <a:avLst>
              <a:gd name="adj" fmla="val 11429"/>
            </a:avLst>
          </a:prstGeom>
          <a:solidFill>
            <a:srgbClr val="EEF8F5"/>
          </a:solidFill>
          <a:ln w="12700">
            <a:solidFill>
              <a:srgbClr val="CBE5DE"/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8" name="Text 6"/>
          <p:cNvSpPr/>
          <p:nvPr/>
        </p:nvSpPr>
        <p:spPr>
          <a:xfrm>
            <a:off x="1130855" y="2307342"/>
            <a:ext cx="17792129" cy="376952"/>
          </a:xfrm>
          <a:prstGeom prst="rect">
            <a:avLst/>
          </a:prstGeom>
          <a:noFill/>
          <a:ln/>
        </p:spPr>
        <p:txBody>
          <a:bodyPr wrap="square" lIns="1047" tIns="1047" rIns="1047" bIns="1047" rtlCol="0" anchor="ctr">
            <a:normAutofit/>
          </a:bodyPr>
          <a:lstStyle/>
          <a:p>
            <a:r>
              <a:rPr lang="en-US" sz="2226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Confirm key design decisions for baseline scenarios, simulation variables, and data snapshot/versioning governance.</a:t>
            </a:r>
            <a:endParaRPr lang="en-US" sz="2226" dirty="0"/>
          </a:p>
        </p:txBody>
      </p:sp>
      <p:sp>
        <p:nvSpPr>
          <p:cNvPr id="9" name="Shape 7"/>
          <p:cNvSpPr/>
          <p:nvPr/>
        </p:nvSpPr>
        <p:spPr>
          <a:xfrm>
            <a:off x="753904" y="3543743"/>
            <a:ext cx="5880449" cy="5827675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CBE5DE"/>
            </a:solidFill>
            <a:prstDash val="solid"/>
          </a:ln>
          <a:effectLst>
            <a:outerShdw blurRad="25400" dist="50800" dir="2700000" algn="bl" rotWithShape="0">
              <a:srgbClr val="B7CBC5">
                <a:alpha val="18000"/>
              </a:srgbClr>
            </a:outerShdw>
          </a:effectLst>
        </p:spPr>
        <p:txBody>
          <a:bodyPr/>
          <a:lstStyle/>
          <a:p>
            <a:endParaRPr lang="en-CN" sz="4782"/>
          </a:p>
        </p:txBody>
      </p:sp>
      <p:sp>
        <p:nvSpPr>
          <p:cNvPr id="10" name="Shape 8"/>
          <p:cNvSpPr/>
          <p:nvPr/>
        </p:nvSpPr>
        <p:spPr>
          <a:xfrm>
            <a:off x="753904" y="3543745"/>
            <a:ext cx="5880449" cy="829294"/>
          </a:xfrm>
          <a:prstGeom prst="roundRect">
            <a:avLst>
              <a:gd name="adj" fmla="val 14545"/>
            </a:avLst>
          </a:prstGeom>
          <a:solidFill>
            <a:srgbClr val="0F7B63"/>
          </a:solidFill>
          <a:ln w="12700">
            <a:solidFill>
              <a:srgbClr val="0F7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11" name="Text 9"/>
          <p:cNvSpPr/>
          <p:nvPr/>
        </p:nvSpPr>
        <p:spPr>
          <a:xfrm>
            <a:off x="1070543" y="3739759"/>
            <a:ext cx="422186" cy="376952"/>
          </a:xfrm>
          <a:prstGeom prst="rect">
            <a:avLst/>
          </a:prstGeom>
          <a:noFill/>
          <a:ln/>
        </p:spPr>
        <p:txBody>
          <a:bodyPr wrap="square" lIns="1047" tIns="1047" rIns="1047" bIns="1047" rtlCol="0" anchor="ctr">
            <a:normAutofit/>
          </a:bodyPr>
          <a:lstStyle/>
          <a:p>
            <a:r>
              <a:rPr lang="en-US" sz="2144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144" dirty="0"/>
          </a:p>
        </p:txBody>
      </p:sp>
      <p:sp>
        <p:nvSpPr>
          <p:cNvPr id="12" name="Text 10"/>
          <p:cNvSpPr/>
          <p:nvPr/>
        </p:nvSpPr>
        <p:spPr>
          <a:xfrm>
            <a:off x="1628432" y="3724681"/>
            <a:ext cx="4749594" cy="512655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ctr">
            <a:normAutofit/>
          </a:bodyPr>
          <a:lstStyle/>
          <a:p>
            <a:r>
              <a:rPr lang="en-US" sz="2474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Scenario</a:t>
            </a:r>
            <a:endParaRPr lang="en-US" sz="2474" dirty="0"/>
          </a:p>
        </p:txBody>
      </p:sp>
      <p:sp>
        <p:nvSpPr>
          <p:cNvPr id="13" name="Shape 11"/>
          <p:cNvSpPr/>
          <p:nvPr/>
        </p:nvSpPr>
        <p:spPr>
          <a:xfrm>
            <a:off x="1176090" y="4870615"/>
            <a:ext cx="120625" cy="120625"/>
          </a:xfrm>
          <a:prstGeom prst="ellipse">
            <a:avLst/>
          </a:prstGeom>
          <a:solidFill>
            <a:srgbClr val="0F7B63"/>
          </a:solidFill>
          <a:ln w="12700">
            <a:solidFill>
              <a:srgbClr val="0F7B63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4" name="Text 12"/>
          <p:cNvSpPr/>
          <p:nvPr/>
        </p:nvSpPr>
        <p:spPr>
          <a:xfrm>
            <a:off x="1432417" y="4719834"/>
            <a:ext cx="4824984" cy="844372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Baseline Scenario generated automatically by the system, or manually created / selected by the Economist?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176090" y="6374246"/>
            <a:ext cx="120625" cy="120625"/>
          </a:xfrm>
          <a:prstGeom prst="ellipse">
            <a:avLst/>
          </a:prstGeom>
          <a:solidFill>
            <a:srgbClr val="0F7B63"/>
          </a:solidFill>
          <a:ln w="12700">
            <a:solidFill>
              <a:srgbClr val="0F7B63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6" name="Text 14"/>
          <p:cNvSpPr/>
          <p:nvPr/>
        </p:nvSpPr>
        <p:spPr>
          <a:xfrm>
            <a:off x="1420347" y="6227641"/>
            <a:ext cx="4824984" cy="1198705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data sources and business rules should be used to generate the default Baseline?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76090" y="7721127"/>
            <a:ext cx="120625" cy="120625"/>
          </a:xfrm>
          <a:prstGeom prst="ellipse">
            <a:avLst/>
          </a:prstGeom>
          <a:solidFill>
            <a:srgbClr val="0F7B63"/>
          </a:solidFill>
          <a:ln w="12700">
            <a:solidFill>
              <a:srgbClr val="0F7B63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18" name="Text 16"/>
          <p:cNvSpPr/>
          <p:nvPr/>
        </p:nvSpPr>
        <p:spPr>
          <a:xfrm>
            <a:off x="1432417" y="7614826"/>
            <a:ext cx="4824984" cy="1620890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the Baseline be locked for each simulation run or adjustable by authorized users?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056539" y="3543744"/>
            <a:ext cx="5880449" cy="5827674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CBE5DE"/>
            </a:solidFill>
            <a:prstDash val="solid"/>
          </a:ln>
          <a:effectLst>
            <a:outerShdw blurRad="25400" dist="50800" dir="2700000" algn="bl" rotWithShape="0">
              <a:srgbClr val="B7CBC5">
                <a:alpha val="18000"/>
              </a:srgbClr>
            </a:outerShdw>
          </a:effectLst>
        </p:spPr>
        <p:txBody>
          <a:bodyPr/>
          <a:lstStyle/>
          <a:p>
            <a:endParaRPr lang="en-CN" sz="4782"/>
          </a:p>
        </p:txBody>
      </p:sp>
      <p:sp>
        <p:nvSpPr>
          <p:cNvPr id="20" name="Shape 18"/>
          <p:cNvSpPr/>
          <p:nvPr/>
        </p:nvSpPr>
        <p:spPr>
          <a:xfrm>
            <a:off x="7056539" y="3543745"/>
            <a:ext cx="5880449" cy="829294"/>
          </a:xfrm>
          <a:prstGeom prst="roundRect">
            <a:avLst>
              <a:gd name="adj" fmla="val 14545"/>
            </a:avLst>
          </a:prstGeom>
          <a:solidFill>
            <a:srgbClr val="2D70B8"/>
          </a:solidFill>
          <a:ln w="12700">
            <a:solidFill>
              <a:srgbClr val="2D7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21" name="Text 19"/>
          <p:cNvSpPr/>
          <p:nvPr/>
        </p:nvSpPr>
        <p:spPr>
          <a:xfrm>
            <a:off x="7373179" y="3739759"/>
            <a:ext cx="422186" cy="376952"/>
          </a:xfrm>
          <a:prstGeom prst="rect">
            <a:avLst/>
          </a:prstGeom>
          <a:noFill/>
          <a:ln/>
        </p:spPr>
        <p:txBody>
          <a:bodyPr wrap="square" lIns="1047" tIns="1047" rIns="1047" bIns="1047" rtlCol="0" anchor="ctr">
            <a:normAutofit/>
          </a:bodyPr>
          <a:lstStyle/>
          <a:p>
            <a:r>
              <a:rPr lang="en-US" sz="2144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144" dirty="0"/>
          </a:p>
        </p:txBody>
      </p:sp>
      <p:sp>
        <p:nvSpPr>
          <p:cNvPr id="22" name="Text 20"/>
          <p:cNvSpPr/>
          <p:nvPr/>
        </p:nvSpPr>
        <p:spPr>
          <a:xfrm>
            <a:off x="7931067" y="3724681"/>
            <a:ext cx="4749594" cy="512655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ctr">
            <a:normAutofit/>
          </a:bodyPr>
          <a:lstStyle/>
          <a:p>
            <a:r>
              <a:rPr lang="en-US" sz="2474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Variables</a:t>
            </a:r>
            <a:endParaRPr lang="en-US" sz="2474" dirty="0"/>
          </a:p>
        </p:txBody>
      </p:sp>
      <p:sp>
        <p:nvSpPr>
          <p:cNvPr id="23" name="Shape 21"/>
          <p:cNvSpPr/>
          <p:nvPr/>
        </p:nvSpPr>
        <p:spPr>
          <a:xfrm>
            <a:off x="7478725" y="4870615"/>
            <a:ext cx="120625" cy="120625"/>
          </a:xfrm>
          <a:prstGeom prst="ellipse">
            <a:avLst/>
          </a:prstGeom>
          <a:solidFill>
            <a:srgbClr val="2D70B8"/>
          </a:solidFill>
          <a:ln w="12700">
            <a:solidFill>
              <a:srgbClr val="2D70B8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24" name="Text 22"/>
          <p:cNvSpPr/>
          <p:nvPr/>
        </p:nvSpPr>
        <p:spPr>
          <a:xfrm>
            <a:off x="7735052" y="4719834"/>
            <a:ext cx="4824984" cy="844372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variable default values come from data sources, expert configuration, or built-in system defaults?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478725" y="6478750"/>
            <a:ext cx="120625" cy="120625"/>
          </a:xfrm>
          <a:prstGeom prst="ellipse">
            <a:avLst/>
          </a:prstGeom>
          <a:solidFill>
            <a:srgbClr val="2D70B8"/>
          </a:solidFill>
          <a:ln w="12700">
            <a:solidFill>
              <a:srgbClr val="2D70B8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26" name="Text 24"/>
          <p:cNvSpPr/>
          <p:nvPr/>
        </p:nvSpPr>
        <p:spPr>
          <a:xfrm>
            <a:off x="7735052" y="6327970"/>
            <a:ext cx="4824984" cy="1203924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rm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authorized to modify variables and assumptions?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478725" y="7799504"/>
            <a:ext cx="120625" cy="120625"/>
          </a:xfrm>
          <a:prstGeom prst="ellipse">
            <a:avLst/>
          </a:prstGeom>
          <a:solidFill>
            <a:srgbClr val="2D70B8"/>
          </a:solidFill>
          <a:ln w="12700">
            <a:solidFill>
              <a:srgbClr val="2D70B8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28" name="Text 26"/>
          <p:cNvSpPr/>
          <p:nvPr/>
        </p:nvSpPr>
        <p:spPr>
          <a:xfrm>
            <a:off x="7735052" y="7648723"/>
            <a:ext cx="4824984" cy="1315588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any modification trigger re-approval before simulation execution?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3359175" y="3543743"/>
            <a:ext cx="5880449" cy="5827673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CBE5DE"/>
            </a:solidFill>
            <a:prstDash val="solid"/>
          </a:ln>
          <a:effectLst>
            <a:outerShdw blurRad="25400" dist="50800" dir="2700000" algn="bl" rotWithShape="0">
              <a:srgbClr val="B7CBC5">
                <a:alpha val="18000"/>
              </a:srgbClr>
            </a:outerShdw>
          </a:effectLst>
        </p:spPr>
        <p:txBody>
          <a:bodyPr/>
          <a:lstStyle/>
          <a:p>
            <a:endParaRPr lang="en-CN" sz="4782"/>
          </a:p>
        </p:txBody>
      </p:sp>
      <p:sp>
        <p:nvSpPr>
          <p:cNvPr id="30" name="Shape 28"/>
          <p:cNvSpPr/>
          <p:nvPr/>
        </p:nvSpPr>
        <p:spPr>
          <a:xfrm>
            <a:off x="13359175" y="3543745"/>
            <a:ext cx="5880449" cy="829294"/>
          </a:xfrm>
          <a:prstGeom prst="roundRect">
            <a:avLst>
              <a:gd name="adj" fmla="val 14545"/>
            </a:avLst>
          </a:prstGeom>
          <a:solidFill>
            <a:srgbClr val="6D55A3"/>
          </a:solidFill>
          <a:ln w="12700">
            <a:solidFill>
              <a:srgbClr val="6D55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 sz="4782"/>
          </a:p>
        </p:txBody>
      </p:sp>
      <p:sp>
        <p:nvSpPr>
          <p:cNvPr id="31" name="Text 29"/>
          <p:cNvSpPr/>
          <p:nvPr/>
        </p:nvSpPr>
        <p:spPr>
          <a:xfrm>
            <a:off x="13675814" y="3739759"/>
            <a:ext cx="422186" cy="376952"/>
          </a:xfrm>
          <a:prstGeom prst="rect">
            <a:avLst/>
          </a:prstGeom>
          <a:noFill/>
          <a:ln/>
        </p:spPr>
        <p:txBody>
          <a:bodyPr wrap="square" lIns="1047" tIns="1047" rIns="1047" bIns="1047" rtlCol="0" anchor="ctr">
            <a:normAutofit/>
          </a:bodyPr>
          <a:lstStyle/>
          <a:p>
            <a:r>
              <a:rPr lang="en-US" sz="2144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144" dirty="0"/>
          </a:p>
        </p:txBody>
      </p:sp>
      <p:sp>
        <p:nvSpPr>
          <p:cNvPr id="32" name="Text 30"/>
          <p:cNvSpPr/>
          <p:nvPr/>
        </p:nvSpPr>
        <p:spPr>
          <a:xfrm>
            <a:off x="14233703" y="3724681"/>
            <a:ext cx="4749594" cy="512655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ctr">
            <a:normAutofit/>
          </a:bodyPr>
          <a:lstStyle/>
          <a:p>
            <a:r>
              <a:rPr lang="en-US" sz="2474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Snapshot &amp; Versioning</a:t>
            </a:r>
            <a:endParaRPr lang="en-US" sz="2474" dirty="0"/>
          </a:p>
        </p:txBody>
      </p:sp>
      <p:sp>
        <p:nvSpPr>
          <p:cNvPr id="33" name="Shape 31"/>
          <p:cNvSpPr/>
          <p:nvPr/>
        </p:nvSpPr>
        <p:spPr>
          <a:xfrm>
            <a:off x="13781360" y="4870615"/>
            <a:ext cx="120625" cy="120625"/>
          </a:xfrm>
          <a:prstGeom prst="ellipse">
            <a:avLst/>
          </a:prstGeom>
          <a:solidFill>
            <a:srgbClr val="6D55A3"/>
          </a:solidFill>
          <a:ln w="12700">
            <a:solidFill>
              <a:srgbClr val="6D55A3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4" name="Text 32"/>
          <p:cNvSpPr/>
          <p:nvPr/>
        </p:nvSpPr>
        <p:spPr>
          <a:xfrm>
            <a:off x="14037688" y="4719834"/>
            <a:ext cx="4824984" cy="844372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rm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every simulation run save a data snapshot?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3781360" y="5956236"/>
            <a:ext cx="120625" cy="120625"/>
          </a:xfrm>
          <a:prstGeom prst="ellipse">
            <a:avLst/>
          </a:prstGeom>
          <a:solidFill>
            <a:srgbClr val="6D55A3"/>
          </a:solidFill>
          <a:ln w="12700">
            <a:solidFill>
              <a:srgbClr val="6D55A3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6" name="Text 34"/>
          <p:cNvSpPr/>
          <p:nvPr/>
        </p:nvSpPr>
        <p:spPr>
          <a:xfrm>
            <a:off x="14037688" y="5805456"/>
            <a:ext cx="4824984" cy="1326864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the snapshot store a full data copy, or only source version, pull time, and parameter metadata?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3781360" y="7485995"/>
            <a:ext cx="120625" cy="120625"/>
          </a:xfrm>
          <a:prstGeom prst="ellipse">
            <a:avLst/>
          </a:prstGeom>
          <a:solidFill>
            <a:srgbClr val="6D55A3"/>
          </a:solidFill>
          <a:ln w="12700">
            <a:solidFill>
              <a:srgbClr val="6D55A3"/>
            </a:solidFill>
            <a:prstDash val="solid"/>
          </a:ln>
        </p:spPr>
        <p:txBody>
          <a:bodyPr/>
          <a:lstStyle/>
          <a:p>
            <a:endParaRPr lang="en-CN" sz="2400"/>
          </a:p>
        </p:txBody>
      </p:sp>
      <p:sp>
        <p:nvSpPr>
          <p:cNvPr id="38" name="Text 36"/>
          <p:cNvSpPr/>
          <p:nvPr/>
        </p:nvSpPr>
        <p:spPr>
          <a:xfrm>
            <a:off x="14037688" y="7335213"/>
            <a:ext cx="4824984" cy="1087269"/>
          </a:xfrm>
          <a:prstGeom prst="rect">
            <a:avLst/>
          </a:prstGeom>
          <a:noFill/>
          <a:ln/>
        </p:spPr>
        <p:txBody>
          <a:bodyPr wrap="square" lIns="209" tIns="209" rIns="209" bIns="209" rtlCol="0" anchor="t">
            <a:noAutofit/>
          </a:bodyPr>
          <a:lstStyle/>
          <a:p>
            <a:r>
              <a:rPr lang="en-US" sz="2400" dirty="0">
                <a:solidFill>
                  <a:srgbClr val="0B4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retention, audit, and traceability requirements should apply?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864476" y="9371419"/>
            <a:ext cx="17792129" cy="331718"/>
          </a:xfrm>
          <a:prstGeom prst="rect">
            <a:avLst/>
          </a:prstGeom>
          <a:noFill/>
          <a:ln/>
        </p:spPr>
        <p:txBody>
          <a:bodyPr wrap="square" lIns="1047" tIns="1047" rIns="1047" bIns="1047" rtlCol="0" anchor="ctr">
            <a:normAutofit/>
          </a:bodyPr>
          <a:lstStyle/>
          <a:p>
            <a:pPr algn="ctr"/>
            <a:r>
              <a:rPr lang="en-US" sz="2078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outcome: customer confirms governance choices so the HLSD can define the correct workflow, data model, approval logic, and audit trail.</a:t>
            </a:r>
            <a:endParaRPr lang="en-US" sz="2078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_DRAFT" val="0"/>
  <p:tag name="EE4P_LANGUAGE_ID" val="1033"/>
  <p:tag name="THINKCELLUNDODONOTDELETE" val="0"/>
  <p:tag name="EE4P_STYLE_NAME" val="NHCI English Grid Custom"/>
  <p:tag name="DECKSTER_PRESENTATION_ID" val="9265afd4-fbdb-4804-9b07-6599c320bac7"/>
  <p:tag name="THINKCELLPRESENTATIONDONOTDELETE" val="&lt;?xml version=&quot;1.0&quot; encoding=&quot;UTF-16&quot; standalone=&quot;yes&quot;?&gt;&lt;root reqver=&quot;28224&quot;&gt;&lt;version val=&quot;3586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2.88453703257100091406E+00&quot;&gt;&lt;m_msothmcolidx val=&quot;0&quot;/&gt;&lt;m_rgb r=&quot;FF&quot; g=&quot;BD&quot; b=&quot;BD&quot;/&gt;&lt;/elem&gt;&lt;elem m_fUsage=&quot;2.06656613910000030998E+00&quot;&gt;&lt;m_msothmcolidx val=&quot;0&quot;/&gt;&lt;m_rgb r=&quot;F9&quot; g=&quot;EF&quot; b=&quot;BD&quot;/&gt;&lt;/elem&gt;&lt;elem m_fUsage=&quot;9.10286582832900204032E-01&quot;&gt;&lt;m_msothmcolidx val=&quot;0&quot;/&gt;&lt;m_rgb r=&quot;FF&quot; g=&quot;C6&quot; b=&quot;0B&quot;/&gt;&lt;/elem&gt;&lt;elem m_fUsage=&quot;8.19257924549610216935E-01&quot;&gt;&lt;m_msothmcolidx val=&quot;0&quot;/&gt;&lt;m_rgb r=&quot;6A&quot; g=&quot;A5&quot; b=&quot;44&quot;/&gt;&lt;/elem&gt;&lt;elem m_fUsage=&quot;7.29000000000000092371E-01&quot;&gt;&lt;m_msothmcolidx val=&quot;0&quot;/&gt;&lt;m_rgb r=&quot;26&quot; g=&quot;57&quot; b=&quot;92&quot;/&gt;&lt;/elem&gt;&lt;elem m_fUsage=&quot;5.31441000000000163261E-01&quot;&gt;&lt;m_msothmcolidx val=&quot;0&quot;/&gt;&lt;m_rgb r=&quot;92&quot; g=&quot;CF&quot; b=&quot;69&quot;/&gt;&lt;/elem&gt;&lt;/m_vecMRU&gt;&lt;/m_mruColor&gt;&lt;m_eweekdayFirstOfWeek val=&quot;1&quot;/&gt;&lt;m_eweekdayFirstOfWorkweek val=&quot;2&quot;/&gt;&lt;m_eweekdayFirstOfWeekend val=&quot;7&quot;/&gt;&lt;/CPresentation&gt;&lt;/root&gt;"/>
  <p:tag name="EE4P_MASTERWIZARD_MARGIN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5f46b5db-5270-4442-967c-b7a1d648dc9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6d19850f-34b3-4f63-81e1-48a60a2df291_1"/>
  <p:tag name="EE4P_AGENDAWIZARD_CONTENT" val="/Align on engagement model and support neede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1"/>
  <p:tag name="EE4P_AGENDAWIZARD_CONTENT" val="/Provide a preliminary view on HEM Office's solution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3f9dbfe-a461-453f-b729-494aadc1dc89_1"/>
  <p:tag name="EE4P_AGENDAWIZARD_CONTENT" val="/Recap project objectives, approach, and timelin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5f46b5db-5270-4442-967c-b7a1d648dc9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6d19850f-34b3-4f63-81e1-48a60a2df291_1"/>
  <p:tag name="EE4P_AGENDAWIZARD_CONTENT" val="/Align on engagement model and support neede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1"/>
  <p:tag name="EE4P_AGENDAWIZARD_CONTENT" val="/Provide a preliminary view on HEM Office's solutions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3f9dbfe-a461-453f-b729-494aadc1dc89_1"/>
  <p:tag name="EE4P_AGENDAWIZARD_CONTENT" val="/Recap project objectives, approach, and timelin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5f46b5db-5270-4442-967c-b7a1d648dc9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6d19850f-34b3-4f63-81e1-48a60a2df291_1"/>
  <p:tag name="EE4P_AGENDAWIZARD_CONTENT" val="/Align on engagement model and support neede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1"/>
  <p:tag name="EE4P_AGENDAWIZARD_CONTENT" val="/Provide a preliminary view on HEM Office's solutions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3f9dbfe-a461-453f-b729-494aadc1dc89_1"/>
  <p:tag name="EE4P_AGENDAWIZARD_CONTENT" val="/Recap project objectives, approach, and timelin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5f46b5db-5270-4442-967c-b7a1d648dc9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6d19850f-34b3-4f63-81e1-48a60a2df291_1"/>
  <p:tag name="EE4P_AGENDAWIZARD_CONTENT" val="/Align on engagement model and support neede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1"/>
  <p:tag name="EE4P_AGENDAWIZARD_CONTENT" val="/Provide a preliminary view on HEM Office's solutions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3f9dbfe-a461-453f-b729-494aadc1dc89_1"/>
  <p:tag name="EE4P_AGENDAWIZARD_CONTENT" val="/Recap project objectives, approach, and timelin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5f46b5db-5270-4442-967c-b7a1d648dc9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6d19850f-34b3-4f63-81e1-48a60a2df291_1"/>
  <p:tag name="EE4P_AGENDAWIZARD_CONTENT" val="/Align on engagement model and support neede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1"/>
  <p:tag name="EE4P_AGENDAWIZARD_CONTENT" val="/Provide a preliminary view on HEM Office's solutions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3f9dbfe-a461-453f-b729-494aadc1dc89_1"/>
  <p:tag name="EE4P_AGENDAWIZARD_CONTENT" val="/Recap project objectives, approach, and timelin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5f46b5db-5270-4442-967c-b7a1d648dc9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6d19850f-34b3-4f63-81e1-48a60a2df291_1"/>
  <p:tag name="EE4P_AGENDAWIZARD_CONTENT" val="/Align on engagement model and support neede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1"/>
  <p:tag name="EE4P_AGENDAWIZARD_CONTENT" val="/Provide a preliminary view on HEM Office's solutions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3f9dbfe-a461-453f-b729-494aadc1dc89_1"/>
  <p:tag name="EE4P_AGENDAWIZARD_CONTENT" val="/Recap project objectives, approach, and timelin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5f46b5db-5270-4442-967c-b7a1d648dc9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6d19850f-34b3-4f63-81e1-48a60a2df291_1"/>
  <p:tag name="EE4P_AGENDAWIZARD_CONTENT" val="/Align on engagement model and support neede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Elemen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f46b5db-5270-4442-967c-b7a1d648dc9a_1"/>
  <p:tag name="EE4P_AGENDAWIZARD_CONTENT" val="/Provide a preliminary view on HEM Office's solutions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53f9dbfe-a461-453f-b729-494aadc1dc89_1"/>
  <p:tag name="EE4P_AGENDAWIZARD_CONTENT" val="/Recap project objectives, approach, and timelin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055ea3a-27de-4671-b1e5-2c9589204c3f_1"/>
  <p:tag name="EE4P_AGENDAWIZARD_CONTENT" val="/Discuss key asks and next steps"/>
</p:tagLst>
</file>

<file path=ppt/theme/theme1.xml><?xml version="1.0" encoding="utf-8"?>
<a:theme xmlns:a="http://schemas.openxmlformats.org/drawingml/2006/main" name="NHCI English Grid Custom - 31134">
  <a:themeElements>
    <a:clrScheme name="NHCI">
      <a:dk1>
        <a:srgbClr val="000000"/>
      </a:dk1>
      <a:lt1>
        <a:srgbClr val="FFFFFF"/>
      </a:lt1>
      <a:dk2>
        <a:srgbClr val="004331"/>
      </a:dk2>
      <a:lt2>
        <a:srgbClr val="F2F2F2"/>
      </a:lt2>
      <a:accent1>
        <a:srgbClr val="003225"/>
      </a:accent1>
      <a:accent2>
        <a:srgbClr val="009F6A"/>
      </a:accent2>
      <a:accent3>
        <a:srgbClr val="A8FFB4"/>
      </a:accent3>
      <a:accent4>
        <a:srgbClr val="5FC48C"/>
      </a:accent4>
      <a:accent5>
        <a:srgbClr val="9A9A9A"/>
      </a:accent5>
      <a:accent6>
        <a:srgbClr val="80AB92"/>
      </a:accent6>
      <a:hlink>
        <a:srgbClr val="C1966B"/>
      </a:hlink>
      <a:folHlink>
        <a:srgbClr val="DAEBF7"/>
      </a:folHlink>
    </a:clrScheme>
    <a:fontScheme name="Basis Grotesque Arabic Pro">
      <a:majorFont>
        <a:latin typeface="Basis Grotesque Arabic Pro"/>
        <a:ea typeface=""/>
        <a:cs typeface=""/>
      </a:majorFont>
      <a:minorFont>
        <a:latin typeface="Basis Grotesque Arabic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4331"/>
        </a:solidFill>
        <a:ln w="9525" cap="rnd" cmpd="sng" algn="ctr">
          <a:solidFill>
            <a:srgbClr val="004331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noAutofit/>
      </a:bodyPr>
      <a:lstStyle>
        <a:defPPr algn="ctr">
          <a:defRPr sz="28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28042026_Solutions Steering new template.pptx" id="{A085C246-63CB-EC49-8A47-3FAD6F11E425}" vid="{4E31356E-1011-3B42-9211-01B84996E1BE}"/>
    </a:ext>
  </a:extLst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xsi="http://www.w3.org/2001/XMLSchema-instance" xmlns:p="http://schemas.microsoft.com/office/2006/metadata/properties" xmlns:pc="http://schemas.microsoft.com/office/infopath/2007/PartnerControls">
  <documentManagement>
    <TaxCatchAll xmlns="af9f048c-7fe5-49aa-a70c-b14e2f0a3a17" xsi:nil="true"/>
    <lcf76f155ced4ddcb4097134ff3c332f xmlns="0e1cb2be-35db-4013-bafc-fedf8d43c4b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D8280C405C46429EF972829A262656" ma:contentTypeVersion="12" ma:contentTypeDescription="Create a new document." ma:contentTypeScope="" ma:versionID="5304f65e377f43c1316a66004427d5ec">
  <xsd:schema xmlns:xsd="http://www.w3.org/2001/XMLSchema" xmlns:xs="http://www.w3.org/2001/XMLSchema" xmlns:p="http://schemas.microsoft.com/office/2006/metadata/properties" xmlns:ns2="0e1cb2be-35db-4013-bafc-fedf8d43c4b3" xmlns:ns3="af9f048c-7fe5-49aa-a70c-b14e2f0a3a17" targetNamespace="http://schemas.microsoft.com/office/2006/metadata/properties" ma:root="true" ma:fieldsID="5799530e02e08761aaa2f3bd6239985d" ns2:_="" ns3:_="">
    <xsd:import namespace="0e1cb2be-35db-4013-bafc-fedf8d43c4b3"/>
    <xsd:import namespace="af9f048c-7fe5-49aa-a70c-b14e2f0a3a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1cb2be-35db-4013-bafc-fedf8d43c4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1edaf98-933d-48b7-9af8-6bdbb703d0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f048c-7fe5-49aa-a70c-b14e2f0a3a1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6c0c4b3-c7ab-4778-800d-c0ebc499daff}" ma:internalName="TaxCatchAll" ma:showField="CatchAllData" ma:web="af9f048c-7fe5-49aa-a70c-b14e2f0a3a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039B25-A655-4537-9C97-24716208E3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944055-D4E3-4189-8FD7-EA75439F85B9}">
  <ds:schemaRefs>
    <ds:schemaRef ds:uri="0e1cb2be-35db-4013-bafc-fedf8d43c4b3"/>
    <ds:schemaRef ds:uri="af9f048c-7fe5-49aa-a70c-b14e2f0a3a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1B058CA-DE14-4C77-A1D6-B1CA775B8CD5}">
  <ds:schemaRefs>
    <ds:schemaRef ds:uri="0e1cb2be-35db-4013-bafc-fedf8d43c4b3"/>
    <ds:schemaRef ds:uri="af9f048c-7fe5-49aa-a70c-b14e2f0a3a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</TotalTime>
  <Words>666</Words>
  <Application>Microsoft Macintosh PowerPoint</Application>
  <PresentationFormat>Custom</PresentationFormat>
  <Paragraphs>139</Paragraphs>
  <Slides>15</Slides>
  <Notes>15</Notes>
  <HiddenSlides>0</HiddenSlides>
  <MMClips>0</MMClips>
  <ScaleCrop>false</ScaleCrop>
  <HeadingPairs>
    <vt:vector size="10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  <vt:variant>
        <vt:lpstr>Custom Shows</vt:lpstr>
      </vt:variant>
      <vt:variant>
        <vt:i4>1</vt:i4>
      </vt:variant>
    </vt:vector>
  </HeadingPairs>
  <TitlesOfParts>
    <vt:vector size="23" baseType="lpstr">
      <vt:lpstr>Basis Grotesque Arabic Pro</vt:lpstr>
      <vt:lpstr>Aptos</vt:lpstr>
      <vt:lpstr>Aptos Display</vt:lpstr>
      <vt:lpstr>Arial</vt:lpstr>
      <vt:lpstr>Trebuchet MS</vt:lpstr>
      <vt:lpstr>NHCI English Grid Custom - 31134</vt:lpstr>
      <vt:lpstr>think-cell Slide</vt:lpstr>
      <vt:lpstr>Agenda for today's meeting</vt:lpstr>
      <vt:lpstr>PowerPoint Presentation</vt:lpstr>
      <vt:lpstr>Agenda for today's meeting</vt:lpstr>
      <vt:lpstr>PowerPoint Presentation</vt:lpstr>
      <vt:lpstr>Agenda for today's meeting</vt:lpstr>
      <vt:lpstr>PowerPoint Presentation</vt:lpstr>
      <vt:lpstr>Agenda for today's meeting</vt:lpstr>
      <vt:lpstr>PowerPoint Presentation</vt:lpstr>
      <vt:lpstr>Agenda for today's meeting</vt:lpstr>
      <vt:lpstr>PowerPoint Presentation</vt:lpstr>
      <vt:lpstr>PowerPoint Presentation</vt:lpstr>
      <vt:lpstr>Agenda for today's meeting</vt:lpstr>
      <vt:lpstr>PowerPoint Presentation</vt:lpstr>
      <vt:lpstr>Agenda for today's meeting</vt:lpstr>
      <vt:lpstr>PowerPoint Presentation</vt:lpstr>
      <vt:lpstr>Format Guide Workshop</vt:lpstr>
    </vt:vector>
  </TitlesOfParts>
  <Manager/>
  <Company>The Boston Consulting Group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 Boston Consulting Group</dc:creator>
  <cp:keywords/>
  <dc:description>⁠​⁠​﻿﻿‌⁢</dc:description>
  <cp:lastModifiedBy>HK9662</cp:lastModifiedBy>
  <cp:revision>95</cp:revision>
  <cp:lastPrinted>2026-04-12T10:42:57Z</cp:lastPrinted>
  <dcterms:created xsi:type="dcterms:W3CDTF">2026-04-12T10:42:56Z</dcterms:created>
  <dcterms:modified xsi:type="dcterms:W3CDTF">2026-07-06T17:20:08Z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0x010100A4D8280C405C46429EF972829A262656</vt:lpwstr>
  </property>
  <property fmtid="{D5CDD505-2E9C-101B-9397-08002B2CF9AE}" pid="3" name="Format Name">
    <vt:lpwstr>Grid Format</vt:lpwstr>
  </property>
  <property fmtid="{D5CDD505-2E9C-101B-9397-08002B2CF9AE}" pid="4" name="MSIP_Label_b0d5c4f4-7a29-4385-b7a5-afbe2154ae6f_ActionId">
    <vt:lpwstr>b7bb42e6-13a2-4aac-9629-ea5456b597bc</vt:lpwstr>
  </property>
  <property fmtid="{D5CDD505-2E9C-101B-9397-08002B2CF9AE}" pid="5" name="MSIP_Label_b0d5c4f4-7a29-4385-b7a5-afbe2154ae6f_ContentBits">
    <vt:lpwstr>0</vt:lpwstr>
  </property>
  <property fmtid="{D5CDD505-2E9C-101B-9397-08002B2CF9AE}" pid="6" name="MSIP_Label_b0d5c4f4-7a29-4385-b7a5-afbe2154ae6f_Enabled">
    <vt:lpwstr>true</vt:lpwstr>
  </property>
  <property fmtid="{D5CDD505-2E9C-101B-9397-08002B2CF9AE}" pid="7" name="MSIP_Label_b0d5c4f4-7a29-4385-b7a5-afbe2154ae6f_Method">
    <vt:lpwstr>Standard</vt:lpwstr>
  </property>
  <property fmtid="{D5CDD505-2E9C-101B-9397-08002B2CF9AE}" pid="8" name="MSIP_Label_b0d5c4f4-7a29-4385-b7a5-afbe2154ae6f_Name">
    <vt:lpwstr>Confidential</vt:lpwstr>
  </property>
  <property fmtid="{D5CDD505-2E9C-101B-9397-08002B2CF9AE}" pid="9" name="MSIP_Label_b0d5c4f4-7a29-4385-b7a5-afbe2154ae6f_SetDate">
    <vt:lpwstr>2026-02-26T11:16:34Z</vt:lpwstr>
  </property>
  <property fmtid="{D5CDD505-2E9C-101B-9397-08002B2CF9AE}" pid="10" name="MSIP_Label_b0d5c4f4-7a29-4385-b7a5-afbe2154ae6f_SiteId">
    <vt:lpwstr>2dfb2f0b-4d21-4268-9559-72926144c918</vt:lpwstr>
  </property>
  <property fmtid="{D5CDD505-2E9C-101B-9397-08002B2CF9AE}" pid="11" name="MSIP_Label_b0d5c4f4-7a29-4385-b7a5-afbe2154ae6f_Tag">
    <vt:lpwstr>50, 3, 0, 1</vt:lpwstr>
  </property>
  <property fmtid="{D5CDD505-2E9C-101B-9397-08002B2CF9AE}" pid="12" name="MediaServiceImageTags">
    <vt:lpwstr/>
  </property>
  <property fmtid="{D5CDD505-2E9C-101B-9397-08002B2CF9AE}" pid="13" name="NXPowerLiteLastOptimized">
    <vt:lpwstr>13516569</vt:lpwstr>
  </property>
  <property fmtid="{D5CDD505-2E9C-101B-9397-08002B2CF9AE}" pid="14" name="NXPowerLiteSettings">
    <vt:lpwstr>F780073804F000</vt:lpwstr>
  </property>
  <property fmtid="{D5CDD505-2E9C-101B-9397-08002B2CF9AE}" pid="15" name="NXPowerLiteVersion">
    <vt:lpwstr>D10.3.1</vt:lpwstr>
  </property>
  <property fmtid="{D5CDD505-2E9C-101B-9397-08002B2CF9AE}" pid="16" name="Template Name">
    <vt:lpwstr>16x9</vt:lpwstr>
  </property>
  <property fmtid="{D5CDD505-2E9C-101B-9397-08002B2CF9AE}" pid="17" name="KSOProductBuildVer">
    <vt:lpwstr>2052-12.1.25205.25205</vt:lpwstr>
  </property>
  <property fmtid="{D5CDD505-2E9C-101B-9397-08002B2CF9AE}" pid="18" name="ICV">
    <vt:lpwstr>9276CF90782859C14E75DB6973BFF421_43</vt:lpwstr>
  </property>
</Properties>
</file>