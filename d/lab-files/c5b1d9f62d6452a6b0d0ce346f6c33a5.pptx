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1.xml" ContentType="application/vnd.openxmlformats-officedocument.presentationml.notesSlide+xml"/>
  <Override PartName="/ppt/tags/tag37.xml" ContentType="application/vnd.openxmlformats-officedocument.presentationml.tags+xml"/>
  <Override PartName="/ppt/notesSlides/notesSlide2.xml" ContentType="application/vnd.openxmlformats-officedocument.presentationml.notesSlide+xml"/>
  <Override PartName="/ppt/tags/tag38.xml" ContentType="application/vnd.openxmlformats-officedocument.presentationml.tags+xml"/>
  <Override PartName="/ppt/notesSlides/notesSlide3.xml" ContentType="application/vnd.openxmlformats-officedocument.presentationml.notesSlide+xml"/>
  <Override PartName="/ppt/tags/tag39.xml" ContentType="application/vnd.openxmlformats-officedocument.presentationml.tags+xml"/>
  <Override PartName="/ppt/notesSlides/notesSlide4.xml" ContentType="application/vnd.openxmlformats-officedocument.presentationml.notesSlide+xml"/>
  <Override PartName="/ppt/tags/tag40.xml" ContentType="application/vnd.openxmlformats-officedocument.presentationml.tags+xml"/>
  <Override PartName="/ppt/notesSlides/notesSlide5.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6.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7.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notesSlides/notesSlide8.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notesSlides/notesSlide9.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notesSlides/notesSlide10.xml" ContentType="application/vnd.openxmlformats-officedocument.presentationml.notesSlide+xml"/>
  <Override PartName="/ppt/tags/tag54.xml" ContentType="application/vnd.openxmlformats-officedocument.presentationml.tags+xml"/>
  <Override PartName="/ppt/notesSlides/notesSlide11.xml" ContentType="application/vnd.openxmlformats-officedocument.presentationml.notesSlide+xml"/>
  <Override PartName="/ppt/tags/tag55.xml" ContentType="application/vnd.openxmlformats-officedocument.presentationml.tags+xml"/>
  <Override PartName="/ppt/notesSlides/notesSlide12.xml" ContentType="application/vnd.openxmlformats-officedocument.presentationml.notesSlide+xml"/>
  <Override PartName="/ppt/tags/tag56.xml" ContentType="application/vnd.openxmlformats-officedocument.presentationml.tags+xml"/>
  <Override PartName="/ppt/notesSlides/notesSlide13.xml" ContentType="application/vnd.openxmlformats-officedocument.presentationml.notesSlide+xml"/>
  <Override PartName="/ppt/tags/tag57.xml" ContentType="application/vnd.openxmlformats-officedocument.presentationml.tags+xml"/>
  <Override PartName="/ppt/tags/tag58.xml" ContentType="application/vnd.openxmlformats-officedocument.presentationml.tags+xml"/>
  <Override PartName="/ppt/notesSlides/notesSlide14.xml" ContentType="application/vnd.openxmlformats-officedocument.presentationml.notesSlide+xml"/>
  <Override PartName="/ppt/tags/tag59.xml" ContentType="application/vnd.openxmlformats-officedocument.presentationml.tags+xml"/>
  <Override PartName="/ppt/notesSlides/notesSlide15.xml" ContentType="application/vnd.openxmlformats-officedocument.presentationml.notesSlide+xml"/>
  <Override PartName="/ppt/tags/tag60.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4"/>
  </p:sldMasterIdLst>
  <p:notesMasterIdLst>
    <p:notesMasterId r:id="rId23"/>
  </p:notesMasterIdLst>
  <p:handoutMasterIdLst>
    <p:handoutMasterId r:id="rId24"/>
  </p:handoutMasterIdLst>
  <p:sldIdLst>
    <p:sldId id="276" r:id="rId5"/>
    <p:sldId id="2147483619" r:id="rId6"/>
    <p:sldId id="256" r:id="rId7"/>
    <p:sldId id="2147483623" r:id="rId8"/>
    <p:sldId id="2147483629" r:id="rId9"/>
    <p:sldId id="2147483630" r:id="rId10"/>
    <p:sldId id="2147483631" r:id="rId11"/>
    <p:sldId id="2147483632" r:id="rId12"/>
    <p:sldId id="2147483634" r:id="rId13"/>
    <p:sldId id="259" r:id="rId14"/>
    <p:sldId id="2147483643" r:id="rId15"/>
    <p:sldId id="2147483647" r:id="rId16"/>
    <p:sldId id="2147483644" r:id="rId17"/>
    <p:sldId id="2147483645" r:id="rId18"/>
    <p:sldId id="2147483646" r:id="rId19"/>
    <p:sldId id="258" r:id="rId20"/>
    <p:sldId id="257" r:id="rId21"/>
    <p:sldId id="279" r:id="rId22"/>
  </p:sldIdLst>
  <p:sldSz cx="12192000" cy="6858000"/>
  <p:notesSz cx="6950075" cy="9236075"/>
  <p:custShowLst>
    <p:custShow name="Format Guide Workshop" id="0">
      <p:sldLst/>
    </p:custShow>
  </p:custShowLst>
  <p:custDataLst>
    <p:tags r:id="rId2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F3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21ADAA-1160-45AD-9E8A-546C5CA0A774}" v="8" dt="2025-08-13T07:51:01.240"/>
    <p1510:client id="{65E1B302-B5EE-4BFD-B916-83278B8D7C7B}" v="442" dt="2025-08-13T08:59:19.683"/>
    <p1510:client id="{92419AEB-AADC-42E5-8A5E-0E8157803269}" v="1925" dt="2025-08-12T14:43:42.819"/>
    <p1510:client id="{AEE3B804-4C69-4A8F-A4B5-068BAB90D54D}" v="11" dt="2025-08-13T05:37:04.5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0"/>
    <p:restoredTop sz="94658"/>
  </p:normalViewPr>
  <p:slideViewPr>
    <p:cSldViewPr snapToGrid="0">
      <p:cViewPr>
        <p:scale>
          <a:sx n="75" d="100"/>
          <a:sy n="75" d="100"/>
        </p:scale>
        <p:origin x="370" y="394"/>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ouad, Wassim" userId="02acf525-ee87-43a3-8903-c96f92dad9c1" providerId="ADAL" clId="{65E1B302-B5EE-4BFD-B916-83278B8D7C7B}"/>
    <pc:docChg chg="undo custSel addSld delSld modSld">
      <pc:chgData name="Aouad, Wassim" userId="02acf525-ee87-43a3-8903-c96f92dad9c1" providerId="ADAL" clId="{65E1B302-B5EE-4BFD-B916-83278B8D7C7B}" dt="2025-08-13T08:59:19.683" v="1207" actId="478"/>
      <pc:docMkLst>
        <pc:docMk/>
      </pc:docMkLst>
      <pc:sldChg chg="modSp mod">
        <pc:chgData name="Aouad, Wassim" userId="02acf525-ee87-43a3-8903-c96f92dad9c1" providerId="ADAL" clId="{65E1B302-B5EE-4BFD-B916-83278B8D7C7B}" dt="2025-08-13T08:21:32.616" v="870" actId="1076"/>
        <pc:sldMkLst>
          <pc:docMk/>
          <pc:sldMk cId="445604770" sldId="256"/>
        </pc:sldMkLst>
        <pc:graphicFrameChg chg="mod">
          <ac:chgData name="Aouad, Wassim" userId="02acf525-ee87-43a3-8903-c96f92dad9c1" providerId="ADAL" clId="{65E1B302-B5EE-4BFD-B916-83278B8D7C7B}" dt="2025-08-13T08:21:32.616" v="870" actId="1076"/>
          <ac:graphicFrameMkLst>
            <pc:docMk/>
            <pc:sldMk cId="445604770" sldId="256"/>
            <ac:graphicFrameMk id="41" creationId="{4030FFE8-DAD1-5F40-7E90-8F50F914DAFA}"/>
          </ac:graphicFrameMkLst>
        </pc:graphicFrameChg>
      </pc:sldChg>
      <pc:sldChg chg="delSp modSp add del mod">
        <pc:chgData name="Aouad, Wassim" userId="02acf525-ee87-43a3-8903-c96f92dad9c1" providerId="ADAL" clId="{65E1B302-B5EE-4BFD-B916-83278B8D7C7B}" dt="2025-08-13T08:05:30.987" v="207" actId="47"/>
        <pc:sldMkLst>
          <pc:docMk/>
          <pc:sldMk cId="1616522880" sldId="259"/>
        </pc:sldMkLst>
        <pc:spChg chg="del mod">
          <ac:chgData name="Aouad, Wassim" userId="02acf525-ee87-43a3-8903-c96f92dad9c1" providerId="ADAL" clId="{65E1B302-B5EE-4BFD-B916-83278B8D7C7B}" dt="2025-08-13T08:01:59.615" v="139" actId="478"/>
          <ac:spMkLst>
            <pc:docMk/>
            <pc:sldMk cId="1616522880" sldId="259"/>
            <ac:spMk id="13" creationId="{0220219E-3FDD-B358-1935-76B24ABC0C02}"/>
          </ac:spMkLst>
        </pc:spChg>
        <pc:spChg chg="del">
          <ac:chgData name="Aouad, Wassim" userId="02acf525-ee87-43a3-8903-c96f92dad9c1" providerId="ADAL" clId="{65E1B302-B5EE-4BFD-B916-83278B8D7C7B}" dt="2025-08-13T08:01:42.583" v="138" actId="478"/>
          <ac:spMkLst>
            <pc:docMk/>
            <pc:sldMk cId="1616522880" sldId="259"/>
            <ac:spMk id="83" creationId="{341FF6A8-55B6-CCF0-9B13-A3FE1BB8F415}"/>
          </ac:spMkLst>
        </pc:spChg>
        <pc:spChg chg="del">
          <ac:chgData name="Aouad, Wassim" userId="02acf525-ee87-43a3-8903-c96f92dad9c1" providerId="ADAL" clId="{65E1B302-B5EE-4BFD-B916-83278B8D7C7B}" dt="2025-08-13T08:01:42.583" v="138" actId="478"/>
          <ac:spMkLst>
            <pc:docMk/>
            <pc:sldMk cId="1616522880" sldId="259"/>
            <ac:spMk id="102" creationId="{8C982C27-8447-22A7-C28C-A99B99E8864A}"/>
          </ac:spMkLst>
        </pc:spChg>
        <pc:spChg chg="del mod">
          <ac:chgData name="Aouad, Wassim" userId="02acf525-ee87-43a3-8903-c96f92dad9c1" providerId="ADAL" clId="{65E1B302-B5EE-4BFD-B916-83278B8D7C7B}" dt="2025-08-13T08:01:42.583" v="138" actId="478"/>
          <ac:spMkLst>
            <pc:docMk/>
            <pc:sldMk cId="1616522880" sldId="259"/>
            <ac:spMk id="114" creationId="{79A9234A-3DC9-CCFE-6DE4-595D5494E881}"/>
          </ac:spMkLst>
        </pc:spChg>
        <pc:spChg chg="del">
          <ac:chgData name="Aouad, Wassim" userId="02acf525-ee87-43a3-8903-c96f92dad9c1" providerId="ADAL" clId="{65E1B302-B5EE-4BFD-B916-83278B8D7C7B}" dt="2025-08-13T08:01:42.583" v="138" actId="478"/>
          <ac:spMkLst>
            <pc:docMk/>
            <pc:sldMk cId="1616522880" sldId="259"/>
            <ac:spMk id="115" creationId="{0E4F632D-22B5-52B8-7A0E-F6AEDB1BB5C1}"/>
          </ac:spMkLst>
        </pc:spChg>
        <pc:spChg chg="del">
          <ac:chgData name="Aouad, Wassim" userId="02acf525-ee87-43a3-8903-c96f92dad9c1" providerId="ADAL" clId="{65E1B302-B5EE-4BFD-B916-83278B8D7C7B}" dt="2025-08-13T08:01:42.583" v="138" actId="478"/>
          <ac:spMkLst>
            <pc:docMk/>
            <pc:sldMk cId="1616522880" sldId="259"/>
            <ac:spMk id="116" creationId="{73812BF6-0241-E281-2BAC-B3ACCC8830E5}"/>
          </ac:spMkLst>
        </pc:spChg>
        <pc:spChg chg="del">
          <ac:chgData name="Aouad, Wassim" userId="02acf525-ee87-43a3-8903-c96f92dad9c1" providerId="ADAL" clId="{65E1B302-B5EE-4BFD-B916-83278B8D7C7B}" dt="2025-08-13T08:01:42.583" v="138" actId="478"/>
          <ac:spMkLst>
            <pc:docMk/>
            <pc:sldMk cId="1616522880" sldId="259"/>
            <ac:spMk id="117" creationId="{21C216FC-344E-F881-6AEE-50086E93BB80}"/>
          </ac:spMkLst>
        </pc:spChg>
        <pc:spChg chg="del">
          <ac:chgData name="Aouad, Wassim" userId="02acf525-ee87-43a3-8903-c96f92dad9c1" providerId="ADAL" clId="{65E1B302-B5EE-4BFD-B916-83278B8D7C7B}" dt="2025-08-13T08:01:42.583" v="138" actId="478"/>
          <ac:spMkLst>
            <pc:docMk/>
            <pc:sldMk cId="1616522880" sldId="259"/>
            <ac:spMk id="118" creationId="{9CB725AC-54E6-CE0A-E8D0-B25BE5D8C321}"/>
          </ac:spMkLst>
        </pc:spChg>
        <pc:spChg chg="del">
          <ac:chgData name="Aouad, Wassim" userId="02acf525-ee87-43a3-8903-c96f92dad9c1" providerId="ADAL" clId="{65E1B302-B5EE-4BFD-B916-83278B8D7C7B}" dt="2025-08-13T08:01:42.583" v="138" actId="478"/>
          <ac:spMkLst>
            <pc:docMk/>
            <pc:sldMk cId="1616522880" sldId="259"/>
            <ac:spMk id="119" creationId="{187C76C7-2C41-6FC5-03A5-62B26130770E}"/>
          </ac:spMkLst>
        </pc:spChg>
        <pc:spChg chg="mod">
          <ac:chgData name="Aouad, Wassim" userId="02acf525-ee87-43a3-8903-c96f92dad9c1" providerId="ADAL" clId="{65E1B302-B5EE-4BFD-B916-83278B8D7C7B}" dt="2025-08-13T08:04:51.985" v="201" actId="21"/>
          <ac:spMkLst>
            <pc:docMk/>
            <pc:sldMk cId="1616522880" sldId="259"/>
            <ac:spMk id="127" creationId="{44661403-8C9B-A5B8-37AA-CEADC55A4956}"/>
          </ac:spMkLst>
        </pc:spChg>
        <pc:spChg chg="mod">
          <ac:chgData name="Aouad, Wassim" userId="02acf525-ee87-43a3-8903-c96f92dad9c1" providerId="ADAL" clId="{65E1B302-B5EE-4BFD-B916-83278B8D7C7B}" dt="2025-08-13T08:05:04.629" v="205" actId="21"/>
          <ac:spMkLst>
            <pc:docMk/>
            <pc:sldMk cId="1616522880" sldId="259"/>
            <ac:spMk id="133" creationId="{D1E3337F-EBF7-6D23-84BB-23155B05EA17}"/>
          </ac:spMkLst>
        </pc:spChg>
        <pc:spChg chg="mod">
          <ac:chgData name="Aouad, Wassim" userId="02acf525-ee87-43a3-8903-c96f92dad9c1" providerId="ADAL" clId="{65E1B302-B5EE-4BFD-B916-83278B8D7C7B}" dt="2025-08-13T08:04:58.304" v="203" actId="21"/>
          <ac:spMkLst>
            <pc:docMk/>
            <pc:sldMk cId="1616522880" sldId="259"/>
            <ac:spMk id="139" creationId="{626900E9-A102-7907-F5CA-366409B9796C}"/>
          </ac:spMkLst>
        </pc:spChg>
        <pc:spChg chg="del mod">
          <ac:chgData name="Aouad, Wassim" userId="02acf525-ee87-43a3-8903-c96f92dad9c1" providerId="ADAL" clId="{65E1B302-B5EE-4BFD-B916-83278B8D7C7B}" dt="2025-08-13T08:04:41.788" v="199"/>
          <ac:spMkLst>
            <pc:docMk/>
            <pc:sldMk cId="1616522880" sldId="259"/>
            <ac:spMk id="168" creationId="{8470A99F-8BBF-2A12-7256-F6BD3A1DD50C}"/>
          </ac:spMkLst>
        </pc:spChg>
        <pc:grpChg chg="del">
          <ac:chgData name="Aouad, Wassim" userId="02acf525-ee87-43a3-8903-c96f92dad9c1" providerId="ADAL" clId="{65E1B302-B5EE-4BFD-B916-83278B8D7C7B}" dt="2025-08-13T08:01:42.583" v="138" actId="478"/>
          <ac:grpSpMkLst>
            <pc:docMk/>
            <pc:sldMk cId="1616522880" sldId="259"/>
            <ac:grpSpMk id="9" creationId="{98FF5C54-8FA3-7DF7-68E0-D31980AD1A2A}"/>
          </ac:grpSpMkLst>
        </pc:grpChg>
        <pc:cxnChg chg="del">
          <ac:chgData name="Aouad, Wassim" userId="02acf525-ee87-43a3-8903-c96f92dad9c1" providerId="ADAL" clId="{65E1B302-B5EE-4BFD-B916-83278B8D7C7B}" dt="2025-08-13T08:01:42.583" v="138" actId="478"/>
          <ac:cxnSpMkLst>
            <pc:docMk/>
            <pc:sldMk cId="1616522880" sldId="259"/>
            <ac:cxnSpMk id="6" creationId="{CDE8C4F1-1CD2-3F9B-E411-21C6A0927CB6}"/>
          </ac:cxnSpMkLst>
        </pc:cxnChg>
      </pc:sldChg>
      <pc:sldChg chg="addSp delSp modSp add mod">
        <pc:chgData name="Aouad, Wassim" userId="02acf525-ee87-43a3-8903-c96f92dad9c1" providerId="ADAL" clId="{65E1B302-B5EE-4BFD-B916-83278B8D7C7B}" dt="2025-08-13T08:59:19.683" v="1207" actId="478"/>
        <pc:sldMkLst>
          <pc:docMk/>
          <pc:sldMk cId="4128138329" sldId="259"/>
        </pc:sldMkLst>
        <pc:spChg chg="add del mod">
          <ac:chgData name="Aouad, Wassim" userId="02acf525-ee87-43a3-8903-c96f92dad9c1" providerId="ADAL" clId="{65E1B302-B5EE-4BFD-B916-83278B8D7C7B}" dt="2025-08-13T08:59:09.827" v="1205" actId="478"/>
          <ac:spMkLst>
            <pc:docMk/>
            <pc:sldMk cId="4128138329" sldId="259"/>
            <ac:spMk id="5" creationId="{06D9E2D8-EE78-7F4E-C0D0-C25F09BBD539}"/>
          </ac:spMkLst>
        </pc:spChg>
        <pc:spChg chg="mod">
          <ac:chgData name="Aouad, Wassim" userId="02acf525-ee87-43a3-8903-c96f92dad9c1" providerId="ADAL" clId="{65E1B302-B5EE-4BFD-B916-83278B8D7C7B}" dt="2025-08-13T08:25:44.612" v="1035" actId="1036"/>
          <ac:spMkLst>
            <pc:docMk/>
            <pc:sldMk cId="4128138329" sldId="259"/>
            <ac:spMk id="10" creationId="{0A0C15D5-6FB0-D9CC-A837-8A5FB2425A53}"/>
          </ac:spMkLst>
        </pc:spChg>
        <pc:spChg chg="mod">
          <ac:chgData name="Aouad, Wassim" userId="02acf525-ee87-43a3-8903-c96f92dad9c1" providerId="ADAL" clId="{65E1B302-B5EE-4BFD-B916-83278B8D7C7B}" dt="2025-08-13T08:25:44.612" v="1035" actId="1036"/>
          <ac:spMkLst>
            <pc:docMk/>
            <pc:sldMk cId="4128138329" sldId="259"/>
            <ac:spMk id="11" creationId="{870D1395-D88E-1F4F-9945-F6B463E91530}"/>
          </ac:spMkLst>
        </pc:spChg>
        <pc:spChg chg="del mod">
          <ac:chgData name="Aouad, Wassim" userId="02acf525-ee87-43a3-8903-c96f92dad9c1" providerId="ADAL" clId="{65E1B302-B5EE-4BFD-B916-83278B8D7C7B}" dt="2025-08-13T08:59:19.683" v="1207" actId="478"/>
          <ac:spMkLst>
            <pc:docMk/>
            <pc:sldMk cId="4128138329" sldId="259"/>
            <ac:spMk id="58" creationId="{34E20E64-E96A-1FE4-375E-2875E9FB8586}"/>
          </ac:spMkLst>
        </pc:spChg>
        <pc:spChg chg="mod">
          <ac:chgData name="Aouad, Wassim" userId="02acf525-ee87-43a3-8903-c96f92dad9c1" providerId="ADAL" clId="{65E1B302-B5EE-4BFD-B916-83278B8D7C7B}" dt="2025-08-13T08:25:44.612" v="1035" actId="1036"/>
          <ac:spMkLst>
            <pc:docMk/>
            <pc:sldMk cId="4128138329" sldId="259"/>
            <ac:spMk id="83" creationId="{535F5BE7-72BC-85F1-5208-3F694F7A5D89}"/>
          </ac:spMkLst>
        </pc:spChg>
        <pc:spChg chg="mod">
          <ac:chgData name="Aouad, Wassim" userId="02acf525-ee87-43a3-8903-c96f92dad9c1" providerId="ADAL" clId="{65E1B302-B5EE-4BFD-B916-83278B8D7C7B}" dt="2025-08-13T08:26:00.416" v="1053" actId="1035"/>
          <ac:spMkLst>
            <pc:docMk/>
            <pc:sldMk cId="4128138329" sldId="259"/>
            <ac:spMk id="89" creationId="{4FEE15E9-26E1-66CB-15A9-4AFFF21ED885}"/>
          </ac:spMkLst>
        </pc:spChg>
        <pc:spChg chg="mod">
          <ac:chgData name="Aouad, Wassim" userId="02acf525-ee87-43a3-8903-c96f92dad9c1" providerId="ADAL" clId="{65E1B302-B5EE-4BFD-B916-83278B8D7C7B}" dt="2025-08-13T08:27:00.371" v="1119" actId="1036"/>
          <ac:spMkLst>
            <pc:docMk/>
            <pc:sldMk cId="4128138329" sldId="259"/>
            <ac:spMk id="91" creationId="{43599700-535A-8CF3-3F30-F52448033860}"/>
          </ac:spMkLst>
        </pc:spChg>
        <pc:spChg chg="mod">
          <ac:chgData name="Aouad, Wassim" userId="02acf525-ee87-43a3-8903-c96f92dad9c1" providerId="ADAL" clId="{65E1B302-B5EE-4BFD-B916-83278B8D7C7B}" dt="2025-08-13T08:25:44.612" v="1035" actId="1036"/>
          <ac:spMkLst>
            <pc:docMk/>
            <pc:sldMk cId="4128138329" sldId="259"/>
            <ac:spMk id="102" creationId="{E8EE2520-C5DE-A960-20F4-698CAADF8643}"/>
          </ac:spMkLst>
        </pc:spChg>
        <pc:spChg chg="mod">
          <ac:chgData name="Aouad, Wassim" userId="02acf525-ee87-43a3-8903-c96f92dad9c1" providerId="ADAL" clId="{65E1B302-B5EE-4BFD-B916-83278B8D7C7B}" dt="2025-08-13T08:26:26.706" v="1069" actId="1035"/>
          <ac:spMkLst>
            <pc:docMk/>
            <pc:sldMk cId="4128138329" sldId="259"/>
            <ac:spMk id="105" creationId="{40F6F162-F503-62B1-6653-173AA35B85CB}"/>
          </ac:spMkLst>
        </pc:spChg>
        <pc:spChg chg="del mod">
          <ac:chgData name="Aouad, Wassim" userId="02acf525-ee87-43a3-8903-c96f92dad9c1" providerId="ADAL" clId="{65E1B302-B5EE-4BFD-B916-83278B8D7C7B}" dt="2025-08-13T08:59:19.683" v="1207" actId="478"/>
          <ac:spMkLst>
            <pc:docMk/>
            <pc:sldMk cId="4128138329" sldId="259"/>
            <ac:spMk id="106" creationId="{0FA6919A-A98D-BFF2-8BD4-7628C653C8A9}"/>
          </ac:spMkLst>
        </pc:spChg>
        <pc:spChg chg="mod">
          <ac:chgData name="Aouad, Wassim" userId="02acf525-ee87-43a3-8903-c96f92dad9c1" providerId="ADAL" clId="{65E1B302-B5EE-4BFD-B916-83278B8D7C7B}" dt="2025-08-13T08:27:00.371" v="1119" actId="1036"/>
          <ac:spMkLst>
            <pc:docMk/>
            <pc:sldMk cId="4128138329" sldId="259"/>
            <ac:spMk id="107" creationId="{F96B0C08-C290-A10B-9FEC-6E27D669C326}"/>
          </ac:spMkLst>
        </pc:spChg>
        <pc:spChg chg="mod">
          <ac:chgData name="Aouad, Wassim" userId="02acf525-ee87-43a3-8903-c96f92dad9c1" providerId="ADAL" clId="{65E1B302-B5EE-4BFD-B916-83278B8D7C7B}" dt="2025-08-13T08:59:06.476" v="1204" actId="20577"/>
          <ac:spMkLst>
            <pc:docMk/>
            <pc:sldMk cId="4128138329" sldId="259"/>
            <ac:spMk id="114" creationId="{C5FA26FB-56FF-AD0D-EFC4-8A3D107D75F0}"/>
          </ac:spMkLst>
        </pc:spChg>
        <pc:spChg chg="mod">
          <ac:chgData name="Aouad, Wassim" userId="02acf525-ee87-43a3-8903-c96f92dad9c1" providerId="ADAL" clId="{65E1B302-B5EE-4BFD-B916-83278B8D7C7B}" dt="2025-08-13T08:25:44.612" v="1035" actId="1036"/>
          <ac:spMkLst>
            <pc:docMk/>
            <pc:sldMk cId="4128138329" sldId="259"/>
            <ac:spMk id="115" creationId="{CE88F6B6-6BBC-A92D-E478-2408D0EE059A}"/>
          </ac:spMkLst>
        </pc:spChg>
        <pc:spChg chg="mod">
          <ac:chgData name="Aouad, Wassim" userId="02acf525-ee87-43a3-8903-c96f92dad9c1" providerId="ADAL" clId="{65E1B302-B5EE-4BFD-B916-83278B8D7C7B}" dt="2025-08-13T08:25:44.612" v="1035" actId="1036"/>
          <ac:spMkLst>
            <pc:docMk/>
            <pc:sldMk cId="4128138329" sldId="259"/>
            <ac:spMk id="116" creationId="{A69529B0-2321-8613-FB60-6AFCBDF0C6EC}"/>
          </ac:spMkLst>
        </pc:spChg>
        <pc:spChg chg="mod">
          <ac:chgData name="Aouad, Wassim" userId="02acf525-ee87-43a3-8903-c96f92dad9c1" providerId="ADAL" clId="{65E1B302-B5EE-4BFD-B916-83278B8D7C7B}" dt="2025-08-13T08:25:44.612" v="1035" actId="1036"/>
          <ac:spMkLst>
            <pc:docMk/>
            <pc:sldMk cId="4128138329" sldId="259"/>
            <ac:spMk id="117" creationId="{8B0DC164-44DF-5D60-E890-7EB4C172D468}"/>
          </ac:spMkLst>
        </pc:spChg>
        <pc:spChg chg="mod">
          <ac:chgData name="Aouad, Wassim" userId="02acf525-ee87-43a3-8903-c96f92dad9c1" providerId="ADAL" clId="{65E1B302-B5EE-4BFD-B916-83278B8D7C7B}" dt="2025-08-13T08:25:44.612" v="1035" actId="1036"/>
          <ac:spMkLst>
            <pc:docMk/>
            <pc:sldMk cId="4128138329" sldId="259"/>
            <ac:spMk id="118" creationId="{2515CD13-D930-7F24-57E2-736BE4302B68}"/>
          </ac:spMkLst>
        </pc:spChg>
        <pc:spChg chg="mod">
          <ac:chgData name="Aouad, Wassim" userId="02acf525-ee87-43a3-8903-c96f92dad9c1" providerId="ADAL" clId="{65E1B302-B5EE-4BFD-B916-83278B8D7C7B}" dt="2025-08-13T08:25:44.612" v="1035" actId="1036"/>
          <ac:spMkLst>
            <pc:docMk/>
            <pc:sldMk cId="4128138329" sldId="259"/>
            <ac:spMk id="119" creationId="{399C45C2-CAA1-936A-6D92-7D8365549E9F}"/>
          </ac:spMkLst>
        </pc:spChg>
        <pc:spChg chg="mod">
          <ac:chgData name="Aouad, Wassim" userId="02acf525-ee87-43a3-8903-c96f92dad9c1" providerId="ADAL" clId="{65E1B302-B5EE-4BFD-B916-83278B8D7C7B}" dt="2025-08-13T08:26:00.416" v="1053" actId="1035"/>
          <ac:spMkLst>
            <pc:docMk/>
            <pc:sldMk cId="4128138329" sldId="259"/>
            <ac:spMk id="123" creationId="{0B7A86F2-D1F3-639C-E76E-5D5EBD3792B4}"/>
          </ac:spMkLst>
        </pc:spChg>
        <pc:spChg chg="mod">
          <ac:chgData name="Aouad, Wassim" userId="02acf525-ee87-43a3-8903-c96f92dad9c1" providerId="ADAL" clId="{65E1B302-B5EE-4BFD-B916-83278B8D7C7B}" dt="2025-08-13T08:26:46.137" v="1095"/>
          <ac:spMkLst>
            <pc:docMk/>
            <pc:sldMk cId="4128138329" sldId="259"/>
            <ac:spMk id="127" creationId="{42171564-2523-F24F-DA91-35F22E0B1A3D}"/>
          </ac:spMkLst>
        </pc:spChg>
        <pc:spChg chg="mod">
          <ac:chgData name="Aouad, Wassim" userId="02acf525-ee87-43a3-8903-c96f92dad9c1" providerId="ADAL" clId="{65E1B302-B5EE-4BFD-B916-83278B8D7C7B}" dt="2025-08-13T08:26:26.706" v="1069" actId="1035"/>
          <ac:spMkLst>
            <pc:docMk/>
            <pc:sldMk cId="4128138329" sldId="259"/>
            <ac:spMk id="128" creationId="{728FC7EA-83E6-47BE-FD2E-9A0638C5815E}"/>
          </ac:spMkLst>
        </pc:spChg>
        <pc:spChg chg="mod">
          <ac:chgData name="Aouad, Wassim" userId="02acf525-ee87-43a3-8903-c96f92dad9c1" providerId="ADAL" clId="{65E1B302-B5EE-4BFD-B916-83278B8D7C7B}" dt="2025-08-13T08:26:26.706" v="1069" actId="1035"/>
          <ac:spMkLst>
            <pc:docMk/>
            <pc:sldMk cId="4128138329" sldId="259"/>
            <ac:spMk id="130" creationId="{85C563EA-A769-92E0-8420-16C18321FF8E}"/>
          </ac:spMkLst>
        </pc:spChg>
        <pc:spChg chg="mod">
          <ac:chgData name="Aouad, Wassim" userId="02acf525-ee87-43a3-8903-c96f92dad9c1" providerId="ADAL" clId="{65E1B302-B5EE-4BFD-B916-83278B8D7C7B}" dt="2025-08-13T08:26:26.706" v="1069" actId="1035"/>
          <ac:spMkLst>
            <pc:docMk/>
            <pc:sldMk cId="4128138329" sldId="259"/>
            <ac:spMk id="131" creationId="{0D319819-0E63-FA8F-CD9C-0791202EC97F}"/>
          </ac:spMkLst>
        </pc:spChg>
        <pc:spChg chg="del mod">
          <ac:chgData name="Aouad, Wassim" userId="02acf525-ee87-43a3-8903-c96f92dad9c1" providerId="ADAL" clId="{65E1B302-B5EE-4BFD-B916-83278B8D7C7B}" dt="2025-08-13T08:59:19.683" v="1207" actId="478"/>
          <ac:spMkLst>
            <pc:docMk/>
            <pc:sldMk cId="4128138329" sldId="259"/>
            <ac:spMk id="132" creationId="{D3D2AA6E-C4CA-B976-276F-307F6C236DD3}"/>
          </ac:spMkLst>
        </pc:spChg>
        <pc:spChg chg="del mod">
          <ac:chgData name="Aouad, Wassim" userId="02acf525-ee87-43a3-8903-c96f92dad9c1" providerId="ADAL" clId="{65E1B302-B5EE-4BFD-B916-83278B8D7C7B}" dt="2025-08-13T08:59:19.683" v="1207" actId="478"/>
          <ac:spMkLst>
            <pc:docMk/>
            <pc:sldMk cId="4128138329" sldId="259"/>
            <ac:spMk id="133" creationId="{25FB3136-1669-2525-75CC-A9E484C5B1DB}"/>
          </ac:spMkLst>
        </pc:spChg>
        <pc:spChg chg="del mod">
          <ac:chgData name="Aouad, Wassim" userId="02acf525-ee87-43a3-8903-c96f92dad9c1" providerId="ADAL" clId="{65E1B302-B5EE-4BFD-B916-83278B8D7C7B}" dt="2025-08-13T08:59:19.683" v="1207" actId="478"/>
          <ac:spMkLst>
            <pc:docMk/>
            <pc:sldMk cId="4128138329" sldId="259"/>
            <ac:spMk id="134" creationId="{5430796F-D9F4-13D4-EAB9-AE8CD48536C7}"/>
          </ac:spMkLst>
        </pc:spChg>
        <pc:spChg chg="del mod">
          <ac:chgData name="Aouad, Wassim" userId="02acf525-ee87-43a3-8903-c96f92dad9c1" providerId="ADAL" clId="{65E1B302-B5EE-4BFD-B916-83278B8D7C7B}" dt="2025-08-13T08:59:19.683" v="1207" actId="478"/>
          <ac:spMkLst>
            <pc:docMk/>
            <pc:sldMk cId="4128138329" sldId="259"/>
            <ac:spMk id="135" creationId="{168F94EB-0968-82FC-25DB-22DF887B3A48}"/>
          </ac:spMkLst>
        </pc:spChg>
        <pc:spChg chg="del mod">
          <ac:chgData name="Aouad, Wassim" userId="02acf525-ee87-43a3-8903-c96f92dad9c1" providerId="ADAL" clId="{65E1B302-B5EE-4BFD-B916-83278B8D7C7B}" dt="2025-08-13T08:59:19.683" v="1207" actId="478"/>
          <ac:spMkLst>
            <pc:docMk/>
            <pc:sldMk cId="4128138329" sldId="259"/>
            <ac:spMk id="136" creationId="{5CD15577-636D-BB9B-098B-995D676E2669}"/>
          </ac:spMkLst>
        </pc:spChg>
        <pc:spChg chg="del mod">
          <ac:chgData name="Aouad, Wassim" userId="02acf525-ee87-43a3-8903-c96f92dad9c1" providerId="ADAL" clId="{65E1B302-B5EE-4BFD-B916-83278B8D7C7B}" dt="2025-08-13T08:59:19.683" v="1207" actId="478"/>
          <ac:spMkLst>
            <pc:docMk/>
            <pc:sldMk cId="4128138329" sldId="259"/>
            <ac:spMk id="137" creationId="{BE9D3402-C3CA-5A5A-96B2-6F3302EFAFBA}"/>
          </ac:spMkLst>
        </pc:spChg>
        <pc:spChg chg="mod">
          <ac:chgData name="Aouad, Wassim" userId="02acf525-ee87-43a3-8903-c96f92dad9c1" providerId="ADAL" clId="{65E1B302-B5EE-4BFD-B916-83278B8D7C7B}" dt="2025-08-13T08:27:00.371" v="1119" actId="1036"/>
          <ac:spMkLst>
            <pc:docMk/>
            <pc:sldMk cId="4128138329" sldId="259"/>
            <ac:spMk id="138" creationId="{6C9D8043-6774-9160-A87E-D539CAF9B0DD}"/>
          </ac:spMkLst>
        </pc:spChg>
        <pc:spChg chg="mod">
          <ac:chgData name="Aouad, Wassim" userId="02acf525-ee87-43a3-8903-c96f92dad9c1" providerId="ADAL" clId="{65E1B302-B5EE-4BFD-B916-83278B8D7C7B}" dt="2025-08-13T08:59:16.414" v="1206"/>
          <ac:spMkLst>
            <pc:docMk/>
            <pc:sldMk cId="4128138329" sldId="259"/>
            <ac:spMk id="139" creationId="{01405F0F-441B-47EF-8833-F8F3EC8A1A86}"/>
          </ac:spMkLst>
        </pc:spChg>
        <pc:spChg chg="mod">
          <ac:chgData name="Aouad, Wassim" userId="02acf525-ee87-43a3-8903-c96f92dad9c1" providerId="ADAL" clId="{65E1B302-B5EE-4BFD-B916-83278B8D7C7B}" dt="2025-08-13T08:27:00.371" v="1119" actId="1036"/>
          <ac:spMkLst>
            <pc:docMk/>
            <pc:sldMk cId="4128138329" sldId="259"/>
            <ac:spMk id="141" creationId="{7D17082E-4D9C-D42D-2463-2378E6BEEE7F}"/>
          </ac:spMkLst>
        </pc:spChg>
        <pc:spChg chg="mod">
          <ac:chgData name="Aouad, Wassim" userId="02acf525-ee87-43a3-8903-c96f92dad9c1" providerId="ADAL" clId="{65E1B302-B5EE-4BFD-B916-83278B8D7C7B}" dt="2025-08-13T08:27:00.371" v="1119" actId="1036"/>
          <ac:spMkLst>
            <pc:docMk/>
            <pc:sldMk cId="4128138329" sldId="259"/>
            <ac:spMk id="142" creationId="{B5C4E7FE-EA7C-20C8-DDC3-659814C60BFC}"/>
          </ac:spMkLst>
        </pc:spChg>
        <pc:spChg chg="mod">
          <ac:chgData name="Aouad, Wassim" userId="02acf525-ee87-43a3-8903-c96f92dad9c1" providerId="ADAL" clId="{65E1B302-B5EE-4BFD-B916-83278B8D7C7B}" dt="2025-08-13T08:26:26.706" v="1069" actId="1035"/>
          <ac:spMkLst>
            <pc:docMk/>
            <pc:sldMk cId="4128138329" sldId="259"/>
            <ac:spMk id="143" creationId="{439896A1-F1B0-C8F4-B5CB-25DBE383383B}"/>
          </ac:spMkLst>
        </pc:spChg>
        <pc:spChg chg="mod">
          <ac:chgData name="Aouad, Wassim" userId="02acf525-ee87-43a3-8903-c96f92dad9c1" providerId="ADAL" clId="{65E1B302-B5EE-4BFD-B916-83278B8D7C7B}" dt="2025-08-13T08:26:46.137" v="1111"/>
          <ac:spMkLst>
            <pc:docMk/>
            <pc:sldMk cId="4128138329" sldId="259"/>
            <ac:spMk id="168" creationId="{8A5E98D5-6315-0951-A386-DE31DA56195F}"/>
          </ac:spMkLst>
        </pc:spChg>
        <pc:graphicFrameChg chg="add mod">
          <ac:chgData name="Aouad, Wassim" userId="02acf525-ee87-43a3-8903-c96f92dad9c1" providerId="ADAL" clId="{65E1B302-B5EE-4BFD-B916-83278B8D7C7B}" dt="2025-08-13T08:29:06.408" v="1158"/>
          <ac:graphicFrameMkLst>
            <pc:docMk/>
            <pc:sldMk cId="4128138329" sldId="259"/>
            <ac:graphicFrameMk id="2" creationId="{6454EC10-7389-A7C8-F52B-2F8F36B3CAFD}"/>
          </ac:graphicFrameMkLst>
        </pc:graphicFrameChg>
        <pc:cxnChg chg="mod">
          <ac:chgData name="Aouad, Wassim" userId="02acf525-ee87-43a3-8903-c96f92dad9c1" providerId="ADAL" clId="{65E1B302-B5EE-4BFD-B916-83278B8D7C7B}" dt="2025-08-13T08:25:57.132" v="1052" actId="1036"/>
          <ac:cxnSpMkLst>
            <pc:docMk/>
            <pc:sldMk cId="4128138329" sldId="259"/>
            <ac:cxnSpMk id="6" creationId="{A85DB4DC-BBB3-D90D-D7D9-C2FCA0B1EEA2}"/>
          </ac:cxnSpMkLst>
        </pc:cxnChg>
        <pc:cxnChg chg="mod">
          <ac:chgData name="Aouad, Wassim" userId="02acf525-ee87-43a3-8903-c96f92dad9c1" providerId="ADAL" clId="{65E1B302-B5EE-4BFD-B916-83278B8D7C7B}" dt="2025-08-13T08:26:30.560" v="1076" actId="1035"/>
          <ac:cxnSpMkLst>
            <pc:docMk/>
            <pc:sldMk cId="4128138329" sldId="259"/>
            <ac:cxnSpMk id="169" creationId="{B03C6849-ADD8-1729-991D-6B7019C9AFEE}"/>
          </ac:cxnSpMkLst>
        </pc:cxnChg>
        <pc:cxnChg chg="del mod">
          <ac:chgData name="Aouad, Wassim" userId="02acf525-ee87-43a3-8903-c96f92dad9c1" providerId="ADAL" clId="{65E1B302-B5EE-4BFD-B916-83278B8D7C7B}" dt="2025-08-13T08:59:19.683" v="1207" actId="478"/>
          <ac:cxnSpMkLst>
            <pc:docMk/>
            <pc:sldMk cId="4128138329" sldId="259"/>
            <ac:cxnSpMk id="171" creationId="{A65C2C19-5332-94F5-6F30-DD24119BF9A8}"/>
          </ac:cxnSpMkLst>
        </pc:cxnChg>
      </pc:sldChg>
      <pc:sldChg chg="addSp delSp modSp mod">
        <pc:chgData name="Aouad, Wassim" userId="02acf525-ee87-43a3-8903-c96f92dad9c1" providerId="ADAL" clId="{65E1B302-B5EE-4BFD-B916-83278B8D7C7B}" dt="2025-08-13T08:28:58.883" v="1157" actId="207"/>
        <pc:sldMkLst>
          <pc:docMk/>
          <pc:sldMk cId="3417748765" sldId="2147483631"/>
        </pc:sldMkLst>
        <pc:spChg chg="add del mod">
          <ac:chgData name="Aouad, Wassim" userId="02acf525-ee87-43a3-8903-c96f92dad9c1" providerId="ADAL" clId="{65E1B302-B5EE-4BFD-B916-83278B8D7C7B}" dt="2025-08-13T08:27:38.640" v="1133" actId="478"/>
          <ac:spMkLst>
            <pc:docMk/>
            <pc:sldMk cId="3417748765" sldId="2147483631"/>
            <ac:spMk id="6" creationId="{64EF8FD1-D579-A878-22C4-19C65DA8D75F}"/>
          </ac:spMkLst>
        </pc:spChg>
        <pc:spChg chg="add del mod">
          <ac:chgData name="Aouad, Wassim" userId="02acf525-ee87-43a3-8903-c96f92dad9c1" providerId="ADAL" clId="{65E1B302-B5EE-4BFD-B916-83278B8D7C7B}" dt="2025-08-13T08:14:34.855" v="467" actId="478"/>
          <ac:spMkLst>
            <pc:docMk/>
            <pc:sldMk cId="3417748765" sldId="2147483631"/>
            <ac:spMk id="7" creationId="{0775FBD2-56D0-951D-6A76-33C1D956B582}"/>
          </ac:spMkLst>
        </pc:spChg>
        <pc:spChg chg="mod">
          <ac:chgData name="Aouad, Wassim" userId="02acf525-ee87-43a3-8903-c96f92dad9c1" providerId="ADAL" clId="{65E1B302-B5EE-4BFD-B916-83278B8D7C7B}" dt="2025-08-13T08:13:57.278" v="450" actId="20577"/>
          <ac:spMkLst>
            <pc:docMk/>
            <pc:sldMk cId="3417748765" sldId="2147483631"/>
            <ac:spMk id="48" creationId="{B58AEBEC-7F8A-11FF-2226-945761A45DD5}"/>
          </ac:spMkLst>
        </pc:spChg>
        <pc:spChg chg="mod">
          <ac:chgData name="Aouad, Wassim" userId="02acf525-ee87-43a3-8903-c96f92dad9c1" providerId="ADAL" clId="{65E1B302-B5EE-4BFD-B916-83278B8D7C7B}" dt="2025-08-13T08:28:58.883" v="1157" actId="207"/>
          <ac:spMkLst>
            <pc:docMk/>
            <pc:sldMk cId="3417748765" sldId="2147483631"/>
            <ac:spMk id="106" creationId="{003AE151-DE92-44A3-84FC-3FB4728BB511}"/>
          </ac:spMkLst>
        </pc:spChg>
        <pc:graphicFrameChg chg="add mod">
          <ac:chgData name="Aouad, Wassim" userId="02acf525-ee87-43a3-8903-c96f92dad9c1" providerId="ADAL" clId="{65E1B302-B5EE-4BFD-B916-83278B8D7C7B}" dt="2025-08-13T08:10:58.241" v="281"/>
          <ac:graphicFrameMkLst>
            <pc:docMk/>
            <pc:sldMk cId="3417748765" sldId="2147483631"/>
            <ac:graphicFrameMk id="4" creationId="{A04E119C-868B-0709-F93B-E111DA12828C}"/>
          </ac:graphicFrameMkLst>
        </pc:graphicFrameChg>
      </pc:sldChg>
      <pc:sldChg chg="addSp delSp modSp del mod">
        <pc:chgData name="Aouad, Wassim" userId="02acf525-ee87-43a3-8903-c96f92dad9c1" providerId="ADAL" clId="{65E1B302-B5EE-4BFD-B916-83278B8D7C7B}" dt="2025-08-13T08:24:25.352" v="971" actId="47"/>
        <pc:sldMkLst>
          <pc:docMk/>
          <pc:sldMk cId="3346957392" sldId="2147483642"/>
        </pc:sldMkLst>
        <pc:spChg chg="del">
          <ac:chgData name="Aouad, Wassim" userId="02acf525-ee87-43a3-8903-c96f92dad9c1" providerId="ADAL" clId="{65E1B302-B5EE-4BFD-B916-83278B8D7C7B}" dt="2025-08-13T08:16:45.501" v="528" actId="478"/>
          <ac:spMkLst>
            <pc:docMk/>
            <pc:sldMk cId="3346957392" sldId="2147483642"/>
            <ac:spMk id="2" creationId="{90E518F1-7BD4-9FF0-DF46-A7A673C5237F}"/>
          </ac:spMkLst>
        </pc:spChg>
        <pc:spChg chg="mod ord">
          <ac:chgData name="Aouad, Wassim" userId="02acf525-ee87-43a3-8903-c96f92dad9c1" providerId="ADAL" clId="{65E1B302-B5EE-4BFD-B916-83278B8D7C7B}" dt="2025-08-13T08:16:57.954" v="556"/>
          <ac:spMkLst>
            <pc:docMk/>
            <pc:sldMk cId="3346957392" sldId="2147483642"/>
            <ac:spMk id="3" creationId="{48DEC311-99D1-67CB-4875-7B0B1506C639}"/>
          </ac:spMkLst>
        </pc:spChg>
        <pc:spChg chg="del">
          <ac:chgData name="Aouad, Wassim" userId="02acf525-ee87-43a3-8903-c96f92dad9c1" providerId="ADAL" clId="{65E1B302-B5EE-4BFD-B916-83278B8D7C7B}" dt="2025-08-13T08:16:45.501" v="528" actId="478"/>
          <ac:spMkLst>
            <pc:docMk/>
            <pc:sldMk cId="3346957392" sldId="2147483642"/>
            <ac:spMk id="5" creationId="{BFCD2833-C832-C83A-244E-E807410BDE54}"/>
          </ac:spMkLst>
        </pc:spChg>
        <pc:spChg chg="del">
          <ac:chgData name="Aouad, Wassim" userId="02acf525-ee87-43a3-8903-c96f92dad9c1" providerId="ADAL" clId="{65E1B302-B5EE-4BFD-B916-83278B8D7C7B}" dt="2025-08-13T08:16:45.501" v="528" actId="478"/>
          <ac:spMkLst>
            <pc:docMk/>
            <pc:sldMk cId="3346957392" sldId="2147483642"/>
            <ac:spMk id="7" creationId="{3F305293-136C-3C03-786C-6993AB24D962}"/>
          </ac:spMkLst>
        </pc:spChg>
        <pc:spChg chg="del">
          <ac:chgData name="Aouad, Wassim" userId="02acf525-ee87-43a3-8903-c96f92dad9c1" providerId="ADAL" clId="{65E1B302-B5EE-4BFD-B916-83278B8D7C7B}" dt="2025-08-13T08:16:45.501" v="528" actId="478"/>
          <ac:spMkLst>
            <pc:docMk/>
            <pc:sldMk cId="3346957392" sldId="2147483642"/>
            <ac:spMk id="8" creationId="{67C93F59-E6B9-138C-02B5-CC6FCCBB3C66}"/>
          </ac:spMkLst>
        </pc:spChg>
        <pc:spChg chg="del mod">
          <ac:chgData name="Aouad, Wassim" userId="02acf525-ee87-43a3-8903-c96f92dad9c1" providerId="ADAL" clId="{65E1B302-B5EE-4BFD-B916-83278B8D7C7B}" dt="2025-08-13T08:16:26.497" v="527" actId="478"/>
          <ac:spMkLst>
            <pc:docMk/>
            <pc:sldMk cId="3346957392" sldId="2147483642"/>
            <ac:spMk id="13" creationId="{D3170AE5-3E34-378B-0EE1-49F16B529AB2}"/>
          </ac:spMkLst>
        </pc:spChg>
        <pc:spChg chg="add mod">
          <ac:chgData name="Aouad, Wassim" userId="02acf525-ee87-43a3-8903-c96f92dad9c1" providerId="ADAL" clId="{65E1B302-B5EE-4BFD-B916-83278B8D7C7B}" dt="2025-08-13T08:16:58.032" v="637"/>
          <ac:spMkLst>
            <pc:docMk/>
            <pc:sldMk cId="3346957392" sldId="2147483642"/>
            <ac:spMk id="14" creationId="{BCCD2E65-4B59-0D19-0CBD-0E765F91DD0B}"/>
          </ac:spMkLst>
        </pc:spChg>
        <pc:spChg chg="add mod">
          <ac:chgData name="Aouad, Wassim" userId="02acf525-ee87-43a3-8903-c96f92dad9c1" providerId="ADAL" clId="{65E1B302-B5EE-4BFD-B916-83278B8D7C7B}" dt="2025-08-13T08:16:58.032" v="638"/>
          <ac:spMkLst>
            <pc:docMk/>
            <pc:sldMk cId="3346957392" sldId="2147483642"/>
            <ac:spMk id="15" creationId="{A80EEE0A-D381-2828-A506-1C2B46AC7D96}"/>
          </ac:spMkLst>
        </pc:spChg>
        <pc:spChg chg="add mod">
          <ac:chgData name="Aouad, Wassim" userId="02acf525-ee87-43a3-8903-c96f92dad9c1" providerId="ADAL" clId="{65E1B302-B5EE-4BFD-B916-83278B8D7C7B}" dt="2025-08-13T08:16:58.032" v="639"/>
          <ac:spMkLst>
            <pc:docMk/>
            <pc:sldMk cId="3346957392" sldId="2147483642"/>
            <ac:spMk id="16" creationId="{378C94C8-EF92-C513-CF23-005FA908CC17}"/>
          </ac:spMkLst>
        </pc:spChg>
        <pc:spChg chg="add mod">
          <ac:chgData name="Aouad, Wassim" userId="02acf525-ee87-43a3-8903-c96f92dad9c1" providerId="ADAL" clId="{65E1B302-B5EE-4BFD-B916-83278B8D7C7B}" dt="2025-08-13T08:16:58.032" v="640"/>
          <ac:spMkLst>
            <pc:docMk/>
            <pc:sldMk cId="3346957392" sldId="2147483642"/>
            <ac:spMk id="17" creationId="{1A10FFD5-EFB5-B17C-D042-64A8BC924EB0}"/>
          </ac:spMkLst>
        </pc:spChg>
        <pc:spChg chg="add mod">
          <ac:chgData name="Aouad, Wassim" userId="02acf525-ee87-43a3-8903-c96f92dad9c1" providerId="ADAL" clId="{65E1B302-B5EE-4BFD-B916-83278B8D7C7B}" dt="2025-08-13T08:16:58.048" v="641"/>
          <ac:spMkLst>
            <pc:docMk/>
            <pc:sldMk cId="3346957392" sldId="2147483642"/>
            <ac:spMk id="18" creationId="{371E20BD-8658-1FD9-A560-C238DC5D5872}"/>
          </ac:spMkLst>
        </pc:spChg>
        <pc:spChg chg="add mod">
          <ac:chgData name="Aouad, Wassim" userId="02acf525-ee87-43a3-8903-c96f92dad9c1" providerId="ADAL" clId="{65E1B302-B5EE-4BFD-B916-83278B8D7C7B}" dt="2025-08-13T08:16:58.050" v="642"/>
          <ac:spMkLst>
            <pc:docMk/>
            <pc:sldMk cId="3346957392" sldId="2147483642"/>
            <ac:spMk id="19" creationId="{EF75B9C2-A72E-B7D6-136D-C9EA776926D4}"/>
          </ac:spMkLst>
        </pc:spChg>
        <pc:spChg chg="add mod">
          <ac:chgData name="Aouad, Wassim" userId="02acf525-ee87-43a3-8903-c96f92dad9c1" providerId="ADAL" clId="{65E1B302-B5EE-4BFD-B916-83278B8D7C7B}" dt="2025-08-13T08:16:58.050" v="643"/>
          <ac:spMkLst>
            <pc:docMk/>
            <pc:sldMk cId="3346957392" sldId="2147483642"/>
            <ac:spMk id="20" creationId="{B7DF6D8D-38DA-6085-D0B3-80AAA2034EF6}"/>
          </ac:spMkLst>
        </pc:spChg>
        <pc:spChg chg="add mod">
          <ac:chgData name="Aouad, Wassim" userId="02acf525-ee87-43a3-8903-c96f92dad9c1" providerId="ADAL" clId="{65E1B302-B5EE-4BFD-B916-83278B8D7C7B}" dt="2025-08-13T08:16:58.052" v="644"/>
          <ac:spMkLst>
            <pc:docMk/>
            <pc:sldMk cId="3346957392" sldId="2147483642"/>
            <ac:spMk id="21" creationId="{1A3AF37C-6F2C-214D-AE6D-9CD3055C33E9}"/>
          </ac:spMkLst>
        </pc:spChg>
        <pc:spChg chg="add mod">
          <ac:chgData name="Aouad, Wassim" userId="02acf525-ee87-43a3-8903-c96f92dad9c1" providerId="ADAL" clId="{65E1B302-B5EE-4BFD-B916-83278B8D7C7B}" dt="2025-08-13T08:16:58.052" v="645"/>
          <ac:spMkLst>
            <pc:docMk/>
            <pc:sldMk cId="3346957392" sldId="2147483642"/>
            <ac:spMk id="22" creationId="{84204A36-11C6-F023-881A-24FECADD5F84}"/>
          </ac:spMkLst>
        </pc:spChg>
        <pc:spChg chg="add mod">
          <ac:chgData name="Aouad, Wassim" userId="02acf525-ee87-43a3-8903-c96f92dad9c1" providerId="ADAL" clId="{65E1B302-B5EE-4BFD-B916-83278B8D7C7B}" dt="2025-08-13T08:16:58.054" v="646"/>
          <ac:spMkLst>
            <pc:docMk/>
            <pc:sldMk cId="3346957392" sldId="2147483642"/>
            <ac:spMk id="23" creationId="{7245E70B-54BA-14EE-5035-C119321BBBD1}"/>
          </ac:spMkLst>
        </pc:spChg>
        <pc:spChg chg="mod">
          <ac:chgData name="Aouad, Wassim" userId="02acf525-ee87-43a3-8903-c96f92dad9c1" providerId="ADAL" clId="{65E1B302-B5EE-4BFD-B916-83278B8D7C7B}" dt="2025-08-13T08:16:58.054" v="647"/>
          <ac:spMkLst>
            <pc:docMk/>
            <pc:sldMk cId="3346957392" sldId="2147483642"/>
            <ac:spMk id="24" creationId="{DA302A92-49FD-82AB-6E43-CF830A8D686C}"/>
          </ac:spMkLst>
        </pc:spChg>
        <pc:spChg chg="add mod ord">
          <ac:chgData name="Aouad, Wassim" userId="02acf525-ee87-43a3-8903-c96f92dad9c1" providerId="ADAL" clId="{65E1B302-B5EE-4BFD-B916-83278B8D7C7B}" dt="2025-08-13T08:16:57.954" v="554"/>
          <ac:spMkLst>
            <pc:docMk/>
            <pc:sldMk cId="3346957392" sldId="2147483642"/>
            <ac:spMk id="25" creationId="{FE45731F-28CF-4819-27E4-0CF2502A680A}"/>
          </ac:spMkLst>
        </pc:spChg>
        <pc:spChg chg="add del mod modVis">
          <ac:chgData name="Aouad, Wassim" userId="02acf525-ee87-43a3-8903-c96f92dad9c1" providerId="ADAL" clId="{65E1B302-B5EE-4BFD-B916-83278B8D7C7B}" dt="2025-08-13T08:16:58.056" v="649"/>
          <ac:spMkLst>
            <pc:docMk/>
            <pc:sldMk cId="3346957392" sldId="2147483642"/>
            <ac:spMk id="26" creationId="{E7A3337A-D7E8-DF05-9EAB-263E2BD8557C}"/>
          </ac:spMkLst>
        </pc:spChg>
        <pc:spChg chg="mod ord">
          <ac:chgData name="Aouad, Wassim" userId="02acf525-ee87-43a3-8903-c96f92dad9c1" providerId="ADAL" clId="{65E1B302-B5EE-4BFD-B916-83278B8D7C7B}" dt="2025-08-13T08:21:57.397" v="887" actId="1036"/>
          <ac:spMkLst>
            <pc:docMk/>
            <pc:sldMk cId="3346957392" sldId="2147483642"/>
            <ac:spMk id="58" creationId="{1E2D7EB1-F6D5-441F-B6F4-D31BB6D00BAF}"/>
          </ac:spMkLst>
        </pc:spChg>
        <pc:spChg chg="mod">
          <ac:chgData name="Aouad, Wassim" userId="02acf525-ee87-43a3-8903-c96f92dad9c1" providerId="ADAL" clId="{65E1B302-B5EE-4BFD-B916-83278B8D7C7B}" dt="2025-08-13T08:16:57.954" v="559"/>
          <ac:spMkLst>
            <pc:docMk/>
            <pc:sldMk cId="3346957392" sldId="2147483642"/>
            <ac:spMk id="73" creationId="{9D48A50B-E4E9-4D58-94F3-E17D0117CD2A}"/>
          </ac:spMkLst>
        </pc:spChg>
        <pc:spChg chg="mod">
          <ac:chgData name="Aouad, Wassim" userId="02acf525-ee87-43a3-8903-c96f92dad9c1" providerId="ADAL" clId="{65E1B302-B5EE-4BFD-B916-83278B8D7C7B}" dt="2025-08-13T08:16:57.954" v="560"/>
          <ac:spMkLst>
            <pc:docMk/>
            <pc:sldMk cId="3346957392" sldId="2147483642"/>
            <ac:spMk id="74" creationId="{D669EDF6-6CA4-424F-9DB7-59C9B6EE61BA}"/>
          </ac:spMkLst>
        </pc:spChg>
        <pc:spChg chg="mod">
          <ac:chgData name="Aouad, Wassim" userId="02acf525-ee87-43a3-8903-c96f92dad9c1" providerId="ADAL" clId="{65E1B302-B5EE-4BFD-B916-83278B8D7C7B}" dt="2025-08-13T08:16:57.954" v="561"/>
          <ac:spMkLst>
            <pc:docMk/>
            <pc:sldMk cId="3346957392" sldId="2147483642"/>
            <ac:spMk id="75" creationId="{4FEF6FAB-98A3-44DD-B81E-FC91EDB80CD0}"/>
          </ac:spMkLst>
        </pc:spChg>
        <pc:spChg chg="mod">
          <ac:chgData name="Aouad, Wassim" userId="02acf525-ee87-43a3-8903-c96f92dad9c1" providerId="ADAL" clId="{65E1B302-B5EE-4BFD-B916-83278B8D7C7B}" dt="2025-08-13T08:16:57.954" v="562"/>
          <ac:spMkLst>
            <pc:docMk/>
            <pc:sldMk cId="3346957392" sldId="2147483642"/>
            <ac:spMk id="77" creationId="{4E89A177-974B-4AE8-84F7-1282A264733A}"/>
          </ac:spMkLst>
        </pc:spChg>
        <pc:spChg chg="mod">
          <ac:chgData name="Aouad, Wassim" userId="02acf525-ee87-43a3-8903-c96f92dad9c1" providerId="ADAL" clId="{65E1B302-B5EE-4BFD-B916-83278B8D7C7B}" dt="2025-08-13T08:16:57.970" v="563"/>
          <ac:spMkLst>
            <pc:docMk/>
            <pc:sldMk cId="3346957392" sldId="2147483642"/>
            <ac:spMk id="78" creationId="{8C38FB99-928E-479B-98AF-A49A898184A6}"/>
          </ac:spMkLst>
        </pc:spChg>
        <pc:spChg chg="mod">
          <ac:chgData name="Aouad, Wassim" userId="02acf525-ee87-43a3-8903-c96f92dad9c1" providerId="ADAL" clId="{65E1B302-B5EE-4BFD-B916-83278B8D7C7B}" dt="2025-08-13T08:16:57.970" v="564"/>
          <ac:spMkLst>
            <pc:docMk/>
            <pc:sldMk cId="3346957392" sldId="2147483642"/>
            <ac:spMk id="79" creationId="{4DA8672F-7332-4AD4-B3FB-966A3CDAF856}"/>
          </ac:spMkLst>
        </pc:spChg>
        <pc:spChg chg="mod">
          <ac:chgData name="Aouad, Wassim" userId="02acf525-ee87-43a3-8903-c96f92dad9c1" providerId="ADAL" clId="{65E1B302-B5EE-4BFD-B916-83278B8D7C7B}" dt="2025-08-13T08:16:57.970" v="565"/>
          <ac:spMkLst>
            <pc:docMk/>
            <pc:sldMk cId="3346957392" sldId="2147483642"/>
            <ac:spMk id="80" creationId="{2BBE4181-DE17-4A35-A480-570191433982}"/>
          </ac:spMkLst>
        </pc:spChg>
        <pc:spChg chg="mod ord">
          <ac:chgData name="Aouad, Wassim" userId="02acf525-ee87-43a3-8903-c96f92dad9c1" providerId="ADAL" clId="{65E1B302-B5EE-4BFD-B916-83278B8D7C7B}" dt="2025-08-13T08:16:57.970" v="567"/>
          <ac:spMkLst>
            <pc:docMk/>
            <pc:sldMk cId="3346957392" sldId="2147483642"/>
            <ac:spMk id="83" creationId="{1147D049-A209-4F62-B381-02FBA0B9E2E2}"/>
          </ac:spMkLst>
        </pc:spChg>
        <pc:spChg chg="mod">
          <ac:chgData name="Aouad, Wassim" userId="02acf525-ee87-43a3-8903-c96f92dad9c1" providerId="ADAL" clId="{65E1B302-B5EE-4BFD-B916-83278B8D7C7B}" dt="2025-08-13T08:15:14.290" v="497"/>
          <ac:spMkLst>
            <pc:docMk/>
            <pc:sldMk cId="3346957392" sldId="2147483642"/>
            <ac:spMk id="89" creationId="{3B4E3536-B99C-4D6E-94B0-4A7BBCED2585}"/>
          </ac:spMkLst>
        </pc:spChg>
        <pc:spChg chg="mod ord">
          <ac:chgData name="Aouad, Wassim" userId="02acf525-ee87-43a3-8903-c96f92dad9c1" providerId="ADAL" clId="{65E1B302-B5EE-4BFD-B916-83278B8D7C7B}" dt="2025-08-13T08:16:57.978" v="569"/>
          <ac:spMkLst>
            <pc:docMk/>
            <pc:sldMk cId="3346957392" sldId="2147483642"/>
            <ac:spMk id="90" creationId="{93643BD3-E77A-40FF-AFE5-6D949FF9BFC7}"/>
          </ac:spMkLst>
        </pc:spChg>
        <pc:spChg chg="mod ord">
          <ac:chgData name="Aouad, Wassim" userId="02acf525-ee87-43a3-8903-c96f92dad9c1" providerId="ADAL" clId="{65E1B302-B5EE-4BFD-B916-83278B8D7C7B}" dt="2025-08-13T08:16:57.978" v="571"/>
          <ac:spMkLst>
            <pc:docMk/>
            <pc:sldMk cId="3346957392" sldId="2147483642"/>
            <ac:spMk id="91" creationId="{77F7AABE-38B6-409D-A661-3B0BC97C02AB}"/>
          </ac:spMkLst>
        </pc:spChg>
        <pc:spChg chg="del mod">
          <ac:chgData name="Aouad, Wassim" userId="02acf525-ee87-43a3-8903-c96f92dad9c1" providerId="ADAL" clId="{65E1B302-B5EE-4BFD-B916-83278B8D7C7B}" dt="2025-08-13T08:16:50.846" v="531" actId="478"/>
          <ac:spMkLst>
            <pc:docMk/>
            <pc:sldMk cId="3346957392" sldId="2147483642"/>
            <ac:spMk id="101" creationId="{D9002907-6D40-4B6C-8B0B-B17CB6C09E28}"/>
          </ac:spMkLst>
        </pc:spChg>
        <pc:spChg chg="mod ord">
          <ac:chgData name="Aouad, Wassim" userId="02acf525-ee87-43a3-8903-c96f92dad9c1" providerId="ADAL" clId="{65E1B302-B5EE-4BFD-B916-83278B8D7C7B}" dt="2025-08-13T08:16:57.978" v="573"/>
          <ac:spMkLst>
            <pc:docMk/>
            <pc:sldMk cId="3346957392" sldId="2147483642"/>
            <ac:spMk id="102" creationId="{F30FAF2D-75EE-44B6-85C7-C770DD21E6EB}"/>
          </ac:spMkLst>
        </pc:spChg>
        <pc:spChg chg="mod">
          <ac:chgData name="Aouad, Wassim" userId="02acf525-ee87-43a3-8903-c96f92dad9c1" providerId="ADAL" clId="{65E1B302-B5EE-4BFD-B916-83278B8D7C7B}" dt="2025-08-13T08:15:14.290" v="497"/>
          <ac:spMkLst>
            <pc:docMk/>
            <pc:sldMk cId="3346957392" sldId="2147483642"/>
            <ac:spMk id="104" creationId="{A273403F-E22E-4B00-AE97-2130CD13E5B9}"/>
          </ac:spMkLst>
        </pc:spChg>
        <pc:spChg chg="mod ord">
          <ac:chgData name="Aouad, Wassim" userId="02acf525-ee87-43a3-8903-c96f92dad9c1" providerId="ADAL" clId="{65E1B302-B5EE-4BFD-B916-83278B8D7C7B}" dt="2025-08-13T08:16:57.978" v="577"/>
          <ac:spMkLst>
            <pc:docMk/>
            <pc:sldMk cId="3346957392" sldId="2147483642"/>
            <ac:spMk id="105" creationId="{4D7EC5CA-FB43-4B26-8141-00B28C0F60AD}"/>
          </ac:spMkLst>
        </pc:spChg>
        <pc:spChg chg="mod ord">
          <ac:chgData name="Aouad, Wassim" userId="02acf525-ee87-43a3-8903-c96f92dad9c1" providerId="ADAL" clId="{65E1B302-B5EE-4BFD-B916-83278B8D7C7B}" dt="2025-08-13T08:16:57.986" v="579"/>
          <ac:spMkLst>
            <pc:docMk/>
            <pc:sldMk cId="3346957392" sldId="2147483642"/>
            <ac:spMk id="106" creationId="{36FCB659-F01D-4AEC-B944-47AF4DA852B9}"/>
          </ac:spMkLst>
        </pc:spChg>
        <pc:spChg chg="mod ord">
          <ac:chgData name="Aouad, Wassim" userId="02acf525-ee87-43a3-8903-c96f92dad9c1" providerId="ADAL" clId="{65E1B302-B5EE-4BFD-B916-83278B8D7C7B}" dt="2025-08-13T08:21:57.397" v="887" actId="1036"/>
          <ac:spMkLst>
            <pc:docMk/>
            <pc:sldMk cId="3346957392" sldId="2147483642"/>
            <ac:spMk id="107" creationId="{21C45B4F-B73A-46E2-8984-3A5253234FE2}"/>
          </ac:spMkLst>
        </pc:spChg>
        <pc:spChg chg="mod">
          <ac:chgData name="Aouad, Wassim" userId="02acf525-ee87-43a3-8903-c96f92dad9c1" providerId="ADAL" clId="{65E1B302-B5EE-4BFD-B916-83278B8D7C7B}" dt="2025-08-13T08:19:12.315" v="697" actId="20577"/>
          <ac:spMkLst>
            <pc:docMk/>
            <pc:sldMk cId="3346957392" sldId="2147483642"/>
            <ac:spMk id="114" creationId="{A09C67C4-49AD-46E4-BA04-E4AB10FB1E4B}"/>
          </ac:spMkLst>
        </pc:spChg>
        <pc:spChg chg="mod">
          <ac:chgData name="Aouad, Wassim" userId="02acf525-ee87-43a3-8903-c96f92dad9c1" providerId="ADAL" clId="{65E1B302-B5EE-4BFD-B916-83278B8D7C7B}" dt="2025-08-13T08:16:57.986" v="583"/>
          <ac:spMkLst>
            <pc:docMk/>
            <pc:sldMk cId="3346957392" sldId="2147483642"/>
            <ac:spMk id="115" creationId="{6166D24E-A791-4E56-8CF0-153EC093B9A2}"/>
          </ac:spMkLst>
        </pc:spChg>
        <pc:spChg chg="mod">
          <ac:chgData name="Aouad, Wassim" userId="02acf525-ee87-43a3-8903-c96f92dad9c1" providerId="ADAL" clId="{65E1B302-B5EE-4BFD-B916-83278B8D7C7B}" dt="2025-08-13T08:16:57.986" v="584"/>
          <ac:spMkLst>
            <pc:docMk/>
            <pc:sldMk cId="3346957392" sldId="2147483642"/>
            <ac:spMk id="116" creationId="{09078E26-91C3-4FC7-9BB9-EAA0FC5CA925}"/>
          </ac:spMkLst>
        </pc:spChg>
        <pc:spChg chg="mod ord">
          <ac:chgData name="Aouad, Wassim" userId="02acf525-ee87-43a3-8903-c96f92dad9c1" providerId="ADAL" clId="{65E1B302-B5EE-4BFD-B916-83278B8D7C7B}" dt="2025-08-13T08:16:57.995" v="586"/>
          <ac:spMkLst>
            <pc:docMk/>
            <pc:sldMk cId="3346957392" sldId="2147483642"/>
            <ac:spMk id="117" creationId="{FBB23051-6A71-4D5A-B0E0-CF7DB3B98DBB}"/>
          </ac:spMkLst>
        </pc:spChg>
        <pc:spChg chg="mod ord">
          <ac:chgData name="Aouad, Wassim" userId="02acf525-ee87-43a3-8903-c96f92dad9c1" providerId="ADAL" clId="{65E1B302-B5EE-4BFD-B916-83278B8D7C7B}" dt="2025-08-13T08:16:57.997" v="588"/>
          <ac:spMkLst>
            <pc:docMk/>
            <pc:sldMk cId="3346957392" sldId="2147483642"/>
            <ac:spMk id="118" creationId="{C80AA6B1-BE99-4146-9FDE-1C9FF53B517B}"/>
          </ac:spMkLst>
        </pc:spChg>
        <pc:spChg chg="mod ord">
          <ac:chgData name="Aouad, Wassim" userId="02acf525-ee87-43a3-8903-c96f92dad9c1" providerId="ADAL" clId="{65E1B302-B5EE-4BFD-B916-83278B8D7C7B}" dt="2025-08-13T08:16:58.001" v="590"/>
          <ac:spMkLst>
            <pc:docMk/>
            <pc:sldMk cId="3346957392" sldId="2147483642"/>
            <ac:spMk id="119" creationId="{E3895B20-8272-4F79-BB9F-D8111C7885CB}"/>
          </ac:spMkLst>
        </pc:spChg>
        <pc:spChg chg="mod ord">
          <ac:chgData name="Aouad, Wassim" userId="02acf525-ee87-43a3-8903-c96f92dad9c1" providerId="ADAL" clId="{65E1B302-B5EE-4BFD-B916-83278B8D7C7B}" dt="2025-08-13T08:16:58.007" v="592"/>
          <ac:spMkLst>
            <pc:docMk/>
            <pc:sldMk cId="3346957392" sldId="2147483642"/>
            <ac:spMk id="120" creationId="{B02382EC-C6EB-4CB4-A70B-4C04D0B4576B}"/>
          </ac:spMkLst>
        </pc:spChg>
        <pc:spChg chg="mod">
          <ac:chgData name="Aouad, Wassim" userId="02acf525-ee87-43a3-8903-c96f92dad9c1" providerId="ADAL" clId="{65E1B302-B5EE-4BFD-B916-83278B8D7C7B}" dt="2025-08-13T08:16:58.011" v="593"/>
          <ac:spMkLst>
            <pc:docMk/>
            <pc:sldMk cId="3346957392" sldId="2147483642"/>
            <ac:spMk id="122" creationId="{D10615C3-9003-4C21-B722-05C9AC88CCA7}"/>
          </ac:spMkLst>
        </pc:spChg>
        <pc:spChg chg="mod">
          <ac:chgData name="Aouad, Wassim" userId="02acf525-ee87-43a3-8903-c96f92dad9c1" providerId="ADAL" clId="{65E1B302-B5EE-4BFD-B916-83278B8D7C7B}" dt="2025-08-13T08:16:58.011" v="594"/>
          <ac:spMkLst>
            <pc:docMk/>
            <pc:sldMk cId="3346957392" sldId="2147483642"/>
            <ac:spMk id="123" creationId="{1B5E4556-29C9-4267-9AF2-0B66C06458D2}"/>
          </ac:spMkLst>
        </pc:spChg>
        <pc:spChg chg="mod ord">
          <ac:chgData name="Aouad, Wassim" userId="02acf525-ee87-43a3-8903-c96f92dad9c1" providerId="ADAL" clId="{65E1B302-B5EE-4BFD-B916-83278B8D7C7B}" dt="2025-08-13T08:16:58.017" v="596"/>
          <ac:spMkLst>
            <pc:docMk/>
            <pc:sldMk cId="3346957392" sldId="2147483642"/>
            <ac:spMk id="124" creationId="{11120E83-9EB5-4005-A446-3A92D93A9CC6}"/>
          </ac:spMkLst>
        </pc:spChg>
        <pc:spChg chg="mod ord">
          <ac:chgData name="Aouad, Wassim" userId="02acf525-ee87-43a3-8903-c96f92dad9c1" providerId="ADAL" clId="{65E1B302-B5EE-4BFD-B916-83278B8D7C7B}" dt="2025-08-13T08:16:58.019" v="598"/>
          <ac:spMkLst>
            <pc:docMk/>
            <pc:sldMk cId="3346957392" sldId="2147483642"/>
            <ac:spMk id="125" creationId="{8868C067-A928-49DE-A10B-04DA9EE08C13}"/>
          </ac:spMkLst>
        </pc:spChg>
        <pc:spChg chg="mod ord">
          <ac:chgData name="Aouad, Wassim" userId="02acf525-ee87-43a3-8903-c96f92dad9c1" providerId="ADAL" clId="{65E1B302-B5EE-4BFD-B916-83278B8D7C7B}" dt="2025-08-13T08:16:58.019" v="600"/>
          <ac:spMkLst>
            <pc:docMk/>
            <pc:sldMk cId="3346957392" sldId="2147483642"/>
            <ac:spMk id="126" creationId="{59FE04FC-6C0C-449B-B180-5D45FEB044A5}"/>
          </ac:spMkLst>
        </pc:spChg>
        <pc:spChg chg="mod">
          <ac:chgData name="Aouad, Wassim" userId="02acf525-ee87-43a3-8903-c96f92dad9c1" providerId="ADAL" clId="{65E1B302-B5EE-4BFD-B916-83278B8D7C7B}" dt="2025-08-13T08:21:12.097" v="868" actId="20577"/>
          <ac:spMkLst>
            <pc:docMk/>
            <pc:sldMk cId="3346957392" sldId="2147483642"/>
            <ac:spMk id="127" creationId="{D17E2396-897C-492A-A092-01115D4823E6}"/>
          </ac:spMkLst>
        </pc:spChg>
        <pc:spChg chg="mod">
          <ac:chgData name="Aouad, Wassim" userId="02acf525-ee87-43a3-8903-c96f92dad9c1" providerId="ADAL" clId="{65E1B302-B5EE-4BFD-B916-83278B8D7C7B}" dt="2025-08-13T08:21:57.397" v="887" actId="1036"/>
          <ac:spMkLst>
            <pc:docMk/>
            <pc:sldMk cId="3346957392" sldId="2147483642"/>
            <ac:spMk id="128" creationId="{1A73AF2C-031F-48C6-B011-87FE072D6A76}"/>
          </ac:spMkLst>
        </pc:spChg>
        <pc:spChg chg="mod">
          <ac:chgData name="Aouad, Wassim" userId="02acf525-ee87-43a3-8903-c96f92dad9c1" providerId="ADAL" clId="{65E1B302-B5EE-4BFD-B916-83278B8D7C7B}" dt="2025-08-13T08:16:58.019" v="603"/>
          <ac:spMkLst>
            <pc:docMk/>
            <pc:sldMk cId="3346957392" sldId="2147483642"/>
            <ac:spMk id="129" creationId="{88003B84-C7EC-42E0-AE10-E75A62275E84}"/>
          </ac:spMkLst>
        </pc:spChg>
        <pc:spChg chg="mod ord">
          <ac:chgData name="Aouad, Wassim" userId="02acf525-ee87-43a3-8903-c96f92dad9c1" providerId="ADAL" clId="{65E1B302-B5EE-4BFD-B916-83278B8D7C7B}" dt="2025-08-13T08:16:58.019" v="605"/>
          <ac:spMkLst>
            <pc:docMk/>
            <pc:sldMk cId="3346957392" sldId="2147483642"/>
            <ac:spMk id="130" creationId="{8E92809D-3175-4A22-8CD0-5BAF682B693E}"/>
          </ac:spMkLst>
        </pc:spChg>
        <pc:spChg chg="mod ord">
          <ac:chgData name="Aouad, Wassim" userId="02acf525-ee87-43a3-8903-c96f92dad9c1" providerId="ADAL" clId="{65E1B302-B5EE-4BFD-B916-83278B8D7C7B}" dt="2025-08-13T08:21:57.397" v="887" actId="1036"/>
          <ac:spMkLst>
            <pc:docMk/>
            <pc:sldMk cId="3346957392" sldId="2147483642"/>
            <ac:spMk id="131" creationId="{570FB008-0D16-4844-9488-A0C463E26ABE}"/>
          </ac:spMkLst>
        </pc:spChg>
        <pc:spChg chg="mod ord">
          <ac:chgData name="Aouad, Wassim" userId="02acf525-ee87-43a3-8903-c96f92dad9c1" providerId="ADAL" clId="{65E1B302-B5EE-4BFD-B916-83278B8D7C7B}" dt="2025-08-13T08:16:58.019" v="609"/>
          <ac:spMkLst>
            <pc:docMk/>
            <pc:sldMk cId="3346957392" sldId="2147483642"/>
            <ac:spMk id="132" creationId="{25569062-6CCD-44A1-8505-D1D43B6A3C9B}"/>
          </ac:spMkLst>
        </pc:spChg>
        <pc:spChg chg="mod">
          <ac:chgData name="Aouad, Wassim" userId="02acf525-ee87-43a3-8903-c96f92dad9c1" providerId="ADAL" clId="{65E1B302-B5EE-4BFD-B916-83278B8D7C7B}" dt="2025-08-13T08:21:57.397" v="887" actId="1036"/>
          <ac:spMkLst>
            <pc:docMk/>
            <pc:sldMk cId="3346957392" sldId="2147483642"/>
            <ac:spMk id="133" creationId="{8AC94B40-8761-42B1-9B05-BF881BD838D6}"/>
          </ac:spMkLst>
        </pc:spChg>
        <pc:spChg chg="mod">
          <ac:chgData name="Aouad, Wassim" userId="02acf525-ee87-43a3-8903-c96f92dad9c1" providerId="ADAL" clId="{65E1B302-B5EE-4BFD-B916-83278B8D7C7B}" dt="2025-08-13T08:16:58.029" v="611"/>
          <ac:spMkLst>
            <pc:docMk/>
            <pc:sldMk cId="3346957392" sldId="2147483642"/>
            <ac:spMk id="134" creationId="{52070756-3291-4574-9633-9D4D5F0FEA1D}"/>
          </ac:spMkLst>
        </pc:spChg>
        <pc:spChg chg="mod">
          <ac:chgData name="Aouad, Wassim" userId="02acf525-ee87-43a3-8903-c96f92dad9c1" providerId="ADAL" clId="{65E1B302-B5EE-4BFD-B916-83278B8D7C7B}" dt="2025-08-13T08:21:57.397" v="887" actId="1036"/>
          <ac:spMkLst>
            <pc:docMk/>
            <pc:sldMk cId="3346957392" sldId="2147483642"/>
            <ac:spMk id="135" creationId="{5CD81168-30E3-4A71-872B-A5344669BCE4}"/>
          </ac:spMkLst>
        </pc:spChg>
        <pc:spChg chg="mod ord">
          <ac:chgData name="Aouad, Wassim" userId="02acf525-ee87-43a3-8903-c96f92dad9c1" providerId="ADAL" clId="{65E1B302-B5EE-4BFD-B916-83278B8D7C7B}" dt="2025-08-13T08:21:57.397" v="887" actId="1036"/>
          <ac:spMkLst>
            <pc:docMk/>
            <pc:sldMk cId="3346957392" sldId="2147483642"/>
            <ac:spMk id="136" creationId="{99E6B2C5-8789-4751-A944-6886A9513144}"/>
          </ac:spMkLst>
        </pc:spChg>
        <pc:spChg chg="mod ord">
          <ac:chgData name="Aouad, Wassim" userId="02acf525-ee87-43a3-8903-c96f92dad9c1" providerId="ADAL" clId="{65E1B302-B5EE-4BFD-B916-83278B8D7C7B}" dt="2025-08-13T08:21:57.397" v="887" actId="1036"/>
          <ac:spMkLst>
            <pc:docMk/>
            <pc:sldMk cId="3346957392" sldId="2147483642"/>
            <ac:spMk id="137" creationId="{B94964E2-C55B-442B-8447-502338039634}"/>
          </ac:spMkLst>
        </pc:spChg>
        <pc:spChg chg="mod ord">
          <ac:chgData name="Aouad, Wassim" userId="02acf525-ee87-43a3-8903-c96f92dad9c1" providerId="ADAL" clId="{65E1B302-B5EE-4BFD-B916-83278B8D7C7B}" dt="2025-08-13T08:16:58.032" v="618"/>
          <ac:spMkLst>
            <pc:docMk/>
            <pc:sldMk cId="3346957392" sldId="2147483642"/>
            <ac:spMk id="138" creationId="{B26B5134-AF58-4E17-AEEA-991AD4853576}"/>
          </ac:spMkLst>
        </pc:spChg>
        <pc:spChg chg="mod">
          <ac:chgData name="Aouad, Wassim" userId="02acf525-ee87-43a3-8903-c96f92dad9c1" providerId="ADAL" clId="{65E1B302-B5EE-4BFD-B916-83278B8D7C7B}" dt="2025-08-13T08:16:58.032" v="619"/>
          <ac:spMkLst>
            <pc:docMk/>
            <pc:sldMk cId="3346957392" sldId="2147483642"/>
            <ac:spMk id="139" creationId="{3CD06DD1-EE53-4012-B46B-881D5CD4BE91}"/>
          </ac:spMkLst>
        </pc:spChg>
        <pc:spChg chg="mod">
          <ac:chgData name="Aouad, Wassim" userId="02acf525-ee87-43a3-8903-c96f92dad9c1" providerId="ADAL" clId="{65E1B302-B5EE-4BFD-B916-83278B8D7C7B}" dt="2025-08-13T08:21:57.397" v="887" actId="1036"/>
          <ac:spMkLst>
            <pc:docMk/>
            <pc:sldMk cId="3346957392" sldId="2147483642"/>
            <ac:spMk id="140" creationId="{57ADD652-04B3-4C47-B565-065AD6370E9F}"/>
          </ac:spMkLst>
        </pc:spChg>
        <pc:spChg chg="mod">
          <ac:chgData name="Aouad, Wassim" userId="02acf525-ee87-43a3-8903-c96f92dad9c1" providerId="ADAL" clId="{65E1B302-B5EE-4BFD-B916-83278B8D7C7B}" dt="2025-08-13T08:21:57.397" v="887" actId="1036"/>
          <ac:spMkLst>
            <pc:docMk/>
            <pc:sldMk cId="3346957392" sldId="2147483642"/>
            <ac:spMk id="141" creationId="{3C97223D-5FCD-4A2C-9DE7-AA71A1436DDA}"/>
          </ac:spMkLst>
        </pc:spChg>
        <pc:spChg chg="mod ord">
          <ac:chgData name="Aouad, Wassim" userId="02acf525-ee87-43a3-8903-c96f92dad9c1" providerId="ADAL" clId="{65E1B302-B5EE-4BFD-B916-83278B8D7C7B}" dt="2025-08-13T08:16:58.032" v="623"/>
          <ac:spMkLst>
            <pc:docMk/>
            <pc:sldMk cId="3346957392" sldId="2147483642"/>
            <ac:spMk id="142" creationId="{0A757D7D-9DC1-4292-881B-F5F27BA0E35A}"/>
          </ac:spMkLst>
        </pc:spChg>
        <pc:spChg chg="mod ord">
          <ac:chgData name="Aouad, Wassim" userId="02acf525-ee87-43a3-8903-c96f92dad9c1" providerId="ADAL" clId="{65E1B302-B5EE-4BFD-B916-83278B8D7C7B}" dt="2025-08-13T08:16:58.032" v="625"/>
          <ac:spMkLst>
            <pc:docMk/>
            <pc:sldMk cId="3346957392" sldId="2147483642"/>
            <ac:spMk id="143" creationId="{7F53E722-75B3-481A-BBD1-7A147EA39D27}"/>
          </ac:spMkLst>
        </pc:spChg>
        <pc:spChg chg="mod">
          <ac:chgData name="Aouad, Wassim" userId="02acf525-ee87-43a3-8903-c96f92dad9c1" providerId="ADAL" clId="{65E1B302-B5EE-4BFD-B916-83278B8D7C7B}" dt="2025-08-13T08:20:26.461" v="809" actId="20577"/>
          <ac:spMkLst>
            <pc:docMk/>
            <pc:sldMk cId="3346957392" sldId="2147483642"/>
            <ac:spMk id="168" creationId="{1B217AC2-13C2-40F4-BF16-3C94D0A0939D}"/>
          </ac:spMkLst>
        </pc:spChg>
        <pc:grpChg chg="mod ord">
          <ac:chgData name="Aouad, Wassim" userId="02acf525-ee87-43a3-8903-c96f92dad9c1" providerId="ADAL" clId="{65E1B302-B5EE-4BFD-B916-83278B8D7C7B}" dt="2025-08-13T08:16:58.032" v="636"/>
          <ac:grpSpMkLst>
            <pc:docMk/>
            <pc:sldMk cId="3346957392" sldId="2147483642"/>
            <ac:grpSpMk id="9" creationId="{1B1A93A3-DEB7-7F60-B7C9-E6871754C63A}"/>
          </ac:grpSpMkLst>
        </pc:grpChg>
        <pc:grpChg chg="add mod ord">
          <ac:chgData name="Aouad, Wassim" userId="02acf525-ee87-43a3-8903-c96f92dad9c1" providerId="ADAL" clId="{65E1B302-B5EE-4BFD-B916-83278B8D7C7B}" dt="2025-08-13T08:16:57.978" v="575"/>
          <ac:grpSpMkLst>
            <pc:docMk/>
            <pc:sldMk cId="3346957392" sldId="2147483642"/>
            <ac:grpSpMk id="12" creationId="{CDC12B8D-E210-4361-D40A-3386F7DE2E62}"/>
          </ac:grpSpMkLst>
        </pc:grpChg>
        <pc:graphicFrameChg chg="mod">
          <ac:chgData name="Aouad, Wassim" userId="02acf525-ee87-43a3-8903-c96f92dad9c1" providerId="ADAL" clId="{65E1B302-B5EE-4BFD-B916-83278B8D7C7B}" dt="2025-08-13T08:16:58.056" v="651"/>
          <ac:graphicFrameMkLst>
            <pc:docMk/>
            <pc:sldMk cId="3346957392" sldId="2147483642"/>
            <ac:graphicFrameMk id="4" creationId="{CB753D51-662B-BD20-84B3-C2010CB11B53}"/>
          </ac:graphicFrameMkLst>
        </pc:graphicFrameChg>
        <pc:cxnChg chg="mod ord">
          <ac:chgData name="Aouad, Wassim" userId="02acf525-ee87-43a3-8903-c96f92dad9c1" providerId="ADAL" clId="{65E1B302-B5EE-4BFD-B916-83278B8D7C7B}" dt="2025-08-13T08:16:58.032" v="628"/>
          <ac:cxnSpMkLst>
            <pc:docMk/>
            <pc:sldMk cId="3346957392" sldId="2147483642"/>
            <ac:cxnSpMk id="6" creationId="{C971E6DE-26BA-4BC3-9661-64654804F1B1}"/>
          </ac:cxnSpMkLst>
        </pc:cxnChg>
        <pc:cxnChg chg="mod ord">
          <ac:chgData name="Aouad, Wassim" userId="02acf525-ee87-43a3-8903-c96f92dad9c1" providerId="ADAL" clId="{65E1B302-B5EE-4BFD-B916-83278B8D7C7B}" dt="2025-08-13T08:16:58.032" v="630"/>
          <ac:cxnSpMkLst>
            <pc:docMk/>
            <pc:sldMk cId="3346957392" sldId="2147483642"/>
            <ac:cxnSpMk id="169" creationId="{DBA18F98-0E5D-4352-B3D0-7F3989F42CB5}"/>
          </ac:cxnSpMkLst>
        </pc:cxnChg>
        <pc:cxnChg chg="mod ord">
          <ac:chgData name="Aouad, Wassim" userId="02acf525-ee87-43a3-8903-c96f92dad9c1" providerId="ADAL" clId="{65E1B302-B5EE-4BFD-B916-83278B8D7C7B}" dt="2025-08-13T08:16:58.032" v="632"/>
          <ac:cxnSpMkLst>
            <pc:docMk/>
            <pc:sldMk cId="3346957392" sldId="2147483642"/>
            <ac:cxnSpMk id="170" creationId="{8DE03191-3053-4DB5-8045-15B596999694}"/>
          </ac:cxnSpMkLst>
        </pc:cxnChg>
        <pc:cxnChg chg="mod ord">
          <ac:chgData name="Aouad, Wassim" userId="02acf525-ee87-43a3-8903-c96f92dad9c1" providerId="ADAL" clId="{65E1B302-B5EE-4BFD-B916-83278B8D7C7B}" dt="2025-08-13T08:16:58.032" v="634"/>
          <ac:cxnSpMkLst>
            <pc:docMk/>
            <pc:sldMk cId="3346957392" sldId="2147483642"/>
            <ac:cxnSpMk id="171" creationId="{D449A37C-B5F9-475F-9754-04C2DDF5808C}"/>
          </ac:cxnSpMkLst>
        </pc:cxnChg>
      </pc:sldChg>
      <pc:sldChg chg="addSp delSp modSp mod">
        <pc:chgData name="Aouad, Wassim" userId="02acf525-ee87-43a3-8903-c96f92dad9c1" providerId="ADAL" clId="{65E1B302-B5EE-4BFD-B916-83278B8D7C7B}" dt="2025-08-13T08:06:01.142" v="221" actId="1035"/>
        <pc:sldMkLst>
          <pc:docMk/>
          <pc:sldMk cId="127293020" sldId="2147483643"/>
        </pc:sldMkLst>
        <pc:spChg chg="del">
          <ac:chgData name="Aouad, Wassim" userId="02acf525-ee87-43a3-8903-c96f92dad9c1" providerId="ADAL" clId="{65E1B302-B5EE-4BFD-B916-83278B8D7C7B}" dt="2025-08-13T08:04:34.873" v="196" actId="478"/>
          <ac:spMkLst>
            <pc:docMk/>
            <pc:sldMk cId="127293020" sldId="2147483643"/>
            <ac:spMk id="2" creationId="{905D24B1-5B1D-9804-31E3-08DB9F1B06B1}"/>
          </ac:spMkLst>
        </pc:spChg>
        <pc:spChg chg="mod">
          <ac:chgData name="Aouad, Wassim" userId="02acf525-ee87-43a3-8903-c96f92dad9c1" providerId="ADAL" clId="{65E1B302-B5EE-4BFD-B916-83278B8D7C7B}" dt="2025-08-13T07:56:28.149" v="6" actId="948"/>
          <ac:spMkLst>
            <pc:docMk/>
            <pc:sldMk cId="127293020" sldId="2147483643"/>
            <ac:spMk id="3" creationId="{02313F90-BC24-D90B-8FE7-A68A3DED52A1}"/>
          </ac:spMkLst>
        </pc:spChg>
        <pc:spChg chg="add del mod modVis">
          <ac:chgData name="Aouad, Wassim" userId="02acf525-ee87-43a3-8903-c96f92dad9c1" providerId="ADAL" clId="{65E1B302-B5EE-4BFD-B916-83278B8D7C7B}" dt="2025-08-13T07:56:28.208" v="27"/>
          <ac:spMkLst>
            <pc:docMk/>
            <pc:sldMk cId="127293020" sldId="2147483643"/>
            <ac:spMk id="7" creationId="{7140526F-42B9-1449-AFE4-AAC7E1397C7F}"/>
          </ac:spMkLst>
        </pc:spChg>
        <pc:spChg chg="del">
          <ac:chgData name="Aouad, Wassim" userId="02acf525-ee87-43a3-8903-c96f92dad9c1" providerId="ADAL" clId="{65E1B302-B5EE-4BFD-B916-83278B8D7C7B}" dt="2025-08-13T07:59:24.803" v="31" actId="478"/>
          <ac:spMkLst>
            <pc:docMk/>
            <pc:sldMk cId="127293020" sldId="2147483643"/>
            <ac:spMk id="8" creationId="{54ECF79B-3C57-346C-D1BC-6DCD0CECE5D6}"/>
          </ac:spMkLst>
        </pc:spChg>
        <pc:spChg chg="add mod">
          <ac:chgData name="Aouad, Wassim" userId="02acf525-ee87-43a3-8903-c96f92dad9c1" providerId="ADAL" clId="{65E1B302-B5EE-4BFD-B916-83278B8D7C7B}" dt="2025-08-13T08:02:31.668" v="146"/>
          <ac:spMkLst>
            <pc:docMk/>
            <pc:sldMk cId="127293020" sldId="2147483643"/>
            <ac:spMk id="9" creationId="{27E36472-A517-CDDC-FE5D-EACE81A66D0A}"/>
          </ac:spMkLst>
        </pc:spChg>
        <pc:spChg chg="add mod">
          <ac:chgData name="Aouad, Wassim" userId="02acf525-ee87-43a3-8903-c96f92dad9c1" providerId="ADAL" clId="{65E1B302-B5EE-4BFD-B916-83278B8D7C7B}" dt="2025-08-13T08:02:31.668" v="146"/>
          <ac:spMkLst>
            <pc:docMk/>
            <pc:sldMk cId="127293020" sldId="2147483643"/>
            <ac:spMk id="10" creationId="{8A889735-13F5-4DEC-60D2-210781A917E2}"/>
          </ac:spMkLst>
        </pc:spChg>
        <pc:spChg chg="add mod">
          <ac:chgData name="Aouad, Wassim" userId="02acf525-ee87-43a3-8903-c96f92dad9c1" providerId="ADAL" clId="{65E1B302-B5EE-4BFD-B916-83278B8D7C7B}" dt="2025-08-13T08:06:01.142" v="221" actId="1035"/>
          <ac:spMkLst>
            <pc:docMk/>
            <pc:sldMk cId="127293020" sldId="2147483643"/>
            <ac:spMk id="11" creationId="{A6D321C4-EC1C-4C7E-8521-D6696C107A22}"/>
          </ac:spMkLst>
        </pc:spChg>
        <pc:spChg chg="add mod">
          <ac:chgData name="Aouad, Wassim" userId="02acf525-ee87-43a3-8903-c96f92dad9c1" providerId="ADAL" clId="{65E1B302-B5EE-4BFD-B916-83278B8D7C7B}" dt="2025-08-13T08:04:26.096" v="179"/>
          <ac:spMkLst>
            <pc:docMk/>
            <pc:sldMk cId="127293020" sldId="2147483643"/>
            <ac:spMk id="12" creationId="{017EBEC1-9AB9-B85B-111E-B287DD6E4860}"/>
          </ac:spMkLst>
        </pc:spChg>
        <pc:spChg chg="add mod">
          <ac:chgData name="Aouad, Wassim" userId="02acf525-ee87-43a3-8903-c96f92dad9c1" providerId="ADAL" clId="{65E1B302-B5EE-4BFD-B916-83278B8D7C7B}" dt="2025-08-13T08:02:31.668" v="146"/>
          <ac:spMkLst>
            <pc:docMk/>
            <pc:sldMk cId="127293020" sldId="2147483643"/>
            <ac:spMk id="13" creationId="{9A1A0EFD-8F4B-D08B-640C-33AF92F40D44}"/>
          </ac:spMkLst>
        </pc:spChg>
        <pc:spChg chg="add mod">
          <ac:chgData name="Aouad, Wassim" userId="02acf525-ee87-43a3-8903-c96f92dad9c1" providerId="ADAL" clId="{65E1B302-B5EE-4BFD-B916-83278B8D7C7B}" dt="2025-08-13T08:02:31.668" v="146"/>
          <ac:spMkLst>
            <pc:docMk/>
            <pc:sldMk cId="127293020" sldId="2147483643"/>
            <ac:spMk id="14" creationId="{1E96ED9E-93B7-70BB-3D3A-0554CFDA5BBF}"/>
          </ac:spMkLst>
        </pc:spChg>
        <pc:spChg chg="add mod">
          <ac:chgData name="Aouad, Wassim" userId="02acf525-ee87-43a3-8903-c96f92dad9c1" providerId="ADAL" clId="{65E1B302-B5EE-4BFD-B916-83278B8D7C7B}" dt="2025-08-13T08:02:31.668" v="146"/>
          <ac:spMkLst>
            <pc:docMk/>
            <pc:sldMk cId="127293020" sldId="2147483643"/>
            <ac:spMk id="15" creationId="{FA94EFA4-9FCF-A916-1C28-E62216D732A0}"/>
          </ac:spMkLst>
        </pc:spChg>
        <pc:spChg chg="add mod">
          <ac:chgData name="Aouad, Wassim" userId="02acf525-ee87-43a3-8903-c96f92dad9c1" providerId="ADAL" clId="{65E1B302-B5EE-4BFD-B916-83278B8D7C7B}" dt="2025-08-13T08:02:31.668" v="146"/>
          <ac:spMkLst>
            <pc:docMk/>
            <pc:sldMk cId="127293020" sldId="2147483643"/>
            <ac:spMk id="16" creationId="{96EC518E-B4A2-C662-0D59-1B75AAEB1512}"/>
          </ac:spMkLst>
        </pc:spChg>
        <pc:spChg chg="mod">
          <ac:chgData name="Aouad, Wassim" userId="02acf525-ee87-43a3-8903-c96f92dad9c1" providerId="ADAL" clId="{65E1B302-B5EE-4BFD-B916-83278B8D7C7B}" dt="2025-08-13T08:01:14.673" v="129"/>
          <ac:spMkLst>
            <pc:docMk/>
            <pc:sldMk cId="127293020" sldId="2147483643"/>
            <ac:spMk id="20" creationId="{5F01FC31-466C-5D26-B5BF-4F0C57EF19FE}"/>
          </ac:spMkLst>
        </pc:spChg>
        <pc:spChg chg="mod">
          <ac:chgData name="Aouad, Wassim" userId="02acf525-ee87-43a3-8903-c96f92dad9c1" providerId="ADAL" clId="{65E1B302-B5EE-4BFD-B916-83278B8D7C7B}" dt="2025-08-13T08:03:04.079" v="173" actId="20577"/>
          <ac:spMkLst>
            <pc:docMk/>
            <pc:sldMk cId="127293020" sldId="2147483643"/>
            <ac:spMk id="21" creationId="{86A65E3B-0F57-FF74-24BC-540C4BDF786C}"/>
          </ac:spMkLst>
        </pc:spChg>
        <pc:spChg chg="mod">
          <ac:chgData name="Aouad, Wassim" userId="02acf525-ee87-43a3-8903-c96f92dad9c1" providerId="ADAL" clId="{65E1B302-B5EE-4BFD-B916-83278B8D7C7B}" dt="2025-08-13T08:01:14.673" v="129"/>
          <ac:spMkLst>
            <pc:docMk/>
            <pc:sldMk cId="127293020" sldId="2147483643"/>
            <ac:spMk id="22" creationId="{1CAE6A1F-BD1E-B4FE-F7DA-F568566EA448}"/>
          </ac:spMkLst>
        </pc:spChg>
        <pc:spChg chg="mod">
          <ac:chgData name="Aouad, Wassim" userId="02acf525-ee87-43a3-8903-c96f92dad9c1" providerId="ADAL" clId="{65E1B302-B5EE-4BFD-B916-83278B8D7C7B}" dt="2025-08-13T08:04:20.570" v="178"/>
          <ac:spMkLst>
            <pc:docMk/>
            <pc:sldMk cId="127293020" sldId="2147483643"/>
            <ac:spMk id="23" creationId="{C9B70E05-BDD0-ED06-83B9-C96EF8610CA3}"/>
          </ac:spMkLst>
        </pc:spChg>
        <pc:spChg chg="mod">
          <ac:chgData name="Aouad, Wassim" userId="02acf525-ee87-43a3-8903-c96f92dad9c1" providerId="ADAL" clId="{65E1B302-B5EE-4BFD-B916-83278B8D7C7B}" dt="2025-08-13T08:01:14.673" v="129"/>
          <ac:spMkLst>
            <pc:docMk/>
            <pc:sldMk cId="127293020" sldId="2147483643"/>
            <ac:spMk id="24" creationId="{2C414E47-7BF6-28E5-F600-B2ABDBA276D8}"/>
          </ac:spMkLst>
        </pc:spChg>
        <pc:spChg chg="mod">
          <ac:chgData name="Aouad, Wassim" userId="02acf525-ee87-43a3-8903-c96f92dad9c1" providerId="ADAL" clId="{65E1B302-B5EE-4BFD-B916-83278B8D7C7B}" dt="2025-08-13T08:06:01.142" v="221" actId="1035"/>
          <ac:spMkLst>
            <pc:docMk/>
            <pc:sldMk cId="127293020" sldId="2147483643"/>
            <ac:spMk id="25" creationId="{18B310EA-93BE-2976-E708-F48B7563A3EA}"/>
          </ac:spMkLst>
        </pc:spChg>
        <pc:spChg chg="mod">
          <ac:chgData name="Aouad, Wassim" userId="02acf525-ee87-43a3-8903-c96f92dad9c1" providerId="ADAL" clId="{65E1B302-B5EE-4BFD-B916-83278B8D7C7B}" dt="2025-08-13T08:01:14.673" v="129"/>
          <ac:spMkLst>
            <pc:docMk/>
            <pc:sldMk cId="127293020" sldId="2147483643"/>
            <ac:spMk id="26" creationId="{F29F1225-AD24-6D4F-421B-FD0A7A3DEA37}"/>
          </ac:spMkLst>
        </pc:spChg>
        <pc:spChg chg="mod">
          <ac:chgData name="Aouad, Wassim" userId="02acf525-ee87-43a3-8903-c96f92dad9c1" providerId="ADAL" clId="{65E1B302-B5EE-4BFD-B916-83278B8D7C7B}" dt="2025-08-13T08:01:14.673" v="129"/>
          <ac:spMkLst>
            <pc:docMk/>
            <pc:sldMk cId="127293020" sldId="2147483643"/>
            <ac:spMk id="27" creationId="{1BB37284-1D7D-0941-FA1E-02B353406B85}"/>
          </ac:spMkLst>
        </pc:spChg>
        <pc:spChg chg="mod">
          <ac:chgData name="Aouad, Wassim" userId="02acf525-ee87-43a3-8903-c96f92dad9c1" providerId="ADAL" clId="{65E1B302-B5EE-4BFD-B916-83278B8D7C7B}" dt="2025-08-13T08:01:19.507" v="130" actId="1036"/>
          <ac:spMkLst>
            <pc:docMk/>
            <pc:sldMk cId="127293020" sldId="2147483643"/>
            <ac:spMk id="30" creationId="{C3FCBED1-210E-7B8B-DEAE-25CEE0B9DB20}"/>
          </ac:spMkLst>
        </pc:spChg>
        <pc:spChg chg="mod">
          <ac:chgData name="Aouad, Wassim" userId="02acf525-ee87-43a3-8903-c96f92dad9c1" providerId="ADAL" clId="{65E1B302-B5EE-4BFD-B916-83278B8D7C7B}" dt="2025-08-13T08:03:06.220" v="174" actId="20577"/>
          <ac:spMkLst>
            <pc:docMk/>
            <pc:sldMk cId="127293020" sldId="2147483643"/>
            <ac:spMk id="31" creationId="{146AB328-54B0-402C-C1E8-1F6B7B89FC36}"/>
          </ac:spMkLst>
        </pc:spChg>
        <pc:spChg chg="mod">
          <ac:chgData name="Aouad, Wassim" userId="02acf525-ee87-43a3-8903-c96f92dad9c1" providerId="ADAL" clId="{65E1B302-B5EE-4BFD-B916-83278B8D7C7B}" dt="2025-08-13T08:01:19.507" v="130" actId="1036"/>
          <ac:spMkLst>
            <pc:docMk/>
            <pc:sldMk cId="127293020" sldId="2147483643"/>
            <ac:spMk id="32" creationId="{1A99E117-9837-9BC5-6579-D9778B798C46}"/>
          </ac:spMkLst>
        </pc:spChg>
        <pc:spChg chg="mod">
          <ac:chgData name="Aouad, Wassim" userId="02acf525-ee87-43a3-8903-c96f92dad9c1" providerId="ADAL" clId="{65E1B302-B5EE-4BFD-B916-83278B8D7C7B}" dt="2025-08-13T08:04:15.386" v="177"/>
          <ac:spMkLst>
            <pc:docMk/>
            <pc:sldMk cId="127293020" sldId="2147483643"/>
            <ac:spMk id="33" creationId="{F9428A4B-0CAA-EA7B-B1AC-F0C9C6A55431}"/>
          </ac:spMkLst>
        </pc:spChg>
        <pc:spChg chg="mod">
          <ac:chgData name="Aouad, Wassim" userId="02acf525-ee87-43a3-8903-c96f92dad9c1" providerId="ADAL" clId="{65E1B302-B5EE-4BFD-B916-83278B8D7C7B}" dt="2025-08-13T08:01:19.507" v="130" actId="1036"/>
          <ac:spMkLst>
            <pc:docMk/>
            <pc:sldMk cId="127293020" sldId="2147483643"/>
            <ac:spMk id="34" creationId="{06838439-8A91-27C9-BD66-DD2C0D13C4CF}"/>
          </ac:spMkLst>
        </pc:spChg>
        <pc:spChg chg="mod">
          <ac:chgData name="Aouad, Wassim" userId="02acf525-ee87-43a3-8903-c96f92dad9c1" providerId="ADAL" clId="{65E1B302-B5EE-4BFD-B916-83278B8D7C7B}" dt="2025-08-13T08:01:19.507" v="130" actId="1036"/>
          <ac:spMkLst>
            <pc:docMk/>
            <pc:sldMk cId="127293020" sldId="2147483643"/>
            <ac:spMk id="35" creationId="{92A77FA2-6D1E-EEBE-ED50-5B0BCD0523CA}"/>
          </ac:spMkLst>
        </pc:spChg>
        <pc:spChg chg="mod">
          <ac:chgData name="Aouad, Wassim" userId="02acf525-ee87-43a3-8903-c96f92dad9c1" providerId="ADAL" clId="{65E1B302-B5EE-4BFD-B916-83278B8D7C7B}" dt="2025-08-13T08:01:19.507" v="130" actId="1036"/>
          <ac:spMkLst>
            <pc:docMk/>
            <pc:sldMk cId="127293020" sldId="2147483643"/>
            <ac:spMk id="36" creationId="{CD5C3A1B-2DB7-177C-2C0C-063CC931BF25}"/>
          </ac:spMkLst>
        </pc:spChg>
        <pc:spChg chg="mod">
          <ac:chgData name="Aouad, Wassim" userId="02acf525-ee87-43a3-8903-c96f92dad9c1" providerId="ADAL" clId="{65E1B302-B5EE-4BFD-B916-83278B8D7C7B}" dt="2025-08-13T08:01:19.507" v="130" actId="1036"/>
          <ac:spMkLst>
            <pc:docMk/>
            <pc:sldMk cId="127293020" sldId="2147483643"/>
            <ac:spMk id="37" creationId="{AAE47AC0-1FAA-2F4A-0952-7CED6C25B1DF}"/>
          </ac:spMkLst>
        </pc:spChg>
        <pc:spChg chg="mod">
          <ac:chgData name="Aouad, Wassim" userId="02acf525-ee87-43a3-8903-c96f92dad9c1" providerId="ADAL" clId="{65E1B302-B5EE-4BFD-B916-83278B8D7C7B}" dt="2025-08-13T08:02:52.141" v="172" actId="1035"/>
          <ac:spMkLst>
            <pc:docMk/>
            <pc:sldMk cId="127293020" sldId="2147483643"/>
            <ac:spMk id="40" creationId="{A18A70A4-0D27-A6BB-8306-0FEEB713DDEE}"/>
          </ac:spMkLst>
        </pc:spChg>
        <pc:spChg chg="mod">
          <ac:chgData name="Aouad, Wassim" userId="02acf525-ee87-43a3-8903-c96f92dad9c1" providerId="ADAL" clId="{65E1B302-B5EE-4BFD-B916-83278B8D7C7B}" dt="2025-08-13T08:03:08.521" v="175" actId="20577"/>
          <ac:spMkLst>
            <pc:docMk/>
            <pc:sldMk cId="127293020" sldId="2147483643"/>
            <ac:spMk id="41" creationId="{FC7C97BE-539A-5096-52DB-FAB7E99DB665}"/>
          </ac:spMkLst>
        </pc:spChg>
        <pc:spChg chg="mod">
          <ac:chgData name="Aouad, Wassim" userId="02acf525-ee87-43a3-8903-c96f92dad9c1" providerId="ADAL" clId="{65E1B302-B5EE-4BFD-B916-83278B8D7C7B}" dt="2025-08-13T08:02:52.141" v="172" actId="1035"/>
          <ac:spMkLst>
            <pc:docMk/>
            <pc:sldMk cId="127293020" sldId="2147483643"/>
            <ac:spMk id="42" creationId="{77E4E6E7-147A-C5E1-1955-D140993603F2}"/>
          </ac:spMkLst>
        </pc:spChg>
        <pc:spChg chg="mod">
          <ac:chgData name="Aouad, Wassim" userId="02acf525-ee87-43a3-8903-c96f92dad9c1" providerId="ADAL" clId="{65E1B302-B5EE-4BFD-B916-83278B8D7C7B}" dt="2025-08-13T08:04:10.299" v="176"/>
          <ac:spMkLst>
            <pc:docMk/>
            <pc:sldMk cId="127293020" sldId="2147483643"/>
            <ac:spMk id="43" creationId="{DB634660-F027-595C-70DB-6AA9D44BACD1}"/>
          </ac:spMkLst>
        </pc:spChg>
        <pc:spChg chg="mod">
          <ac:chgData name="Aouad, Wassim" userId="02acf525-ee87-43a3-8903-c96f92dad9c1" providerId="ADAL" clId="{65E1B302-B5EE-4BFD-B916-83278B8D7C7B}" dt="2025-08-13T08:02:52.141" v="172" actId="1035"/>
          <ac:spMkLst>
            <pc:docMk/>
            <pc:sldMk cId="127293020" sldId="2147483643"/>
            <ac:spMk id="44" creationId="{A9AA410D-DF0E-8301-4813-B297B7A65035}"/>
          </ac:spMkLst>
        </pc:spChg>
        <pc:spChg chg="mod">
          <ac:chgData name="Aouad, Wassim" userId="02acf525-ee87-43a3-8903-c96f92dad9c1" providerId="ADAL" clId="{65E1B302-B5EE-4BFD-B916-83278B8D7C7B}" dt="2025-08-13T08:06:01.142" v="221" actId="1035"/>
          <ac:spMkLst>
            <pc:docMk/>
            <pc:sldMk cId="127293020" sldId="2147483643"/>
            <ac:spMk id="45" creationId="{99AD5634-1C0C-9677-C26C-D871FF409643}"/>
          </ac:spMkLst>
        </pc:spChg>
        <pc:spChg chg="mod">
          <ac:chgData name="Aouad, Wassim" userId="02acf525-ee87-43a3-8903-c96f92dad9c1" providerId="ADAL" clId="{65E1B302-B5EE-4BFD-B916-83278B8D7C7B}" dt="2025-08-13T08:06:01.142" v="221" actId="1035"/>
          <ac:spMkLst>
            <pc:docMk/>
            <pc:sldMk cId="127293020" sldId="2147483643"/>
            <ac:spMk id="46" creationId="{70885524-8DC7-C527-2B3E-823D63EDF0F8}"/>
          </ac:spMkLst>
        </pc:spChg>
        <pc:spChg chg="mod">
          <ac:chgData name="Aouad, Wassim" userId="02acf525-ee87-43a3-8903-c96f92dad9c1" providerId="ADAL" clId="{65E1B302-B5EE-4BFD-B916-83278B8D7C7B}" dt="2025-08-13T08:06:01.142" v="221" actId="1035"/>
          <ac:spMkLst>
            <pc:docMk/>
            <pc:sldMk cId="127293020" sldId="2147483643"/>
            <ac:spMk id="47" creationId="{F8FC21FC-2DED-FDD7-719B-64772D46CAD6}"/>
          </ac:spMkLst>
        </pc:spChg>
        <pc:spChg chg="mod">
          <ac:chgData name="Aouad, Wassim" userId="02acf525-ee87-43a3-8903-c96f92dad9c1" providerId="ADAL" clId="{65E1B302-B5EE-4BFD-B916-83278B8D7C7B}" dt="2025-08-13T08:06:01.142" v="221" actId="1035"/>
          <ac:spMkLst>
            <pc:docMk/>
            <pc:sldMk cId="127293020" sldId="2147483643"/>
            <ac:spMk id="107" creationId="{1684D499-7D17-465C-AC44-CAACD26497B6}"/>
          </ac:spMkLst>
        </pc:spChg>
        <pc:spChg chg="add del">
          <ac:chgData name="Aouad, Wassim" userId="02acf525-ee87-43a3-8903-c96f92dad9c1" providerId="ADAL" clId="{65E1B302-B5EE-4BFD-B916-83278B8D7C7B}" dt="2025-08-13T08:00:07.258" v="35" actId="478"/>
          <ac:spMkLst>
            <pc:docMk/>
            <pc:sldMk cId="127293020" sldId="2147483643"/>
            <ac:spMk id="135" creationId="{4E3A885B-72B2-4230-86DD-14D5F9EA8C20}"/>
          </ac:spMkLst>
        </pc:spChg>
        <pc:spChg chg="add del">
          <ac:chgData name="Aouad, Wassim" userId="02acf525-ee87-43a3-8903-c96f92dad9c1" providerId="ADAL" clId="{65E1B302-B5EE-4BFD-B916-83278B8D7C7B}" dt="2025-08-13T08:00:07.258" v="35" actId="478"/>
          <ac:spMkLst>
            <pc:docMk/>
            <pc:sldMk cId="127293020" sldId="2147483643"/>
            <ac:spMk id="136" creationId="{BDCFF0B8-6E6F-4400-B09B-B61D132D66C9}"/>
          </ac:spMkLst>
        </pc:spChg>
        <pc:spChg chg="mod">
          <ac:chgData name="Aouad, Wassim" userId="02acf525-ee87-43a3-8903-c96f92dad9c1" providerId="ADAL" clId="{65E1B302-B5EE-4BFD-B916-83278B8D7C7B}" dt="2025-08-13T08:06:01.142" v="221" actId="1035"/>
          <ac:spMkLst>
            <pc:docMk/>
            <pc:sldMk cId="127293020" sldId="2147483643"/>
            <ac:spMk id="140" creationId="{F9B20C90-5B9A-4FE9-A8FA-3279698692B5}"/>
          </ac:spMkLst>
        </pc:spChg>
        <pc:spChg chg="add del">
          <ac:chgData name="Aouad, Wassim" userId="02acf525-ee87-43a3-8903-c96f92dad9c1" providerId="ADAL" clId="{65E1B302-B5EE-4BFD-B916-83278B8D7C7B}" dt="2025-08-13T08:00:07.258" v="35" actId="478"/>
          <ac:spMkLst>
            <pc:docMk/>
            <pc:sldMk cId="127293020" sldId="2147483643"/>
            <ac:spMk id="145" creationId="{1D823A4C-8C0C-4EA7-9CEB-5B5FA0DF429C}"/>
          </ac:spMkLst>
        </pc:spChg>
        <pc:spChg chg="add del">
          <ac:chgData name="Aouad, Wassim" userId="02acf525-ee87-43a3-8903-c96f92dad9c1" providerId="ADAL" clId="{65E1B302-B5EE-4BFD-B916-83278B8D7C7B}" dt="2025-08-13T08:00:07.258" v="35" actId="478"/>
          <ac:spMkLst>
            <pc:docMk/>
            <pc:sldMk cId="127293020" sldId="2147483643"/>
            <ac:spMk id="146" creationId="{C02983BD-F3FD-4671-B531-81EAA64DA49C}"/>
          </ac:spMkLst>
        </pc:spChg>
        <pc:spChg chg="add del">
          <ac:chgData name="Aouad, Wassim" userId="02acf525-ee87-43a3-8903-c96f92dad9c1" providerId="ADAL" clId="{65E1B302-B5EE-4BFD-B916-83278B8D7C7B}" dt="2025-08-13T08:00:07.258" v="35" actId="478"/>
          <ac:spMkLst>
            <pc:docMk/>
            <pc:sldMk cId="127293020" sldId="2147483643"/>
            <ac:spMk id="149" creationId="{C50AD923-661A-445B-BD95-FF1D928BD99F}"/>
          </ac:spMkLst>
        </pc:spChg>
        <pc:spChg chg="mod">
          <ac:chgData name="Aouad, Wassim" userId="02acf525-ee87-43a3-8903-c96f92dad9c1" providerId="ADAL" clId="{65E1B302-B5EE-4BFD-B916-83278B8D7C7B}" dt="2025-08-13T08:04:45.237" v="200"/>
          <ac:spMkLst>
            <pc:docMk/>
            <pc:sldMk cId="127293020" sldId="2147483643"/>
            <ac:spMk id="150" creationId="{A7B9126C-DFF6-4CBF-A6E9-7C482C06C015}"/>
          </ac:spMkLst>
        </pc:spChg>
        <pc:spChg chg="mod">
          <ac:chgData name="Aouad, Wassim" userId="02acf525-ee87-43a3-8903-c96f92dad9c1" providerId="ADAL" clId="{65E1B302-B5EE-4BFD-B916-83278B8D7C7B}" dt="2025-08-13T08:04:55.097" v="202"/>
          <ac:spMkLst>
            <pc:docMk/>
            <pc:sldMk cId="127293020" sldId="2147483643"/>
            <ac:spMk id="157" creationId="{59091ABF-B083-4542-AAAD-4B2C7FA2BC47}"/>
          </ac:spMkLst>
        </pc:spChg>
        <pc:spChg chg="mod">
          <ac:chgData name="Aouad, Wassim" userId="02acf525-ee87-43a3-8903-c96f92dad9c1" providerId="ADAL" clId="{65E1B302-B5EE-4BFD-B916-83278B8D7C7B}" dt="2025-08-13T08:06:01.142" v="221" actId="1035"/>
          <ac:spMkLst>
            <pc:docMk/>
            <pc:sldMk cId="127293020" sldId="2147483643"/>
            <ac:spMk id="161" creationId="{C1FC42C1-1369-464D-A38A-311AEB40BA41}"/>
          </ac:spMkLst>
        </pc:spChg>
        <pc:spChg chg="mod">
          <ac:chgData name="Aouad, Wassim" userId="02acf525-ee87-43a3-8903-c96f92dad9c1" providerId="ADAL" clId="{65E1B302-B5EE-4BFD-B916-83278B8D7C7B}" dt="2025-08-13T08:05:01.258" v="204"/>
          <ac:spMkLst>
            <pc:docMk/>
            <pc:sldMk cId="127293020" sldId="2147483643"/>
            <ac:spMk id="163" creationId="{6AD93D20-DB94-4CF8-9294-5A892A5C978B}"/>
          </ac:spMkLst>
        </pc:spChg>
        <pc:spChg chg="mod">
          <ac:chgData name="Aouad, Wassim" userId="02acf525-ee87-43a3-8903-c96f92dad9c1" providerId="ADAL" clId="{65E1B302-B5EE-4BFD-B916-83278B8D7C7B}" dt="2025-08-13T08:06:01.142" v="221" actId="1035"/>
          <ac:spMkLst>
            <pc:docMk/>
            <pc:sldMk cId="127293020" sldId="2147483643"/>
            <ac:spMk id="166" creationId="{19C7EC62-5AF5-4F1B-A940-C54B73D190DE}"/>
          </ac:spMkLst>
        </pc:spChg>
        <pc:spChg chg="mod">
          <ac:chgData name="Aouad, Wassim" userId="02acf525-ee87-43a3-8903-c96f92dad9c1" providerId="ADAL" clId="{65E1B302-B5EE-4BFD-B916-83278B8D7C7B}" dt="2025-08-13T08:05:08.649" v="206"/>
          <ac:spMkLst>
            <pc:docMk/>
            <pc:sldMk cId="127293020" sldId="2147483643"/>
            <ac:spMk id="175" creationId="{8E3B6FBE-FCE4-40D0-9082-7CE53DD2200E}"/>
          </ac:spMkLst>
        </pc:spChg>
        <pc:spChg chg="mod">
          <ac:chgData name="Aouad, Wassim" userId="02acf525-ee87-43a3-8903-c96f92dad9c1" providerId="ADAL" clId="{65E1B302-B5EE-4BFD-B916-83278B8D7C7B}" dt="2025-08-13T08:06:01.142" v="221" actId="1035"/>
          <ac:spMkLst>
            <pc:docMk/>
            <pc:sldMk cId="127293020" sldId="2147483643"/>
            <ac:spMk id="176" creationId="{F359F71F-6B0C-427E-A90C-7B5F4BB16802}"/>
          </ac:spMkLst>
        </pc:spChg>
        <pc:spChg chg="add del">
          <ac:chgData name="Aouad, Wassim" userId="02acf525-ee87-43a3-8903-c96f92dad9c1" providerId="ADAL" clId="{65E1B302-B5EE-4BFD-B916-83278B8D7C7B}" dt="2025-08-13T08:00:07.258" v="35" actId="478"/>
          <ac:spMkLst>
            <pc:docMk/>
            <pc:sldMk cId="127293020" sldId="2147483643"/>
            <ac:spMk id="187" creationId="{811A487F-27D0-4985-AB8F-C581C8166394}"/>
          </ac:spMkLst>
        </pc:spChg>
        <pc:spChg chg="add del">
          <ac:chgData name="Aouad, Wassim" userId="02acf525-ee87-43a3-8903-c96f92dad9c1" providerId="ADAL" clId="{65E1B302-B5EE-4BFD-B916-83278B8D7C7B}" dt="2025-08-13T08:00:07.258" v="35" actId="478"/>
          <ac:spMkLst>
            <pc:docMk/>
            <pc:sldMk cId="127293020" sldId="2147483643"/>
            <ac:spMk id="188" creationId="{13E3696C-7AFF-48AE-A78A-F1169D34DA2A}"/>
          </ac:spMkLst>
        </pc:spChg>
        <pc:spChg chg="add del">
          <ac:chgData name="Aouad, Wassim" userId="02acf525-ee87-43a3-8903-c96f92dad9c1" providerId="ADAL" clId="{65E1B302-B5EE-4BFD-B916-83278B8D7C7B}" dt="2025-08-13T08:00:07.258" v="35" actId="478"/>
          <ac:spMkLst>
            <pc:docMk/>
            <pc:sldMk cId="127293020" sldId="2147483643"/>
            <ac:spMk id="189" creationId="{4FA315E9-4C4D-4FDD-979D-CCA9CE07D7F6}"/>
          </ac:spMkLst>
        </pc:spChg>
        <pc:spChg chg="del">
          <ac:chgData name="Aouad, Wassim" userId="02acf525-ee87-43a3-8903-c96f92dad9c1" providerId="ADAL" clId="{65E1B302-B5EE-4BFD-B916-83278B8D7C7B}" dt="2025-08-13T07:59:33.947" v="32" actId="478"/>
          <ac:spMkLst>
            <pc:docMk/>
            <pc:sldMk cId="127293020" sldId="2147483643"/>
            <ac:spMk id="190" creationId="{F5477F48-ED30-4BFC-B138-B38499968C54}"/>
          </ac:spMkLst>
        </pc:spChg>
        <pc:spChg chg="add del">
          <ac:chgData name="Aouad, Wassim" userId="02acf525-ee87-43a3-8903-c96f92dad9c1" providerId="ADAL" clId="{65E1B302-B5EE-4BFD-B916-83278B8D7C7B}" dt="2025-08-13T08:00:07.258" v="35" actId="478"/>
          <ac:spMkLst>
            <pc:docMk/>
            <pc:sldMk cId="127293020" sldId="2147483643"/>
            <ac:spMk id="191" creationId="{474A70F0-AD1D-4A8C-A8A0-7C8F1F977781}"/>
          </ac:spMkLst>
        </pc:spChg>
        <pc:spChg chg="del">
          <ac:chgData name="Aouad, Wassim" userId="02acf525-ee87-43a3-8903-c96f92dad9c1" providerId="ADAL" clId="{65E1B302-B5EE-4BFD-B916-83278B8D7C7B}" dt="2025-08-13T07:59:33.947" v="32" actId="478"/>
          <ac:spMkLst>
            <pc:docMk/>
            <pc:sldMk cId="127293020" sldId="2147483643"/>
            <ac:spMk id="195" creationId="{AAFF8A77-2948-48F5-9834-C8EF47727298}"/>
          </ac:spMkLst>
        </pc:spChg>
        <pc:spChg chg="del">
          <ac:chgData name="Aouad, Wassim" userId="02acf525-ee87-43a3-8903-c96f92dad9c1" providerId="ADAL" clId="{65E1B302-B5EE-4BFD-B916-83278B8D7C7B}" dt="2025-08-13T07:59:33.947" v="32" actId="478"/>
          <ac:spMkLst>
            <pc:docMk/>
            <pc:sldMk cId="127293020" sldId="2147483643"/>
            <ac:spMk id="196" creationId="{A4F82CBF-18B4-4CD7-BF75-3C3AD7B46F83}"/>
          </ac:spMkLst>
        </pc:spChg>
        <pc:spChg chg="del">
          <ac:chgData name="Aouad, Wassim" userId="02acf525-ee87-43a3-8903-c96f92dad9c1" providerId="ADAL" clId="{65E1B302-B5EE-4BFD-B916-83278B8D7C7B}" dt="2025-08-13T07:59:33.947" v="32" actId="478"/>
          <ac:spMkLst>
            <pc:docMk/>
            <pc:sldMk cId="127293020" sldId="2147483643"/>
            <ac:spMk id="197" creationId="{F2F3BDCE-C931-4D8C-AA76-8FD1E0FA256D}"/>
          </ac:spMkLst>
        </pc:spChg>
        <pc:spChg chg="add del">
          <ac:chgData name="Aouad, Wassim" userId="02acf525-ee87-43a3-8903-c96f92dad9c1" providerId="ADAL" clId="{65E1B302-B5EE-4BFD-B916-83278B8D7C7B}" dt="2025-08-13T08:00:07.258" v="35" actId="478"/>
          <ac:spMkLst>
            <pc:docMk/>
            <pc:sldMk cId="127293020" sldId="2147483643"/>
            <ac:spMk id="291" creationId="{8A89566B-8A8C-45F5-B597-88F0EEBBC36A}"/>
          </ac:spMkLst>
        </pc:spChg>
        <pc:grpChg chg="add mod">
          <ac:chgData name="Aouad, Wassim" userId="02acf525-ee87-43a3-8903-c96f92dad9c1" providerId="ADAL" clId="{65E1B302-B5EE-4BFD-B916-83278B8D7C7B}" dt="2025-08-13T08:02:31.668" v="146"/>
          <ac:grpSpMkLst>
            <pc:docMk/>
            <pc:sldMk cId="127293020" sldId="2147483643"/>
            <ac:grpSpMk id="18" creationId="{FBD5273B-EB94-4624-FAC5-815A74664385}"/>
          </ac:grpSpMkLst>
        </pc:grpChg>
        <pc:grpChg chg="add mod">
          <ac:chgData name="Aouad, Wassim" userId="02acf525-ee87-43a3-8903-c96f92dad9c1" providerId="ADAL" clId="{65E1B302-B5EE-4BFD-B916-83278B8D7C7B}" dt="2025-08-13T08:01:14.673" v="129"/>
          <ac:grpSpMkLst>
            <pc:docMk/>
            <pc:sldMk cId="127293020" sldId="2147483643"/>
            <ac:grpSpMk id="19" creationId="{DB34791B-DEFF-6D3E-D8CA-85E76908E31E}"/>
          </ac:grpSpMkLst>
        </pc:grpChg>
        <pc:grpChg chg="add mod">
          <ac:chgData name="Aouad, Wassim" userId="02acf525-ee87-43a3-8903-c96f92dad9c1" providerId="ADAL" clId="{65E1B302-B5EE-4BFD-B916-83278B8D7C7B}" dt="2025-08-13T08:01:19.507" v="130" actId="1036"/>
          <ac:grpSpMkLst>
            <pc:docMk/>
            <pc:sldMk cId="127293020" sldId="2147483643"/>
            <ac:grpSpMk id="29" creationId="{AC622333-E688-B5D7-DE34-F597F1E7D6CC}"/>
          </ac:grpSpMkLst>
        </pc:grpChg>
        <pc:grpChg chg="add mod">
          <ac:chgData name="Aouad, Wassim" userId="02acf525-ee87-43a3-8903-c96f92dad9c1" providerId="ADAL" clId="{65E1B302-B5EE-4BFD-B916-83278B8D7C7B}" dt="2025-08-13T08:02:52.141" v="172" actId="1035"/>
          <ac:grpSpMkLst>
            <pc:docMk/>
            <pc:sldMk cId="127293020" sldId="2147483643"/>
            <ac:grpSpMk id="39" creationId="{FE4DFFD9-CBC3-99BA-4935-CC7C100E1311}"/>
          </ac:grpSpMkLst>
        </pc:grpChg>
        <pc:graphicFrameChg chg="mod">
          <ac:chgData name="Aouad, Wassim" userId="02acf525-ee87-43a3-8903-c96f92dad9c1" providerId="ADAL" clId="{65E1B302-B5EE-4BFD-B916-83278B8D7C7B}" dt="2025-08-13T07:56:28.208" v="29"/>
          <ac:graphicFrameMkLst>
            <pc:docMk/>
            <pc:sldMk cId="127293020" sldId="2147483643"/>
            <ac:graphicFrameMk id="4" creationId="{058F4401-EB25-8D58-75DF-B622695DC1D7}"/>
          </ac:graphicFrameMkLst>
        </pc:graphicFrameChg>
        <pc:cxnChg chg="add mod">
          <ac:chgData name="Aouad, Wassim" userId="02acf525-ee87-43a3-8903-c96f92dad9c1" providerId="ADAL" clId="{65E1B302-B5EE-4BFD-B916-83278B8D7C7B}" dt="2025-08-13T08:02:31.668" v="146"/>
          <ac:cxnSpMkLst>
            <pc:docMk/>
            <pc:sldMk cId="127293020" sldId="2147483643"/>
            <ac:cxnSpMk id="17" creationId="{791A84D9-14E7-6FA2-A8EA-E9379E56A737}"/>
          </ac:cxnSpMkLst>
        </pc:cxnChg>
        <pc:cxnChg chg="mod">
          <ac:chgData name="Aouad, Wassim" userId="02acf525-ee87-43a3-8903-c96f92dad9c1" providerId="ADAL" clId="{65E1B302-B5EE-4BFD-B916-83278B8D7C7B}" dt="2025-08-13T08:01:14.673" v="129"/>
          <ac:cxnSpMkLst>
            <pc:docMk/>
            <pc:sldMk cId="127293020" sldId="2147483643"/>
            <ac:cxnSpMk id="28" creationId="{BE626392-E65E-CD54-4206-E5C53F2E94A3}"/>
          </ac:cxnSpMkLst>
        </pc:cxnChg>
        <pc:cxnChg chg="mod">
          <ac:chgData name="Aouad, Wassim" userId="02acf525-ee87-43a3-8903-c96f92dad9c1" providerId="ADAL" clId="{65E1B302-B5EE-4BFD-B916-83278B8D7C7B}" dt="2025-08-13T08:01:19.507" v="130" actId="1036"/>
          <ac:cxnSpMkLst>
            <pc:docMk/>
            <pc:sldMk cId="127293020" sldId="2147483643"/>
            <ac:cxnSpMk id="38" creationId="{9BB1B015-2875-B6A5-2C60-815AAA43E383}"/>
          </ac:cxnSpMkLst>
        </pc:cxnChg>
        <pc:cxnChg chg="mod">
          <ac:chgData name="Aouad, Wassim" userId="02acf525-ee87-43a3-8903-c96f92dad9c1" providerId="ADAL" clId="{65E1B302-B5EE-4BFD-B916-83278B8D7C7B}" dt="2025-08-13T08:02:52.141" v="172" actId="1035"/>
          <ac:cxnSpMkLst>
            <pc:docMk/>
            <pc:sldMk cId="127293020" sldId="2147483643"/>
            <ac:cxnSpMk id="48" creationId="{821EBB1C-5CFD-817E-D56A-4AFEE6D36797}"/>
          </ac:cxnSpMkLst>
        </pc:cxnChg>
      </pc:sldChg>
      <pc:sldChg chg="addSp delSp modSp add mod">
        <pc:chgData name="Aouad, Wassim" userId="02acf525-ee87-43a3-8903-c96f92dad9c1" providerId="ADAL" clId="{65E1B302-B5EE-4BFD-B916-83278B8D7C7B}" dt="2025-08-13T08:12:48.764" v="444" actId="478"/>
        <pc:sldMkLst>
          <pc:docMk/>
          <pc:sldMk cId="2775002940" sldId="2147483647"/>
        </pc:sldMkLst>
        <pc:spChg chg="del">
          <ac:chgData name="Aouad, Wassim" userId="02acf525-ee87-43a3-8903-c96f92dad9c1" providerId="ADAL" clId="{65E1B302-B5EE-4BFD-B916-83278B8D7C7B}" dt="2025-08-13T08:09:11.863" v="248" actId="478"/>
          <ac:spMkLst>
            <pc:docMk/>
            <pc:sldMk cId="2775002940" sldId="2147483647"/>
            <ac:spMk id="2" creationId="{C460506F-411C-3927-BBC8-1E139077301E}"/>
          </ac:spMkLst>
        </pc:spChg>
        <pc:spChg chg="mod">
          <ac:chgData name="Aouad, Wassim" userId="02acf525-ee87-43a3-8903-c96f92dad9c1" providerId="ADAL" clId="{65E1B302-B5EE-4BFD-B916-83278B8D7C7B}" dt="2025-08-13T08:09:39.548" v="252" actId="948"/>
          <ac:spMkLst>
            <pc:docMk/>
            <pc:sldMk cId="2775002940" sldId="2147483647"/>
            <ac:spMk id="3" creationId="{3AED8BE0-2870-CD8B-7C43-AFE713301CAC}"/>
          </ac:spMkLst>
        </pc:spChg>
        <pc:spChg chg="mod">
          <ac:chgData name="Aouad, Wassim" userId="02acf525-ee87-43a3-8903-c96f92dad9c1" providerId="ADAL" clId="{65E1B302-B5EE-4BFD-B916-83278B8D7C7B}" dt="2025-08-13T08:08:20.449" v="243"/>
          <ac:spMkLst>
            <pc:docMk/>
            <pc:sldMk cId="2775002940" sldId="2147483647"/>
            <ac:spMk id="5" creationId="{0BEE0141-E026-7A7A-A86E-6F883C1A911B}"/>
          </ac:spMkLst>
        </pc:spChg>
        <pc:spChg chg="add del mod modVis">
          <ac:chgData name="Aouad, Wassim" userId="02acf525-ee87-43a3-8903-c96f92dad9c1" providerId="ADAL" clId="{65E1B302-B5EE-4BFD-B916-83278B8D7C7B}" dt="2025-08-13T08:09:39.597" v="273"/>
          <ac:spMkLst>
            <pc:docMk/>
            <pc:sldMk cId="2775002940" sldId="2147483647"/>
            <ac:spMk id="7" creationId="{5751491D-E8A3-F2DE-7E8B-AE8B5FD0B3F4}"/>
          </ac:spMkLst>
        </pc:spChg>
        <pc:spChg chg="del mod">
          <ac:chgData name="Aouad, Wassim" userId="02acf525-ee87-43a3-8903-c96f92dad9c1" providerId="ADAL" clId="{65E1B302-B5EE-4BFD-B916-83278B8D7C7B}" dt="2025-08-13T08:12:48.764" v="444" actId="478"/>
          <ac:spMkLst>
            <pc:docMk/>
            <pc:sldMk cId="2775002940" sldId="2147483647"/>
            <ac:spMk id="8" creationId="{07AB638F-5041-7AD2-28A0-616C1E1F5FB6}"/>
          </ac:spMkLst>
        </pc:spChg>
        <pc:spChg chg="mod">
          <ac:chgData name="Aouad, Wassim" userId="02acf525-ee87-43a3-8903-c96f92dad9c1" providerId="ADAL" clId="{65E1B302-B5EE-4BFD-B916-83278B8D7C7B}" dt="2025-08-13T08:11:57.052" v="370" actId="1036"/>
          <ac:spMkLst>
            <pc:docMk/>
            <pc:sldMk cId="2775002940" sldId="2147483647"/>
            <ac:spMk id="11" creationId="{A2748DE7-0D93-A4E4-75C4-4A99A9DD493D}"/>
          </ac:spMkLst>
        </pc:spChg>
        <pc:spChg chg="mod">
          <ac:chgData name="Aouad, Wassim" userId="02acf525-ee87-43a3-8903-c96f92dad9c1" providerId="ADAL" clId="{65E1B302-B5EE-4BFD-B916-83278B8D7C7B}" dt="2025-08-13T08:12:02.192" v="372" actId="20577"/>
          <ac:spMkLst>
            <pc:docMk/>
            <pc:sldMk cId="2775002940" sldId="2147483647"/>
            <ac:spMk id="12" creationId="{D68DB7BC-CCBB-8894-489B-666684146E0C}"/>
          </ac:spMkLst>
        </pc:spChg>
        <pc:spChg chg="mod">
          <ac:chgData name="Aouad, Wassim" userId="02acf525-ee87-43a3-8903-c96f92dad9c1" providerId="ADAL" clId="{65E1B302-B5EE-4BFD-B916-83278B8D7C7B}" dt="2025-08-13T08:11:57.052" v="370" actId="1036"/>
          <ac:spMkLst>
            <pc:docMk/>
            <pc:sldMk cId="2775002940" sldId="2147483647"/>
            <ac:spMk id="13" creationId="{9F855A88-4D9F-8C6B-F9C9-4818BD68E868}"/>
          </ac:spMkLst>
        </pc:spChg>
        <pc:spChg chg="mod">
          <ac:chgData name="Aouad, Wassim" userId="02acf525-ee87-43a3-8903-c96f92dad9c1" providerId="ADAL" clId="{65E1B302-B5EE-4BFD-B916-83278B8D7C7B}" dt="2025-08-13T08:11:57.052" v="370" actId="1036"/>
          <ac:spMkLst>
            <pc:docMk/>
            <pc:sldMk cId="2775002940" sldId="2147483647"/>
            <ac:spMk id="14" creationId="{984FDF11-EFB6-86A2-ED74-40B04633C7DA}"/>
          </ac:spMkLst>
        </pc:spChg>
        <pc:spChg chg="mod">
          <ac:chgData name="Aouad, Wassim" userId="02acf525-ee87-43a3-8903-c96f92dad9c1" providerId="ADAL" clId="{65E1B302-B5EE-4BFD-B916-83278B8D7C7B}" dt="2025-08-13T08:12:32.296" v="403"/>
          <ac:spMkLst>
            <pc:docMk/>
            <pc:sldMk cId="2775002940" sldId="2147483647"/>
            <ac:spMk id="15" creationId="{D1E021E5-7DB4-0CD3-5553-1DCC4B0A93E3}"/>
          </ac:spMkLst>
        </pc:spChg>
        <pc:spChg chg="mod">
          <ac:chgData name="Aouad, Wassim" userId="02acf525-ee87-43a3-8903-c96f92dad9c1" providerId="ADAL" clId="{65E1B302-B5EE-4BFD-B916-83278B8D7C7B}" dt="2025-08-13T08:11:57.052" v="370" actId="1036"/>
          <ac:spMkLst>
            <pc:docMk/>
            <pc:sldMk cId="2775002940" sldId="2147483647"/>
            <ac:spMk id="16" creationId="{EC47E52B-B4C5-3B70-BA77-EB86D6E119BE}"/>
          </ac:spMkLst>
        </pc:spChg>
        <pc:spChg chg="mod">
          <ac:chgData name="Aouad, Wassim" userId="02acf525-ee87-43a3-8903-c96f92dad9c1" providerId="ADAL" clId="{65E1B302-B5EE-4BFD-B916-83278B8D7C7B}" dt="2025-08-13T08:11:57.052" v="370" actId="1036"/>
          <ac:spMkLst>
            <pc:docMk/>
            <pc:sldMk cId="2775002940" sldId="2147483647"/>
            <ac:spMk id="17" creationId="{C83B72B7-50FF-6AC7-39BC-16C14C636787}"/>
          </ac:spMkLst>
        </pc:spChg>
        <pc:spChg chg="mod">
          <ac:chgData name="Aouad, Wassim" userId="02acf525-ee87-43a3-8903-c96f92dad9c1" providerId="ADAL" clId="{65E1B302-B5EE-4BFD-B916-83278B8D7C7B}" dt="2025-08-13T08:11:57.052" v="370" actId="1036"/>
          <ac:spMkLst>
            <pc:docMk/>
            <pc:sldMk cId="2775002940" sldId="2147483647"/>
            <ac:spMk id="18" creationId="{A584B93E-4275-9DB6-F25B-3E9D0C50E01B}"/>
          </ac:spMkLst>
        </pc:spChg>
        <pc:spChg chg="mod">
          <ac:chgData name="Aouad, Wassim" userId="02acf525-ee87-43a3-8903-c96f92dad9c1" providerId="ADAL" clId="{65E1B302-B5EE-4BFD-B916-83278B8D7C7B}" dt="2025-08-13T08:12:21.051" v="402" actId="1035"/>
          <ac:spMkLst>
            <pc:docMk/>
            <pc:sldMk cId="2775002940" sldId="2147483647"/>
            <ac:spMk id="21" creationId="{2E9C0CAB-6EE8-8673-79B9-780535C23B65}"/>
          </ac:spMkLst>
        </pc:spChg>
        <pc:spChg chg="mod">
          <ac:chgData name="Aouad, Wassim" userId="02acf525-ee87-43a3-8903-c96f92dad9c1" providerId="ADAL" clId="{65E1B302-B5EE-4BFD-B916-83278B8D7C7B}" dt="2025-08-13T08:12:21.051" v="402" actId="1035"/>
          <ac:spMkLst>
            <pc:docMk/>
            <pc:sldMk cId="2775002940" sldId="2147483647"/>
            <ac:spMk id="22" creationId="{09E99E80-4A99-1215-C849-31FC20129117}"/>
          </ac:spMkLst>
        </pc:spChg>
        <pc:spChg chg="mod">
          <ac:chgData name="Aouad, Wassim" userId="02acf525-ee87-43a3-8903-c96f92dad9c1" providerId="ADAL" clId="{65E1B302-B5EE-4BFD-B916-83278B8D7C7B}" dt="2025-08-13T08:12:21.051" v="402" actId="1035"/>
          <ac:spMkLst>
            <pc:docMk/>
            <pc:sldMk cId="2775002940" sldId="2147483647"/>
            <ac:spMk id="23" creationId="{255F8EC7-4561-E08B-0E04-76938614F2CD}"/>
          </ac:spMkLst>
        </pc:spChg>
        <pc:spChg chg="mod">
          <ac:chgData name="Aouad, Wassim" userId="02acf525-ee87-43a3-8903-c96f92dad9c1" providerId="ADAL" clId="{65E1B302-B5EE-4BFD-B916-83278B8D7C7B}" dt="2025-08-13T08:12:21.051" v="402" actId="1035"/>
          <ac:spMkLst>
            <pc:docMk/>
            <pc:sldMk cId="2775002940" sldId="2147483647"/>
            <ac:spMk id="24" creationId="{49E4EF79-174D-EF6E-CCD5-71A5051516CD}"/>
          </ac:spMkLst>
        </pc:spChg>
        <pc:spChg chg="mod">
          <ac:chgData name="Aouad, Wassim" userId="02acf525-ee87-43a3-8903-c96f92dad9c1" providerId="ADAL" clId="{65E1B302-B5EE-4BFD-B916-83278B8D7C7B}" dt="2025-08-13T08:12:45.260" v="443" actId="20577"/>
          <ac:spMkLst>
            <pc:docMk/>
            <pc:sldMk cId="2775002940" sldId="2147483647"/>
            <ac:spMk id="25" creationId="{465257DB-56BC-3FED-7F27-68DE4F1DC5D6}"/>
          </ac:spMkLst>
        </pc:spChg>
        <pc:spChg chg="mod">
          <ac:chgData name="Aouad, Wassim" userId="02acf525-ee87-43a3-8903-c96f92dad9c1" providerId="ADAL" clId="{65E1B302-B5EE-4BFD-B916-83278B8D7C7B}" dt="2025-08-13T08:12:21.051" v="402" actId="1035"/>
          <ac:spMkLst>
            <pc:docMk/>
            <pc:sldMk cId="2775002940" sldId="2147483647"/>
            <ac:spMk id="26" creationId="{346E38AE-A55C-3EFE-7EFC-2D395243703A}"/>
          </ac:spMkLst>
        </pc:spChg>
        <pc:spChg chg="mod">
          <ac:chgData name="Aouad, Wassim" userId="02acf525-ee87-43a3-8903-c96f92dad9c1" providerId="ADAL" clId="{65E1B302-B5EE-4BFD-B916-83278B8D7C7B}" dt="2025-08-13T08:12:21.051" v="402" actId="1035"/>
          <ac:spMkLst>
            <pc:docMk/>
            <pc:sldMk cId="2775002940" sldId="2147483647"/>
            <ac:spMk id="27" creationId="{71E2D8B6-26E0-4BD8-4260-F3B9870D8AC2}"/>
          </ac:spMkLst>
        </pc:spChg>
        <pc:spChg chg="mod">
          <ac:chgData name="Aouad, Wassim" userId="02acf525-ee87-43a3-8903-c96f92dad9c1" providerId="ADAL" clId="{65E1B302-B5EE-4BFD-B916-83278B8D7C7B}" dt="2025-08-13T08:12:21.051" v="402" actId="1035"/>
          <ac:spMkLst>
            <pc:docMk/>
            <pc:sldMk cId="2775002940" sldId="2147483647"/>
            <ac:spMk id="28" creationId="{3BA83692-8D8E-98AF-3BF0-C53F0DDE5E1E}"/>
          </ac:spMkLst>
        </pc:spChg>
        <pc:spChg chg="del">
          <ac:chgData name="Aouad, Wassim" userId="02acf525-ee87-43a3-8903-c96f92dad9c1" providerId="ADAL" clId="{65E1B302-B5EE-4BFD-B916-83278B8D7C7B}" dt="2025-08-13T08:08:54.961" v="246" actId="478"/>
          <ac:spMkLst>
            <pc:docMk/>
            <pc:sldMk cId="2775002940" sldId="2147483647"/>
            <ac:spMk id="77" creationId="{A6708433-6D6D-368E-2A4D-E369BD76729D}"/>
          </ac:spMkLst>
        </pc:spChg>
        <pc:spChg chg="del">
          <ac:chgData name="Aouad, Wassim" userId="02acf525-ee87-43a3-8903-c96f92dad9c1" providerId="ADAL" clId="{65E1B302-B5EE-4BFD-B916-83278B8D7C7B}" dt="2025-08-13T08:08:45.113" v="245" actId="478"/>
          <ac:spMkLst>
            <pc:docMk/>
            <pc:sldMk cId="2775002940" sldId="2147483647"/>
            <ac:spMk id="107" creationId="{4C9CD118-8282-2F97-069A-CA43495BB61B}"/>
          </ac:spMkLst>
        </pc:spChg>
        <pc:spChg chg="del">
          <ac:chgData name="Aouad, Wassim" userId="02acf525-ee87-43a3-8903-c96f92dad9c1" providerId="ADAL" clId="{65E1B302-B5EE-4BFD-B916-83278B8D7C7B}" dt="2025-08-13T08:08:45.113" v="245" actId="478"/>
          <ac:spMkLst>
            <pc:docMk/>
            <pc:sldMk cId="2775002940" sldId="2147483647"/>
            <ac:spMk id="108" creationId="{BEADD645-EF43-0493-0BDC-F715203311AA}"/>
          </ac:spMkLst>
        </pc:spChg>
        <pc:spChg chg="mod">
          <ac:chgData name="Aouad, Wassim" userId="02acf525-ee87-43a3-8903-c96f92dad9c1" providerId="ADAL" clId="{65E1B302-B5EE-4BFD-B916-83278B8D7C7B}" dt="2025-08-13T08:09:01.201" v="247" actId="1076"/>
          <ac:spMkLst>
            <pc:docMk/>
            <pc:sldMk cId="2775002940" sldId="2147483647"/>
            <ac:spMk id="135" creationId="{C79B07DC-A710-561A-1F54-36C600B383BE}"/>
          </ac:spMkLst>
        </pc:spChg>
        <pc:spChg chg="mod">
          <ac:chgData name="Aouad, Wassim" userId="02acf525-ee87-43a3-8903-c96f92dad9c1" providerId="ADAL" clId="{65E1B302-B5EE-4BFD-B916-83278B8D7C7B}" dt="2025-08-13T08:11:29.037" v="336" actId="164"/>
          <ac:spMkLst>
            <pc:docMk/>
            <pc:sldMk cId="2775002940" sldId="2147483647"/>
            <ac:spMk id="136" creationId="{A15F538E-F216-6A02-85CC-9157D4D8862F}"/>
          </ac:spMkLst>
        </pc:spChg>
        <pc:spChg chg="mod">
          <ac:chgData name="Aouad, Wassim" userId="02acf525-ee87-43a3-8903-c96f92dad9c1" providerId="ADAL" clId="{65E1B302-B5EE-4BFD-B916-83278B8D7C7B}" dt="2025-08-13T08:10:38.879" v="276" actId="20577"/>
          <ac:spMkLst>
            <pc:docMk/>
            <pc:sldMk cId="2775002940" sldId="2147483647"/>
            <ac:spMk id="139" creationId="{885C0CD0-FF44-4496-3977-3B2E5D33BDBE}"/>
          </ac:spMkLst>
        </pc:spChg>
        <pc:spChg chg="del">
          <ac:chgData name="Aouad, Wassim" userId="02acf525-ee87-43a3-8903-c96f92dad9c1" providerId="ADAL" clId="{65E1B302-B5EE-4BFD-B916-83278B8D7C7B}" dt="2025-08-13T08:08:45.113" v="245" actId="478"/>
          <ac:spMkLst>
            <pc:docMk/>
            <pc:sldMk cId="2775002940" sldId="2147483647"/>
            <ac:spMk id="141" creationId="{88EB6A39-2356-53B5-5054-22E61EC2BC9D}"/>
          </ac:spMkLst>
        </pc:spChg>
        <pc:spChg chg="del">
          <ac:chgData name="Aouad, Wassim" userId="02acf525-ee87-43a3-8903-c96f92dad9c1" providerId="ADAL" clId="{65E1B302-B5EE-4BFD-B916-83278B8D7C7B}" dt="2025-08-13T08:08:54.961" v="246" actId="478"/>
          <ac:spMkLst>
            <pc:docMk/>
            <pc:sldMk cId="2775002940" sldId="2147483647"/>
            <ac:spMk id="142" creationId="{9206B246-ACB8-8C16-FE1F-D4854768BCBB}"/>
          </ac:spMkLst>
        </pc:spChg>
        <pc:spChg chg="del">
          <ac:chgData name="Aouad, Wassim" userId="02acf525-ee87-43a3-8903-c96f92dad9c1" providerId="ADAL" clId="{65E1B302-B5EE-4BFD-B916-83278B8D7C7B}" dt="2025-08-13T08:08:45.113" v="245" actId="478"/>
          <ac:spMkLst>
            <pc:docMk/>
            <pc:sldMk cId="2775002940" sldId="2147483647"/>
            <ac:spMk id="143" creationId="{2E430C91-9D88-B85D-7756-F50B7FCCB554}"/>
          </ac:spMkLst>
        </pc:spChg>
        <pc:spChg chg="mod">
          <ac:chgData name="Aouad, Wassim" userId="02acf525-ee87-43a3-8903-c96f92dad9c1" providerId="ADAL" clId="{65E1B302-B5EE-4BFD-B916-83278B8D7C7B}" dt="2025-08-13T08:10:41.120" v="278" actId="20577"/>
          <ac:spMkLst>
            <pc:docMk/>
            <pc:sldMk cId="2775002940" sldId="2147483647"/>
            <ac:spMk id="145" creationId="{32B08061-1D9E-E33D-4F79-2191C98560BA}"/>
          </ac:spMkLst>
        </pc:spChg>
        <pc:spChg chg="mod">
          <ac:chgData name="Aouad, Wassim" userId="02acf525-ee87-43a3-8903-c96f92dad9c1" providerId="ADAL" clId="{65E1B302-B5EE-4BFD-B916-83278B8D7C7B}" dt="2025-08-13T08:11:29.037" v="336" actId="164"/>
          <ac:spMkLst>
            <pc:docMk/>
            <pc:sldMk cId="2775002940" sldId="2147483647"/>
            <ac:spMk id="146" creationId="{1E5D0DE8-76CD-FA93-8969-28449ACCEF81}"/>
          </ac:spMkLst>
        </pc:spChg>
        <pc:spChg chg="mod">
          <ac:chgData name="Aouad, Wassim" userId="02acf525-ee87-43a3-8903-c96f92dad9c1" providerId="ADAL" clId="{65E1B302-B5EE-4BFD-B916-83278B8D7C7B}" dt="2025-08-13T08:09:01.201" v="247" actId="1076"/>
          <ac:spMkLst>
            <pc:docMk/>
            <pc:sldMk cId="2775002940" sldId="2147483647"/>
            <ac:spMk id="149" creationId="{0290CDDF-4B3D-0639-FE97-648A8E6949A4}"/>
          </ac:spMkLst>
        </pc:spChg>
        <pc:spChg chg="mod">
          <ac:chgData name="Aouad, Wassim" userId="02acf525-ee87-43a3-8903-c96f92dad9c1" providerId="ADAL" clId="{65E1B302-B5EE-4BFD-B916-83278B8D7C7B}" dt="2025-08-13T08:08:24.741" v="244"/>
          <ac:spMkLst>
            <pc:docMk/>
            <pc:sldMk cId="2775002940" sldId="2147483647"/>
            <ac:spMk id="150" creationId="{0F7DD2F3-3C5B-D1DD-5C29-0553E431C1C9}"/>
          </ac:spMkLst>
        </pc:spChg>
        <pc:spChg chg="del">
          <ac:chgData name="Aouad, Wassim" userId="02acf525-ee87-43a3-8903-c96f92dad9c1" providerId="ADAL" clId="{65E1B302-B5EE-4BFD-B916-83278B8D7C7B}" dt="2025-08-13T08:08:45.113" v="245" actId="478"/>
          <ac:spMkLst>
            <pc:docMk/>
            <pc:sldMk cId="2775002940" sldId="2147483647"/>
            <ac:spMk id="156" creationId="{24F174BD-1D24-7249-E916-F134ABC4E883}"/>
          </ac:spMkLst>
        </pc:spChg>
        <pc:spChg chg="del">
          <ac:chgData name="Aouad, Wassim" userId="02acf525-ee87-43a3-8903-c96f92dad9c1" providerId="ADAL" clId="{65E1B302-B5EE-4BFD-B916-83278B8D7C7B}" dt="2025-08-13T08:08:45.113" v="245" actId="478"/>
          <ac:spMkLst>
            <pc:docMk/>
            <pc:sldMk cId="2775002940" sldId="2147483647"/>
            <ac:spMk id="159" creationId="{76F706D3-5291-4EFD-E2F9-55E2D637AD04}"/>
          </ac:spMkLst>
        </pc:spChg>
        <pc:spChg chg="del">
          <ac:chgData name="Aouad, Wassim" userId="02acf525-ee87-43a3-8903-c96f92dad9c1" providerId="ADAL" clId="{65E1B302-B5EE-4BFD-B916-83278B8D7C7B}" dt="2025-08-13T08:08:45.113" v="245" actId="478"/>
          <ac:spMkLst>
            <pc:docMk/>
            <pc:sldMk cId="2775002940" sldId="2147483647"/>
            <ac:spMk id="160" creationId="{5F1FAC57-DBC0-ECFD-EBA4-B8766A9C9119}"/>
          </ac:spMkLst>
        </pc:spChg>
        <pc:spChg chg="del">
          <ac:chgData name="Aouad, Wassim" userId="02acf525-ee87-43a3-8903-c96f92dad9c1" providerId="ADAL" clId="{65E1B302-B5EE-4BFD-B916-83278B8D7C7B}" dt="2025-08-13T08:08:45.113" v="245" actId="478"/>
          <ac:spMkLst>
            <pc:docMk/>
            <pc:sldMk cId="2775002940" sldId="2147483647"/>
            <ac:spMk id="162" creationId="{A0D2B290-CDB7-4F16-F625-E67123A6D47C}"/>
          </ac:spMkLst>
        </pc:spChg>
        <pc:spChg chg="del">
          <ac:chgData name="Aouad, Wassim" userId="02acf525-ee87-43a3-8903-c96f92dad9c1" providerId="ADAL" clId="{65E1B302-B5EE-4BFD-B916-83278B8D7C7B}" dt="2025-08-13T08:08:45.113" v="245" actId="478"/>
          <ac:spMkLst>
            <pc:docMk/>
            <pc:sldMk cId="2775002940" sldId="2147483647"/>
            <ac:spMk id="165" creationId="{9E8AAC1E-D909-EEF7-664A-A615215238D8}"/>
          </ac:spMkLst>
        </pc:spChg>
        <pc:spChg chg="del">
          <ac:chgData name="Aouad, Wassim" userId="02acf525-ee87-43a3-8903-c96f92dad9c1" providerId="ADAL" clId="{65E1B302-B5EE-4BFD-B916-83278B8D7C7B}" dt="2025-08-13T08:08:45.113" v="245" actId="478"/>
          <ac:spMkLst>
            <pc:docMk/>
            <pc:sldMk cId="2775002940" sldId="2147483647"/>
            <ac:spMk id="176" creationId="{4B056E87-5213-A7D6-536D-B814CD2B69CA}"/>
          </ac:spMkLst>
        </pc:spChg>
        <pc:spChg chg="mod">
          <ac:chgData name="Aouad, Wassim" userId="02acf525-ee87-43a3-8903-c96f92dad9c1" providerId="ADAL" clId="{65E1B302-B5EE-4BFD-B916-83278B8D7C7B}" dt="2025-08-13T08:09:01.201" v="247" actId="1076"/>
          <ac:spMkLst>
            <pc:docMk/>
            <pc:sldMk cId="2775002940" sldId="2147483647"/>
            <ac:spMk id="191" creationId="{1785462A-4A67-E880-B542-21327297BB8A}"/>
          </ac:spMkLst>
        </pc:spChg>
        <pc:spChg chg="mod">
          <ac:chgData name="Aouad, Wassim" userId="02acf525-ee87-43a3-8903-c96f92dad9c1" providerId="ADAL" clId="{65E1B302-B5EE-4BFD-B916-83278B8D7C7B}" dt="2025-08-13T08:11:29.037" v="336" actId="164"/>
          <ac:spMkLst>
            <pc:docMk/>
            <pc:sldMk cId="2775002940" sldId="2147483647"/>
            <ac:spMk id="192" creationId="{6655303D-0AF7-A4CB-A3B1-61DE493D918C}"/>
          </ac:spMkLst>
        </pc:spChg>
        <pc:spChg chg="mod">
          <ac:chgData name="Aouad, Wassim" userId="02acf525-ee87-43a3-8903-c96f92dad9c1" providerId="ADAL" clId="{65E1B302-B5EE-4BFD-B916-83278B8D7C7B}" dt="2025-08-13T08:11:29.037" v="336" actId="164"/>
          <ac:spMkLst>
            <pc:docMk/>
            <pc:sldMk cId="2775002940" sldId="2147483647"/>
            <ac:spMk id="193" creationId="{7A363FA3-C947-D255-1D0A-1DE485D7A88E}"/>
          </ac:spMkLst>
        </pc:spChg>
        <pc:spChg chg="mod">
          <ac:chgData name="Aouad, Wassim" userId="02acf525-ee87-43a3-8903-c96f92dad9c1" providerId="ADAL" clId="{65E1B302-B5EE-4BFD-B916-83278B8D7C7B}" dt="2025-08-13T08:11:29.037" v="336" actId="164"/>
          <ac:spMkLst>
            <pc:docMk/>
            <pc:sldMk cId="2775002940" sldId="2147483647"/>
            <ac:spMk id="194" creationId="{3B13BA1E-2975-2F06-038F-25C0B5BFA018}"/>
          </ac:spMkLst>
        </pc:spChg>
        <pc:spChg chg="mod">
          <ac:chgData name="Aouad, Wassim" userId="02acf525-ee87-43a3-8903-c96f92dad9c1" providerId="ADAL" clId="{65E1B302-B5EE-4BFD-B916-83278B8D7C7B}" dt="2025-08-13T08:11:29.037" v="336" actId="164"/>
          <ac:spMkLst>
            <pc:docMk/>
            <pc:sldMk cId="2775002940" sldId="2147483647"/>
            <ac:spMk id="195" creationId="{A5756E5D-BC86-607C-3022-F0DB7628A85D}"/>
          </ac:spMkLst>
        </pc:spChg>
        <pc:spChg chg="mod">
          <ac:chgData name="Aouad, Wassim" userId="02acf525-ee87-43a3-8903-c96f92dad9c1" providerId="ADAL" clId="{65E1B302-B5EE-4BFD-B916-83278B8D7C7B}" dt="2025-08-13T08:11:29.037" v="336" actId="164"/>
          <ac:spMkLst>
            <pc:docMk/>
            <pc:sldMk cId="2775002940" sldId="2147483647"/>
            <ac:spMk id="196" creationId="{5D8850E6-FE66-0A0E-1539-6CEEBE28F7C0}"/>
          </ac:spMkLst>
        </pc:spChg>
        <pc:spChg chg="mod">
          <ac:chgData name="Aouad, Wassim" userId="02acf525-ee87-43a3-8903-c96f92dad9c1" providerId="ADAL" clId="{65E1B302-B5EE-4BFD-B916-83278B8D7C7B}" dt="2025-08-13T08:11:29.037" v="336" actId="164"/>
          <ac:spMkLst>
            <pc:docMk/>
            <pc:sldMk cId="2775002940" sldId="2147483647"/>
            <ac:spMk id="197" creationId="{F9E82676-03DF-110A-2AA1-84E0709A9DD1}"/>
          </ac:spMkLst>
        </pc:spChg>
        <pc:spChg chg="del">
          <ac:chgData name="Aouad, Wassim" userId="02acf525-ee87-43a3-8903-c96f92dad9c1" providerId="ADAL" clId="{65E1B302-B5EE-4BFD-B916-83278B8D7C7B}" dt="2025-08-13T08:08:54.961" v="246" actId="478"/>
          <ac:spMkLst>
            <pc:docMk/>
            <pc:sldMk cId="2775002940" sldId="2147483647"/>
            <ac:spMk id="291" creationId="{04A929F9-5C52-3C03-CBB7-09873F86BDCF}"/>
          </ac:spMkLst>
        </pc:spChg>
        <pc:grpChg chg="del">
          <ac:chgData name="Aouad, Wassim" userId="02acf525-ee87-43a3-8903-c96f92dad9c1" providerId="ADAL" clId="{65E1B302-B5EE-4BFD-B916-83278B8D7C7B}" dt="2025-08-13T08:08:54.961" v="246" actId="478"/>
          <ac:grpSpMkLst>
            <pc:docMk/>
            <pc:sldMk cId="2775002940" sldId="2147483647"/>
            <ac:grpSpMk id="6" creationId="{5FF060A9-C4C2-1E1C-52DB-6522663D5BD2}"/>
          </ac:grpSpMkLst>
        </pc:grpChg>
        <pc:grpChg chg="add mod">
          <ac:chgData name="Aouad, Wassim" userId="02acf525-ee87-43a3-8903-c96f92dad9c1" providerId="ADAL" clId="{65E1B302-B5EE-4BFD-B916-83278B8D7C7B}" dt="2025-08-13T08:11:29.037" v="336" actId="164"/>
          <ac:grpSpMkLst>
            <pc:docMk/>
            <pc:sldMk cId="2775002940" sldId="2147483647"/>
            <ac:grpSpMk id="9" creationId="{1E32EB7C-5DF6-26AD-3F95-AC1C1B6DE142}"/>
          </ac:grpSpMkLst>
        </pc:grpChg>
        <pc:grpChg chg="add mod">
          <ac:chgData name="Aouad, Wassim" userId="02acf525-ee87-43a3-8903-c96f92dad9c1" providerId="ADAL" clId="{65E1B302-B5EE-4BFD-B916-83278B8D7C7B}" dt="2025-08-13T08:11:57.052" v="370" actId="1036"/>
          <ac:grpSpMkLst>
            <pc:docMk/>
            <pc:sldMk cId="2775002940" sldId="2147483647"/>
            <ac:grpSpMk id="10" creationId="{FDB3EE26-B476-524A-07FC-688B4CB69D2F}"/>
          </ac:grpSpMkLst>
        </pc:grpChg>
        <pc:grpChg chg="add mod">
          <ac:chgData name="Aouad, Wassim" userId="02acf525-ee87-43a3-8903-c96f92dad9c1" providerId="ADAL" clId="{65E1B302-B5EE-4BFD-B916-83278B8D7C7B}" dt="2025-08-13T08:12:21.051" v="402" actId="1035"/>
          <ac:grpSpMkLst>
            <pc:docMk/>
            <pc:sldMk cId="2775002940" sldId="2147483647"/>
            <ac:grpSpMk id="20" creationId="{84290AFC-1C6E-C7FF-D211-9E9A20B11D93}"/>
          </ac:grpSpMkLst>
        </pc:grpChg>
        <pc:graphicFrameChg chg="mod">
          <ac:chgData name="Aouad, Wassim" userId="02acf525-ee87-43a3-8903-c96f92dad9c1" providerId="ADAL" clId="{65E1B302-B5EE-4BFD-B916-83278B8D7C7B}" dt="2025-08-13T08:09:39.603" v="275"/>
          <ac:graphicFrameMkLst>
            <pc:docMk/>
            <pc:sldMk cId="2775002940" sldId="2147483647"/>
            <ac:graphicFrameMk id="4" creationId="{A86AE016-7B55-2370-4DCF-5E9A8BA8533E}"/>
          </ac:graphicFrameMkLst>
        </pc:graphicFrameChg>
        <pc:cxnChg chg="mod">
          <ac:chgData name="Aouad, Wassim" userId="02acf525-ee87-43a3-8903-c96f92dad9c1" providerId="ADAL" clId="{65E1B302-B5EE-4BFD-B916-83278B8D7C7B}" dt="2025-08-13T08:11:57.052" v="370" actId="1036"/>
          <ac:cxnSpMkLst>
            <pc:docMk/>
            <pc:sldMk cId="2775002940" sldId="2147483647"/>
            <ac:cxnSpMk id="19" creationId="{C164B0A9-4F19-E175-868F-A366B6A6AF84}"/>
          </ac:cxnSpMkLst>
        </pc:cxnChg>
        <pc:cxnChg chg="mod">
          <ac:chgData name="Aouad, Wassim" userId="02acf525-ee87-43a3-8903-c96f92dad9c1" providerId="ADAL" clId="{65E1B302-B5EE-4BFD-B916-83278B8D7C7B}" dt="2025-08-13T08:12:21.051" v="402" actId="1035"/>
          <ac:cxnSpMkLst>
            <pc:docMk/>
            <pc:sldMk cId="2775002940" sldId="2147483647"/>
            <ac:cxnSpMk id="29" creationId="{DB94B673-C72A-6845-D134-29D204A13169}"/>
          </ac:cxnSpMkLst>
        </pc:cxnChg>
        <pc:cxnChg chg="mod">
          <ac:chgData name="Aouad, Wassim" userId="02acf525-ee87-43a3-8903-c96f92dad9c1" providerId="ADAL" clId="{65E1B302-B5EE-4BFD-B916-83278B8D7C7B}" dt="2025-08-13T08:11:29.037" v="336" actId="164"/>
          <ac:cxnSpMkLst>
            <pc:docMk/>
            <pc:sldMk cId="2775002940" sldId="2147483647"/>
            <ac:cxnSpMk id="295" creationId="{B8A993E4-2C31-7605-F489-D5CB4FF05FFA}"/>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8/13/2025</a:t>
            </a:fld>
            <a:endParaRPr lang="en-US" sz="80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a:t>Notes view: </a:t>
            </a:r>
            <a:fld id="{128CEAFE-FA94-43E5-B0FF-D47E1CCDD1B4}" type="slidenum">
              <a:rPr lang="en-US" smtClean="0"/>
              <a:pPr/>
              <a:t>‹#›</a:t>
            </a:fld>
            <a:endParaRPr lang="en-US"/>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8/13/2025</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DFED875-7CA7-4683-B586-34E1A4A09D12}" type="slidenum">
              <a:rPr lang="en-US" smtClean="0"/>
              <a:t>0</a:t>
            </a:fld>
            <a:endParaRPr lang="en-US"/>
          </a:p>
        </p:txBody>
      </p:sp>
    </p:spTree>
    <p:extLst>
      <p:ext uri="{BB962C8B-B14F-4D97-AF65-F5344CB8AC3E}">
        <p14:creationId xmlns:p14="http://schemas.microsoft.com/office/powerpoint/2010/main" val="7184946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r>
              <a:rPr lang="en-US"/>
              <a:t>Notes view: </a:t>
            </a:r>
            <a:fld id="{128CEAFE-FA94-43E5-B0FF-D47E1CCDD1B4}" type="slidenum">
              <a:rPr lang="en-US" smtClean="0"/>
              <a:pPr/>
              <a:t>1</a:t>
            </a:fld>
            <a:endParaRPr lang="en-US"/>
          </a:p>
        </p:txBody>
      </p:sp>
    </p:spTree>
    <p:extLst>
      <p:ext uri="{BB962C8B-B14F-4D97-AF65-F5344CB8AC3E}">
        <p14:creationId xmlns:p14="http://schemas.microsoft.com/office/powerpoint/2010/main" val="19823751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4627F-3AAE-FD39-7647-B5C995AB3F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164716-F94E-5E8C-DC82-0A41C57C661A}"/>
              </a:ext>
            </a:extLst>
          </p:cNvPr>
          <p:cNvSpPr>
            <a:spLocks noGrp="1" noRot="1" noChangeAspect="1"/>
          </p:cNvSpPr>
          <p:nvPr>
            <p:ph type="sldImg"/>
          </p:nvPr>
        </p:nvSpPr>
        <p:spPr>
          <a:xfrm>
            <a:off x="155575" y="574675"/>
            <a:ext cx="6621463" cy="3724275"/>
          </a:xfrm>
        </p:spPr>
      </p:sp>
      <p:sp>
        <p:nvSpPr>
          <p:cNvPr id="3" name="Notes Placeholder 2">
            <a:extLst>
              <a:ext uri="{FF2B5EF4-FFF2-40B4-BE49-F238E27FC236}">
                <a16:creationId xmlns:a16="http://schemas.microsoft.com/office/drawing/2014/main" id="{409BDC94-9BA9-8E9D-2BF6-593C7236CAB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4C3A49E-C7B9-A7B4-C869-40A159A82CCA}"/>
              </a:ext>
            </a:extLst>
          </p:cNvPr>
          <p:cNvSpPr>
            <a:spLocks noGrp="1"/>
          </p:cNvSpPr>
          <p:nvPr>
            <p:ph type="sldNum" sz="quarter" idx="10"/>
          </p:nvPr>
        </p:nvSpPr>
        <p:spPr/>
        <p:txBody>
          <a:bodyPr/>
          <a:lstStyle/>
          <a:p>
            <a:fld id="{ADFED875-7CA7-4683-B586-34E1A4A09D12}" type="slidenum">
              <a:rPr lang="en-US" smtClean="0"/>
              <a:t>2</a:t>
            </a:fld>
            <a:endParaRPr lang="en-US"/>
          </a:p>
        </p:txBody>
      </p:sp>
    </p:spTree>
    <p:extLst>
      <p:ext uri="{BB962C8B-B14F-4D97-AF65-F5344CB8AC3E}">
        <p14:creationId xmlns:p14="http://schemas.microsoft.com/office/powerpoint/2010/main" val="40290641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34736-F17F-BBF0-E562-74CF824491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9D4674-4504-5E31-C8AD-33660197BE3A}"/>
              </a:ext>
            </a:extLst>
          </p:cNvPr>
          <p:cNvSpPr>
            <a:spLocks noGrp="1" noRot="1" noChangeAspect="1"/>
          </p:cNvSpPr>
          <p:nvPr>
            <p:ph type="sldImg"/>
          </p:nvPr>
        </p:nvSpPr>
        <p:spPr>
          <a:xfrm>
            <a:off x="155575" y="574675"/>
            <a:ext cx="6621463" cy="3724275"/>
          </a:xfrm>
        </p:spPr>
      </p:sp>
      <p:sp>
        <p:nvSpPr>
          <p:cNvPr id="3" name="Notes Placeholder 2">
            <a:extLst>
              <a:ext uri="{FF2B5EF4-FFF2-40B4-BE49-F238E27FC236}">
                <a16:creationId xmlns:a16="http://schemas.microsoft.com/office/drawing/2014/main" id="{F4C6486D-A131-E08A-0E1C-02DB3EBF47C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632E7F4-C71E-73A6-8389-6E1D27DD2076}"/>
              </a:ext>
            </a:extLst>
          </p:cNvPr>
          <p:cNvSpPr>
            <a:spLocks noGrp="1"/>
          </p:cNvSpPr>
          <p:nvPr>
            <p:ph type="sldNum" sz="quarter" idx="10"/>
          </p:nvPr>
        </p:nvSpPr>
        <p:spPr/>
        <p:txBody>
          <a:bodyPr/>
          <a:lstStyle/>
          <a:p>
            <a:fld id="{ADFED875-7CA7-4683-B586-34E1A4A09D12}" type="slidenum">
              <a:rPr lang="en-US" smtClean="0"/>
              <a:t>3</a:t>
            </a:fld>
            <a:endParaRPr lang="en-US"/>
          </a:p>
        </p:txBody>
      </p:sp>
    </p:spTree>
    <p:extLst>
      <p:ext uri="{BB962C8B-B14F-4D97-AF65-F5344CB8AC3E}">
        <p14:creationId xmlns:p14="http://schemas.microsoft.com/office/powerpoint/2010/main" val="29065345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r>
              <a:rPr lang="en-US" dirty="0"/>
              <a:t>Notes view: </a:t>
            </a:r>
            <a:fld id="{128CEAFE-FA94-43E5-B0FF-D47E1CCDD1B4}" type="slidenum">
              <a:rPr lang="en-US" smtClean="0"/>
              <a:pPr/>
              <a:t>4</a:t>
            </a:fld>
            <a:endParaRPr lang="en-US" dirty="0"/>
          </a:p>
        </p:txBody>
      </p:sp>
    </p:spTree>
    <p:extLst>
      <p:ext uri="{BB962C8B-B14F-4D97-AF65-F5344CB8AC3E}">
        <p14:creationId xmlns:p14="http://schemas.microsoft.com/office/powerpoint/2010/main" val="16680274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r>
              <a:rPr lang="en-US" dirty="0"/>
              <a:t>Notes view: </a:t>
            </a:r>
            <a:fld id="{128CEAFE-FA94-43E5-B0FF-D47E1CCDD1B4}" type="slidenum">
              <a:rPr lang="en-US" smtClean="0"/>
              <a:pPr/>
              <a:t>5</a:t>
            </a:fld>
            <a:endParaRPr lang="en-US" dirty="0"/>
          </a:p>
        </p:txBody>
      </p:sp>
    </p:spTree>
    <p:extLst>
      <p:ext uri="{BB962C8B-B14F-4D97-AF65-F5344CB8AC3E}">
        <p14:creationId xmlns:p14="http://schemas.microsoft.com/office/powerpoint/2010/main" val="29151403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B5F29-136F-207F-7F0B-3117BAA668C9}"/>
            </a:ext>
          </a:extLst>
        </p:cNvPr>
        <p:cNvGrpSpPr/>
        <p:nvPr/>
      </p:nvGrpSpPr>
      <p:grpSpPr>
        <a:xfrm>
          <a:off x="0" y="0"/>
          <a:ext cx="0" cy="0"/>
          <a:chOff x="0" y="0"/>
          <a:chExt cx="0" cy="0"/>
        </a:xfrm>
      </p:grpSpPr>
    </p:spTree>
    <p:extLst>
      <p:ext uri="{BB962C8B-B14F-4D97-AF65-F5344CB8AC3E}">
        <p14:creationId xmlns:p14="http://schemas.microsoft.com/office/powerpoint/2010/main" val="36345706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E4222-90BE-4812-2D14-9CA18FE839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327AA1-E6F4-F643-E45F-B5EA6B562806}"/>
              </a:ext>
            </a:extLst>
          </p:cNvPr>
          <p:cNvSpPr>
            <a:spLocks noGrp="1" noRot="1" noChangeAspect="1"/>
          </p:cNvSpPr>
          <p:nvPr>
            <p:ph type="sldImg"/>
          </p:nvPr>
        </p:nvSpPr>
        <p:spPr>
          <a:xfrm>
            <a:off x="155575" y="574675"/>
            <a:ext cx="6621463" cy="3724275"/>
          </a:xfrm>
        </p:spPr>
      </p:sp>
      <p:sp>
        <p:nvSpPr>
          <p:cNvPr id="3" name="Notes Placeholder 2">
            <a:extLst>
              <a:ext uri="{FF2B5EF4-FFF2-40B4-BE49-F238E27FC236}">
                <a16:creationId xmlns:a16="http://schemas.microsoft.com/office/drawing/2014/main" id="{950FB3A4-6256-9B99-966C-5426BF21D8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15CAC9-9DCC-F692-8D6A-4F4A0313BD2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E6F73"/>
                </a:solidFill>
                <a:effectLst/>
                <a:uLnTx/>
                <a:uFillTx/>
                <a:latin typeface="Trebuchet MS"/>
                <a:ea typeface="+mn-ea"/>
                <a:cs typeface="+mn-cs"/>
              </a:rPr>
              <a:t>Notes view: </a:t>
            </a:r>
            <a:fld id="{128CEAFE-FA94-43E5-B0FF-D47E1CCDD1B4}" type="slidenum">
              <a:rPr kumimoji="0" lang="en-US" sz="1400" b="0" i="0" u="none" strike="noStrike" kern="1200" cap="none" spc="0" normalizeH="0" baseline="0" noProof="0" smtClean="0">
                <a:ln>
                  <a:noFill/>
                </a:ln>
                <a:solidFill>
                  <a:srgbClr val="6E6F73"/>
                </a:solidFill>
                <a:effectLst/>
                <a:uLnTx/>
                <a:uFillTx/>
                <a:latin typeface="Trebuchet M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400" b="0" i="0" u="none" strike="noStrike" kern="1200" cap="none" spc="0" normalizeH="0" baseline="0" noProof="0" dirty="0">
              <a:ln>
                <a:noFill/>
              </a:ln>
              <a:solidFill>
                <a:srgbClr val="6E6F73"/>
              </a:solidFill>
              <a:effectLst/>
              <a:uLnTx/>
              <a:uFillTx/>
              <a:latin typeface="Trebuchet MS"/>
              <a:ea typeface="+mn-ea"/>
              <a:cs typeface="+mn-cs"/>
            </a:endParaRPr>
          </a:p>
        </p:txBody>
      </p:sp>
    </p:spTree>
    <p:extLst>
      <p:ext uri="{BB962C8B-B14F-4D97-AF65-F5344CB8AC3E}">
        <p14:creationId xmlns:p14="http://schemas.microsoft.com/office/powerpoint/2010/main" val="24467463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8469F-8064-E365-EDA4-86AC30F3AA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6C3485-638C-6BD2-698B-9CC827DEC2FE}"/>
              </a:ext>
            </a:extLst>
          </p:cNvPr>
          <p:cNvSpPr>
            <a:spLocks noGrp="1" noRot="1" noChangeAspect="1"/>
          </p:cNvSpPr>
          <p:nvPr>
            <p:ph type="sldImg"/>
          </p:nvPr>
        </p:nvSpPr>
        <p:spPr>
          <a:xfrm>
            <a:off x="155575" y="574675"/>
            <a:ext cx="6621463" cy="3724275"/>
          </a:xfrm>
        </p:spPr>
      </p:sp>
      <p:sp>
        <p:nvSpPr>
          <p:cNvPr id="3" name="Notes Placeholder 2">
            <a:extLst>
              <a:ext uri="{FF2B5EF4-FFF2-40B4-BE49-F238E27FC236}">
                <a16:creationId xmlns:a16="http://schemas.microsoft.com/office/drawing/2014/main" id="{B427E071-54F1-EF36-413D-EF1AA1EF6F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46FC8C-679B-8E3C-55F7-3E2EA696BAF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E6F73"/>
                </a:solidFill>
                <a:effectLst/>
                <a:uLnTx/>
                <a:uFillTx/>
                <a:latin typeface="Trebuchet MS"/>
                <a:ea typeface="+mn-ea"/>
                <a:cs typeface="+mn-cs"/>
              </a:rPr>
              <a:t>Notes view: </a:t>
            </a:r>
            <a:fld id="{128CEAFE-FA94-43E5-B0FF-D47E1CCDD1B4}" type="slidenum">
              <a:rPr kumimoji="0" lang="en-US" sz="1400" b="0" i="0" u="none" strike="noStrike" kern="1200" cap="none" spc="0" normalizeH="0" baseline="0" noProof="0" smtClean="0">
                <a:ln>
                  <a:noFill/>
                </a:ln>
                <a:solidFill>
                  <a:srgbClr val="6E6F73"/>
                </a:solidFill>
                <a:effectLst/>
                <a:uLnTx/>
                <a:uFillTx/>
                <a:latin typeface="Trebuchet M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400" b="0" i="0" u="none" strike="noStrike" kern="1200" cap="none" spc="0" normalizeH="0" baseline="0" noProof="0" dirty="0">
              <a:ln>
                <a:noFill/>
              </a:ln>
              <a:solidFill>
                <a:srgbClr val="6E6F73"/>
              </a:solidFill>
              <a:effectLst/>
              <a:uLnTx/>
              <a:uFillTx/>
              <a:latin typeface="Trebuchet MS"/>
              <a:ea typeface="+mn-ea"/>
              <a:cs typeface="+mn-cs"/>
            </a:endParaRPr>
          </a:p>
        </p:txBody>
      </p:sp>
    </p:spTree>
    <p:extLst>
      <p:ext uri="{BB962C8B-B14F-4D97-AF65-F5344CB8AC3E}">
        <p14:creationId xmlns:p14="http://schemas.microsoft.com/office/powerpoint/2010/main" val="27038903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254A2-13B4-8043-A430-3662EFBCB7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16D614-B7CE-8211-6BF4-6CEEA98C4B2C}"/>
              </a:ext>
            </a:extLst>
          </p:cNvPr>
          <p:cNvSpPr>
            <a:spLocks noGrp="1" noRot="1" noChangeAspect="1"/>
          </p:cNvSpPr>
          <p:nvPr>
            <p:ph type="sldImg"/>
          </p:nvPr>
        </p:nvSpPr>
        <p:spPr>
          <a:xfrm>
            <a:off x="155575" y="574675"/>
            <a:ext cx="6621463" cy="3724275"/>
          </a:xfrm>
        </p:spPr>
      </p:sp>
      <p:sp>
        <p:nvSpPr>
          <p:cNvPr id="3" name="Notes Placeholder 2">
            <a:extLst>
              <a:ext uri="{FF2B5EF4-FFF2-40B4-BE49-F238E27FC236}">
                <a16:creationId xmlns:a16="http://schemas.microsoft.com/office/drawing/2014/main" id="{4449D6FC-DA92-6BEA-86D6-E22FA24D36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605956-C47D-CC48-A459-7717F70E776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E6F73"/>
                </a:solidFill>
                <a:effectLst/>
                <a:uLnTx/>
                <a:uFillTx/>
                <a:latin typeface="Trebuchet MS"/>
                <a:ea typeface="+mn-ea"/>
                <a:cs typeface="+mn-cs"/>
              </a:rPr>
              <a:t>Notes view: </a:t>
            </a:r>
            <a:fld id="{128CEAFE-FA94-43E5-B0FF-D47E1CCDD1B4}" type="slidenum">
              <a:rPr kumimoji="0" lang="en-US" sz="1400" b="0" i="0" u="none" strike="noStrike" kern="1200" cap="none" spc="0" normalizeH="0" baseline="0" noProof="0" smtClean="0">
                <a:ln>
                  <a:noFill/>
                </a:ln>
                <a:solidFill>
                  <a:srgbClr val="6E6F73"/>
                </a:solidFill>
                <a:effectLst/>
                <a:uLnTx/>
                <a:uFillTx/>
                <a:latin typeface="Trebuchet M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400" b="0" i="0" u="none" strike="noStrike" kern="1200" cap="none" spc="0" normalizeH="0" baseline="0" noProof="0" dirty="0">
              <a:ln>
                <a:noFill/>
              </a:ln>
              <a:solidFill>
                <a:srgbClr val="6E6F73"/>
              </a:solidFill>
              <a:effectLst/>
              <a:uLnTx/>
              <a:uFillTx/>
              <a:latin typeface="Trebuchet MS"/>
              <a:ea typeface="+mn-ea"/>
              <a:cs typeface="+mn-cs"/>
            </a:endParaRPr>
          </a:p>
        </p:txBody>
      </p:sp>
    </p:spTree>
    <p:extLst>
      <p:ext uri="{BB962C8B-B14F-4D97-AF65-F5344CB8AC3E}">
        <p14:creationId xmlns:p14="http://schemas.microsoft.com/office/powerpoint/2010/main" val="32030711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0D4E8-6C05-65A7-4CF7-1D767FA8E9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BC6B7B-92F9-E535-D4A3-9360C394F901}"/>
              </a:ext>
            </a:extLst>
          </p:cNvPr>
          <p:cNvSpPr>
            <a:spLocks noGrp="1" noRot="1" noChangeAspect="1"/>
          </p:cNvSpPr>
          <p:nvPr>
            <p:ph type="sldImg"/>
          </p:nvPr>
        </p:nvSpPr>
        <p:spPr>
          <a:xfrm>
            <a:off x="155575" y="574675"/>
            <a:ext cx="6621463" cy="3724275"/>
          </a:xfrm>
        </p:spPr>
      </p:sp>
      <p:sp>
        <p:nvSpPr>
          <p:cNvPr id="3" name="Notes Placeholder 2">
            <a:extLst>
              <a:ext uri="{FF2B5EF4-FFF2-40B4-BE49-F238E27FC236}">
                <a16:creationId xmlns:a16="http://schemas.microsoft.com/office/drawing/2014/main" id="{4A591004-634D-5277-BD00-03D18D7F2C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995864-EAF6-4727-1B28-32E02C595E0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E6F73"/>
                </a:solidFill>
                <a:effectLst/>
                <a:uLnTx/>
                <a:uFillTx/>
                <a:latin typeface="Trebuchet MS"/>
                <a:ea typeface="+mn-ea"/>
                <a:cs typeface="+mn-cs"/>
              </a:rPr>
              <a:t>Notes view: </a:t>
            </a:r>
            <a:fld id="{128CEAFE-FA94-43E5-B0FF-D47E1CCDD1B4}" type="slidenum">
              <a:rPr kumimoji="0" lang="en-US" sz="1400" b="0" i="0" u="none" strike="noStrike" kern="1200" cap="none" spc="0" normalizeH="0" baseline="0" noProof="0" smtClean="0">
                <a:ln>
                  <a:noFill/>
                </a:ln>
                <a:solidFill>
                  <a:srgbClr val="6E6F73"/>
                </a:solidFill>
                <a:effectLst/>
                <a:uLnTx/>
                <a:uFillTx/>
                <a:latin typeface="Trebuchet M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400" b="0" i="0" u="none" strike="noStrike" kern="1200" cap="none" spc="0" normalizeH="0" baseline="0" noProof="0" dirty="0">
              <a:ln>
                <a:noFill/>
              </a:ln>
              <a:solidFill>
                <a:srgbClr val="6E6F73"/>
              </a:solidFill>
              <a:effectLst/>
              <a:uLnTx/>
              <a:uFillTx/>
              <a:latin typeface="Trebuchet MS"/>
              <a:ea typeface="+mn-ea"/>
              <a:cs typeface="+mn-cs"/>
            </a:endParaRPr>
          </a:p>
        </p:txBody>
      </p:sp>
    </p:spTree>
    <p:extLst>
      <p:ext uri="{BB962C8B-B14F-4D97-AF65-F5344CB8AC3E}">
        <p14:creationId xmlns:p14="http://schemas.microsoft.com/office/powerpoint/2010/main" val="12080661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14F9A-F00F-4276-88FE-B7516B3456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245FA7-CDD8-681C-2123-B9BE727831DA}"/>
              </a:ext>
            </a:extLst>
          </p:cNvPr>
          <p:cNvSpPr>
            <a:spLocks noGrp="1" noRot="1" noChangeAspect="1"/>
          </p:cNvSpPr>
          <p:nvPr>
            <p:ph type="sldImg"/>
          </p:nvPr>
        </p:nvSpPr>
        <p:spPr>
          <a:xfrm>
            <a:off x="155575" y="574675"/>
            <a:ext cx="6621463" cy="3724275"/>
          </a:xfrm>
        </p:spPr>
      </p:sp>
      <p:sp>
        <p:nvSpPr>
          <p:cNvPr id="3" name="Notes Placeholder 2">
            <a:extLst>
              <a:ext uri="{FF2B5EF4-FFF2-40B4-BE49-F238E27FC236}">
                <a16:creationId xmlns:a16="http://schemas.microsoft.com/office/drawing/2014/main" id="{03E44552-AA0D-AA59-5D6D-061D43DB36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AEF89D-D487-53BD-F548-F62762132D5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E6F73"/>
                </a:solidFill>
                <a:effectLst/>
                <a:uLnTx/>
                <a:uFillTx/>
                <a:latin typeface="Trebuchet MS"/>
                <a:ea typeface="+mn-ea"/>
                <a:cs typeface="+mn-cs"/>
              </a:rPr>
              <a:t>Notes view: </a:t>
            </a:r>
            <a:fld id="{128CEAFE-FA94-43E5-B0FF-D47E1CCDD1B4}" type="slidenum">
              <a:rPr kumimoji="0" lang="en-US" sz="1400" b="0" i="0" u="none" strike="noStrike" kern="1200" cap="none" spc="0" normalizeH="0" baseline="0" noProof="0" smtClean="0">
                <a:ln>
                  <a:noFill/>
                </a:ln>
                <a:solidFill>
                  <a:srgbClr val="6E6F73"/>
                </a:solidFill>
                <a:effectLst/>
                <a:uLnTx/>
                <a:uFillTx/>
                <a:latin typeface="Trebuchet M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400" b="0" i="0" u="none" strike="noStrike" kern="1200" cap="none" spc="0" normalizeH="0" baseline="0" noProof="0" dirty="0">
              <a:ln>
                <a:noFill/>
              </a:ln>
              <a:solidFill>
                <a:srgbClr val="6E6F73"/>
              </a:solidFill>
              <a:effectLst/>
              <a:uLnTx/>
              <a:uFillTx/>
              <a:latin typeface="Trebuchet MS"/>
              <a:ea typeface="+mn-ea"/>
              <a:cs typeface="+mn-cs"/>
            </a:endParaRPr>
          </a:p>
        </p:txBody>
      </p:sp>
    </p:spTree>
    <p:extLst>
      <p:ext uri="{BB962C8B-B14F-4D97-AF65-F5344CB8AC3E}">
        <p14:creationId xmlns:p14="http://schemas.microsoft.com/office/powerpoint/2010/main" val="20607560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BAF21-C830-8BA9-AD50-70B122DC6E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7DE2E-85FB-1A37-52C5-7C54DA1E6D20}"/>
              </a:ext>
            </a:extLst>
          </p:cNvPr>
          <p:cNvSpPr>
            <a:spLocks noGrp="1" noRot="1" noChangeAspect="1"/>
          </p:cNvSpPr>
          <p:nvPr>
            <p:ph type="sldImg"/>
          </p:nvPr>
        </p:nvSpPr>
        <p:spPr>
          <a:xfrm>
            <a:off x="155575" y="574675"/>
            <a:ext cx="6621463" cy="3724275"/>
          </a:xfrm>
        </p:spPr>
      </p:sp>
      <p:sp>
        <p:nvSpPr>
          <p:cNvPr id="3" name="Notes Placeholder 2">
            <a:extLst>
              <a:ext uri="{FF2B5EF4-FFF2-40B4-BE49-F238E27FC236}">
                <a16:creationId xmlns:a16="http://schemas.microsoft.com/office/drawing/2014/main" id="{111369EF-5BDE-2FF3-F366-628C5151AA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CA3BAC-E9BE-186E-28A2-3C85D3E2C5B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E6F73"/>
                </a:solidFill>
                <a:effectLst/>
                <a:uLnTx/>
                <a:uFillTx/>
                <a:latin typeface="Trebuchet MS"/>
                <a:ea typeface="+mn-ea"/>
                <a:cs typeface="+mn-cs"/>
              </a:rPr>
              <a:t>Notes view: </a:t>
            </a:r>
            <a:fld id="{128CEAFE-FA94-43E5-B0FF-D47E1CCDD1B4}" type="slidenum">
              <a:rPr kumimoji="0" lang="en-US" sz="1400" b="0" i="0" u="none" strike="noStrike" kern="1200" cap="none" spc="0" normalizeH="0" baseline="0" noProof="0" smtClean="0">
                <a:ln>
                  <a:noFill/>
                </a:ln>
                <a:solidFill>
                  <a:srgbClr val="6E6F73"/>
                </a:solidFill>
                <a:effectLst/>
                <a:uLnTx/>
                <a:uFillTx/>
                <a:latin typeface="Trebuchet M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400" b="0" i="0" u="none" strike="noStrike" kern="1200" cap="none" spc="0" normalizeH="0" baseline="0" noProof="0" dirty="0">
              <a:ln>
                <a:noFill/>
              </a:ln>
              <a:solidFill>
                <a:srgbClr val="6E6F73"/>
              </a:solidFill>
              <a:effectLst/>
              <a:uLnTx/>
              <a:uFillTx/>
              <a:latin typeface="Trebuchet MS"/>
              <a:ea typeface="+mn-ea"/>
              <a:cs typeface="+mn-cs"/>
            </a:endParaRPr>
          </a:p>
        </p:txBody>
      </p:sp>
    </p:spTree>
    <p:extLst>
      <p:ext uri="{BB962C8B-B14F-4D97-AF65-F5344CB8AC3E}">
        <p14:creationId xmlns:p14="http://schemas.microsoft.com/office/powerpoint/2010/main" val="33289651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BEEDD-09DD-9D1D-4ACC-36FF6652E5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0C9E2F-1C93-1415-E326-66CB526B058D}"/>
              </a:ext>
            </a:extLst>
          </p:cNvPr>
          <p:cNvSpPr>
            <a:spLocks noGrp="1" noRot="1" noChangeAspect="1"/>
          </p:cNvSpPr>
          <p:nvPr>
            <p:ph type="sldImg"/>
          </p:nvPr>
        </p:nvSpPr>
        <p:spPr>
          <a:xfrm>
            <a:off x="155575" y="574675"/>
            <a:ext cx="6621463" cy="3724275"/>
          </a:xfrm>
        </p:spPr>
      </p:sp>
      <p:sp>
        <p:nvSpPr>
          <p:cNvPr id="3" name="Notes Placeholder 2">
            <a:extLst>
              <a:ext uri="{FF2B5EF4-FFF2-40B4-BE49-F238E27FC236}">
                <a16:creationId xmlns:a16="http://schemas.microsoft.com/office/drawing/2014/main" id="{2CCFB13B-5FD3-E931-4FDD-8A5A1AEB9B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CA4519-FE6B-21D6-64A5-F8ED72DF05D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E6F73"/>
                </a:solidFill>
                <a:effectLst/>
                <a:uLnTx/>
                <a:uFillTx/>
                <a:latin typeface="Trebuchet MS"/>
                <a:ea typeface="+mn-ea"/>
                <a:cs typeface="+mn-cs"/>
              </a:rPr>
              <a:t>Notes view: </a:t>
            </a:r>
            <a:fld id="{128CEAFE-FA94-43E5-B0FF-D47E1CCDD1B4}" type="slidenum">
              <a:rPr kumimoji="0" lang="en-US" sz="1400" b="0" i="0" u="none" strike="noStrike" kern="1200" cap="none" spc="0" normalizeH="0" baseline="0" noProof="0" smtClean="0">
                <a:ln>
                  <a:noFill/>
                </a:ln>
                <a:solidFill>
                  <a:srgbClr val="6E6F73"/>
                </a:solidFill>
                <a:effectLst/>
                <a:uLnTx/>
                <a:uFillTx/>
                <a:latin typeface="Trebuchet M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400" b="0" i="0" u="none" strike="noStrike" kern="1200" cap="none" spc="0" normalizeH="0" baseline="0" noProof="0" dirty="0">
              <a:ln>
                <a:noFill/>
              </a:ln>
              <a:solidFill>
                <a:srgbClr val="6E6F73"/>
              </a:solidFill>
              <a:effectLst/>
              <a:uLnTx/>
              <a:uFillTx/>
              <a:latin typeface="Trebuchet MS"/>
              <a:ea typeface="+mn-ea"/>
              <a:cs typeface="+mn-cs"/>
            </a:endParaRPr>
          </a:p>
        </p:txBody>
      </p:sp>
    </p:spTree>
    <p:extLst>
      <p:ext uri="{BB962C8B-B14F-4D97-AF65-F5344CB8AC3E}">
        <p14:creationId xmlns:p14="http://schemas.microsoft.com/office/powerpoint/2010/main" val="26594761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3A899-7B05-A548-C3BA-7B682F31B6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EC84E7-63E3-9A66-D6C8-F8178B482189}"/>
              </a:ext>
            </a:extLst>
          </p:cNvPr>
          <p:cNvSpPr>
            <a:spLocks noGrp="1" noRot="1" noChangeAspect="1"/>
          </p:cNvSpPr>
          <p:nvPr>
            <p:ph type="sldImg"/>
          </p:nvPr>
        </p:nvSpPr>
        <p:spPr>
          <a:xfrm>
            <a:off x="155575" y="574675"/>
            <a:ext cx="6621463" cy="3724275"/>
          </a:xfrm>
        </p:spPr>
      </p:sp>
      <p:sp>
        <p:nvSpPr>
          <p:cNvPr id="3" name="Notes Placeholder 2">
            <a:extLst>
              <a:ext uri="{FF2B5EF4-FFF2-40B4-BE49-F238E27FC236}">
                <a16:creationId xmlns:a16="http://schemas.microsoft.com/office/drawing/2014/main" id="{098ED943-2225-E7D2-1F17-0D9CF51274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B32802-801D-7A8F-47EF-B608F42B40A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E6F73"/>
                </a:solidFill>
                <a:effectLst/>
                <a:uLnTx/>
                <a:uFillTx/>
                <a:latin typeface="Trebuchet MS"/>
                <a:ea typeface="+mn-ea"/>
                <a:cs typeface="+mn-cs"/>
              </a:rPr>
              <a:t>Notes view: </a:t>
            </a:r>
            <a:fld id="{128CEAFE-FA94-43E5-B0FF-D47E1CCDD1B4}" type="slidenum">
              <a:rPr kumimoji="0" lang="en-US" sz="1400" b="0" i="0" u="none" strike="noStrike" kern="1200" cap="none" spc="0" normalizeH="0" baseline="0" noProof="0" smtClean="0">
                <a:ln>
                  <a:noFill/>
                </a:ln>
                <a:solidFill>
                  <a:srgbClr val="6E6F73"/>
                </a:solidFill>
                <a:effectLst/>
                <a:uLnTx/>
                <a:uFillTx/>
                <a:latin typeface="Trebuchet M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400" b="0" i="0" u="none" strike="noStrike" kern="1200" cap="none" spc="0" normalizeH="0" baseline="0" noProof="0" dirty="0">
              <a:ln>
                <a:noFill/>
              </a:ln>
              <a:solidFill>
                <a:srgbClr val="6E6F73"/>
              </a:solidFill>
              <a:effectLst/>
              <a:uLnTx/>
              <a:uFillTx/>
              <a:latin typeface="Trebuchet MS"/>
              <a:ea typeface="+mn-ea"/>
              <a:cs typeface="+mn-cs"/>
            </a:endParaRPr>
          </a:p>
        </p:txBody>
      </p:sp>
    </p:spTree>
    <p:extLst>
      <p:ext uri="{BB962C8B-B14F-4D97-AF65-F5344CB8AC3E}">
        <p14:creationId xmlns:p14="http://schemas.microsoft.com/office/powerpoint/2010/main" val="17734542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534EC-1F2C-3A0B-81A2-C5F226286A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A1445B-10FA-281A-096E-31C841BBBD01}"/>
              </a:ext>
            </a:extLst>
          </p:cNvPr>
          <p:cNvSpPr>
            <a:spLocks noGrp="1" noRot="1" noChangeAspect="1"/>
          </p:cNvSpPr>
          <p:nvPr>
            <p:ph type="sldImg"/>
          </p:nvPr>
        </p:nvSpPr>
        <p:spPr>
          <a:xfrm>
            <a:off x="155575" y="574675"/>
            <a:ext cx="6621463" cy="3724275"/>
          </a:xfrm>
        </p:spPr>
      </p:sp>
      <p:sp>
        <p:nvSpPr>
          <p:cNvPr id="3" name="Notes Placeholder 2">
            <a:extLst>
              <a:ext uri="{FF2B5EF4-FFF2-40B4-BE49-F238E27FC236}">
                <a16:creationId xmlns:a16="http://schemas.microsoft.com/office/drawing/2014/main" id="{54AD0366-3B7D-8FAE-0D3D-D0F014658D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E97236-819E-FCB5-7761-7CB3F5347AF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E6F73"/>
                </a:solidFill>
                <a:effectLst/>
                <a:uLnTx/>
                <a:uFillTx/>
                <a:latin typeface="Trebuchet MS"/>
                <a:ea typeface="+mn-ea"/>
                <a:cs typeface="+mn-cs"/>
              </a:rPr>
              <a:t>Notes view: </a:t>
            </a:r>
            <a:fld id="{128CEAFE-FA94-43E5-B0FF-D47E1CCDD1B4}" type="slidenum">
              <a:rPr kumimoji="0" lang="en-US" sz="1400" b="0" i="0" u="none" strike="noStrike" kern="1200" cap="none" spc="0" normalizeH="0" baseline="0" noProof="0" smtClean="0">
                <a:ln>
                  <a:noFill/>
                </a:ln>
                <a:solidFill>
                  <a:srgbClr val="6E6F73"/>
                </a:solidFill>
                <a:effectLst/>
                <a:uLnTx/>
                <a:uFillTx/>
                <a:latin typeface="Trebuchet M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400" b="0" i="0" u="none" strike="noStrike" kern="1200" cap="none" spc="0" normalizeH="0" baseline="0" noProof="0" dirty="0">
              <a:ln>
                <a:noFill/>
              </a:ln>
              <a:solidFill>
                <a:srgbClr val="6E6F73"/>
              </a:solidFill>
              <a:effectLst/>
              <a:uLnTx/>
              <a:uFillTx/>
              <a:latin typeface="Trebuchet MS"/>
              <a:ea typeface="+mn-ea"/>
              <a:cs typeface="+mn-cs"/>
            </a:endParaRPr>
          </a:p>
        </p:txBody>
      </p:sp>
    </p:spTree>
    <p:extLst>
      <p:ext uri="{BB962C8B-B14F-4D97-AF65-F5344CB8AC3E}">
        <p14:creationId xmlns:p14="http://schemas.microsoft.com/office/powerpoint/2010/main" val="40021564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DFED875-7CA7-4683-B586-34E1A4A09D12}" type="slidenum">
              <a:rPr lang="en-US" smtClean="0"/>
              <a:t>17</a:t>
            </a:fld>
            <a:endParaRPr lang="en-US"/>
          </a:p>
        </p:txBody>
      </p:sp>
    </p:spTree>
    <p:extLst>
      <p:ext uri="{BB962C8B-B14F-4D97-AF65-F5344CB8AC3E}">
        <p14:creationId xmlns:p14="http://schemas.microsoft.com/office/powerpoint/2010/main" val="1966336833"/>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slideMaster" Target="../slideMasters/slideMaster1.xml"/><Relationship Id="rId7" Type="http://schemas.openxmlformats.org/officeDocument/2006/relationships/image" Target="../media/image5.jpe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4.emf"/><Relationship Id="rId5" Type="http://schemas.openxmlformats.org/officeDocument/2006/relationships/image" Target="../media/image3.emf"/><Relationship Id="rId10" Type="http://schemas.openxmlformats.org/officeDocument/2006/relationships/image" Target="../media/image8.svg"/><Relationship Id="rId4" Type="http://schemas.openxmlformats.org/officeDocument/2006/relationships/oleObject" Target="../embeddings/oleObject2.bin"/><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10.jpeg"/><Relationship Id="rId4" Type="http://schemas.openxmlformats.org/officeDocument/2006/relationships/image" Target="../media/image9.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10.jpeg"/><Relationship Id="rId4" Type="http://schemas.openxmlformats.org/officeDocument/2006/relationships/image" Target="../media/image9.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5.bin"/><Relationship Id="rId7" Type="http://schemas.microsoft.com/office/2007/relationships/hdphoto" Target="../media/hdphoto1.wdp"/><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11.png"/><Relationship Id="rId5" Type="http://schemas.openxmlformats.org/officeDocument/2006/relationships/image" Target="../media/image12.png"/><Relationship Id="rId4" Type="http://schemas.openxmlformats.org/officeDocument/2006/relationships/image" Target="../media/image9.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2.png"/><Relationship Id="rId5" Type="http://schemas.openxmlformats.org/officeDocument/2006/relationships/image" Target="../media/image12.png"/><Relationship Id="rId4" Type="http://schemas.openxmlformats.org/officeDocument/2006/relationships/image" Target="../media/image13.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7.bin"/><Relationship Id="rId7" Type="http://schemas.microsoft.com/office/2007/relationships/hdphoto" Target="../media/hdphoto1.wdp"/><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11.png"/><Relationship Id="rId5" Type="http://schemas.openxmlformats.org/officeDocument/2006/relationships/image" Target="../media/image17.png"/><Relationship Id="rId4" Type="http://schemas.openxmlformats.org/officeDocument/2006/relationships/image" Target="../media/image16.em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8.bin"/><Relationship Id="rId7" Type="http://schemas.microsoft.com/office/2007/relationships/hdphoto" Target="../media/hdphoto1.wdp"/><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11.png"/><Relationship Id="rId5" Type="http://schemas.openxmlformats.org/officeDocument/2006/relationships/image" Target="../media/image14.png"/><Relationship Id="rId4" Type="http://schemas.openxmlformats.org/officeDocument/2006/relationships/image" Target="../media/image9.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2.png"/><Relationship Id="rId5" Type="http://schemas.openxmlformats.org/officeDocument/2006/relationships/image" Target="../media/image15.png"/><Relationship Id="rId4" Type="http://schemas.openxmlformats.org/officeDocument/2006/relationships/image" Target="../media/image9.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0.bin"/><Relationship Id="rId7" Type="http://schemas.microsoft.com/office/2007/relationships/hdphoto" Target="../media/hdphoto1.wdp"/><Relationship Id="rId2" Type="http://schemas.openxmlformats.org/officeDocument/2006/relationships/slideMaster" Target="../slideMasters/slideMaster1.xml"/><Relationship Id="rId1" Type="http://schemas.openxmlformats.org/officeDocument/2006/relationships/tags" Target="../tags/tag12.xml"/><Relationship Id="rId6" Type="http://schemas.openxmlformats.org/officeDocument/2006/relationships/image" Target="../media/image11.png"/><Relationship Id="rId5" Type="http://schemas.openxmlformats.org/officeDocument/2006/relationships/image" Target="../media/image14.png"/><Relationship Id="rId4" Type="http://schemas.openxmlformats.org/officeDocument/2006/relationships/image" Target="../media/image9.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3.xml"/><Relationship Id="rId6" Type="http://schemas.openxmlformats.org/officeDocument/2006/relationships/image" Target="../media/image2.png"/><Relationship Id="rId5" Type="http://schemas.openxmlformats.org/officeDocument/2006/relationships/image" Target="../media/image15.png"/><Relationship Id="rId4" Type="http://schemas.openxmlformats.org/officeDocument/2006/relationships/image" Target="../media/image9.emf"/></Relationships>
</file>

<file path=ppt/slideLayouts/_rels/slideLayout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7.bin"/><Relationship Id="rId7" Type="http://schemas.microsoft.com/office/2007/relationships/hdphoto" Target="../media/hdphoto1.wdp"/><Relationship Id="rId2" Type="http://schemas.openxmlformats.org/officeDocument/2006/relationships/slideMaster" Target="../slideMasters/slideMaster1.xml"/><Relationship Id="rId1" Type="http://schemas.openxmlformats.org/officeDocument/2006/relationships/tags" Target="../tags/tag14.xml"/><Relationship Id="rId6" Type="http://schemas.openxmlformats.org/officeDocument/2006/relationships/image" Target="../media/image11.png"/><Relationship Id="rId5" Type="http://schemas.openxmlformats.org/officeDocument/2006/relationships/image" Target="../media/image18.png"/><Relationship Id="rId4" Type="http://schemas.openxmlformats.org/officeDocument/2006/relationships/image" Target="../media/image16.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5.xml"/><Relationship Id="rId6" Type="http://schemas.microsoft.com/office/2007/relationships/hdphoto" Target="../media/hdphoto1.wdp"/><Relationship Id="rId5" Type="http://schemas.openxmlformats.org/officeDocument/2006/relationships/image" Target="../media/image11.png"/><Relationship Id="rId4" Type="http://schemas.openxmlformats.org/officeDocument/2006/relationships/image" Target="../media/image9.e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oleObject" Target="../embeddings/oleObject13.bin"/><Relationship Id="rId7"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16.xml"/><Relationship Id="rId6" Type="http://schemas.openxmlformats.org/officeDocument/2006/relationships/image" Target="../media/image5.jpeg"/><Relationship Id="rId5" Type="http://schemas.openxmlformats.org/officeDocument/2006/relationships/image" Target="../media/image4.emf"/><Relationship Id="rId4" Type="http://schemas.openxmlformats.org/officeDocument/2006/relationships/image" Target="../media/image3.emf"/><Relationship Id="rId9" Type="http://schemas.openxmlformats.org/officeDocument/2006/relationships/image" Target="../media/image8.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slideMaster" Target="../slideMasters/slideMaster1.xml"/><Relationship Id="rId7" Type="http://schemas.openxmlformats.org/officeDocument/2006/relationships/image" Target="../media/image5.jpe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4.emf"/><Relationship Id="rId5" Type="http://schemas.openxmlformats.org/officeDocument/2006/relationships/image" Target="../media/image3.emf"/><Relationship Id="rId10" Type="http://schemas.openxmlformats.org/officeDocument/2006/relationships/image" Target="../media/image8.svg"/><Relationship Id="rId4" Type="http://schemas.openxmlformats.org/officeDocument/2006/relationships/oleObject" Target="../embeddings/oleObject14.bin"/><Relationship Id="rId9" Type="http://schemas.openxmlformats.org/officeDocument/2006/relationships/image" Target="../media/image7.png"/></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9.xml"/><Relationship Id="rId5" Type="http://schemas.openxmlformats.org/officeDocument/2006/relationships/image" Target="../media/image10.jpeg"/><Relationship Id="rId4" Type="http://schemas.openxmlformats.org/officeDocument/2006/relationships/image" Target="../media/image13.emf"/></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7.bin"/><Relationship Id="rId7" Type="http://schemas.microsoft.com/office/2007/relationships/hdphoto" Target="../media/hdphoto1.wdp"/><Relationship Id="rId2" Type="http://schemas.openxmlformats.org/officeDocument/2006/relationships/slideMaster" Target="../slideMasters/slideMaster1.xml"/><Relationship Id="rId1" Type="http://schemas.openxmlformats.org/officeDocument/2006/relationships/tags" Target="../tags/tag20.xml"/><Relationship Id="rId6" Type="http://schemas.openxmlformats.org/officeDocument/2006/relationships/image" Target="../media/image11.png"/><Relationship Id="rId5" Type="http://schemas.openxmlformats.org/officeDocument/2006/relationships/image" Target="../media/image14.png"/><Relationship Id="rId4" Type="http://schemas.openxmlformats.org/officeDocument/2006/relationships/image" Target="../media/image16.emf"/></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7.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7.bin"/><Relationship Id="rId7" Type="http://schemas.microsoft.com/office/2007/relationships/hdphoto" Target="../media/hdphoto1.wdp"/><Relationship Id="rId2" Type="http://schemas.openxmlformats.org/officeDocument/2006/relationships/slideMaster" Target="../slideMasters/slideMaster1.xml"/><Relationship Id="rId1" Type="http://schemas.openxmlformats.org/officeDocument/2006/relationships/tags" Target="../tags/tag21.xml"/><Relationship Id="rId6" Type="http://schemas.openxmlformats.org/officeDocument/2006/relationships/image" Target="../media/image11.png"/><Relationship Id="rId5" Type="http://schemas.openxmlformats.org/officeDocument/2006/relationships/image" Target="../media/image18.png"/><Relationship Id="rId4" Type="http://schemas.openxmlformats.org/officeDocument/2006/relationships/image" Target="../media/image3.emf"/></Relationships>
</file>

<file path=ppt/slideLayouts/_rels/slideLayout5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5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oleObject" Target="../embeddings/oleObject16.bin"/><Relationship Id="rId7"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22.xml"/><Relationship Id="rId6" Type="http://schemas.openxmlformats.org/officeDocument/2006/relationships/image" Target="../media/image5.jpeg"/><Relationship Id="rId5" Type="http://schemas.openxmlformats.org/officeDocument/2006/relationships/image" Target="../media/image4.emf"/><Relationship Id="rId4" Type="http://schemas.openxmlformats.org/officeDocument/2006/relationships/image" Target="../media/image3.emf"/><Relationship Id="rId9" Type="http://schemas.openxmlformats.org/officeDocument/2006/relationships/image" Target="../media/image8.sv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microsoft.com/office/2007/relationships/hdphoto" Target="../media/hdphoto1.wdp"/><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17.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25.xml"/><Relationship Id="rId6" Type="http://schemas.microsoft.com/office/2007/relationships/hdphoto" Target="../media/hdphoto1.wdp"/><Relationship Id="rId5" Type="http://schemas.openxmlformats.org/officeDocument/2006/relationships/image" Target="../media/image11.png"/><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26.xml"/><Relationship Id="rId6" Type="http://schemas.microsoft.com/office/2007/relationships/hdphoto" Target="../media/hdphoto1.wdp"/><Relationship Id="rId5" Type="http://schemas.openxmlformats.org/officeDocument/2006/relationships/image" Target="../media/image11.png"/><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xml"/><Relationship Id="rId1" Type="http://schemas.openxmlformats.org/officeDocument/2006/relationships/tags" Target="../tags/tag27.xml"/><Relationship Id="rId6" Type="http://schemas.openxmlformats.org/officeDocument/2006/relationships/image" Target="../media/image2.png"/><Relationship Id="rId5" Type="http://schemas.openxmlformats.org/officeDocument/2006/relationships/image" Target="../media/image12.png"/><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9.xml"/><Relationship Id="rId1" Type="http://schemas.openxmlformats.org/officeDocument/2006/relationships/tags" Target="../tags/tag28.xml"/><Relationship Id="rId5" Type="http://schemas.openxmlformats.org/officeDocument/2006/relationships/image" Target="../media/image1.emf"/><Relationship Id="rId4" Type="http://schemas.openxmlformats.org/officeDocument/2006/relationships/oleObject" Target="../embeddings/oleObject21.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1.xml"/><Relationship Id="rId1" Type="http://schemas.openxmlformats.org/officeDocument/2006/relationships/tags" Target="../tags/tag30.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xml"/><Relationship Id="rId1" Type="http://schemas.openxmlformats.org/officeDocument/2006/relationships/tags" Target="../tags/tag31.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1.xml"/><Relationship Id="rId1" Type="http://schemas.openxmlformats.org/officeDocument/2006/relationships/tags" Target="../tags/tag32.xml"/><Relationship Id="rId6" Type="http://schemas.openxmlformats.org/officeDocument/2006/relationships/image" Target="../media/image2.png"/><Relationship Id="rId5" Type="http://schemas.openxmlformats.org/officeDocument/2006/relationships/image" Target="../media/image12.png"/><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25.bin"/><Relationship Id="rId7" Type="http://schemas.microsoft.com/office/2007/relationships/hdphoto" Target="../media/hdphoto1.wdp"/><Relationship Id="rId2" Type="http://schemas.openxmlformats.org/officeDocument/2006/relationships/slideMaster" Target="../slideMasters/slideMaster1.xml"/><Relationship Id="rId1" Type="http://schemas.openxmlformats.org/officeDocument/2006/relationships/tags" Target="../tags/tag33.xml"/><Relationship Id="rId6" Type="http://schemas.openxmlformats.org/officeDocument/2006/relationships/image" Target="../media/image11.png"/><Relationship Id="rId5" Type="http://schemas.openxmlformats.org/officeDocument/2006/relationships/image" Target="../media/image14.png"/><Relationship Id="rId4" Type="http://schemas.openxmlformats.org/officeDocument/2006/relationships/image" Target="../media/image1.emf"/></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4126942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4" imgH="384" progId="TCLayout.ActiveDocument.1">
                  <p:embed/>
                </p:oleObj>
              </mc:Choice>
              <mc:Fallback>
                <p:oleObj name="think-cell Slide" r:id="rId4" imgW="384" imgH="384"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13" name="Picture 12"/>
          <p:cNvPicPr>
            <a:picLocks noChangeAspect="1"/>
          </p:cNvPicPr>
          <p:nvPr userDrawn="1"/>
        </p:nvPicPr>
        <p:blipFill rotWithShape="1">
          <a:blip r:embed="rId6" cstate="email">
            <a:extLst>
              <a:ext uri="{28A0092B-C50C-407E-A947-70E740481C1C}">
                <a14:useLocalDpi xmlns:a14="http://schemas.microsoft.com/office/drawing/2010/main"/>
              </a:ext>
            </a:extLst>
          </a:blip>
          <a:srcRect r="1844"/>
          <a:stretch/>
        </p:blipFill>
        <p:spPr>
          <a:xfrm>
            <a:off x="2003977" y="561096"/>
            <a:ext cx="10178295" cy="6234890"/>
          </a:xfrm>
          <a:prstGeom prst="rect">
            <a:avLst/>
          </a:prstGeom>
        </p:spPr>
      </p:pic>
      <p:sp>
        <p:nvSpPr>
          <p:cNvPr id="16" name="Title 5"/>
          <p:cNvSpPr>
            <a:spLocks noGrp="1"/>
          </p:cNvSpPr>
          <p:nvPr>
            <p:ph type="ctrTitle"/>
          </p:nvPr>
        </p:nvSpPr>
        <p:spPr>
          <a:xfrm>
            <a:off x="667408" y="1659004"/>
            <a:ext cx="7344478" cy="1638300"/>
          </a:xfrm>
        </p:spPr>
        <p:txBody>
          <a:bodyPr lIns="0" tIns="0" rIns="0" bIns="0" anchor="b">
            <a:normAutofit/>
          </a:bodyPr>
          <a:lstStyle>
            <a:lvl1pPr algn="l">
              <a:defRPr sz="5400">
                <a:solidFill>
                  <a:srgbClr val="006C67"/>
                </a:solidFill>
                <a:latin typeface="+mj-lt"/>
                <a:ea typeface="+mj-ea"/>
                <a:cs typeface="+mj-cs"/>
                <a:sym typeface="+mj-lt"/>
              </a:defRPr>
            </a:lvl1pPr>
          </a:lstStyle>
          <a:p>
            <a:r>
              <a:rPr lang="en-US"/>
              <a:t>Click to edit Master title style</a:t>
            </a:r>
          </a:p>
        </p:txBody>
      </p:sp>
      <p:sp>
        <p:nvSpPr>
          <p:cNvPr id="17" name="Text Placeholder 7"/>
          <p:cNvSpPr>
            <a:spLocks noGrp="1"/>
          </p:cNvSpPr>
          <p:nvPr>
            <p:ph type="body" sz="quarter" idx="10" hasCustomPrompt="1"/>
          </p:nvPr>
        </p:nvSpPr>
        <p:spPr>
          <a:xfrm>
            <a:off x="667407" y="3461188"/>
            <a:ext cx="7344478" cy="662940"/>
          </a:xfrm>
        </p:spPr>
        <p:txBody>
          <a:bodyPr lIns="0" tIns="0" rIns="0" bIns="0">
            <a:normAutofit/>
          </a:bodyPr>
          <a:lstStyle>
            <a:lvl1pPr marL="0" indent="0">
              <a:buNone/>
              <a:defRPr sz="2400">
                <a:solidFill>
                  <a:schemeClr val="tx1"/>
                </a:solidFill>
                <a:latin typeface="+mn-lt"/>
                <a:ea typeface="+mn-ea"/>
                <a:cs typeface="+mn-cs"/>
                <a:sym typeface="+mn-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subtitle style</a:t>
            </a:r>
          </a:p>
        </p:txBody>
      </p:sp>
      <p:sp>
        <p:nvSpPr>
          <p:cNvPr id="19" name="Text Placeholder 2"/>
          <p:cNvSpPr>
            <a:spLocks noGrp="1"/>
          </p:cNvSpPr>
          <p:nvPr>
            <p:ph type="body" sz="quarter" idx="11" hasCustomPrompt="1"/>
          </p:nvPr>
        </p:nvSpPr>
        <p:spPr>
          <a:xfrm>
            <a:off x="667407" y="4198448"/>
            <a:ext cx="7344478" cy="251460"/>
          </a:xfrm>
        </p:spPr>
        <p:txBody>
          <a:bodyPr anchor="ctr"/>
          <a:lstStyle>
            <a:lvl1pPr>
              <a:defRPr sz="1600" cap="all" baseline="0">
                <a:solidFill>
                  <a:srgbClr val="7F7F7F"/>
                </a:solidFill>
              </a:defRPr>
            </a:lvl1pPr>
          </a:lstStyle>
          <a:p>
            <a:pPr lvl="0"/>
            <a:r>
              <a:rPr lang="en-US"/>
              <a:t>Click to edit date/place</a:t>
            </a:r>
          </a:p>
        </p:txBody>
      </p:sp>
      <p:pic>
        <p:nvPicPr>
          <p:cNvPr id="23" name="Picture 22"/>
          <p:cNvPicPr>
            <a:picLocks noChangeAspect="1"/>
          </p:cNvPicPr>
          <p:nvPr userDrawn="1"/>
        </p:nvPicPr>
        <p:blipFill rotWithShape="1">
          <a:blip r:embed="rId7"/>
          <a:srcRect/>
          <a:stretch/>
        </p:blipFill>
        <p:spPr>
          <a:xfrm>
            <a:off x="562633" y="3343543"/>
            <a:ext cx="7260614" cy="71407"/>
          </a:xfrm>
          <a:prstGeom prst="rect">
            <a:avLst/>
          </a:prstGeom>
        </p:spPr>
      </p:pic>
      <p:pic>
        <p:nvPicPr>
          <p:cNvPr id="24" name="Picture 23"/>
          <p:cNvPicPr>
            <a:picLocks noChangeAspect="1"/>
          </p:cNvPicPr>
          <p:nvPr userDrawn="1"/>
        </p:nvPicPr>
        <p:blipFill rotWithShape="1">
          <a:blip r:embed="rId8" cstate="email">
            <a:extLst>
              <a:ext uri="{28A0092B-C50C-407E-A947-70E740481C1C}">
                <a14:useLocalDpi xmlns:a14="http://schemas.microsoft.com/office/drawing/2010/main"/>
              </a:ext>
            </a:extLst>
          </a:blip>
          <a:srcRect/>
          <a:stretch/>
        </p:blipFill>
        <p:spPr>
          <a:xfrm>
            <a:off x="0" y="6668392"/>
            <a:ext cx="12192000" cy="252811"/>
          </a:xfrm>
          <a:prstGeom prst="rect">
            <a:avLst/>
          </a:prstGeom>
        </p:spPr>
      </p:pic>
      <p:pic>
        <p:nvPicPr>
          <p:cNvPr id="25" name="Picture 24"/>
          <p:cNvPicPr>
            <a:picLocks noChangeAspect="1"/>
          </p:cNvPicPr>
          <p:nvPr userDrawn="1"/>
        </p:nvPicPr>
        <p:blipFill rotWithShape="1">
          <a:blip r:embed="rId8" cstate="email">
            <a:extLst>
              <a:ext uri="{28A0092B-C50C-407E-A947-70E740481C1C}">
                <a14:useLocalDpi xmlns:a14="http://schemas.microsoft.com/office/drawing/2010/main"/>
              </a:ext>
            </a:extLst>
          </a:blip>
          <a:srcRect/>
          <a:stretch/>
        </p:blipFill>
        <p:spPr>
          <a:xfrm>
            <a:off x="0" y="0"/>
            <a:ext cx="12192000" cy="252811"/>
          </a:xfrm>
          <a:prstGeom prst="rect">
            <a:avLst/>
          </a:prstGeom>
        </p:spPr>
      </p:pic>
      <p:pic>
        <p:nvPicPr>
          <p:cNvPr id="12" name="Graphic 11">
            <a:extLst>
              <a:ext uri="{FF2B5EF4-FFF2-40B4-BE49-F238E27FC236}">
                <a16:creationId xmlns:a16="http://schemas.microsoft.com/office/drawing/2014/main" id="{5AC87C00-4530-4921-946F-609091407DDD}"/>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7526215" y="399621"/>
            <a:ext cx="4248151" cy="1246419"/>
          </a:xfrm>
          <a:prstGeom prst="rect">
            <a:avLst/>
          </a:prstGeom>
        </p:spPr>
      </p:pic>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2F2F2"/>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15130282-3E3A-4C35-A11C-2D6C365A53EB}"/>
              </a:ext>
            </a:extLst>
          </p:cNvPr>
          <p:cNvGraphicFramePr>
            <a:graphicFrameLocks noChangeAspect="1"/>
          </p:cNvGraphicFramePr>
          <p:nvPr userDrawn="1">
            <p:custDataLst>
              <p:tags r:id="rId1"/>
            </p:custDataLst>
            <p:extLst>
              <p:ext uri="{D42A27DB-BD31-4B8C-83A1-F6EECF244321}">
                <p14:modId xmlns:p14="http://schemas.microsoft.com/office/powerpoint/2010/main" val="12338515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3" imgH="363" progId="TCLayout.ActiveDocument.1">
                  <p:embed/>
                </p:oleObj>
              </mc:Choice>
              <mc:Fallback>
                <p:oleObj name="think-cell Slide" r:id="rId3" imgW="353" imgH="363" progId="TCLayout.ActiveDocument.1">
                  <p:embed/>
                  <p:pic>
                    <p:nvPicPr>
                      <p:cNvPr id="4" name="Object 3" hidden="1">
                        <a:extLst>
                          <a:ext uri="{FF2B5EF4-FFF2-40B4-BE49-F238E27FC236}">
                            <a16:creationId xmlns:a16="http://schemas.microsoft.com/office/drawing/2014/main" id="{15130282-3E3A-4C35-A11C-2D6C365A53E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All rights reserved.</a:t>
            </a:r>
          </a:p>
        </p:txBody>
      </p:sp>
      <p:sp>
        <p:nvSpPr>
          <p:cNvPr id="5" name="Title 4"/>
          <p:cNvSpPr>
            <a:spLocks noGrp="1"/>
          </p:cNvSpPr>
          <p:nvPr>
            <p:ph type="title" hasCustomPrompt="1"/>
          </p:nvPr>
        </p:nvSpPr>
        <p:spPr>
          <a:xfrm>
            <a:off x="630000" y="622800"/>
            <a:ext cx="10933200" cy="4431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200" b="0" i="0" u="none" kern="1200" spc="0">
                <a:solidFill>
                  <a:srgbClr val="006C67"/>
                </a:solidFill>
                <a:latin typeface="+mj-lt"/>
                <a:sym typeface="Trebuchet MS" panose="020B0603020202020204" pitchFamily="34" charset="0"/>
              </a:defRPr>
            </a:lvl1pPr>
          </a:lstStyle>
          <a:p>
            <a:pPr lvl="0"/>
            <a:r>
              <a:rPr lang="en-US"/>
              <a:t>Click to add title</a:t>
            </a:r>
          </a:p>
        </p:txBody>
      </p:sp>
      <p:pic>
        <p:nvPicPr>
          <p:cNvPr id="9" name="PP Templet-09.jpg" descr="PP Templet-09.jpg"/>
          <p:cNvPicPr>
            <a:picLocks noChangeAspect="1"/>
          </p:cNvPicPr>
          <p:nvPr userDrawn="1"/>
        </p:nvPicPr>
        <p:blipFill rotWithShape="1">
          <a:blip r:embed="rId5"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flipH="1">
            <a:off x="11691954" y="652176"/>
            <a:ext cx="335360" cy="6148270"/>
          </a:xfrm>
          <a:prstGeom prst="rect">
            <a:avLst/>
          </a:prstGeom>
          <a:ln w="12700">
            <a:miter lim="400000"/>
          </a:ln>
        </p:spPr>
      </p:pic>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rgbClr val="F2F2F2"/>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F6AA8D59-7432-4EFD-A4AC-E87D475A4060}"/>
              </a:ext>
            </a:extLst>
          </p:cNvPr>
          <p:cNvGraphicFramePr>
            <a:graphicFrameLocks noChangeAspect="1"/>
          </p:cNvGraphicFramePr>
          <p:nvPr userDrawn="1">
            <p:custDataLst>
              <p:tags r:id="rId1"/>
            </p:custDataLst>
            <p:extLst>
              <p:ext uri="{D42A27DB-BD31-4B8C-83A1-F6EECF244321}">
                <p14:modId xmlns:p14="http://schemas.microsoft.com/office/powerpoint/2010/main" val="3584918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3" imgH="363" progId="TCLayout.ActiveDocument.1">
                  <p:embed/>
                </p:oleObj>
              </mc:Choice>
              <mc:Fallback>
                <p:oleObj name="think-cell Slide" r:id="rId3" imgW="353" imgH="363" progId="TCLayout.ActiveDocument.1">
                  <p:embed/>
                  <p:pic>
                    <p:nvPicPr>
                      <p:cNvPr id="4" name="Object 3" hidden="1">
                        <a:extLst>
                          <a:ext uri="{FF2B5EF4-FFF2-40B4-BE49-F238E27FC236}">
                            <a16:creationId xmlns:a16="http://schemas.microsoft.com/office/drawing/2014/main" id="{F6AA8D59-7432-4EFD-A4AC-E87D475A406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43198"/>
          </a:xfrm>
        </p:spPr>
        <p:txBody>
          <a:bodyPr vert="horz"/>
          <a:lstStyle>
            <a:lvl1pPr>
              <a:defRPr sz="3200">
                <a:solidFill>
                  <a:srgbClr val="006C67"/>
                </a:solidFill>
              </a:defRPr>
            </a:lvl1pPr>
          </a:lstStyle>
          <a:p>
            <a:r>
              <a:rPr lang="en-US"/>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All rights reserved.</a:t>
            </a:r>
          </a:p>
        </p:txBody>
      </p:sp>
      <p:pic>
        <p:nvPicPr>
          <p:cNvPr id="7" name="PP Templet-09.jpg" descr="PP Templet-09.jpg"/>
          <p:cNvPicPr>
            <a:picLocks noChangeAspect="1"/>
          </p:cNvPicPr>
          <p:nvPr userDrawn="1"/>
        </p:nvPicPr>
        <p:blipFill rotWithShape="1">
          <a:blip r:embed="rId5"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flipH="1">
            <a:off x="11691954" y="652176"/>
            <a:ext cx="335360" cy="6148270"/>
          </a:xfrm>
          <a:prstGeom prst="rect">
            <a:avLst/>
          </a:prstGeom>
          <a:ln w="12700">
            <a:miter lim="400000"/>
          </a:ln>
        </p:spPr>
      </p:pic>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rgbClr val="FFFFFF"/>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rgbClr val="006C67"/>
                </a:solidFill>
                <a:latin typeface="+mj-lt"/>
              </a:defRPr>
            </a:lvl1pPr>
          </a:lstStyle>
          <a:p>
            <a:r>
              <a:rPr lang="en-US"/>
              <a:t>Click to add title</a:t>
            </a:r>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All rights reserved.</a:t>
            </a: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pic>
        <p:nvPicPr>
          <p:cNvPr id="9" name="Picture 8">
            <a:extLst>
              <a:ext uri="{FF2B5EF4-FFF2-40B4-BE49-F238E27FC236}">
                <a16:creationId xmlns:a16="http://schemas.microsoft.com/office/drawing/2014/main" id="{E1F77846-4160-4C3F-996E-CCD92DD95571}"/>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D8698600-A05C-4101-B5BD-A64E528B2E50}"/>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2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All rights reserved.</a:t>
            </a: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rgbClr val="006C67"/>
                </a:solidFill>
                <a:latin typeface="+mj-lt"/>
                <a:sym typeface="Trebuchet MS" panose="020B0603020202020204" pitchFamily="34" charset="0"/>
              </a:defRPr>
            </a:lvl1pPr>
          </a:lstStyle>
          <a:p>
            <a:r>
              <a:rPr lang="en-US"/>
              <a:t>Click to add title</a:t>
            </a:r>
          </a:p>
        </p:txBody>
      </p:sp>
      <p:pic>
        <p:nvPicPr>
          <p:cNvPr id="10" name="Picture 9">
            <a:extLst>
              <a:ext uri="{FF2B5EF4-FFF2-40B4-BE49-F238E27FC236}">
                <a16:creationId xmlns:a16="http://schemas.microsoft.com/office/drawing/2014/main" id="{97590C66-C85F-4BBA-A4CE-3560223677BB}"/>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59106B2-8EA6-4AAB-914E-6130B09615DC}"/>
              </a:ext>
            </a:extLst>
          </p:cNvPr>
          <p:cNvGraphicFramePr>
            <a:graphicFrameLocks noChangeAspect="1"/>
          </p:cNvGraphicFramePr>
          <p:nvPr userDrawn="1">
            <p:custDataLst>
              <p:tags r:id="rId1"/>
            </p:custDataLst>
            <p:extLst>
              <p:ext uri="{D42A27DB-BD31-4B8C-83A1-F6EECF244321}">
                <p14:modId xmlns:p14="http://schemas.microsoft.com/office/powerpoint/2010/main" val="42710429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3" imgH="363" progId="TCLayout.ActiveDocument.1">
                  <p:embed/>
                </p:oleObj>
              </mc:Choice>
              <mc:Fallback>
                <p:oleObj name="think-cell Slide" r:id="rId3" imgW="353" imgH="363" progId="TCLayout.ActiveDocument.1">
                  <p:embed/>
                  <p:pic>
                    <p:nvPicPr>
                      <p:cNvPr id="3" name="Object 2" hidden="1">
                        <a:extLst>
                          <a:ext uri="{FF2B5EF4-FFF2-40B4-BE49-F238E27FC236}">
                            <a16:creationId xmlns:a16="http://schemas.microsoft.com/office/drawing/2014/main" id="{559106B2-8EA6-4AAB-914E-6130B09615D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20"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All rights reserved.</a:t>
            </a: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431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200" b="0" i="0" u="none" kern="1200" spc="0">
                <a:solidFill>
                  <a:srgbClr val="006C67"/>
                </a:solidFill>
                <a:latin typeface="+mj-lt"/>
                <a:sym typeface="Trebuchet MS" panose="020B0603020202020204" pitchFamily="34" charset="0"/>
              </a:defRPr>
            </a:lvl1pPr>
          </a:lstStyle>
          <a:p>
            <a:pPr lvl="0"/>
            <a:r>
              <a:rPr lang="en-US"/>
              <a:t>Click to add title</a:t>
            </a:r>
          </a:p>
        </p:txBody>
      </p:sp>
      <p:pic>
        <p:nvPicPr>
          <p:cNvPr id="11" name="Picture 10">
            <a:extLst>
              <a:ext uri="{FF2B5EF4-FFF2-40B4-BE49-F238E27FC236}">
                <a16:creationId xmlns:a16="http://schemas.microsoft.com/office/drawing/2014/main" id="{2E48F3E8-12A6-4D73-B6F1-3359DA1DCD69}"/>
              </a:ext>
            </a:extLst>
          </p:cNvPr>
          <p:cNvPicPr>
            <a:picLocks noChangeAspect="1"/>
          </p:cNvPicPr>
          <p:nvPr userDrawn="1"/>
        </p:nvPicPr>
        <p:blipFill>
          <a:blip r:embed="rId6">
            <a:extLst>
              <a:ext uri="{BEBA8EAE-BF5A-486C-A8C5-ECC9F3942E4B}">
                <a14:imgProps xmlns:a14="http://schemas.microsoft.com/office/drawing/2010/main">
                  <a14:imgLayer r:embed="rId7">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a:t>Click to add title</a:t>
            </a:r>
          </a:p>
        </p:txBody>
      </p:sp>
      <p:sp>
        <p:nvSpPr>
          <p:cNvPr id="13" name="Rectangle 12"/>
          <p:cNvSpPr/>
          <p:nvPr userDrawn="1"/>
        </p:nvSpPr>
        <p:spPr bwMode="white">
          <a:xfrm>
            <a:off x="4080763" y="-1309"/>
            <a:ext cx="8111237" cy="6859309"/>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pic>
        <p:nvPicPr>
          <p:cNvPr id="14" name="Picture 13">
            <a:extLst>
              <a:ext uri="{FF2B5EF4-FFF2-40B4-BE49-F238E27FC236}">
                <a16:creationId xmlns:a16="http://schemas.microsoft.com/office/drawing/2014/main" id="{8DA38196-839C-4BD1-8293-D43A6F0AC2DB}"/>
              </a:ext>
            </a:extLst>
          </p:cNvPr>
          <p:cNvPicPr>
            <a:picLocks noChangeAspect="1"/>
          </p:cNvPicPr>
          <p:nvPr userDrawn="1"/>
        </p:nvPicPr>
        <p:blipFill>
          <a:blip r:embed="rId3"/>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2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All rights reserved.</a:t>
            </a:r>
          </a:p>
        </p:txBody>
      </p:sp>
      <p:pic>
        <p:nvPicPr>
          <p:cNvPr id="17" name="Picture 16">
            <a:extLst>
              <a:ext uri="{FF2B5EF4-FFF2-40B4-BE49-F238E27FC236}">
                <a16:creationId xmlns:a16="http://schemas.microsoft.com/office/drawing/2014/main" id="{8C064DAF-F4D2-423A-A47C-0BEDF722ED0F}"/>
              </a:ext>
            </a:extLst>
          </p:cNvPr>
          <p:cNvPicPr>
            <a:picLocks noChangeAspect="1"/>
          </p:cNvPicPr>
          <p:nvPr userDrawn="1"/>
        </p:nvPicPr>
        <p:blipFill>
          <a:blip r:embed="rId3"/>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41597318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5" name="Object 4"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9" name="Picture 8"/>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5" name="Copyright" hidden="1"/>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All rights reserved.</a:t>
            </a:r>
          </a:p>
        </p:txBody>
      </p:sp>
      <p:sp>
        <p:nvSpPr>
          <p:cNvPr id="14" name="Title 1"/>
          <p:cNvSpPr>
            <a:spLocks noGrp="1"/>
          </p:cNvSpPr>
          <p:nvPr>
            <p:ph type="title" hasCustomPrompt="1"/>
          </p:nvPr>
        </p:nvSpPr>
        <p:spPr bwMode="blackWhite">
          <a:xfrm>
            <a:off x="630000" y="1785600"/>
            <a:ext cx="6247552" cy="3286800"/>
          </a:xfrm>
          <a:prstGeom prst="rect">
            <a:avLst/>
          </a:prstGeom>
        </p:spPr>
        <p:txBody>
          <a:bodyPr vert="horz" anchor="ctr">
            <a:noAutofit/>
          </a:bodyPr>
          <a:lstStyle>
            <a:lvl1pPr>
              <a:defRPr sz="4400">
                <a:solidFill>
                  <a:schemeClr val="bg1"/>
                </a:solidFill>
                <a:latin typeface="+mj-lt"/>
                <a:sym typeface="Trebuchet MS" panose="020B0603020202020204" pitchFamily="34" charset="0"/>
              </a:defRPr>
            </a:lvl1pPr>
          </a:lstStyle>
          <a:p>
            <a:r>
              <a:rPr lang="en-US"/>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pic>
        <p:nvPicPr>
          <p:cNvPr id="16" name="Picture 15">
            <a:extLst>
              <a:ext uri="{FF2B5EF4-FFF2-40B4-BE49-F238E27FC236}">
                <a16:creationId xmlns:a16="http://schemas.microsoft.com/office/drawing/2014/main" id="{7666F56A-541C-404D-BAFA-167172495B84}"/>
              </a:ext>
            </a:extLst>
          </p:cNvPr>
          <p:cNvPicPr>
            <a:picLocks noChangeAspect="1"/>
          </p:cNvPicPr>
          <p:nvPr userDrawn="1"/>
        </p:nvPicPr>
        <p:blipFill>
          <a:blip r:embed="rId6"/>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rgbClr val="F2F2F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All rights reserved.</a:t>
            </a: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rgbClr val="006C67"/>
                </a:solidFill>
                <a:latin typeface="+mj-lt"/>
                <a:sym typeface="Trebuchet MS" panose="020B0603020202020204" pitchFamily="34" charset="0"/>
              </a:defRPr>
            </a:lvl1pPr>
          </a:lstStyle>
          <a:p>
            <a:r>
              <a:rPr lang="en-US">
                <a:solidFill>
                  <a:schemeClr val="tx2"/>
                </a:solidFill>
              </a:rPr>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1637966F-530E-458E-8FBF-3E072CB3F190}"/>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flip="none" rotWithShape="1">
            <a:gsLst>
              <a:gs pos="0">
                <a:srgbClr val="006C67"/>
              </a:gs>
              <a:gs pos="100000">
                <a:srgbClr val="004C48"/>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pic>
        <p:nvPicPr>
          <p:cNvPr id="11" name="Picture 10">
            <a:extLst>
              <a:ext uri="{FF2B5EF4-FFF2-40B4-BE49-F238E27FC236}">
                <a16:creationId xmlns:a16="http://schemas.microsoft.com/office/drawing/2014/main" id="{EBB2C534-4719-425F-9C3B-1D47A7F58B1E}"/>
              </a:ext>
            </a:extLst>
          </p:cNvPr>
          <p:cNvPicPr>
            <a:picLocks noChangeAspect="1"/>
          </p:cNvPicPr>
          <p:nvPr userDrawn="1"/>
        </p:nvPicPr>
        <p:blipFill>
          <a:blip r:embed="rId3"/>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All rights reserved.</a:t>
            </a:r>
          </a:p>
        </p:txBody>
      </p:sp>
      <p:sp>
        <p:nvSpPr>
          <p:cNvPr id="13" name="Pentagon 3"/>
          <p:cNvSpPr/>
          <p:nvPr userDrawn="1"/>
        </p:nvSpPr>
        <p:spPr bwMode="white">
          <a:xfrm>
            <a:off x="1" y="0"/>
            <a:ext cx="5426920" cy="6858000"/>
          </a:xfrm>
          <a:prstGeom prst="homePlate">
            <a:avLst>
              <a:gd name="adj" fmla="val 1293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006C67"/>
                </a:solidFill>
                <a:latin typeface="+mj-lt"/>
                <a:sym typeface="Trebuchet MS" panose="020B0603020202020204" pitchFamily="34" charset="0"/>
              </a:defRPr>
            </a:lvl1pPr>
          </a:lstStyle>
          <a:p>
            <a:r>
              <a:rPr lang="en-US"/>
              <a:t>Click to add title</a:t>
            </a:r>
          </a:p>
        </p:txBody>
      </p:sp>
      <p:pic>
        <p:nvPicPr>
          <p:cNvPr id="15" name="Picture 1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25B81751-211A-4A75-A716-82FADBFB4D99}"/>
              </a:ext>
            </a:extLst>
          </p:cNvPr>
          <p:cNvPicPr>
            <a:picLocks noChangeAspect="1"/>
          </p:cNvPicPr>
          <p:nvPr userDrawn="1"/>
        </p:nvPicPr>
        <p:blipFill>
          <a:blip r:embed="rId6">
            <a:extLst>
              <a:ext uri="{BEBA8EAE-BF5A-486C-A8C5-ECC9F3942E4B}">
                <a14:imgProps xmlns:a14="http://schemas.microsoft.com/office/drawing/2010/main">
                  <a14:imgLayer r:embed="rId7">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flip="none" rotWithShape="1">
            <a:gsLst>
              <a:gs pos="0">
                <a:srgbClr val="006C67"/>
              </a:gs>
              <a:gs pos="100000">
                <a:srgbClr val="004C48"/>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pic>
        <p:nvPicPr>
          <p:cNvPr id="12" name="Picture 11">
            <a:extLst>
              <a:ext uri="{FF2B5EF4-FFF2-40B4-BE49-F238E27FC236}">
                <a16:creationId xmlns:a16="http://schemas.microsoft.com/office/drawing/2014/main" id="{23404D6E-BC3F-4EBF-A93E-775A18A93E04}"/>
              </a:ext>
            </a:extLst>
          </p:cNvPr>
          <p:cNvPicPr>
            <a:picLocks noChangeAspect="1"/>
          </p:cNvPicPr>
          <p:nvPr userDrawn="1"/>
        </p:nvPicPr>
        <p:blipFill>
          <a:blip r:embed="rId3"/>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37CFC39-1F1A-40CB-8E68-95512B79E373}"/>
              </a:ext>
            </a:extLst>
          </p:cNvPr>
          <p:cNvGraphicFramePr>
            <a:graphicFrameLocks noChangeAspect="1"/>
          </p:cNvGraphicFramePr>
          <p:nvPr userDrawn="1">
            <p:custDataLst>
              <p:tags r:id="rId1"/>
            </p:custDataLst>
            <p:extLst>
              <p:ext uri="{D42A27DB-BD31-4B8C-83A1-F6EECF244321}">
                <p14:modId xmlns:p14="http://schemas.microsoft.com/office/powerpoint/2010/main" val="23208221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3" imgH="363" progId="TCLayout.ActiveDocument.1">
                  <p:embed/>
                </p:oleObj>
              </mc:Choice>
              <mc:Fallback>
                <p:oleObj name="think-cell Slide" r:id="rId3" imgW="353" imgH="363" progId="TCLayout.ActiveDocument.1">
                  <p:embed/>
                  <p:pic>
                    <p:nvPicPr>
                      <p:cNvPr id="3" name="Object 2" hidden="1">
                        <a:extLst>
                          <a:ext uri="{FF2B5EF4-FFF2-40B4-BE49-F238E27FC236}">
                            <a16:creationId xmlns:a16="http://schemas.microsoft.com/office/drawing/2014/main" id="{337CFC39-1F1A-40CB-8E68-95512B79E37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8"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431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200" b="0" i="0" u="none" kern="1200" spc="0">
                <a:solidFill>
                  <a:srgbClr val="006C67"/>
                </a:solidFill>
                <a:latin typeface="+mj-lt"/>
                <a:sym typeface="Trebuchet MS" panose="020B0603020202020204" pitchFamily="34" charset="0"/>
              </a:defRPr>
            </a:lvl1pPr>
          </a:lstStyle>
          <a:p>
            <a:pPr lvl="0"/>
            <a:r>
              <a:rPr lang="en-US"/>
              <a:t>Click to add title</a:t>
            </a: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ECDCBDC4-9C46-405C-81B9-B3314195054C}"/>
              </a:ext>
            </a:extLst>
          </p:cNvPr>
          <p:cNvPicPr>
            <a:picLocks noChangeAspect="1"/>
          </p:cNvPicPr>
          <p:nvPr userDrawn="1"/>
        </p:nvPicPr>
        <p:blipFill>
          <a:blip r:embed="rId6">
            <a:extLst>
              <a:ext uri="{BEBA8EAE-BF5A-486C-A8C5-ECC9F3942E4B}">
                <a14:imgProps xmlns:a14="http://schemas.microsoft.com/office/drawing/2010/main">
                  <a14:imgLayer r:embed="rId7">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475D4FB-6124-43A7-BF41-442B49BAC61C}"/>
              </a:ext>
            </a:extLst>
          </p:cNvPr>
          <p:cNvGraphicFramePr>
            <a:graphicFrameLocks noChangeAspect="1"/>
          </p:cNvGraphicFramePr>
          <p:nvPr userDrawn="1">
            <p:custDataLst>
              <p:tags r:id="rId1"/>
            </p:custDataLst>
            <p:extLst>
              <p:ext uri="{D42A27DB-BD31-4B8C-83A1-F6EECF244321}">
                <p14:modId xmlns:p14="http://schemas.microsoft.com/office/powerpoint/2010/main" val="27068048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3" imgH="363" progId="TCLayout.ActiveDocument.1">
                  <p:embed/>
                </p:oleObj>
              </mc:Choice>
              <mc:Fallback>
                <p:oleObj name="think-cell Slide" r:id="rId3" imgW="353" imgH="363" progId="TCLayout.ActiveDocument.1">
                  <p:embed/>
                  <p:pic>
                    <p:nvPicPr>
                      <p:cNvPr id="3" name="Object 2" hidden="1">
                        <a:extLst>
                          <a:ext uri="{FF2B5EF4-FFF2-40B4-BE49-F238E27FC236}">
                            <a16:creationId xmlns:a16="http://schemas.microsoft.com/office/drawing/2014/main" id="{8475D4FB-6124-43A7-BF41-442B49BAC61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Pentagon 8"/>
          <p:cNvSpPr/>
          <p:nvPr userDrawn="1"/>
        </p:nvSpPr>
        <p:spPr bwMode="white">
          <a:xfrm>
            <a:off x="0" y="0"/>
            <a:ext cx="6363546" cy="6858000"/>
          </a:xfrm>
          <a:prstGeom prst="homePlate">
            <a:avLst>
              <a:gd name="adj" fmla="val 12939"/>
            </a:avLst>
          </a:prstGeom>
          <a:gradFill flip="none" rotWithShape="1">
            <a:gsLst>
              <a:gs pos="0">
                <a:srgbClr val="006C67"/>
              </a:gs>
              <a:gs pos="100000">
                <a:srgbClr val="004C48"/>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431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200" b="0" i="0" u="none" kern="1200" spc="0">
                <a:solidFill>
                  <a:srgbClr val="FFFFFF"/>
                </a:solidFill>
                <a:latin typeface="+mj-lt"/>
                <a:sym typeface="Trebuchet MS" panose="020B0603020202020204" pitchFamily="34" charset="0"/>
              </a:defRPr>
            </a:lvl1pPr>
          </a:lstStyle>
          <a:p>
            <a:pPr lvl="0"/>
            <a:r>
              <a:rPr lang="en-US"/>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All rights reserved.</a:t>
            </a:r>
          </a:p>
        </p:txBody>
      </p:sp>
      <p:pic>
        <p:nvPicPr>
          <p:cNvPr id="9" name="Picture 8"/>
          <p:cNvPicPr>
            <a:picLocks noChangeAspect="1"/>
          </p:cNvPicPr>
          <p:nvPr userDrawn="1"/>
        </p:nvPicPr>
        <p:blipFill rotWithShape="1">
          <a:blip r:embed="rId5">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pic>
        <p:nvPicPr>
          <p:cNvPr id="11" name="Picture 10">
            <a:extLst>
              <a:ext uri="{FF2B5EF4-FFF2-40B4-BE49-F238E27FC236}">
                <a16:creationId xmlns:a16="http://schemas.microsoft.com/office/drawing/2014/main" id="{5592425A-556C-4077-B191-B6F92D39BBE9}"/>
              </a:ext>
            </a:extLst>
          </p:cNvPr>
          <p:cNvPicPr>
            <a:picLocks noChangeAspect="1"/>
          </p:cNvPicPr>
          <p:nvPr userDrawn="1"/>
        </p:nvPicPr>
        <p:blipFill>
          <a:blip r:embed="rId6"/>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EF9B8016-6623-4592-9F10-5E490D5A7192}"/>
              </a:ext>
            </a:extLst>
          </p:cNvPr>
          <p:cNvGraphicFramePr>
            <a:graphicFrameLocks noChangeAspect="1"/>
          </p:cNvGraphicFramePr>
          <p:nvPr userDrawn="1">
            <p:custDataLst>
              <p:tags r:id="rId1"/>
            </p:custDataLst>
            <p:extLst>
              <p:ext uri="{D42A27DB-BD31-4B8C-83A1-F6EECF244321}">
                <p14:modId xmlns:p14="http://schemas.microsoft.com/office/powerpoint/2010/main" val="20232025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3" imgH="363" progId="TCLayout.ActiveDocument.1">
                  <p:embed/>
                </p:oleObj>
              </mc:Choice>
              <mc:Fallback>
                <p:oleObj name="think-cell Slide" r:id="rId3" imgW="353" imgH="363" progId="TCLayout.ActiveDocument.1">
                  <p:embed/>
                  <p:pic>
                    <p:nvPicPr>
                      <p:cNvPr id="3" name="Object 2" hidden="1">
                        <a:extLst>
                          <a:ext uri="{FF2B5EF4-FFF2-40B4-BE49-F238E27FC236}">
                            <a16:creationId xmlns:a16="http://schemas.microsoft.com/office/drawing/2014/main" id="{EF9B8016-6623-4592-9F10-5E490D5A719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431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200" b="0" i="0" u="none" kern="1200" spc="0">
                <a:solidFill>
                  <a:srgbClr val="006C67"/>
                </a:solidFill>
                <a:latin typeface="+mj-lt"/>
                <a:sym typeface="Trebuchet MS" panose="020B0603020202020204" pitchFamily="34" charset="0"/>
              </a:defRPr>
            </a:lvl1pPr>
          </a:lstStyle>
          <a:p>
            <a:pPr lvl="0"/>
            <a:r>
              <a:rPr lang="en-US"/>
              <a:t>Click to add title</a:t>
            </a:r>
          </a:p>
        </p:txBody>
      </p:sp>
      <p:pic>
        <p:nvPicPr>
          <p:cNvPr id="16" name="Picture 15"/>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DA84957A-33AC-472A-9907-A3D837750B63}"/>
              </a:ext>
            </a:extLst>
          </p:cNvPr>
          <p:cNvPicPr>
            <a:picLocks noChangeAspect="1"/>
          </p:cNvPicPr>
          <p:nvPr userDrawn="1"/>
        </p:nvPicPr>
        <p:blipFill>
          <a:blip r:embed="rId6">
            <a:extLst>
              <a:ext uri="{BEBA8EAE-BF5A-486C-A8C5-ECC9F3942E4B}">
                <a14:imgProps xmlns:a14="http://schemas.microsoft.com/office/drawing/2010/main">
                  <a14:imgLayer r:embed="rId7">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A5A3B72-6420-4577-9C1A-B5C88F6FD5EB}"/>
              </a:ext>
            </a:extLst>
          </p:cNvPr>
          <p:cNvGraphicFramePr>
            <a:graphicFrameLocks noChangeAspect="1"/>
          </p:cNvGraphicFramePr>
          <p:nvPr userDrawn="1">
            <p:custDataLst>
              <p:tags r:id="rId1"/>
            </p:custDataLst>
            <p:extLst>
              <p:ext uri="{D42A27DB-BD31-4B8C-83A1-F6EECF244321}">
                <p14:modId xmlns:p14="http://schemas.microsoft.com/office/powerpoint/2010/main" val="1704988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3" imgH="363" progId="TCLayout.ActiveDocument.1">
                  <p:embed/>
                </p:oleObj>
              </mc:Choice>
              <mc:Fallback>
                <p:oleObj name="think-cell Slide" r:id="rId3" imgW="353" imgH="363" progId="TCLayout.ActiveDocument.1">
                  <p:embed/>
                  <p:pic>
                    <p:nvPicPr>
                      <p:cNvPr id="3" name="Object 2" hidden="1">
                        <a:extLst>
                          <a:ext uri="{FF2B5EF4-FFF2-40B4-BE49-F238E27FC236}">
                            <a16:creationId xmlns:a16="http://schemas.microsoft.com/office/drawing/2014/main" id="{3A5A3B72-6420-4577-9C1A-B5C88F6FD5E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flip="none" rotWithShape="1">
            <a:gsLst>
              <a:gs pos="0">
                <a:srgbClr val="006C67"/>
              </a:gs>
              <a:gs pos="100000">
                <a:srgbClr val="004C48"/>
              </a:gs>
            </a:gsLst>
            <a:lin ang="81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431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200" b="0" i="0" u="none" kern="1200" spc="0">
                <a:solidFill>
                  <a:srgbClr val="FFFFFF"/>
                </a:solidFill>
                <a:latin typeface="+mj-lt"/>
                <a:sym typeface="Trebuchet MS" panose="020B0603020202020204" pitchFamily="34" charset="0"/>
              </a:defRPr>
            </a:lvl1pPr>
          </a:lstStyle>
          <a:p>
            <a:pPr lvl="0"/>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All rights reserved.</a:t>
            </a:r>
          </a:p>
        </p:txBody>
      </p:sp>
      <p:pic>
        <p:nvPicPr>
          <p:cNvPr id="9" name="Picture 8"/>
          <p:cNvPicPr>
            <a:picLocks noChangeAspect="1"/>
          </p:cNvPicPr>
          <p:nvPr userDrawn="1"/>
        </p:nvPicPr>
        <p:blipFill rotWithShape="1">
          <a:blip r:embed="rId5">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pic>
        <p:nvPicPr>
          <p:cNvPr id="13" name="Picture 12">
            <a:extLst>
              <a:ext uri="{FF2B5EF4-FFF2-40B4-BE49-F238E27FC236}">
                <a16:creationId xmlns:a16="http://schemas.microsoft.com/office/drawing/2014/main" id="{BDFE96BB-511E-43C8-9F73-3DA5083D5C39}"/>
              </a:ext>
            </a:extLst>
          </p:cNvPr>
          <p:cNvPicPr>
            <a:picLocks noChangeAspect="1"/>
          </p:cNvPicPr>
          <p:nvPr userDrawn="1"/>
        </p:nvPicPr>
        <p:blipFill>
          <a:blip r:embed="rId6"/>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All rights reserved.</a:t>
            </a: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pic>
        <p:nvPicPr>
          <p:cNvPr id="10" name="Picture 9">
            <a:extLst>
              <a:ext uri="{FF2B5EF4-FFF2-40B4-BE49-F238E27FC236}">
                <a16:creationId xmlns:a16="http://schemas.microsoft.com/office/drawing/2014/main" id="{FA018EBE-CE8A-4700-BDFA-59B70B34E4D8}"/>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rgbClr val="F2F2F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All rights reserved.</a:t>
            </a:r>
          </a:p>
        </p:txBody>
      </p:sp>
      <p:sp>
        <p:nvSpPr>
          <p:cNvPr id="6" name="Rectangle 5"/>
          <p:cNvSpPr/>
          <p:nvPr userDrawn="1"/>
        </p:nvSpPr>
        <p:spPr bwMode="white">
          <a:xfrm>
            <a:off x="630000" y="625475"/>
            <a:ext cx="932688" cy="932688"/>
          </a:xfrm>
          <a:prstGeom prst="rect">
            <a:avLst/>
          </a:prstGeom>
          <a:noFill/>
          <a:ln>
            <a:solidFill>
              <a:srgbClr val="009A9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rgbClr val="009A93"/>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rgbClr val="003A37"/>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rgbClr val="006C67"/>
          </a:solidFill>
          <a:ln>
            <a:noFill/>
          </a:ln>
          <a:effectLst/>
        </p:spPr>
        <p:txBody>
          <a:bodyPr vert="horz" wrap="square" lIns="91440" tIns="45720" rIns="91440" bIns="45720" numCol="1" anchor="t" anchorCtr="0" compatLnSpc="1">
            <a:prstTxWarp prst="textNoShape">
              <a:avLst/>
            </a:prstTxWarp>
            <a:noAutofit/>
          </a:bodyPr>
          <a:lstStyle/>
          <a:p>
            <a:endParaRPr lang="en-US">
              <a:latin typeface="+mn-lt"/>
              <a:sym typeface="Trebuchet MS" panose="020B0603020202020204" pitchFamily="34" charset="0"/>
            </a:endParaRPr>
          </a:p>
        </p:txBody>
      </p:sp>
      <p:pic>
        <p:nvPicPr>
          <p:cNvPr id="9" name="Picture 8">
            <a:extLst>
              <a:ext uri="{FF2B5EF4-FFF2-40B4-BE49-F238E27FC236}">
                <a16:creationId xmlns:a16="http://schemas.microsoft.com/office/drawing/2014/main" id="{5E94D188-FB92-4A18-BBF4-451A4FB7822A}"/>
              </a:ext>
            </a:extLst>
          </p:cNvPr>
          <p:cNvPicPr>
            <a:picLocks noChangeAspect="1"/>
          </p:cNvPicPr>
          <p:nvPr userDrawn="1"/>
        </p:nvPicPr>
        <p:blipFill>
          <a:blip r:embed="rId6">
            <a:extLst>
              <a:ext uri="{BEBA8EAE-BF5A-486C-A8C5-ECC9F3942E4B}">
                <a14:imgProps xmlns:a14="http://schemas.microsoft.com/office/drawing/2010/main">
                  <a14:imgLayer r:embed="rId7">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rgbClr val="2C2C2C"/>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C4F32A67-6656-4CAE-9EC3-AD08DD524CEE}"/>
              </a:ext>
            </a:extLst>
          </p:cNvPr>
          <p:cNvGraphicFramePr>
            <a:graphicFrameLocks noChangeAspect="1"/>
          </p:cNvGraphicFramePr>
          <p:nvPr userDrawn="1">
            <p:custDataLst>
              <p:tags r:id="rId1"/>
            </p:custDataLst>
            <p:extLst>
              <p:ext uri="{D42A27DB-BD31-4B8C-83A1-F6EECF244321}">
                <p14:modId xmlns:p14="http://schemas.microsoft.com/office/powerpoint/2010/main" val="24654923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3" imgH="363" progId="TCLayout.ActiveDocument.1">
                  <p:embed/>
                </p:oleObj>
              </mc:Choice>
              <mc:Fallback>
                <p:oleObj name="think-cell Slide" r:id="rId3" imgW="353" imgH="363" progId="TCLayout.ActiveDocument.1">
                  <p:embed/>
                  <p:pic>
                    <p:nvPicPr>
                      <p:cNvPr id="6" name="Object 5" hidden="1">
                        <a:extLst>
                          <a:ext uri="{FF2B5EF4-FFF2-40B4-BE49-F238E27FC236}">
                            <a16:creationId xmlns:a16="http://schemas.microsoft.com/office/drawing/2014/main" id="{C4F32A67-6656-4CAE-9EC3-AD08DD524C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All rights reserved.</a:t>
            </a:r>
          </a:p>
        </p:txBody>
      </p:sp>
      <p:sp>
        <p:nvSpPr>
          <p:cNvPr id="4" name="Title 3"/>
          <p:cNvSpPr>
            <a:spLocks noGrp="1"/>
          </p:cNvSpPr>
          <p:nvPr>
            <p:ph type="title" hasCustomPrompt="1"/>
          </p:nvPr>
        </p:nvSpPr>
        <p:spPr>
          <a:xfrm>
            <a:off x="630000" y="622800"/>
            <a:ext cx="10933200" cy="443198"/>
          </a:xfrm>
        </p:spPr>
        <p:txBody>
          <a:bodyPr vert="horz"/>
          <a:lstStyle>
            <a:lvl1pPr>
              <a:defRPr sz="3200">
                <a:solidFill>
                  <a:schemeClr val="bg1"/>
                </a:solidFill>
                <a:latin typeface="+mj-lt"/>
                <a:sym typeface="Trebuchet MS" panose="020B0603020202020204" pitchFamily="34" charset="0"/>
              </a:defRPr>
            </a:lvl1pPr>
          </a:lstStyle>
          <a:p>
            <a:r>
              <a:rPr lang="en-US"/>
              <a:t>Click to add title</a:t>
            </a:r>
          </a:p>
        </p:txBody>
      </p:sp>
      <p:pic>
        <p:nvPicPr>
          <p:cNvPr id="8" name="Picture 7">
            <a:extLst>
              <a:ext uri="{FF2B5EF4-FFF2-40B4-BE49-F238E27FC236}">
                <a16:creationId xmlns:a16="http://schemas.microsoft.com/office/drawing/2014/main" id="{C4608FE9-1DEE-4270-83F6-942D2EBB1240}"/>
              </a:ext>
            </a:extLst>
          </p:cNvPr>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2F2F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All rights reserved.</a:t>
            </a: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All rights reserved.</a:t>
            </a:r>
          </a:p>
        </p:txBody>
      </p:sp>
      <p:pic>
        <p:nvPicPr>
          <p:cNvPr id="8" name="Picture 7">
            <a:extLst>
              <a:ext uri="{FF2B5EF4-FFF2-40B4-BE49-F238E27FC236}">
                <a16:creationId xmlns:a16="http://schemas.microsoft.com/office/drawing/2014/main" id="{EBDC772E-A6E2-42EE-B83E-3F96C1D13600}"/>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rgbClr val="F2F2F2"/>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0"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All rights reserved.</a:t>
            </a:r>
          </a:p>
        </p:txBody>
      </p:sp>
      <p:sp>
        <p:nvSpPr>
          <p:cNvPr id="5" name="Title 6">
            <a:extLst>
              <a:ext uri="{FF2B5EF4-FFF2-40B4-BE49-F238E27FC236}">
                <a16:creationId xmlns:a16="http://schemas.microsoft.com/office/drawing/2014/main" id="{FC99A697-D4DB-4CE9-974A-3E9A1227C196}"/>
              </a:ext>
            </a:extLst>
          </p:cNvPr>
          <p:cNvSpPr txBox="1">
            <a:spLocks/>
          </p:cNvSpPr>
          <p:nvPr userDrawn="1"/>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a:gradFill>
                  <a:gsLst>
                    <a:gs pos="100000">
                      <a:schemeClr val="tx2"/>
                    </a:gs>
                    <a:gs pos="2000">
                      <a:schemeClr val="accent2"/>
                    </a:gs>
                  </a:gsLst>
                  <a:lin ang="2700000" scaled="0"/>
                </a:gradFill>
                <a:latin typeface="+mn-lt"/>
                <a:sym typeface="Trebuchet MS" panose="020B0603020202020204" pitchFamily="34" charset="0"/>
              </a:rPr>
              <a:t>Disclaimer</a:t>
            </a:r>
          </a:p>
        </p:txBody>
      </p:sp>
      <p:sp>
        <p:nvSpPr>
          <p:cNvPr id="6" name="Rectangle 5">
            <a:extLst>
              <a:ext uri="{FF2B5EF4-FFF2-40B4-BE49-F238E27FC236}">
                <a16:creationId xmlns:a16="http://schemas.microsoft.com/office/drawing/2014/main" id="{1898B8EE-3056-49FA-B9F1-E27E793040F8}"/>
              </a:ext>
            </a:extLst>
          </p:cNvPr>
          <p:cNvSpPr/>
          <p:nvPr userDrawn="1"/>
        </p:nvSpPr>
        <p:spPr>
          <a:xfrm>
            <a:off x="5021826" y="1387258"/>
            <a:ext cx="6209072" cy="3877985"/>
          </a:xfrm>
          <a:prstGeom prst="rect">
            <a:avLst/>
          </a:prstGeom>
        </p:spPr>
        <p:txBody>
          <a:bodyPr wrap="square" lIns="0" tIns="0" rIns="0" bIns="0" anchor="ctr">
            <a:spAutoFit/>
          </a:bodyPr>
          <a:lstStyle/>
          <a:p>
            <a:pPr indent="0">
              <a:lnSpc>
                <a:spcPct val="100000"/>
              </a:lnSpc>
            </a:pPr>
            <a:r>
              <a:rPr lang="en-US" sz="900" b="0">
                <a:latin typeface="+mn-lt"/>
                <a:sym typeface="Trebuchet MS" panose="020B0603020202020204" pitchFamily="34" charset="0"/>
              </a:rPr>
              <a:t>Disclaimer &amp; Non-reliance </a:t>
            </a:r>
          </a:p>
          <a:p>
            <a:pPr indent="0">
              <a:lnSpc>
                <a:spcPct val="100000"/>
              </a:lnSpc>
            </a:pPr>
            <a:endParaRPr lang="en-US" sz="900" b="0">
              <a:latin typeface="+mn-lt"/>
              <a:sym typeface="Trebuchet MS" panose="020B0603020202020204" pitchFamily="34" charset="0"/>
            </a:endParaRPr>
          </a:p>
          <a:p>
            <a:pPr indent="0">
              <a:lnSpc>
                <a:spcPct val="100000"/>
              </a:lnSpc>
            </a:pPr>
            <a:r>
              <a:rPr lang="en-US" sz="900" b="0">
                <a:latin typeface="+mn-lt"/>
                <a:sym typeface="Trebuchet MS" panose="020B0603020202020204" pitchFamily="34" charset="0"/>
              </a:rPr>
              <a:t>The services and materials provided by the issuer of the report are subject to the issuer of the report's Standard Terms and Conditions (a copy of which is available upon request) or such other agreement as may have been previously executed by the issuer of the report.  The issuer of the report does not provide legal, accounting, or tax advice.  Client is responsible for obtaining independent advice concerning these matters, which advice may affect the guidance given by the issuer of the report.  Further, the issuer of the report has made no undertaking to update these materials after the date hereof notwithstanding that such information may become outdated or inaccurate.</a:t>
            </a:r>
          </a:p>
          <a:p>
            <a:pPr indent="0">
              <a:lnSpc>
                <a:spcPct val="100000"/>
              </a:lnSpc>
            </a:pPr>
            <a:endParaRPr lang="en-US" sz="900" b="0">
              <a:latin typeface="+mn-lt"/>
              <a:sym typeface="Trebuchet MS" panose="020B0603020202020204" pitchFamily="34" charset="0"/>
            </a:endParaRPr>
          </a:p>
          <a:p>
            <a:pPr indent="0">
              <a:lnSpc>
                <a:spcPct val="100000"/>
              </a:lnSpc>
            </a:pPr>
            <a:r>
              <a:rPr lang="en-US" sz="900" b="0">
                <a:latin typeface="+mn-lt"/>
                <a:sym typeface="Trebuchet MS" panose="020B0603020202020204" pitchFamily="34" charset="0"/>
              </a:rPr>
              <a:t>The material contained in this presentation are designed for the sole use by the Board of Directors or senior management of the Client and solely for the limited purposes described in the proposal.  The materials shall not be copied, disclosed or given to any person or entity other than the Client (“Third-Parties”) without the prior written consent being provided.  These materials serve only as the focus for discussion and are incomplete without the accompanying oral commentary and may not be relied on as a stand-alone document.  Further, Third-Parties may not, and it is unreasonable for any Third-Party to, rely on these materials for any purpose whatsoever.  To the fullest extent permitted by law (and except to the extent otherwise agreed in a signed writing the issuer of this report), issuer of this report shall have no liability whatsoever to any Third-Party, and any Third-Party hereby waives any rights and claims it may, have at any time against the issuer of this report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a:latin typeface="+mn-lt"/>
              <a:sym typeface="Trebuchet MS" panose="020B0603020202020204" pitchFamily="34" charset="0"/>
            </a:endParaRPr>
          </a:p>
          <a:p>
            <a:pPr indent="0">
              <a:lnSpc>
                <a:spcPct val="100000"/>
              </a:lnSpc>
            </a:pPr>
            <a:r>
              <a:rPr lang="en-US" sz="900" b="0">
                <a:latin typeface="+mn-lt"/>
                <a:sym typeface="Trebuchet MS" panose="020B0603020202020204" pitchFamily="34" charset="0"/>
              </a:rPr>
              <a:t>The issuer of this report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the issuer of the report. Issuer of the report has used public and/or confidential data and assumptions provided to it by the Client which the issuer of the report has not independently verified the data and assumptions used in these analyses. Changes in the underlying data or operating assumptions will clearly impact the analyses and conclusions.</a:t>
            </a:r>
          </a:p>
        </p:txBody>
      </p:sp>
      <p:cxnSp>
        <p:nvCxnSpPr>
          <p:cNvPr id="7" name="Straight Connector 6">
            <a:extLst>
              <a:ext uri="{FF2B5EF4-FFF2-40B4-BE49-F238E27FC236}">
                <a16:creationId xmlns:a16="http://schemas.microsoft.com/office/drawing/2014/main" id="{E94E7F9E-A661-4CD0-8175-DC2FB22F7461}"/>
              </a:ext>
            </a:extLst>
          </p:cNvPr>
          <p:cNvCxnSpPr/>
          <p:nvPr userDrawn="1"/>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94101561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cstate="email">
            <a:extLst>
              <a:ext uri="{28A0092B-C50C-407E-A947-70E740481C1C}">
                <a14:useLocalDpi xmlns:a14="http://schemas.microsoft.com/office/drawing/2010/main"/>
              </a:ext>
            </a:extLst>
          </a:blip>
          <a:srcRect r="1844"/>
          <a:stretch/>
        </p:blipFill>
        <p:spPr>
          <a:xfrm>
            <a:off x="2003977" y="561096"/>
            <a:ext cx="10178295" cy="6234890"/>
          </a:xfrm>
          <a:prstGeom prst="rect">
            <a:avLst/>
          </a:prstGeom>
        </p:spPr>
      </p:pic>
      <p:sp>
        <p:nvSpPr>
          <p:cNvPr id="3" name="Rectangle 2"/>
          <p:cNvSpPr/>
          <p:nvPr userDrawn="1"/>
        </p:nvSpPr>
        <p:spPr>
          <a:xfrm>
            <a:off x="667408" y="1659004"/>
            <a:ext cx="7344478" cy="1638300"/>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algn="l" defTabSz="914400" rtl="0" eaLnBrk="1" latinLnBrk="0" hangingPunct="1">
              <a:lnSpc>
                <a:spcPct val="90000"/>
              </a:lnSpc>
              <a:spcBef>
                <a:spcPct val="0"/>
              </a:spcBef>
              <a:buNone/>
            </a:pPr>
            <a:r>
              <a:rPr lang="en-US" sz="5400" kern="1200">
                <a:solidFill>
                  <a:srgbClr val="006C67"/>
                </a:solidFill>
                <a:latin typeface="+mj-lt"/>
                <a:ea typeface="+mj-ea"/>
                <a:cs typeface="+mj-cs"/>
                <a:sym typeface="+mj-lt"/>
              </a:rPr>
              <a:t>Thank you</a:t>
            </a:r>
          </a:p>
        </p:txBody>
      </p:sp>
      <p:pic>
        <p:nvPicPr>
          <p:cNvPr id="14" name="Picture 13"/>
          <p:cNvPicPr>
            <a:picLocks noChangeAspect="1"/>
          </p:cNvPicPr>
          <p:nvPr userDrawn="1"/>
        </p:nvPicPr>
        <p:blipFill rotWithShape="1">
          <a:blip r:embed="rId6"/>
          <a:srcRect/>
          <a:stretch/>
        </p:blipFill>
        <p:spPr>
          <a:xfrm>
            <a:off x="562633" y="3343543"/>
            <a:ext cx="7260614" cy="71407"/>
          </a:xfrm>
          <a:prstGeom prst="rect">
            <a:avLst/>
          </a:prstGeom>
        </p:spPr>
      </p:pic>
      <p:pic>
        <p:nvPicPr>
          <p:cNvPr id="16" name="Picture 15"/>
          <p:cNvPicPr>
            <a:picLocks noChangeAspect="1"/>
          </p:cNvPicPr>
          <p:nvPr userDrawn="1"/>
        </p:nvPicPr>
        <p:blipFill rotWithShape="1">
          <a:blip r:embed="rId7" cstate="email">
            <a:extLst>
              <a:ext uri="{28A0092B-C50C-407E-A947-70E740481C1C}">
                <a14:useLocalDpi xmlns:a14="http://schemas.microsoft.com/office/drawing/2010/main"/>
              </a:ext>
            </a:extLst>
          </a:blip>
          <a:srcRect/>
          <a:stretch/>
        </p:blipFill>
        <p:spPr>
          <a:xfrm>
            <a:off x="0" y="6668392"/>
            <a:ext cx="12192000" cy="252811"/>
          </a:xfrm>
          <a:prstGeom prst="rect">
            <a:avLst/>
          </a:prstGeom>
        </p:spPr>
      </p:pic>
      <p:pic>
        <p:nvPicPr>
          <p:cNvPr id="17" name="Picture 16"/>
          <p:cNvPicPr>
            <a:picLocks noChangeAspect="1"/>
          </p:cNvPicPr>
          <p:nvPr userDrawn="1"/>
        </p:nvPicPr>
        <p:blipFill rotWithShape="1">
          <a:blip r:embed="rId7" cstate="email">
            <a:extLst>
              <a:ext uri="{28A0092B-C50C-407E-A947-70E740481C1C}">
                <a14:useLocalDpi xmlns:a14="http://schemas.microsoft.com/office/drawing/2010/main"/>
              </a:ext>
            </a:extLst>
          </a:blip>
          <a:srcRect/>
          <a:stretch/>
        </p:blipFill>
        <p:spPr>
          <a:xfrm>
            <a:off x="0" y="0"/>
            <a:ext cx="12192000" cy="252811"/>
          </a:xfrm>
          <a:prstGeom prst="rect">
            <a:avLst/>
          </a:prstGeom>
        </p:spPr>
      </p:pic>
      <p:pic>
        <p:nvPicPr>
          <p:cNvPr id="9" name="Graphic 8">
            <a:extLst>
              <a:ext uri="{FF2B5EF4-FFF2-40B4-BE49-F238E27FC236}">
                <a16:creationId xmlns:a16="http://schemas.microsoft.com/office/drawing/2014/main" id="{0875E17A-EBA8-45DB-B0D7-60C4290199CF}"/>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7526215" y="399621"/>
            <a:ext cx="4248151" cy="1246419"/>
          </a:xfrm>
          <a:prstGeom prst="rect">
            <a:avLst/>
          </a:prstGeom>
        </p:spPr>
      </p:pic>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5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All rights reserved.</a:t>
            </a: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5996649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4" imgH="384" progId="TCLayout.ActiveDocument.1">
                  <p:embed/>
                </p:oleObj>
              </mc:Choice>
              <mc:Fallback>
                <p:oleObj name="think-cell Slide" r:id="rId4" imgW="384" imgH="38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16" name="Picture 15"/>
          <p:cNvPicPr>
            <a:picLocks noChangeAspect="1"/>
          </p:cNvPicPr>
          <p:nvPr userDrawn="1"/>
        </p:nvPicPr>
        <p:blipFill rotWithShape="1">
          <a:blip r:embed="rId6" cstate="email">
            <a:extLst>
              <a:ext uri="{28A0092B-C50C-407E-A947-70E740481C1C}">
                <a14:useLocalDpi xmlns:a14="http://schemas.microsoft.com/office/drawing/2010/main"/>
              </a:ext>
            </a:extLst>
          </a:blip>
          <a:srcRect r="1844"/>
          <a:stretch/>
        </p:blipFill>
        <p:spPr>
          <a:xfrm>
            <a:off x="2003977" y="561096"/>
            <a:ext cx="10178295" cy="6234890"/>
          </a:xfrm>
          <a:prstGeom prst="rect">
            <a:avLst/>
          </a:prstGeom>
        </p:spPr>
      </p:pic>
      <p:sp>
        <p:nvSpPr>
          <p:cNvPr id="17" name="Title 5"/>
          <p:cNvSpPr>
            <a:spLocks noGrp="1"/>
          </p:cNvSpPr>
          <p:nvPr>
            <p:ph type="ctrTitle"/>
          </p:nvPr>
        </p:nvSpPr>
        <p:spPr>
          <a:xfrm>
            <a:off x="667408" y="1659004"/>
            <a:ext cx="7344478" cy="1638300"/>
          </a:xfrm>
        </p:spPr>
        <p:txBody>
          <a:bodyPr vert="horz" lIns="0" tIns="0" rIns="0" bIns="0" anchor="b">
            <a:normAutofit/>
          </a:bodyPr>
          <a:lstStyle>
            <a:lvl1pPr algn="l">
              <a:defRPr sz="5400">
                <a:solidFill>
                  <a:srgbClr val="006C67"/>
                </a:solidFill>
                <a:latin typeface="+mj-lt"/>
                <a:ea typeface="+mj-ea"/>
                <a:cs typeface="+mj-cs"/>
                <a:sym typeface="+mj-lt"/>
              </a:defRPr>
            </a:lvl1pPr>
          </a:lstStyle>
          <a:p>
            <a:r>
              <a:rPr lang="en-US"/>
              <a:t>Click to edit Master title style</a:t>
            </a:r>
          </a:p>
        </p:txBody>
      </p:sp>
      <p:sp>
        <p:nvSpPr>
          <p:cNvPr id="19" name="Text Placeholder 7"/>
          <p:cNvSpPr>
            <a:spLocks noGrp="1"/>
          </p:cNvSpPr>
          <p:nvPr>
            <p:ph type="body" sz="quarter" idx="10" hasCustomPrompt="1"/>
          </p:nvPr>
        </p:nvSpPr>
        <p:spPr>
          <a:xfrm>
            <a:off x="667407" y="3461188"/>
            <a:ext cx="7344478" cy="662940"/>
          </a:xfrm>
        </p:spPr>
        <p:txBody>
          <a:bodyPr lIns="0" tIns="0" rIns="0" bIns="0">
            <a:normAutofit/>
          </a:bodyPr>
          <a:lstStyle>
            <a:lvl1pPr marL="0" indent="0">
              <a:buNone/>
              <a:defRPr sz="2400">
                <a:solidFill>
                  <a:schemeClr val="tx1"/>
                </a:solidFill>
                <a:latin typeface="+mn-lt"/>
                <a:ea typeface="+mn-ea"/>
                <a:cs typeface="+mn-cs"/>
                <a:sym typeface="+mn-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subtitle style</a:t>
            </a:r>
          </a:p>
        </p:txBody>
      </p:sp>
      <p:sp>
        <p:nvSpPr>
          <p:cNvPr id="23" name="Text Placeholder 2"/>
          <p:cNvSpPr>
            <a:spLocks noGrp="1"/>
          </p:cNvSpPr>
          <p:nvPr>
            <p:ph type="body" sz="quarter" idx="11" hasCustomPrompt="1"/>
          </p:nvPr>
        </p:nvSpPr>
        <p:spPr>
          <a:xfrm>
            <a:off x="667407" y="4198448"/>
            <a:ext cx="7344478" cy="251460"/>
          </a:xfrm>
        </p:spPr>
        <p:txBody>
          <a:bodyPr anchor="ctr"/>
          <a:lstStyle>
            <a:lvl1pPr>
              <a:defRPr sz="1600" cap="all" baseline="0">
                <a:solidFill>
                  <a:srgbClr val="7F7F7F"/>
                </a:solidFill>
              </a:defRPr>
            </a:lvl1pPr>
          </a:lstStyle>
          <a:p>
            <a:pPr lvl="0"/>
            <a:r>
              <a:rPr lang="en-US"/>
              <a:t>Click to edit date/place</a:t>
            </a:r>
          </a:p>
        </p:txBody>
      </p:sp>
      <p:pic>
        <p:nvPicPr>
          <p:cNvPr id="24" name="Picture 23"/>
          <p:cNvPicPr>
            <a:picLocks noChangeAspect="1"/>
          </p:cNvPicPr>
          <p:nvPr userDrawn="1"/>
        </p:nvPicPr>
        <p:blipFill rotWithShape="1">
          <a:blip r:embed="rId7"/>
          <a:srcRect/>
          <a:stretch/>
        </p:blipFill>
        <p:spPr>
          <a:xfrm>
            <a:off x="562633" y="3343543"/>
            <a:ext cx="7260614" cy="71407"/>
          </a:xfrm>
          <a:prstGeom prst="rect">
            <a:avLst/>
          </a:prstGeom>
        </p:spPr>
      </p:pic>
      <p:pic>
        <p:nvPicPr>
          <p:cNvPr id="25" name="Picture 24"/>
          <p:cNvPicPr>
            <a:picLocks noChangeAspect="1"/>
          </p:cNvPicPr>
          <p:nvPr userDrawn="1"/>
        </p:nvPicPr>
        <p:blipFill rotWithShape="1">
          <a:blip r:embed="rId8" cstate="email">
            <a:extLst>
              <a:ext uri="{28A0092B-C50C-407E-A947-70E740481C1C}">
                <a14:useLocalDpi xmlns:a14="http://schemas.microsoft.com/office/drawing/2010/main"/>
              </a:ext>
            </a:extLst>
          </a:blip>
          <a:srcRect/>
          <a:stretch/>
        </p:blipFill>
        <p:spPr>
          <a:xfrm>
            <a:off x="0" y="6668392"/>
            <a:ext cx="12192000" cy="252811"/>
          </a:xfrm>
          <a:prstGeom prst="rect">
            <a:avLst/>
          </a:prstGeom>
        </p:spPr>
      </p:pic>
      <p:pic>
        <p:nvPicPr>
          <p:cNvPr id="28" name="Picture 27"/>
          <p:cNvPicPr>
            <a:picLocks noChangeAspect="1"/>
          </p:cNvPicPr>
          <p:nvPr userDrawn="1"/>
        </p:nvPicPr>
        <p:blipFill rotWithShape="1">
          <a:blip r:embed="rId8" cstate="email">
            <a:extLst>
              <a:ext uri="{28A0092B-C50C-407E-A947-70E740481C1C}">
                <a14:useLocalDpi xmlns:a14="http://schemas.microsoft.com/office/drawing/2010/main"/>
              </a:ext>
            </a:extLst>
          </a:blip>
          <a:srcRect/>
          <a:stretch/>
        </p:blipFill>
        <p:spPr>
          <a:xfrm>
            <a:off x="0" y="0"/>
            <a:ext cx="12192000" cy="252811"/>
          </a:xfrm>
          <a:prstGeom prst="rect">
            <a:avLst/>
          </a:prstGeom>
        </p:spPr>
      </p:pic>
      <p:pic>
        <p:nvPicPr>
          <p:cNvPr id="12" name="Graphic 11">
            <a:extLst>
              <a:ext uri="{FF2B5EF4-FFF2-40B4-BE49-F238E27FC236}">
                <a16:creationId xmlns:a16="http://schemas.microsoft.com/office/drawing/2014/main" id="{E5DB6A6D-0DD1-4546-860A-F4108A3FCA24}"/>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7526215" y="399621"/>
            <a:ext cx="4248151" cy="124641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734757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All rights reserved.</a:t>
            </a:r>
          </a:p>
        </p:txBody>
      </p:sp>
      <p:sp>
        <p:nvSpPr>
          <p:cNvPr id="8" name="Title 7"/>
          <p:cNvSpPr>
            <a:spLocks noGrp="1"/>
          </p:cNvSpPr>
          <p:nvPr>
            <p:ph type="title" hasCustomPrompt="1"/>
          </p:nvPr>
        </p:nvSpPr>
        <p:spPr>
          <a:xfrm>
            <a:off x="630000" y="622800"/>
            <a:ext cx="10933350" cy="332399"/>
          </a:xfrm>
        </p:spPr>
        <p:txBody>
          <a:bodyPr vert="horz"/>
          <a:lstStyle>
            <a:lvl1pPr>
              <a:defRPr>
                <a:solidFill>
                  <a:srgbClr val="006C67"/>
                </a:solidFill>
                <a:latin typeface="+mj-lt"/>
                <a:sym typeface="Trebuchet MS" panose="020B0603020202020204" pitchFamily="34" charset="0"/>
              </a:defRPr>
            </a:lvl1pPr>
          </a:lstStyle>
          <a:p>
            <a:r>
              <a:rPr lang="en-US"/>
              <a:t>Click to add title</a:t>
            </a:r>
          </a:p>
        </p:txBody>
      </p:sp>
      <p:pic>
        <p:nvPicPr>
          <p:cNvPr id="11" name="PP Templet-09.jpg" descr="PP Templet-09.jpg"/>
          <p:cNvPicPr>
            <a:picLocks noChangeAspect="1"/>
          </p:cNvPicPr>
          <p:nvPr userDrawn="1"/>
        </p:nvPicPr>
        <p:blipFill rotWithShape="1">
          <a:blip r:embed="rId5"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flipH="1">
            <a:off x="11691954" y="652176"/>
            <a:ext cx="335360" cy="6148270"/>
          </a:xfrm>
          <a:prstGeom prst="rect">
            <a:avLst/>
          </a:prstGeom>
          <a:ln w="12700">
            <a:miter lim="400000"/>
          </a:ln>
        </p:spPr>
      </p:pic>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lvl1pPr>
              <a:defRPr>
                <a:solidFill>
                  <a:srgbClr val="006C67"/>
                </a:solidFill>
              </a:defRPr>
            </a:lvl1pPr>
          </a:lstStyle>
          <a:p>
            <a:r>
              <a:rPr lang="en-US"/>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All rights reserved.</a:t>
            </a:r>
          </a:p>
        </p:txBody>
      </p:sp>
      <p:pic>
        <p:nvPicPr>
          <p:cNvPr id="7" name="PP Templet-09.jpg" descr="PP Templet-09.jpg"/>
          <p:cNvPicPr>
            <a:picLocks noChangeAspect="1"/>
          </p:cNvPicPr>
          <p:nvPr userDrawn="1"/>
        </p:nvPicPr>
        <p:blipFill rotWithShape="1">
          <a:blip r:embed="rId2"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flipH="1">
            <a:off x="11691954" y="652176"/>
            <a:ext cx="335360" cy="6148270"/>
          </a:xfrm>
          <a:prstGeom prst="rect">
            <a:avLst/>
          </a:prstGeom>
          <a:ln w="12700">
            <a:miter lim="400000"/>
          </a:ln>
        </p:spPr>
      </p:pic>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rgbClr val="FFFFFF"/>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All rights reserved.</a:t>
            </a: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rgbClr val="006C67"/>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rgbClr val="006C67"/>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rgbClr val="006C67"/>
                </a:solidFill>
                <a:latin typeface="+mj-lt"/>
                <a:ea typeface="+mn-ea"/>
                <a:cs typeface="Arial" panose="020B0604020202020204" pitchFamily="34" charset="0"/>
                <a:sym typeface="Trebuchet MS" panose="020B0603020202020204" pitchFamily="34" charset="0"/>
              </a:defRPr>
            </a:lvl1pPr>
          </a:lstStyle>
          <a:p>
            <a:r>
              <a:rPr lang="en-US"/>
              <a:t>Click to add section title</a:t>
            </a:r>
          </a:p>
        </p:txBody>
      </p:sp>
      <p:sp>
        <p:nvSpPr>
          <p:cNvPr id="11" name="Rectangle 10"/>
          <p:cNvSpPr/>
          <p:nvPr userDrawn="1"/>
        </p:nvSpPr>
        <p:spPr bwMode="white">
          <a:xfrm>
            <a:off x="1280693" y="1424081"/>
            <a:ext cx="951721" cy="951721"/>
          </a:xfrm>
          <a:prstGeom prst="rect">
            <a:avLst/>
          </a:prstGeom>
          <a:noFill/>
          <a:ln>
            <a:solidFill>
              <a:srgbClr val="009A93"/>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rgbClr val="FFFFFF"/>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rgbClr val="006C67"/>
                </a:solidFill>
                <a:latin typeface="+mj-lt"/>
                <a:sym typeface="Trebuchet MS" panose="020B0603020202020204" pitchFamily="34" charset="0"/>
              </a:defRPr>
            </a:lvl1pPr>
          </a:lstStyle>
          <a:p>
            <a:r>
              <a:rPr lang="en-US"/>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rgbClr val="009A93"/>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All rights reserved.</a:t>
            </a:r>
          </a:p>
        </p:txBody>
      </p:sp>
      <p:sp>
        <p:nvSpPr>
          <p:cNvPr id="24" name="Rectangle 23"/>
          <p:cNvSpPr/>
          <p:nvPr userDrawn="1"/>
        </p:nvSpPr>
        <p:spPr bwMode="white">
          <a:xfrm>
            <a:off x="0" y="0"/>
            <a:ext cx="4079508"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rgbClr val="006C67"/>
                </a:solidFill>
                <a:latin typeface="+mj-lt"/>
                <a:sym typeface="Trebuchet MS" panose="020B0603020202020204" pitchFamily="34" charset="0"/>
              </a:defRPr>
            </a:lvl1pPr>
          </a:lstStyle>
          <a:p>
            <a:r>
              <a:rPr lang="en-US"/>
              <a:t>Click to add title</a:t>
            </a:r>
          </a:p>
        </p:txBody>
      </p:sp>
      <p:pic>
        <p:nvPicPr>
          <p:cNvPr id="11" name="Picture 10">
            <a:extLst>
              <a:ext uri="{FF2B5EF4-FFF2-40B4-BE49-F238E27FC236}">
                <a16:creationId xmlns:a16="http://schemas.microsoft.com/office/drawing/2014/main" id="{CCF5566F-5DE7-44C7-8472-479F86C22CF7}"/>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All rights reserved.</a:t>
            </a: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solidFill>
                  <a:srgbClr val="006C67"/>
                </a:solidFill>
                <a:latin typeface="+mj-lt"/>
                <a:sym typeface="Trebuchet MS" panose="020B0603020202020204" pitchFamily="34" charset="0"/>
              </a:defRPr>
            </a:lvl1pPr>
          </a:lstStyle>
          <a:p>
            <a:r>
              <a:rPr lang="en-US"/>
              <a:t>Click to add title</a:t>
            </a:r>
          </a:p>
        </p:txBody>
      </p:sp>
      <p:pic>
        <p:nvPicPr>
          <p:cNvPr id="11" name="Picture 10">
            <a:extLst>
              <a:ext uri="{FF2B5EF4-FFF2-40B4-BE49-F238E27FC236}">
                <a16:creationId xmlns:a16="http://schemas.microsoft.com/office/drawing/2014/main" id="{7E81D9EE-7DCA-4757-9805-463846A646DA}"/>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2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solidFill>
                  <a:srgbClr val="006C67"/>
                </a:solidFill>
                <a:latin typeface="+mj-lt"/>
                <a:sym typeface="Trebuchet MS" panose="020B0603020202020204" pitchFamily="34" charset="0"/>
              </a:defRPr>
            </a:lvl1pPr>
          </a:lstStyle>
          <a:p>
            <a:r>
              <a:rPr lang="en-US"/>
              <a:t>Click to add title</a:t>
            </a:r>
          </a:p>
        </p:txBody>
      </p:sp>
      <p:pic>
        <p:nvPicPr>
          <p:cNvPr id="11" name="Picture 10">
            <a:extLst>
              <a:ext uri="{FF2B5EF4-FFF2-40B4-BE49-F238E27FC236}">
                <a16:creationId xmlns:a16="http://schemas.microsoft.com/office/drawing/2014/main" id="{C63B693B-4AD5-4D68-8296-3092FDBDAED9}"/>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a:t>Click to add title</a:t>
            </a:r>
          </a:p>
        </p:txBody>
      </p:sp>
      <p:sp>
        <p:nvSpPr>
          <p:cNvPr id="26" name="Rectangle 25"/>
          <p:cNvSpPr/>
          <p:nvPr userDrawn="1"/>
        </p:nvSpPr>
        <p:spPr bwMode="ltGray">
          <a:xfrm>
            <a:off x="4080763" y="-1309"/>
            <a:ext cx="8111237" cy="685930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2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pic>
        <p:nvPicPr>
          <p:cNvPr id="10" name="Picture 9">
            <a:extLst>
              <a:ext uri="{FF2B5EF4-FFF2-40B4-BE49-F238E27FC236}">
                <a16:creationId xmlns:a16="http://schemas.microsoft.com/office/drawing/2014/main" id="{E05A7C20-AA08-4BFA-9709-9EAC1151E602}"/>
              </a:ext>
            </a:extLst>
          </p:cNvPr>
          <p:cNvPicPr>
            <a:picLocks noChangeAspect="1"/>
          </p:cNvPicPr>
          <p:nvPr userDrawn="1"/>
        </p:nvPicPr>
        <p:blipFill>
          <a:blip r:embed="rId3"/>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All rights reserved.</a:t>
            </a:r>
          </a:p>
        </p:txBody>
      </p:sp>
      <p:pic>
        <p:nvPicPr>
          <p:cNvPr id="18" name="Picture 17">
            <a:extLst>
              <a:ext uri="{FF2B5EF4-FFF2-40B4-BE49-F238E27FC236}">
                <a16:creationId xmlns:a16="http://schemas.microsoft.com/office/drawing/2014/main" id="{3AA8C9F0-F04D-4944-BA87-3AAE11A470BF}"/>
              </a:ext>
            </a:extLst>
          </p:cNvPr>
          <p:cNvPicPr>
            <a:picLocks noChangeAspect="1"/>
          </p:cNvPicPr>
          <p:nvPr userDrawn="1"/>
        </p:nvPicPr>
        <p:blipFill>
          <a:blip r:embed="rId3"/>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All rights reserved.</a:t>
            </a: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pic>
        <p:nvPicPr>
          <p:cNvPr id="16" name="Picture 15">
            <a:extLst>
              <a:ext uri="{FF2B5EF4-FFF2-40B4-BE49-F238E27FC236}">
                <a16:creationId xmlns:a16="http://schemas.microsoft.com/office/drawing/2014/main" id="{0D08559D-B634-4DE1-B3CB-076B1A315F9E}"/>
              </a:ext>
            </a:extLst>
          </p:cNvPr>
          <p:cNvPicPr>
            <a:picLocks noChangeAspect="1"/>
          </p:cNvPicPr>
          <p:nvPr userDrawn="1"/>
        </p:nvPicPr>
        <p:blipFill>
          <a:blip r:embed="rId3"/>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All rights reserved.</a:t>
            </a: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rgbClr val="006C67"/>
                </a:solidFill>
                <a:latin typeface="+mj-lt"/>
                <a:sym typeface="Trebuchet MS" panose="020B0603020202020204" pitchFamily="34" charset="0"/>
              </a:defRPr>
            </a:lvl1pPr>
          </a:lstStyle>
          <a:p>
            <a:r>
              <a:rPr lang="en-US">
                <a:solidFill>
                  <a:schemeClr val="tx2"/>
                </a:solidFill>
              </a:rPr>
              <a:t>Click to add title</a:t>
            </a:r>
          </a:p>
        </p:txBody>
      </p:sp>
      <p:pic>
        <p:nvPicPr>
          <p:cNvPr id="12"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74B6C4EB-7234-49BE-933E-C47B1D627A51}"/>
              </a:ext>
            </a:extLst>
          </p:cNvPr>
          <p:cNvPicPr>
            <a:picLocks noChangeAspect="1"/>
          </p:cNvPicPr>
          <p:nvPr userDrawn="1"/>
        </p:nvPicPr>
        <p:blipFill>
          <a:blip r:embed="rId6">
            <a:extLst>
              <a:ext uri="{BEBA8EAE-BF5A-486C-A8C5-ECC9F3942E4B}">
                <a14:imgProps xmlns:a14="http://schemas.microsoft.com/office/drawing/2010/main">
                  <a14:imgLayer r:embed="rId7">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rgbClr val="FFFFFF"/>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flip="none" rotWithShape="1">
            <a:gsLst>
              <a:gs pos="0">
                <a:srgbClr val="006C67"/>
              </a:gs>
              <a:gs pos="100000">
                <a:srgbClr val="004C48"/>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pic>
        <p:nvPicPr>
          <p:cNvPr id="12" name="Picture 11">
            <a:extLst>
              <a:ext uri="{FF2B5EF4-FFF2-40B4-BE49-F238E27FC236}">
                <a16:creationId xmlns:a16="http://schemas.microsoft.com/office/drawing/2014/main" id="{2D1FD59A-4685-48EA-99FE-D5D1F4A0DD97}"/>
              </a:ext>
            </a:extLst>
          </p:cNvPr>
          <p:cNvPicPr>
            <a:picLocks noChangeAspect="1"/>
          </p:cNvPicPr>
          <p:nvPr userDrawn="1"/>
        </p:nvPicPr>
        <p:blipFill>
          <a:blip r:embed="rId3"/>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All rights reserved.</a:t>
            </a:r>
          </a:p>
        </p:txBody>
      </p:sp>
      <p:sp>
        <p:nvSpPr>
          <p:cNvPr id="19" name="Pentagon 3"/>
          <p:cNvSpPr/>
          <p:nvPr userDrawn="1"/>
        </p:nvSpPr>
        <p:spPr bwMode="white">
          <a:xfrm>
            <a:off x="1" y="0"/>
            <a:ext cx="5426920" cy="6858000"/>
          </a:xfrm>
          <a:prstGeom prst="homePlate">
            <a:avLst>
              <a:gd name="adj" fmla="val 12939"/>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006C67"/>
                </a:solidFill>
                <a:latin typeface="+mj-lt"/>
                <a:sym typeface="Trebuchet MS" panose="020B0603020202020204" pitchFamily="34" charset="0"/>
              </a:defRPr>
            </a:lvl1pPr>
          </a:lstStyle>
          <a:p>
            <a:r>
              <a:rPr lang="en-US"/>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45C878E9-1B5E-4086-BF6E-E63942A82EEA}"/>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rgbClr val="FFFFFF"/>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flip="none" rotWithShape="1">
            <a:gsLst>
              <a:gs pos="0">
                <a:srgbClr val="006C67"/>
              </a:gs>
              <a:gs pos="100000">
                <a:srgbClr val="004C48"/>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pic>
        <p:nvPicPr>
          <p:cNvPr id="11" name="Picture 10">
            <a:extLst>
              <a:ext uri="{FF2B5EF4-FFF2-40B4-BE49-F238E27FC236}">
                <a16:creationId xmlns:a16="http://schemas.microsoft.com/office/drawing/2014/main" id="{F15C7EC3-FAF7-423A-85C5-6C704DBD2D83}"/>
              </a:ext>
            </a:extLst>
          </p:cNvPr>
          <p:cNvPicPr>
            <a:picLocks noChangeAspect="1"/>
          </p:cNvPicPr>
          <p:nvPr userDrawn="1"/>
        </p:nvPicPr>
        <p:blipFill>
          <a:blip r:embed="rId3"/>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006C67"/>
                </a:solidFill>
                <a:latin typeface="+mj-lt"/>
                <a:sym typeface="Trebuchet MS" panose="020B0603020202020204" pitchFamily="34" charset="0"/>
              </a:defRPr>
            </a:lvl1pPr>
          </a:lstStyle>
          <a:p>
            <a:r>
              <a:rPr lang="en-US"/>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18"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558C5587-AA67-4CE8-ADFC-650D492A0DFF}"/>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rgbClr val="FFFFFF"/>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flip="none" rotWithShape="1">
            <a:gsLst>
              <a:gs pos="0">
                <a:srgbClr val="006C67"/>
              </a:gs>
              <a:gs pos="100000">
                <a:srgbClr val="004C48"/>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All rights reserved.</a:t>
            </a: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pic>
        <p:nvPicPr>
          <p:cNvPr id="13" name="Picture 12">
            <a:extLst>
              <a:ext uri="{FF2B5EF4-FFF2-40B4-BE49-F238E27FC236}">
                <a16:creationId xmlns:a16="http://schemas.microsoft.com/office/drawing/2014/main" id="{41E1C2F9-3E4F-4853-B467-2BDA5842956F}"/>
              </a:ext>
            </a:extLst>
          </p:cNvPr>
          <p:cNvPicPr>
            <a:picLocks noChangeAspect="1"/>
          </p:cNvPicPr>
          <p:nvPr userDrawn="1"/>
        </p:nvPicPr>
        <p:blipFill>
          <a:blip r:embed="rId3"/>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006C67"/>
                </a:solidFill>
                <a:latin typeface="+mj-lt"/>
                <a:sym typeface="Trebuchet MS" panose="020B0603020202020204" pitchFamily="34" charset="0"/>
              </a:defRPr>
            </a:lvl1pPr>
          </a:lstStyle>
          <a:p>
            <a:r>
              <a:rPr lang="en-US"/>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067780EB-A7EC-44AE-9321-8DA349D3E2C5}"/>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rgbClr val="FFFFFF"/>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flip="none" rotWithShape="1">
            <a:gsLst>
              <a:gs pos="0">
                <a:srgbClr val="006C67"/>
              </a:gs>
              <a:gs pos="100000">
                <a:srgbClr val="004C48"/>
              </a:gs>
            </a:gsLst>
            <a:lin ang="81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pic>
        <p:nvPicPr>
          <p:cNvPr id="11" name="Picture 10">
            <a:extLst>
              <a:ext uri="{FF2B5EF4-FFF2-40B4-BE49-F238E27FC236}">
                <a16:creationId xmlns:a16="http://schemas.microsoft.com/office/drawing/2014/main" id="{3CBA65E1-29F4-47C1-8611-7C29BB873BEB}"/>
              </a:ext>
            </a:extLst>
          </p:cNvPr>
          <p:cNvPicPr>
            <a:picLocks noChangeAspect="1"/>
          </p:cNvPicPr>
          <p:nvPr userDrawn="1"/>
        </p:nvPicPr>
        <p:blipFill>
          <a:blip r:embed="rId3"/>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All rights reserved.</a:t>
            </a: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pic>
        <p:nvPicPr>
          <p:cNvPr id="8" name="Picture 7">
            <a:extLst>
              <a:ext uri="{FF2B5EF4-FFF2-40B4-BE49-F238E27FC236}">
                <a16:creationId xmlns:a16="http://schemas.microsoft.com/office/drawing/2014/main" id="{EA881E27-71F6-4BCC-8D52-6F57B33755FD}"/>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rgbClr val="FFFFFF"/>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All rights reserved.</a:t>
            </a:r>
          </a:p>
        </p:txBody>
      </p:sp>
      <p:sp>
        <p:nvSpPr>
          <p:cNvPr id="6" name="Rectangle 5"/>
          <p:cNvSpPr/>
          <p:nvPr userDrawn="1"/>
        </p:nvSpPr>
        <p:spPr bwMode="white">
          <a:xfrm>
            <a:off x="630000" y="625475"/>
            <a:ext cx="932688" cy="932688"/>
          </a:xfrm>
          <a:prstGeom prst="rect">
            <a:avLst/>
          </a:prstGeom>
          <a:noFill/>
          <a:ln>
            <a:solidFill>
              <a:srgbClr val="009A9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rgbClr val="009A93"/>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rgbClr val="003A37"/>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rgbClr val="006C67"/>
          </a:solidFill>
          <a:ln>
            <a:noFill/>
          </a:ln>
          <a:effectLst/>
        </p:spPr>
        <p:txBody>
          <a:bodyPr vert="horz" wrap="square" lIns="91440" tIns="45720" rIns="91440" bIns="45720" numCol="1" anchor="t" anchorCtr="0" compatLnSpc="1">
            <a:prstTxWarp prst="textNoShape">
              <a:avLst/>
            </a:prstTxWarp>
            <a:noAutofit/>
          </a:bodyPr>
          <a:lstStyle/>
          <a:p>
            <a:endParaRPr lang="en-US">
              <a:latin typeface="+mn-lt"/>
              <a:sym typeface="Trebuchet MS" panose="020B0603020202020204" pitchFamily="34" charset="0"/>
            </a:endParaRPr>
          </a:p>
        </p:txBody>
      </p:sp>
      <p:pic>
        <p:nvPicPr>
          <p:cNvPr id="9" name="Picture 8">
            <a:extLst>
              <a:ext uri="{FF2B5EF4-FFF2-40B4-BE49-F238E27FC236}">
                <a16:creationId xmlns:a16="http://schemas.microsoft.com/office/drawing/2014/main" id="{C021B772-7822-4263-889A-CC0F855DB35C}"/>
              </a:ext>
            </a:extLst>
          </p:cNvPr>
          <p:cNvPicPr>
            <a:picLocks noChangeAspect="1"/>
          </p:cNvPicPr>
          <p:nvPr userDrawn="1"/>
        </p:nvPicPr>
        <p:blipFill>
          <a:blip r:embed="rId6">
            <a:extLst>
              <a:ext uri="{BEBA8EAE-BF5A-486C-A8C5-ECC9F3942E4B}">
                <a14:imgProps xmlns:a14="http://schemas.microsoft.com/office/drawing/2010/main">
                  <a14:imgLayer r:embed="rId7">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rgbClr val="2C2C2C"/>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All rights reserved.</a:t>
            </a: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a:t>Click to add title</a:t>
            </a:r>
          </a:p>
        </p:txBody>
      </p:sp>
      <p:pic>
        <p:nvPicPr>
          <p:cNvPr id="8" name="Picture 7">
            <a:extLst>
              <a:ext uri="{FF2B5EF4-FFF2-40B4-BE49-F238E27FC236}">
                <a16:creationId xmlns:a16="http://schemas.microsoft.com/office/drawing/2014/main" id="{ED80C188-34C3-4D0B-A4C2-4CF092C76E52}"/>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a:solidFill>
                  <a:srgbClr val="006C67"/>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24"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E0359BA8-1A52-4A09-9C4A-A7646D16C613}"/>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All rights reserved.</a:t>
            </a: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pic>
        <p:nvPicPr>
          <p:cNvPr id="8" name="Picture 7">
            <a:extLst>
              <a:ext uri="{FF2B5EF4-FFF2-40B4-BE49-F238E27FC236}">
                <a16:creationId xmlns:a16="http://schemas.microsoft.com/office/drawing/2014/main" id="{68D5CAB1-73AF-4810-9424-C22282BBAECC}"/>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rgbClr val="FFFFFF"/>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a:p>
        </p:txBody>
      </p:sp>
      <p:sp>
        <p:nvSpPr>
          <p:cNvPr id="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All rights reserved.</a:t>
            </a: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a:p>
        </p:txBody>
      </p:sp>
      <p:sp>
        <p:nvSpPr>
          <p:cNvPr id="10"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All rights reserved.</a:t>
            </a:r>
          </a:p>
        </p:txBody>
      </p:sp>
      <p:sp>
        <p:nvSpPr>
          <p:cNvPr id="5" name="Title 6">
            <a:extLst>
              <a:ext uri="{FF2B5EF4-FFF2-40B4-BE49-F238E27FC236}">
                <a16:creationId xmlns:a16="http://schemas.microsoft.com/office/drawing/2014/main" id="{66FB03DE-C2B4-4054-8BFA-745FC38FC326}"/>
              </a:ext>
            </a:extLst>
          </p:cNvPr>
          <p:cNvSpPr txBox="1">
            <a:spLocks/>
          </p:cNvSpPr>
          <p:nvPr userDrawn="1"/>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a:gradFill>
                  <a:gsLst>
                    <a:gs pos="100000">
                      <a:schemeClr val="tx2"/>
                    </a:gs>
                    <a:gs pos="2000">
                      <a:schemeClr val="accent2"/>
                    </a:gs>
                  </a:gsLst>
                  <a:lin ang="2700000" scaled="0"/>
                </a:gradFill>
                <a:latin typeface="+mn-lt"/>
                <a:sym typeface="Trebuchet MS" panose="020B0603020202020204" pitchFamily="34" charset="0"/>
              </a:rPr>
              <a:t>Disclaimer</a:t>
            </a:r>
          </a:p>
        </p:txBody>
      </p:sp>
      <p:sp>
        <p:nvSpPr>
          <p:cNvPr id="6" name="Rectangle 5">
            <a:extLst>
              <a:ext uri="{FF2B5EF4-FFF2-40B4-BE49-F238E27FC236}">
                <a16:creationId xmlns:a16="http://schemas.microsoft.com/office/drawing/2014/main" id="{DD3DB328-C67A-43C8-8A2E-A78DF8F8DD97}"/>
              </a:ext>
            </a:extLst>
          </p:cNvPr>
          <p:cNvSpPr/>
          <p:nvPr userDrawn="1"/>
        </p:nvSpPr>
        <p:spPr>
          <a:xfrm>
            <a:off x="5021826" y="1387258"/>
            <a:ext cx="6209072" cy="3877985"/>
          </a:xfrm>
          <a:prstGeom prst="rect">
            <a:avLst/>
          </a:prstGeom>
        </p:spPr>
        <p:txBody>
          <a:bodyPr wrap="square" lIns="0" tIns="0" rIns="0" bIns="0" anchor="ctr">
            <a:spAutoFit/>
          </a:bodyPr>
          <a:lstStyle/>
          <a:p>
            <a:pPr indent="0">
              <a:lnSpc>
                <a:spcPct val="100000"/>
              </a:lnSpc>
            </a:pPr>
            <a:r>
              <a:rPr lang="en-US" sz="900" b="0">
                <a:latin typeface="+mn-lt"/>
                <a:sym typeface="Trebuchet MS" panose="020B0603020202020204" pitchFamily="34" charset="0"/>
              </a:rPr>
              <a:t>Disclaimer &amp; Non-reliance </a:t>
            </a:r>
          </a:p>
          <a:p>
            <a:pPr indent="0">
              <a:lnSpc>
                <a:spcPct val="100000"/>
              </a:lnSpc>
            </a:pPr>
            <a:endParaRPr lang="en-US" sz="900" b="0">
              <a:latin typeface="+mn-lt"/>
              <a:sym typeface="Trebuchet MS" panose="020B0603020202020204" pitchFamily="34" charset="0"/>
            </a:endParaRPr>
          </a:p>
          <a:p>
            <a:pPr indent="0">
              <a:lnSpc>
                <a:spcPct val="100000"/>
              </a:lnSpc>
            </a:pPr>
            <a:r>
              <a:rPr lang="en-US" sz="900" b="0">
                <a:latin typeface="+mn-lt"/>
                <a:sym typeface="Trebuchet MS" panose="020B0603020202020204" pitchFamily="34" charset="0"/>
              </a:rPr>
              <a:t>The services and materials provided by the issuer of the report are subject to the issuer of the report's Standard Terms and Conditions (a copy of which is available upon request) or such other agreement as may have been previously executed by the issuer of the report.  The issuer of the report does not provide legal, accounting, or tax advice.  Client is responsible for obtaining independent advice concerning these matters, which advice may affect the guidance given by the issuer of the report.  Further, the issuer of the report has made no undertaking to update these materials after the date hereof notwithstanding that such information may become outdated or inaccurate.</a:t>
            </a:r>
          </a:p>
          <a:p>
            <a:pPr indent="0">
              <a:lnSpc>
                <a:spcPct val="100000"/>
              </a:lnSpc>
            </a:pPr>
            <a:endParaRPr lang="en-US" sz="900" b="0">
              <a:latin typeface="+mn-lt"/>
              <a:sym typeface="Trebuchet MS" panose="020B0603020202020204" pitchFamily="34" charset="0"/>
            </a:endParaRPr>
          </a:p>
          <a:p>
            <a:pPr indent="0">
              <a:lnSpc>
                <a:spcPct val="100000"/>
              </a:lnSpc>
            </a:pPr>
            <a:r>
              <a:rPr lang="en-US" sz="900" b="0">
                <a:latin typeface="+mn-lt"/>
                <a:sym typeface="Trebuchet MS" panose="020B0603020202020204" pitchFamily="34" charset="0"/>
              </a:rPr>
              <a:t>The material contained in this presentation are designed for the sole use by the Board of Directors or senior management of the Client and solely for the limited purposes described in the proposal.  The materials shall not be copied, disclosed or given to any person or entity other than the Client (“Third-Parties”) without the prior written consent being provided.  These materials serve only as the focus for discussion and are incomplete without the accompanying oral commentary and may not be relied on as a stand-alone document.  Further, Third-Parties may not, and it is unreasonable for any Third-Party to, rely on these materials for any purpose whatsoever.  To the fullest extent permitted by law (and except to the extent otherwise agreed in a signed writing the issuer of this report), issuer of this report shall have no liability whatsoever to any Third-Party, and any Third-Party hereby waives any rights and claims it may, have at any time against the issuer of this report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a:latin typeface="+mn-lt"/>
              <a:sym typeface="Trebuchet MS" panose="020B0603020202020204" pitchFamily="34" charset="0"/>
            </a:endParaRPr>
          </a:p>
          <a:p>
            <a:pPr indent="0">
              <a:lnSpc>
                <a:spcPct val="100000"/>
              </a:lnSpc>
            </a:pPr>
            <a:r>
              <a:rPr lang="en-US" sz="900" b="0">
                <a:latin typeface="+mn-lt"/>
                <a:sym typeface="Trebuchet MS" panose="020B0603020202020204" pitchFamily="34" charset="0"/>
              </a:rPr>
              <a:t>The issuer of this report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the issuer of the report. Issuer of the report has used public and/or confidential data and assumptions provided to it by the Client which the issuer of the report has not independently verified the data and assumptions used in these analyses. Changes in the underlying data or operating assumptions will clearly impact the analyses and conclusions.</a:t>
            </a:r>
          </a:p>
        </p:txBody>
      </p:sp>
      <p:cxnSp>
        <p:nvCxnSpPr>
          <p:cNvPr id="7" name="Straight Connector 6">
            <a:extLst>
              <a:ext uri="{FF2B5EF4-FFF2-40B4-BE49-F238E27FC236}">
                <a16:creationId xmlns:a16="http://schemas.microsoft.com/office/drawing/2014/main" id="{6AA8A27B-7BE5-4FAB-96B0-D384108FEEBA}"/>
              </a:ext>
            </a:extLst>
          </p:cNvPr>
          <p:cNvCxnSpPr/>
          <p:nvPr userDrawn="1"/>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7" name="Picture 6"/>
          <p:cNvPicPr>
            <a:picLocks noChangeAspect="1"/>
          </p:cNvPicPr>
          <p:nvPr userDrawn="1"/>
        </p:nvPicPr>
        <p:blipFill rotWithShape="1">
          <a:blip r:embed="rId5" cstate="email">
            <a:extLst>
              <a:ext uri="{28A0092B-C50C-407E-A947-70E740481C1C}">
                <a14:useLocalDpi xmlns:a14="http://schemas.microsoft.com/office/drawing/2010/main"/>
              </a:ext>
            </a:extLst>
          </a:blip>
          <a:srcRect r="1844"/>
          <a:stretch/>
        </p:blipFill>
        <p:spPr>
          <a:xfrm>
            <a:off x="2003977" y="561096"/>
            <a:ext cx="10178295" cy="6234890"/>
          </a:xfrm>
          <a:prstGeom prst="rect">
            <a:avLst/>
          </a:prstGeom>
        </p:spPr>
      </p:pic>
      <p:sp>
        <p:nvSpPr>
          <p:cNvPr id="11" name="Rectangle 10"/>
          <p:cNvSpPr/>
          <p:nvPr userDrawn="1"/>
        </p:nvSpPr>
        <p:spPr>
          <a:xfrm>
            <a:off x="667408" y="1659004"/>
            <a:ext cx="7344478" cy="1638300"/>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algn="l" defTabSz="914400" rtl="0" eaLnBrk="1" latinLnBrk="0" hangingPunct="1">
              <a:lnSpc>
                <a:spcPct val="90000"/>
              </a:lnSpc>
              <a:spcBef>
                <a:spcPct val="0"/>
              </a:spcBef>
              <a:buNone/>
            </a:pPr>
            <a:r>
              <a:rPr lang="en-US" sz="5400" kern="1200">
                <a:solidFill>
                  <a:srgbClr val="006C67"/>
                </a:solidFill>
                <a:latin typeface="+mj-lt"/>
                <a:ea typeface="+mj-ea"/>
                <a:cs typeface="+mj-cs"/>
                <a:sym typeface="+mj-lt"/>
              </a:rPr>
              <a:t>Thank you</a:t>
            </a:r>
          </a:p>
        </p:txBody>
      </p:sp>
      <p:pic>
        <p:nvPicPr>
          <p:cNvPr id="12" name="Picture 11"/>
          <p:cNvPicPr>
            <a:picLocks noChangeAspect="1"/>
          </p:cNvPicPr>
          <p:nvPr userDrawn="1"/>
        </p:nvPicPr>
        <p:blipFill rotWithShape="1">
          <a:blip r:embed="rId6"/>
          <a:srcRect/>
          <a:stretch/>
        </p:blipFill>
        <p:spPr>
          <a:xfrm>
            <a:off x="562633" y="3343543"/>
            <a:ext cx="7260614" cy="71407"/>
          </a:xfrm>
          <a:prstGeom prst="rect">
            <a:avLst/>
          </a:prstGeom>
        </p:spPr>
      </p:pic>
      <p:pic>
        <p:nvPicPr>
          <p:cNvPr id="13" name="Picture 12"/>
          <p:cNvPicPr>
            <a:picLocks noChangeAspect="1"/>
          </p:cNvPicPr>
          <p:nvPr userDrawn="1"/>
        </p:nvPicPr>
        <p:blipFill rotWithShape="1">
          <a:blip r:embed="rId7" cstate="email">
            <a:extLst>
              <a:ext uri="{28A0092B-C50C-407E-A947-70E740481C1C}">
                <a14:useLocalDpi xmlns:a14="http://schemas.microsoft.com/office/drawing/2010/main"/>
              </a:ext>
            </a:extLst>
          </a:blip>
          <a:srcRect/>
          <a:stretch/>
        </p:blipFill>
        <p:spPr>
          <a:xfrm>
            <a:off x="0" y="6668392"/>
            <a:ext cx="12192000" cy="252811"/>
          </a:xfrm>
          <a:prstGeom prst="rect">
            <a:avLst/>
          </a:prstGeom>
        </p:spPr>
      </p:pic>
      <p:pic>
        <p:nvPicPr>
          <p:cNvPr id="14" name="Picture 13"/>
          <p:cNvPicPr>
            <a:picLocks noChangeAspect="1"/>
          </p:cNvPicPr>
          <p:nvPr userDrawn="1"/>
        </p:nvPicPr>
        <p:blipFill rotWithShape="1">
          <a:blip r:embed="rId7" cstate="email">
            <a:extLst>
              <a:ext uri="{28A0092B-C50C-407E-A947-70E740481C1C}">
                <a14:useLocalDpi xmlns:a14="http://schemas.microsoft.com/office/drawing/2010/main"/>
              </a:ext>
            </a:extLst>
          </a:blip>
          <a:srcRect/>
          <a:stretch/>
        </p:blipFill>
        <p:spPr>
          <a:xfrm>
            <a:off x="0" y="0"/>
            <a:ext cx="12192000" cy="252811"/>
          </a:xfrm>
          <a:prstGeom prst="rect">
            <a:avLst/>
          </a:prstGeom>
        </p:spPr>
      </p:pic>
      <p:pic>
        <p:nvPicPr>
          <p:cNvPr id="9" name="Graphic 8">
            <a:extLst>
              <a:ext uri="{FF2B5EF4-FFF2-40B4-BE49-F238E27FC236}">
                <a16:creationId xmlns:a16="http://schemas.microsoft.com/office/drawing/2014/main" id="{6AD2E01B-64DC-4C33-9BE3-56040786355F}"/>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7526215" y="399621"/>
            <a:ext cx="4248151" cy="1246419"/>
          </a:xfrm>
          <a:prstGeom prst="rect">
            <a:avLst/>
          </a:prstGeom>
        </p:spPr>
      </p:pic>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5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All rights reserved.</a:t>
            </a: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All rights reserved.</a:t>
            </a: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a:solidFill>
                  <a:schemeClr val="bg1"/>
                </a:solidFill>
                <a:latin typeface="+mj-lt"/>
              </a:rPr>
              <a:t>Agenda</a:t>
            </a:r>
          </a:p>
        </p:txBody>
      </p:sp>
      <p:pic>
        <p:nvPicPr>
          <p:cNvPr id="14" name="Picture 13">
            <a:extLst>
              <a:ext uri="{FF2B5EF4-FFF2-40B4-BE49-F238E27FC236}">
                <a16:creationId xmlns:a16="http://schemas.microsoft.com/office/drawing/2014/main" id="{DAC6128D-88B6-4D14-8635-3103664EFE1D}"/>
              </a:ext>
            </a:extLst>
          </p:cNvPr>
          <p:cNvPicPr>
            <a:picLocks noChangeAspect="1"/>
          </p:cNvPicPr>
          <p:nvPr userDrawn="1"/>
        </p:nvPicPr>
        <p:blipFill>
          <a:blip r:embed="rId6">
            <a:extLst>
              <a:ext uri="{BEBA8EAE-BF5A-486C-A8C5-ECC9F3942E4B}">
                <a14:imgProps xmlns:a14="http://schemas.microsoft.com/office/drawing/2010/main">
                  <a14:imgLayer r:embed="rId7">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All rights reserved.</a:t>
            </a: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a:solidFill>
                <a:prstClr val="white"/>
              </a:solidFill>
              <a:latin typeface="Trebuchet MS" panose="020B0603020202020204" pitchFamily="34" charset="0"/>
            </a:endParaRPr>
          </a:p>
        </p:txBody>
      </p:sp>
      <p:pic>
        <p:nvPicPr>
          <p:cNvPr id="11" name="Picture 10">
            <a:extLst>
              <a:ext uri="{FF2B5EF4-FFF2-40B4-BE49-F238E27FC236}">
                <a16:creationId xmlns:a16="http://schemas.microsoft.com/office/drawing/2014/main" id="{6E55DDE3-6C87-45BB-B976-4AE82BCA328D}"/>
              </a:ext>
            </a:extLst>
          </p:cNvPr>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All rights reserved.</a:t>
            </a: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B7E8AE2F-47FF-4BFA-A799-04789E8033A6}"/>
              </a:ext>
            </a:extLst>
          </p:cNvPr>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a:solidFill>
                  <a:schemeClr val="bg1"/>
                </a:solidFill>
              </a:rPr>
              <a:t>Agenda</a:t>
            </a:r>
          </a:p>
        </p:txBody>
      </p:sp>
      <p:pic>
        <p:nvPicPr>
          <p:cNvPr id="11" name="Picture 10">
            <a:extLst>
              <a:ext uri="{FF2B5EF4-FFF2-40B4-BE49-F238E27FC236}">
                <a16:creationId xmlns:a16="http://schemas.microsoft.com/office/drawing/2014/main" id="{3EDAD095-F36A-4FD1-9FF5-374BADD56511}"/>
              </a:ext>
            </a:extLst>
          </p:cNvPr>
          <p:cNvPicPr>
            <a:picLocks noChangeAspect="1"/>
          </p:cNvPicPr>
          <p:nvPr userDrawn="1"/>
        </p:nvPicPr>
        <p:blipFill>
          <a:blip r:embed="rId6"/>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rgbClr val="FFFFFF"/>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All rights reserved.</a:t>
            </a:r>
          </a:p>
        </p:txBody>
      </p:sp>
      <p:sp>
        <p:nvSpPr>
          <p:cNvPr id="8" name="Rectangle 7"/>
          <p:cNvSpPr/>
          <p:nvPr userDrawn="1"/>
        </p:nvSpPr>
        <p:spPr bwMode="invGray">
          <a:xfrm>
            <a:off x="1388145" y="4691187"/>
            <a:ext cx="929337" cy="995874"/>
          </a:xfrm>
          <a:prstGeom prst="rect">
            <a:avLst/>
          </a:prstGeom>
          <a:noFill/>
          <a:ln w="9525">
            <a:solidFill>
              <a:srgbClr val="009A93"/>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rgbClr val="009A93"/>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rgbClr val="009A93"/>
            </a:solidFill>
          </a:ln>
        </p:spPr>
        <p:txBody>
          <a:bodyPr wrap="square" lIns="612000" tIns="468000" rIns="0" bIns="0" rtlCol="0" anchor="t">
            <a:spAutoFit/>
          </a:bodyPr>
          <a:lstStyle/>
          <a:p>
            <a:pPr>
              <a:lnSpc>
                <a:spcPct val="90000"/>
              </a:lnSpc>
              <a:spcAft>
                <a:spcPts val="600"/>
              </a:spcAft>
            </a:pPr>
            <a:endParaRPr lang="en-US" sz="540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solidFill>
                  <a:srgbClr val="009A93"/>
                </a:solidFill>
              </a:rPr>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rgbClr val="FFFFFF"/>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All rights reserved.</a:t>
            </a:r>
          </a:p>
        </p:txBody>
      </p:sp>
      <p:sp>
        <p:nvSpPr>
          <p:cNvPr id="8" name="Rectangle 7"/>
          <p:cNvSpPr/>
          <p:nvPr userDrawn="1"/>
        </p:nvSpPr>
        <p:spPr bwMode="white">
          <a:xfrm>
            <a:off x="1284743" y="1428131"/>
            <a:ext cx="947672" cy="947672"/>
          </a:xfrm>
          <a:prstGeom prst="rect">
            <a:avLst/>
          </a:prstGeom>
          <a:noFill/>
          <a:ln w="9525">
            <a:solidFill>
              <a:srgbClr val="009A93"/>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rgbClr val="009A93"/>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rgbClr val="FFFFFF"/>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All rights reserved.</a:t>
            </a: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a:solidFill>
                  <a:srgbClr val="009A93"/>
                </a:solidFill>
              </a:rPr>
              <a:t>Agenda</a:t>
            </a:r>
          </a:p>
        </p:txBody>
      </p:sp>
      <p:cxnSp>
        <p:nvCxnSpPr>
          <p:cNvPr id="9" name="Straight Connector 8"/>
          <p:cNvCxnSpPr/>
          <p:nvPr userDrawn="1"/>
        </p:nvCxnSpPr>
        <p:spPr bwMode="white">
          <a:xfrm>
            <a:off x="618898" y="1206000"/>
            <a:ext cx="11576304" cy="0"/>
          </a:xfrm>
          <a:prstGeom prst="line">
            <a:avLst/>
          </a:prstGeom>
          <a:ln w="9525" cmpd="sng">
            <a:solidFill>
              <a:srgbClr val="009A93"/>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a:solidFill>
                  <a:schemeClr val="bg1"/>
                </a:solidFill>
              </a:rPr>
              <a:t>Agenda</a:t>
            </a:r>
          </a:p>
        </p:txBody>
      </p:sp>
      <p:pic>
        <p:nvPicPr>
          <p:cNvPr id="11" name="Picture 10">
            <a:extLst>
              <a:ext uri="{FF2B5EF4-FFF2-40B4-BE49-F238E27FC236}">
                <a16:creationId xmlns:a16="http://schemas.microsoft.com/office/drawing/2014/main" id="{984BAE71-B081-4B71-9295-84D1CE06E4CA}"/>
              </a:ext>
            </a:extLst>
          </p:cNvPr>
          <p:cNvPicPr>
            <a:picLocks noChangeAspect="1"/>
          </p:cNvPicPr>
          <p:nvPr userDrawn="1"/>
        </p:nvPicPr>
        <p:blipFill>
          <a:blip r:embed="rId6"/>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flip="none" rotWithShape="1">
          <a:gsLst>
            <a:gs pos="0">
              <a:srgbClr val="006C67"/>
            </a:gs>
            <a:gs pos="100000">
              <a:srgbClr val="004C48"/>
            </a:gs>
          </a:gsLst>
          <a:lin ang="8100000" scaled="1"/>
          <a:tileRect/>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a:solidFill>
                  <a:srgbClr val="009A93"/>
                </a:solidFill>
                <a:latin typeface="Trebuchet MS" panose="020B0603020202020204" pitchFamily="34" charset="0"/>
                <a:sym typeface="Trebuchet MS" panose="020B0603020202020204" pitchFamily="34" charset="0"/>
              </a:rPr>
              <a:t>Table of contents</a:t>
            </a:r>
          </a:p>
        </p:txBody>
      </p:sp>
      <p:sp>
        <p:nvSpPr>
          <p:cNvPr id="24"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A92C33A0-3885-4F80-ACAD-7837E31E00B4}"/>
              </a:ext>
            </a:extLst>
          </p:cNvPr>
          <p:cNvPicPr>
            <a:picLocks noChangeAspect="1"/>
          </p:cNvPicPr>
          <p:nvPr userDrawn="1"/>
        </p:nvPicPr>
        <p:blipFill>
          <a:blip r:embed="rId6">
            <a:extLst>
              <a:ext uri="{BEBA8EAE-BF5A-486C-A8C5-ECC9F3942E4B}">
                <a14:imgProps xmlns:a14="http://schemas.microsoft.com/office/drawing/2010/main">
                  <a14:imgLayer r:embed="rId7">
                    <a14:imgEffect>
                      <a14:brightnessContrast bright="100000"/>
                    </a14:imgEffect>
                  </a14:imgLayer>
                </a14:imgProps>
              </a:ext>
            </a:extLst>
          </a:blip>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86958-D78A-4899-49D2-0A0F00C621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26D3A4-88E6-1405-A825-5BD3411227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9469F6-ECB5-55B3-DE85-131F06127BF8}"/>
              </a:ext>
            </a:extLst>
          </p:cNvPr>
          <p:cNvSpPr>
            <a:spLocks noGrp="1"/>
          </p:cNvSpPr>
          <p:nvPr>
            <p:ph type="dt" sz="half" idx="10"/>
          </p:nvPr>
        </p:nvSpPr>
        <p:spPr/>
        <p:txBody>
          <a:bodyPr/>
          <a:lstStyle/>
          <a:p>
            <a:fld id="{F433DAFA-91E5-5041-8A6F-F1954D78DFD6}" type="datetimeFigureOut">
              <a:rPr lang="en-US" smtClean="0"/>
              <a:t>8/13/2025</a:t>
            </a:fld>
            <a:endParaRPr lang="en-US"/>
          </a:p>
        </p:txBody>
      </p:sp>
      <p:sp>
        <p:nvSpPr>
          <p:cNvPr id="5" name="Footer Placeholder 4">
            <a:extLst>
              <a:ext uri="{FF2B5EF4-FFF2-40B4-BE49-F238E27FC236}">
                <a16:creationId xmlns:a16="http://schemas.microsoft.com/office/drawing/2014/main" id="{61778E1E-89E1-FD6B-61D9-E5363A4749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73657-82BE-4D2A-0305-36B5D0E48C77}"/>
              </a:ext>
            </a:extLst>
          </p:cNvPr>
          <p:cNvSpPr>
            <a:spLocks noGrp="1"/>
          </p:cNvSpPr>
          <p:nvPr>
            <p:ph type="sldNum" sz="quarter" idx="12"/>
          </p:nvPr>
        </p:nvSpPr>
        <p:spPr/>
        <p:txBody>
          <a:bodyPr/>
          <a:lstStyle/>
          <a:p>
            <a:fld id="{18056B8F-DFAE-E646-BC01-203891103107}" type="slidenum">
              <a:rPr lang="en-US" smtClean="0"/>
              <a:t>‹#›</a:t>
            </a:fld>
            <a:endParaRPr lang="en-US"/>
          </a:p>
        </p:txBody>
      </p:sp>
    </p:spTree>
    <p:extLst>
      <p:ext uri="{BB962C8B-B14F-4D97-AF65-F5344CB8AC3E}">
        <p14:creationId xmlns:p14="http://schemas.microsoft.com/office/powerpoint/2010/main" val="3696558049"/>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70"/>
            </p:custDataLst>
            <p:extLst>
              <p:ext uri="{D42A27DB-BD31-4B8C-83A1-F6EECF244321}">
                <p14:modId xmlns:p14="http://schemas.microsoft.com/office/powerpoint/2010/main" val="419675979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1" imgW="270" imgH="270" progId="TCLayout.ActiveDocument.1">
                  <p:embed/>
                </p:oleObj>
              </mc:Choice>
              <mc:Fallback>
                <p:oleObj name="think-cell Slide" r:id="rId71" imgW="270" imgH="270" progId="TCLayout.ActiveDocument.1">
                  <p:embed/>
                  <p:pic>
                    <p:nvPicPr>
                      <p:cNvPr id="2" name="Object 1" hidden="1"/>
                      <p:cNvPicPr/>
                      <p:nvPr/>
                    </p:nvPicPr>
                    <p:blipFill>
                      <a:blip r:embed="rId72"/>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Level six</a:t>
            </a:r>
          </a:p>
          <a:p>
            <a:pPr lvl="6"/>
            <a:r>
              <a:rPr lang="en-US"/>
              <a:t>Level seven</a:t>
            </a:r>
          </a:p>
          <a:p>
            <a:pPr lvl="7"/>
            <a:r>
              <a:rPr lang="en-US"/>
              <a:t>Level eight</a:t>
            </a:r>
          </a:p>
          <a:p>
            <a:pPr lvl="8"/>
            <a:r>
              <a:rPr lang="en-US"/>
              <a:t>Level nine</a:t>
            </a:r>
          </a:p>
        </p:txBody>
      </p:sp>
      <p:pic>
        <p:nvPicPr>
          <p:cNvPr id="7" name="Picture 6">
            <a:extLst>
              <a:ext uri="{FF2B5EF4-FFF2-40B4-BE49-F238E27FC236}">
                <a16:creationId xmlns:a16="http://schemas.microsoft.com/office/drawing/2014/main" id="{EC362704-DDAC-466E-B50B-403EA60CF109}"/>
              </a:ext>
            </a:extLst>
          </p:cNvPr>
          <p:cNvPicPr>
            <a:picLocks noChangeAspect="1"/>
          </p:cNvPicPr>
          <p:nvPr userDrawn="1"/>
        </p:nvPicPr>
        <p:blipFill>
          <a:blip r:embed="rId73"/>
          <a:stretch>
            <a:fillRect/>
          </a:stretch>
        </p:blipFill>
        <p:spPr>
          <a:xfrm>
            <a:off x="10870407" y="86239"/>
            <a:ext cx="1190626" cy="350391"/>
          </a:xfrm>
          <a:prstGeom prst="rect">
            <a:avLst/>
          </a:prstGeom>
        </p:spPr>
      </p:pic>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 id="2147485186" r:id="rId68"/>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rgbClr val="006C67"/>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Clr>
          <a:srgbClr val="006C67"/>
        </a:buClr>
        <a:buFont typeface="Arial" panose="020B0604020202020204" pitchFamily="34" charset="0"/>
        <a:buChar char="​"/>
        <a:defRPr lang="en-US" sz="1200" kern="1200">
          <a:solidFill>
            <a:srgbClr val="000000"/>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rgbClr val="006C67"/>
        </a:buClr>
        <a:buFont typeface="Arial" panose="020B0604020202020204" pitchFamily="34" charset="0"/>
        <a:buChar char="•"/>
        <a:defRPr lang="en-US" sz="1200" kern="1200">
          <a:solidFill>
            <a:srgbClr val="000000"/>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rgbClr val="006C67"/>
        </a:buClr>
        <a:buFont typeface="Trebuchet MS" panose="020B0603020202020204" pitchFamily="34" charset="0"/>
        <a:buChar char="–"/>
        <a:defRPr lang="en-US" sz="1200" kern="1200">
          <a:solidFill>
            <a:srgbClr val="000000"/>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rgbClr val="006C67"/>
        </a:buClr>
        <a:buFont typeface="Arial" panose="020B0604020202020204" pitchFamily="34" charset="0"/>
        <a:buChar char="​"/>
        <a:defRPr lang="en-US" sz="1600" kern="1200">
          <a:solidFill>
            <a:srgbClr val="006C67"/>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
          <a:srgbClr val="006C67"/>
        </a:buClr>
        <a:buFont typeface="Arial" panose="020B0604020202020204" pitchFamily="34" charset="0"/>
        <a:buChar char="​"/>
        <a:defRPr lang="en-US" sz="1600" b="1" kern="1200" smtClean="0">
          <a:solidFill>
            <a:srgbClr val="000000"/>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rgbClr val="006C67"/>
        </a:buClr>
        <a:buFont typeface="Arial" panose="020B0604020202020204" pitchFamily="34" charset="0"/>
        <a:buChar char="•"/>
        <a:defRPr lang="en-US" sz="1600" kern="1200" smtClean="0">
          <a:solidFill>
            <a:srgbClr val="000000"/>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Clr>
          <a:srgbClr val="006C67"/>
        </a:buClr>
        <a:buFont typeface="Arial" panose="020B0604020202020204" pitchFamily="34" charset="0"/>
        <a:buChar char="​"/>
        <a:defRPr lang="en-US" sz="4400" kern="1200" baseline="0" smtClean="0">
          <a:solidFill>
            <a:srgbClr val="000000"/>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Clr>
          <a:srgbClr val="006C67"/>
        </a:buClr>
        <a:buFont typeface="Arial" panose="020B0604020202020204" pitchFamily="34" charset="0"/>
        <a:buChar char="​"/>
        <a:defRPr lang="en-US" sz="5400" kern="1200" baseline="0" smtClean="0">
          <a:solidFill>
            <a:srgbClr val="006C67"/>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Clr>
          <a:srgbClr val="006C67"/>
        </a:buClr>
        <a:buFont typeface="Arial" panose="020B0604020202020204" pitchFamily="34" charset="0"/>
        <a:buChar char="​"/>
        <a:defRPr lang="en-US" sz="2400" kern="1200" baseline="0" dirty="0">
          <a:solidFill>
            <a:srgbClr val="006C67"/>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oleObject" Target="../embeddings/oleObject27.bin"/><Relationship Id="rId3" Type="http://schemas.openxmlformats.org/officeDocument/2006/relationships/tags" Target="../tags/tag36.xml"/><Relationship Id="rId7" Type="http://schemas.openxmlformats.org/officeDocument/2006/relationships/image" Target="../media/image13.emf"/><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oleObject" Target="../embeddings/oleObject26.bin"/><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13.emf"/><Relationship Id="rId2" Type="http://schemas.openxmlformats.org/officeDocument/2006/relationships/slideLayout" Target="../slideLayouts/slideLayout13.xml"/><Relationship Id="rId1" Type="http://schemas.openxmlformats.org/officeDocument/2006/relationships/tags" Target="../tags/tag37.xml"/><Relationship Id="rId6" Type="http://schemas.openxmlformats.org/officeDocument/2006/relationships/oleObject" Target="../embeddings/oleObject27.bin"/><Relationship Id="rId5" Type="http://schemas.openxmlformats.org/officeDocument/2006/relationships/image" Target="../media/image19.emf"/><Relationship Id="rId4" Type="http://schemas.openxmlformats.org/officeDocument/2006/relationships/oleObject" Target="../embeddings/oleObject28.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0.xml"/><Relationship Id="rId1" Type="http://schemas.openxmlformats.org/officeDocument/2006/relationships/tags" Target="../tags/tag38.xml"/><Relationship Id="rId5" Type="http://schemas.openxmlformats.org/officeDocument/2006/relationships/image" Target="../media/image13.emf"/><Relationship Id="rId4" Type="http://schemas.openxmlformats.org/officeDocument/2006/relationships/oleObject" Target="../embeddings/oleObject29.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9.xml"/><Relationship Id="rId5" Type="http://schemas.openxmlformats.org/officeDocument/2006/relationships/image" Target="../media/image13.emf"/><Relationship Id="rId4" Type="http://schemas.openxmlformats.org/officeDocument/2006/relationships/oleObject" Target="../embeddings/oleObject30.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0.xml"/><Relationship Id="rId5" Type="http://schemas.openxmlformats.org/officeDocument/2006/relationships/image" Target="../media/image20.emf"/><Relationship Id="rId4" Type="http://schemas.openxmlformats.org/officeDocument/2006/relationships/oleObject" Target="../embeddings/oleObject31.bin"/></Relationships>
</file>

<file path=ppt/slides/_rels/slide6.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tags" Target="../tags/tag43.xml"/><Relationship Id="rId7" Type="http://schemas.openxmlformats.org/officeDocument/2006/relationships/image" Target="../media/image19.emf"/><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oleObject" Target="../embeddings/oleObject32.bin"/><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tags" Target="../tags/tag46.xml"/><Relationship Id="rId7" Type="http://schemas.openxmlformats.org/officeDocument/2006/relationships/oleObject" Target="../embeddings/oleObject33.bin"/><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notesSlide" Target="../notesSlides/notesSlide7.xml"/><Relationship Id="rId5" Type="http://schemas.openxmlformats.org/officeDocument/2006/relationships/slideLayout" Target="../slideLayouts/slideLayout30.xml"/><Relationship Id="rId10" Type="http://schemas.openxmlformats.org/officeDocument/2006/relationships/image" Target="../media/image13.emf"/><Relationship Id="rId4" Type="http://schemas.openxmlformats.org/officeDocument/2006/relationships/tags" Target="../tags/tag47.xml"/><Relationship Id="rId9" Type="http://schemas.openxmlformats.org/officeDocument/2006/relationships/oleObject" Target="../embeddings/oleObject27.bin"/></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19.emf"/><Relationship Id="rId5" Type="http://schemas.openxmlformats.org/officeDocument/2006/relationships/oleObject" Target="../embeddings/oleObject34.bin"/><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3" Type="http://schemas.openxmlformats.org/officeDocument/2006/relationships/slideLayout" Target="../slideLayouts/slideLayout30.xml"/><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image" Target="../media/image19.emf"/><Relationship Id="rId11" Type="http://schemas.openxmlformats.org/officeDocument/2006/relationships/image" Target="../media/image27.png"/><Relationship Id="rId5" Type="http://schemas.openxmlformats.org/officeDocument/2006/relationships/oleObject" Target="../embeddings/oleObject35.bin"/><Relationship Id="rId10" Type="http://schemas.openxmlformats.org/officeDocument/2006/relationships/image" Target="../media/image26.png"/><Relationship Id="rId4" Type="http://schemas.openxmlformats.org/officeDocument/2006/relationships/notesSlide" Target="../notesSlides/notesSlide9.xml"/><Relationship Id="rId9" Type="http://schemas.openxmlformats.org/officeDocument/2006/relationships/image" Target="../media/image25.png"/></Relationships>
</file>

<file path=ppt/slides/_rels/slide10.xml.rels><?xml version="1.0" encoding="UTF-8" standalone="yes"?>
<Relationships xmlns="http://schemas.openxmlformats.org/package/2006/relationships"><Relationship Id="rId8" Type="http://schemas.openxmlformats.org/officeDocument/2006/relationships/image" Target="../media/image13.emf"/><Relationship Id="rId3" Type="http://schemas.openxmlformats.org/officeDocument/2006/relationships/slideLayout" Target="../slideLayouts/slideLayout30.xml"/><Relationship Id="rId7" Type="http://schemas.openxmlformats.org/officeDocument/2006/relationships/oleObject" Target="../embeddings/oleObject27.bin"/><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image" Target="../media/image19.emf"/><Relationship Id="rId5" Type="http://schemas.openxmlformats.org/officeDocument/2006/relationships/oleObject" Target="../embeddings/oleObject36.bin"/><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0.xml"/><Relationship Id="rId1" Type="http://schemas.openxmlformats.org/officeDocument/2006/relationships/tags" Target="../tags/tag54.xml"/><Relationship Id="rId5" Type="http://schemas.openxmlformats.org/officeDocument/2006/relationships/image" Target="../media/image19.emf"/><Relationship Id="rId4" Type="http://schemas.openxmlformats.org/officeDocument/2006/relationships/oleObject" Target="../embeddings/oleObject37.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0.xml"/><Relationship Id="rId1" Type="http://schemas.openxmlformats.org/officeDocument/2006/relationships/tags" Target="../tags/tag55.xml"/><Relationship Id="rId5" Type="http://schemas.openxmlformats.org/officeDocument/2006/relationships/image" Target="../media/image19.emf"/><Relationship Id="rId4" Type="http://schemas.openxmlformats.org/officeDocument/2006/relationships/oleObject" Target="../embeddings/oleObject38.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0.xml"/><Relationship Id="rId1" Type="http://schemas.openxmlformats.org/officeDocument/2006/relationships/tags" Target="../tags/tag56.xml"/><Relationship Id="rId5" Type="http://schemas.openxmlformats.org/officeDocument/2006/relationships/image" Target="../media/image19.emf"/><Relationship Id="rId4" Type="http://schemas.openxmlformats.org/officeDocument/2006/relationships/oleObject" Target="../embeddings/oleObject39.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30.xml"/><Relationship Id="rId1" Type="http://schemas.openxmlformats.org/officeDocument/2006/relationships/tags" Target="../tags/tag57.xml"/><Relationship Id="rId4" Type="http://schemas.openxmlformats.org/officeDocument/2006/relationships/image" Target="../media/image30.emf"/></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0.xml"/><Relationship Id="rId1" Type="http://schemas.openxmlformats.org/officeDocument/2006/relationships/tags" Target="../tags/tag58.xml"/><Relationship Id="rId5" Type="http://schemas.openxmlformats.org/officeDocument/2006/relationships/image" Target="../media/image19.emf"/><Relationship Id="rId4" Type="http://schemas.openxmlformats.org/officeDocument/2006/relationships/oleObject" Target="../embeddings/oleObject41.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0.xml"/><Relationship Id="rId1" Type="http://schemas.openxmlformats.org/officeDocument/2006/relationships/tags" Target="../tags/tag59.xml"/><Relationship Id="rId5" Type="http://schemas.openxmlformats.org/officeDocument/2006/relationships/image" Target="../media/image19.emf"/><Relationship Id="rId4" Type="http://schemas.openxmlformats.org/officeDocument/2006/relationships/oleObject" Target="../embeddings/oleObject41.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0.xml"/><Relationship Id="rId1" Type="http://schemas.openxmlformats.org/officeDocument/2006/relationships/tags" Target="../tags/tag60.xml"/><Relationship Id="rId5" Type="http://schemas.openxmlformats.org/officeDocument/2006/relationships/image" Target="../media/image19.emf"/><Relationship Id="rId4" Type="http://schemas.openxmlformats.org/officeDocument/2006/relationships/oleObject" Target="../embeddings/oleObject41.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extLst>
              <p:ext uri="{D42A27DB-BD31-4B8C-83A1-F6EECF244321}">
                <p14:modId xmlns:p14="http://schemas.microsoft.com/office/powerpoint/2010/main" val="33423800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286" imgH="286" progId="TCLayout.ActiveDocument.1">
                  <p:embed/>
                </p:oleObj>
              </mc:Choice>
              <mc:Fallback>
                <p:oleObj name="think-cell Slide" r:id="rId6" imgW="286" imgH="286" progId="TCLayout.ActiveDocument.1">
                  <p:embed/>
                  <p:pic>
                    <p:nvPicPr>
                      <p:cNvPr id="2" name="Object 1"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8" name="Title 7"/>
          <p:cNvSpPr>
            <a:spLocks noGrp="1"/>
          </p:cNvSpPr>
          <p:nvPr>
            <p:ph type="ctrTitle"/>
          </p:nvPr>
        </p:nvSpPr>
        <p:spPr/>
        <p:txBody>
          <a:bodyPr vert="horz"/>
          <a:lstStyle/>
          <a:p>
            <a:r>
              <a:rPr lang="en-US"/>
              <a:t>Policymaking framework</a:t>
            </a:r>
          </a:p>
        </p:txBody>
      </p:sp>
      <p:sp>
        <p:nvSpPr>
          <p:cNvPr id="9" name="Text Placeholder 8"/>
          <p:cNvSpPr>
            <a:spLocks noGrp="1"/>
          </p:cNvSpPr>
          <p:nvPr>
            <p:ph type="body" sz="quarter" idx="10"/>
          </p:nvPr>
        </p:nvSpPr>
        <p:spPr/>
        <p:txBody>
          <a:bodyPr/>
          <a:lstStyle/>
          <a:p>
            <a:r>
              <a:rPr lang="en-US" dirty="0"/>
              <a:t>Policy development process and checklists</a:t>
            </a:r>
          </a:p>
        </p:txBody>
      </p:sp>
      <p:sp>
        <p:nvSpPr>
          <p:cNvPr id="10" name="Text Placeholder 9"/>
          <p:cNvSpPr>
            <a:spLocks noGrp="1"/>
          </p:cNvSpPr>
          <p:nvPr>
            <p:ph type="body" sz="quarter" idx="11"/>
          </p:nvPr>
        </p:nvSpPr>
        <p:spPr/>
        <p:txBody>
          <a:bodyPr/>
          <a:lstStyle/>
          <a:p>
            <a:r>
              <a:rPr lang="en-US" dirty="0"/>
              <a:t>AUGUST 2025</a:t>
            </a:r>
          </a:p>
        </p:txBody>
      </p:sp>
      <p:graphicFrame>
        <p:nvGraphicFramePr>
          <p:cNvPr id="4" name="Object 3" hidden="1">
            <a:extLst>
              <a:ext uri="{FF2B5EF4-FFF2-40B4-BE49-F238E27FC236}">
                <a16:creationId xmlns:a16="http://schemas.microsoft.com/office/drawing/2014/main" id="{B1EB91A6-738A-90CF-AFAF-4394C0ED3731}"/>
              </a:ext>
            </a:extLst>
          </p:cNvPr>
          <p:cNvGraphicFramePr>
            <a:graphicFrameLocks noChangeAspect="1"/>
          </p:cNvGraphicFramePr>
          <p:nvPr>
            <p:custDataLst>
              <p:tags r:id="rId2"/>
            </p:custDataLst>
            <p:extLst>
              <p:ext uri="{D42A27DB-BD31-4B8C-83A1-F6EECF244321}">
                <p14:modId xmlns:p14="http://schemas.microsoft.com/office/powerpoint/2010/main" val="33670883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286" imgH="286" progId="TCLayout.ActiveDocument.1">
                  <p:embed/>
                </p:oleObj>
              </mc:Choice>
              <mc:Fallback>
                <p:oleObj name="think-cell Slide" r:id="rId8" imgW="286" imgH="286" progId="TCLayout.ActiveDocument.1">
                  <p:embed/>
                  <p:pic>
                    <p:nvPicPr>
                      <p:cNvPr id="4" name="Object 3" hidden="1">
                        <a:extLst>
                          <a:ext uri="{FF2B5EF4-FFF2-40B4-BE49-F238E27FC236}">
                            <a16:creationId xmlns:a16="http://schemas.microsoft.com/office/drawing/2014/main" id="{B1EB91A6-738A-90CF-AFAF-4394C0ED3731}"/>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graphicFrame>
        <p:nvGraphicFramePr>
          <p:cNvPr id="3" name="Object 2" hidden="1">
            <a:extLst>
              <a:ext uri="{FF2B5EF4-FFF2-40B4-BE49-F238E27FC236}">
                <a16:creationId xmlns:a16="http://schemas.microsoft.com/office/drawing/2014/main" id="{491A9678-C4E2-A22F-6C72-3DE09B2D2FCE}"/>
              </a:ext>
            </a:extLst>
          </p:cNvPr>
          <p:cNvGraphicFramePr>
            <a:graphicFrameLocks noChangeAspect="1"/>
          </p:cNvGraphicFramePr>
          <p:nvPr>
            <p:custDataLst>
              <p:tags r:id="rId3"/>
            </p:custDataLst>
            <p:extLst>
              <p:ext uri="{D42A27DB-BD31-4B8C-83A1-F6EECF244321}">
                <p14:modId xmlns:p14="http://schemas.microsoft.com/office/powerpoint/2010/main" val="37644072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286" imgH="286" progId="TCLayout.ActiveDocument.1">
                  <p:embed/>
                </p:oleObj>
              </mc:Choice>
              <mc:Fallback>
                <p:oleObj name="think-cell Slide" r:id="rId8" imgW="286" imgH="286" progId="TCLayout.ActiveDocument.1">
                  <p:embed/>
                  <p:pic>
                    <p:nvPicPr>
                      <p:cNvPr id="3" name="Object 2" hidden="1">
                        <a:extLst>
                          <a:ext uri="{FF2B5EF4-FFF2-40B4-BE49-F238E27FC236}">
                            <a16:creationId xmlns:a16="http://schemas.microsoft.com/office/drawing/2014/main" id="{491A9678-C4E2-A22F-6C72-3DE09B2D2FCE}"/>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23482006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65D500F-5B73-3E9E-D042-60D0F74C394A}"/>
              </a:ext>
            </a:extLst>
          </p:cNvPr>
          <p:cNvGraphicFramePr>
            <a:graphicFrameLocks noChangeAspect="1"/>
          </p:cNvGraphicFramePr>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06" imgH="608" progId="TCLayout.ActiveDocument.1">
                  <p:embed/>
                </p:oleObj>
              </mc:Choice>
              <mc:Fallback>
                <p:oleObj name="think-cell Slide" r:id="rId4" imgW="606" imgH="608" progId="TCLayout.ActiveDocument.1">
                  <p:embed/>
                  <p:pic>
                    <p:nvPicPr>
                      <p:cNvPr id="3" name="think-cell data - do not delete" hidden="1">
                        <a:extLst>
                          <a:ext uri="{FF2B5EF4-FFF2-40B4-BE49-F238E27FC236}">
                            <a16:creationId xmlns:a16="http://schemas.microsoft.com/office/drawing/2014/main" id="{265D500F-5B73-3E9E-D042-60D0F74C394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8" name="Rectangle: Rounded Corners 17">
            <a:extLst>
              <a:ext uri="{FF2B5EF4-FFF2-40B4-BE49-F238E27FC236}">
                <a16:creationId xmlns:a16="http://schemas.microsoft.com/office/drawing/2014/main" id="{96ECB614-65A8-4A87-A852-96046421FB86}"/>
              </a:ext>
            </a:extLst>
          </p:cNvPr>
          <p:cNvSpPr/>
          <p:nvPr/>
        </p:nvSpPr>
        <p:spPr>
          <a:xfrm>
            <a:off x="11137900" y="2698270"/>
            <a:ext cx="349249" cy="1461459"/>
          </a:xfrm>
          <a:prstGeom prst="roundRect">
            <a:avLst>
              <a:gd name="adj" fmla="val 26182"/>
            </a:avLst>
          </a:prstGeom>
          <a:solidFill>
            <a:srgbClr val="006C67"/>
          </a:solidFill>
          <a:ln w="19050"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23" name="Rectangle: Rounded Corners 22">
            <a:extLst>
              <a:ext uri="{FF2B5EF4-FFF2-40B4-BE49-F238E27FC236}">
                <a16:creationId xmlns:a16="http://schemas.microsoft.com/office/drawing/2014/main" id="{E9083780-DD35-33BF-0B72-AE33F5820B35}"/>
              </a:ext>
            </a:extLst>
          </p:cNvPr>
          <p:cNvSpPr/>
          <p:nvPr/>
        </p:nvSpPr>
        <p:spPr>
          <a:xfrm>
            <a:off x="6248400" y="2698268"/>
            <a:ext cx="5193030" cy="1461459"/>
          </a:xfrm>
          <a:prstGeom prst="roundRect">
            <a:avLst>
              <a:gd name="adj" fmla="val 6545"/>
            </a:avLst>
          </a:prstGeom>
          <a:solidFill>
            <a:schemeClr val="bg1"/>
          </a:solidFill>
          <a:ln w="19050"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2" name="Title 1"/>
          <p:cNvSpPr>
            <a:spLocks noGrp="1"/>
          </p:cNvSpPr>
          <p:nvPr>
            <p:ph type="title"/>
          </p:nvPr>
        </p:nvSpPr>
        <p:spPr>
          <a:xfrm>
            <a:off x="629999" y="2764203"/>
            <a:ext cx="2952099" cy="1314311"/>
          </a:xfrm>
        </p:spPr>
        <p:txBody>
          <a:bodyPr vert="horz"/>
          <a:lstStyle/>
          <a:p>
            <a:r>
              <a:rPr lang="en-US">
                <a:solidFill>
                  <a:srgbClr val="9BC73E"/>
                </a:solidFill>
              </a:rPr>
              <a:t>Strategy</a:t>
            </a:r>
            <a:r>
              <a:rPr lang="en-US"/>
              <a:t>, </a:t>
            </a:r>
            <a:r>
              <a:rPr lang="en-US">
                <a:solidFill>
                  <a:srgbClr val="9BC73E"/>
                </a:solidFill>
              </a:rPr>
              <a:t>policy</a:t>
            </a:r>
            <a:r>
              <a:rPr lang="en-US"/>
              <a:t>, and </a:t>
            </a:r>
            <a:r>
              <a:rPr lang="en-US">
                <a:solidFill>
                  <a:srgbClr val="9BC73E"/>
                </a:solidFill>
              </a:rPr>
              <a:t>regulations</a:t>
            </a:r>
            <a:r>
              <a:rPr lang="en-US"/>
              <a:t> have different functions</a:t>
            </a:r>
          </a:p>
        </p:txBody>
      </p:sp>
      <p:sp>
        <p:nvSpPr>
          <p:cNvPr id="31" name="Rectangle: Rounded Corners 30">
            <a:extLst>
              <a:ext uri="{FF2B5EF4-FFF2-40B4-BE49-F238E27FC236}">
                <a16:creationId xmlns:a16="http://schemas.microsoft.com/office/drawing/2014/main" id="{5839DC52-EBA5-071F-A4A5-71BFEE14A28F}"/>
              </a:ext>
            </a:extLst>
          </p:cNvPr>
          <p:cNvSpPr/>
          <p:nvPr/>
        </p:nvSpPr>
        <p:spPr>
          <a:xfrm>
            <a:off x="4495800" y="2455738"/>
            <a:ext cx="7067550" cy="1946524"/>
          </a:xfrm>
          <a:prstGeom prst="roundRect">
            <a:avLst>
              <a:gd name="adj" fmla="val 2597"/>
            </a:avLst>
          </a:prstGeom>
          <a:noFill/>
          <a:ln w="12700" cap="rnd" cmpd="sng" algn="ctr">
            <a:solidFill>
              <a:srgbClr val="006C67"/>
            </a:solidFill>
            <a:prstDash val="sysDot"/>
            <a:round/>
            <a:headEnd type="none" w="med" len="med"/>
            <a:tailEnd type="none" w="med" len="med"/>
          </a:ln>
          <a:extLst>
            <a:ext uri="{909E8E84-426E-40DD-AFC4-6F175D3DCCD1}">
              <a14:hiddenFill xmlns:a14="http://schemas.microsoft.com/office/drawing/2010/main">
                <a:solidFill>
                  <a:srgbClr val="006C67"/>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15" name="Rectangle: Rounded Corners 14">
            <a:extLst>
              <a:ext uri="{FF2B5EF4-FFF2-40B4-BE49-F238E27FC236}">
                <a16:creationId xmlns:a16="http://schemas.microsoft.com/office/drawing/2014/main" id="{1CABB854-A4AE-4C46-8A7D-3EA3FD3A57B7}"/>
              </a:ext>
            </a:extLst>
          </p:cNvPr>
          <p:cNvSpPr/>
          <p:nvPr/>
        </p:nvSpPr>
        <p:spPr>
          <a:xfrm>
            <a:off x="6248400" y="2698269"/>
            <a:ext cx="5193030" cy="1461459"/>
          </a:xfrm>
          <a:prstGeom prst="roundRect">
            <a:avLst>
              <a:gd name="adj" fmla="val 6545"/>
            </a:avLst>
          </a:prstGeom>
          <a:solidFill>
            <a:srgbClr val="006C67">
              <a:alpha val="10000"/>
            </a:srgbClr>
          </a:solidFill>
          <a:ln w="19050"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grpSp>
        <p:nvGrpSpPr>
          <p:cNvPr id="60" name="Group 59">
            <a:extLst>
              <a:ext uri="{FF2B5EF4-FFF2-40B4-BE49-F238E27FC236}">
                <a16:creationId xmlns:a16="http://schemas.microsoft.com/office/drawing/2014/main" id="{8A8AB547-B3B1-4C2B-898C-48398DB9748D}"/>
              </a:ext>
            </a:extLst>
          </p:cNvPr>
          <p:cNvGrpSpPr/>
          <p:nvPr/>
        </p:nvGrpSpPr>
        <p:grpSpPr>
          <a:xfrm>
            <a:off x="6248400" y="719774"/>
            <a:ext cx="5238749" cy="1461459"/>
            <a:chOff x="6248400" y="719774"/>
            <a:chExt cx="5238749" cy="1397000"/>
          </a:xfrm>
        </p:grpSpPr>
        <p:sp>
          <p:nvSpPr>
            <p:cNvPr id="17" name="Rectangle: Rounded Corners 16">
              <a:extLst>
                <a:ext uri="{FF2B5EF4-FFF2-40B4-BE49-F238E27FC236}">
                  <a16:creationId xmlns:a16="http://schemas.microsoft.com/office/drawing/2014/main" id="{EA05C32E-2523-4E03-B366-49E2F1C33B37}"/>
                </a:ext>
              </a:extLst>
            </p:cNvPr>
            <p:cNvSpPr/>
            <p:nvPr/>
          </p:nvSpPr>
          <p:spPr>
            <a:xfrm>
              <a:off x="11137900" y="719774"/>
              <a:ext cx="349249" cy="1397000"/>
            </a:xfrm>
            <a:prstGeom prst="roundRect">
              <a:avLst>
                <a:gd name="adj" fmla="val 26182"/>
              </a:avLst>
            </a:prstGeom>
            <a:solidFill>
              <a:srgbClr val="006C67"/>
            </a:solidFill>
            <a:ln w="19050"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8" name="Rectangle: Rounded Corners 7">
              <a:extLst>
                <a:ext uri="{FF2B5EF4-FFF2-40B4-BE49-F238E27FC236}">
                  <a16:creationId xmlns:a16="http://schemas.microsoft.com/office/drawing/2014/main" id="{8880B62E-1515-4A07-A70D-F524189A2054}"/>
                </a:ext>
              </a:extLst>
            </p:cNvPr>
            <p:cNvSpPr/>
            <p:nvPr/>
          </p:nvSpPr>
          <p:spPr>
            <a:xfrm>
              <a:off x="6248400" y="719774"/>
              <a:ext cx="5193030" cy="1397000"/>
            </a:xfrm>
            <a:prstGeom prst="roundRect">
              <a:avLst>
                <a:gd name="adj" fmla="val 6545"/>
              </a:avLst>
            </a:prstGeom>
            <a:solidFill>
              <a:schemeClr val="bg1"/>
            </a:solidFill>
            <a:ln w="19050"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grpSp>
      <p:grpSp>
        <p:nvGrpSpPr>
          <p:cNvPr id="59" name="Group 58">
            <a:extLst>
              <a:ext uri="{FF2B5EF4-FFF2-40B4-BE49-F238E27FC236}">
                <a16:creationId xmlns:a16="http://schemas.microsoft.com/office/drawing/2014/main" id="{07A187E1-F741-4941-AAC6-A4F8957BC6B6}"/>
              </a:ext>
            </a:extLst>
          </p:cNvPr>
          <p:cNvGrpSpPr/>
          <p:nvPr/>
        </p:nvGrpSpPr>
        <p:grpSpPr>
          <a:xfrm>
            <a:off x="6248400" y="4676766"/>
            <a:ext cx="5238749" cy="1461459"/>
            <a:chOff x="6248400" y="4741225"/>
            <a:chExt cx="5238749" cy="1397000"/>
          </a:xfrm>
        </p:grpSpPr>
        <p:sp>
          <p:nvSpPr>
            <p:cNvPr id="19" name="Rectangle: Rounded Corners 18">
              <a:extLst>
                <a:ext uri="{FF2B5EF4-FFF2-40B4-BE49-F238E27FC236}">
                  <a16:creationId xmlns:a16="http://schemas.microsoft.com/office/drawing/2014/main" id="{815D947D-D0B5-4151-B7E5-8A434FFE2030}"/>
                </a:ext>
              </a:extLst>
            </p:cNvPr>
            <p:cNvSpPr/>
            <p:nvPr/>
          </p:nvSpPr>
          <p:spPr>
            <a:xfrm>
              <a:off x="11137900" y="4741225"/>
              <a:ext cx="349249" cy="1397000"/>
            </a:xfrm>
            <a:prstGeom prst="roundRect">
              <a:avLst>
                <a:gd name="adj" fmla="val 26182"/>
              </a:avLst>
            </a:prstGeom>
            <a:solidFill>
              <a:srgbClr val="006C67"/>
            </a:solidFill>
            <a:ln w="19050"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16" name="Rectangle: Rounded Corners 15">
              <a:extLst>
                <a:ext uri="{FF2B5EF4-FFF2-40B4-BE49-F238E27FC236}">
                  <a16:creationId xmlns:a16="http://schemas.microsoft.com/office/drawing/2014/main" id="{FBA2D080-E2E4-475A-B03F-6137C4409120}"/>
                </a:ext>
              </a:extLst>
            </p:cNvPr>
            <p:cNvSpPr/>
            <p:nvPr/>
          </p:nvSpPr>
          <p:spPr>
            <a:xfrm>
              <a:off x="6248400" y="4741225"/>
              <a:ext cx="5193030" cy="1397000"/>
            </a:xfrm>
            <a:prstGeom prst="roundRect">
              <a:avLst>
                <a:gd name="adj" fmla="val 6545"/>
              </a:avLst>
            </a:prstGeom>
            <a:solidFill>
              <a:schemeClr val="bg1"/>
            </a:solidFill>
            <a:ln w="19050"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grpSp>
      <p:sp>
        <p:nvSpPr>
          <p:cNvPr id="4" name="TextBox 3">
            <a:extLst>
              <a:ext uri="{FF2B5EF4-FFF2-40B4-BE49-F238E27FC236}">
                <a16:creationId xmlns:a16="http://schemas.microsoft.com/office/drawing/2014/main" id="{C5128032-F75D-6358-C38A-E3040A24BA71}"/>
              </a:ext>
            </a:extLst>
          </p:cNvPr>
          <p:cNvSpPr txBox="1"/>
          <p:nvPr/>
        </p:nvSpPr>
        <p:spPr>
          <a:xfrm>
            <a:off x="6395587" y="988838"/>
            <a:ext cx="4898656" cy="92333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ct val="0"/>
              </a:spcBef>
              <a:spcAft>
                <a:spcPct val="0"/>
              </a:spcAft>
              <a:buClrTx/>
              <a:buSzTx/>
              <a:buFontTx/>
              <a:buNone/>
              <a:defRPr/>
            </a:pPr>
            <a:r>
              <a:rPr lang="en-US" sz="2000" b="1">
                <a:solidFill>
                  <a:srgbClr val="006C67"/>
                </a:solidFill>
              </a:rPr>
              <a:t>Strategy</a:t>
            </a:r>
            <a:r>
              <a:rPr lang="en-US" sz="2000">
                <a:solidFill>
                  <a:srgbClr val="000000"/>
                </a:solidFill>
              </a:rPr>
              <a:t> is an </a:t>
            </a:r>
            <a:r>
              <a:rPr lang="en-US" sz="2000">
                <a:solidFill>
                  <a:srgbClr val="006C67"/>
                </a:solidFill>
              </a:rPr>
              <a:t>overall direction</a:t>
            </a:r>
            <a:r>
              <a:rPr lang="en-US" sz="2000">
                <a:solidFill>
                  <a:srgbClr val="000000"/>
                </a:solidFill>
              </a:rPr>
              <a:t>, setting the vision, objectives, the roadmap,</a:t>
            </a:r>
            <a:br>
              <a:rPr lang="en-US" sz="2000">
                <a:solidFill>
                  <a:srgbClr val="000000"/>
                </a:solidFill>
              </a:rPr>
            </a:br>
            <a:r>
              <a:rPr lang="en-US" sz="2000">
                <a:solidFill>
                  <a:srgbClr val="000000"/>
                </a:solidFill>
              </a:rPr>
              <a:t>and KPIs</a:t>
            </a:r>
            <a:endParaRPr kumimoji="0" lang="en-US" sz="2000" i="0" u="none" strike="noStrike" kern="1200" cap="none" spc="0" normalizeH="0" baseline="0" noProof="0">
              <a:ln>
                <a:noFill/>
              </a:ln>
              <a:solidFill>
                <a:srgbClr val="000000"/>
              </a:solidFill>
              <a:effectLst/>
              <a:uLnTx/>
              <a:uFillTx/>
            </a:endParaRPr>
          </a:p>
        </p:txBody>
      </p:sp>
      <p:sp>
        <p:nvSpPr>
          <p:cNvPr id="26" name="TextBox 25">
            <a:extLst>
              <a:ext uri="{FF2B5EF4-FFF2-40B4-BE49-F238E27FC236}">
                <a16:creationId xmlns:a16="http://schemas.microsoft.com/office/drawing/2014/main" id="{78EF208B-311D-7C7D-7742-03D66CF53BAD}"/>
              </a:ext>
            </a:extLst>
          </p:cNvPr>
          <p:cNvSpPr txBox="1"/>
          <p:nvPr/>
        </p:nvSpPr>
        <p:spPr>
          <a:xfrm>
            <a:off x="6395587" y="2967335"/>
            <a:ext cx="4898656" cy="92333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marR="0" lvl="0" indent="0" fontAlgn="auto">
              <a:lnSpc>
                <a:spcPct val="100000"/>
              </a:lnSpc>
              <a:spcBef>
                <a:spcPct val="0"/>
              </a:spcBef>
              <a:spcAft>
                <a:spcPct val="0"/>
              </a:spcAft>
              <a:buClrTx/>
              <a:buSzTx/>
              <a:buFontTx/>
              <a:buNone/>
              <a:defRPr sz="2400">
                <a:solidFill>
                  <a:srgbClr val="000000"/>
                </a:solidFill>
                <a:latin typeface="Trebuchet MS"/>
              </a:defRPr>
            </a:lvl1pPr>
          </a:lstStyle>
          <a:p>
            <a:r>
              <a:rPr lang="en-US" sz="2000" b="1" dirty="0">
                <a:solidFill>
                  <a:srgbClr val="006C67"/>
                </a:solidFill>
                <a:latin typeface="+mn-lt"/>
              </a:rPr>
              <a:t>Policy</a:t>
            </a:r>
            <a:r>
              <a:rPr lang="en-US" sz="2000" dirty="0">
                <a:latin typeface="+mn-lt"/>
              </a:rPr>
              <a:t> is </a:t>
            </a:r>
            <a:r>
              <a:rPr lang="en-US" sz="2000" dirty="0">
                <a:solidFill>
                  <a:srgbClr val="006C67"/>
                </a:solidFill>
                <a:latin typeface="+mn-lt"/>
              </a:rPr>
              <a:t>legally binding guiding framework</a:t>
            </a:r>
            <a:r>
              <a:rPr lang="en-US" sz="2000" dirty="0">
                <a:latin typeface="+mn-lt"/>
              </a:rPr>
              <a:t>, establishing overall principles</a:t>
            </a:r>
          </a:p>
        </p:txBody>
      </p:sp>
      <p:sp>
        <p:nvSpPr>
          <p:cNvPr id="30" name="TextBox 29">
            <a:extLst>
              <a:ext uri="{FF2B5EF4-FFF2-40B4-BE49-F238E27FC236}">
                <a16:creationId xmlns:a16="http://schemas.microsoft.com/office/drawing/2014/main" id="{6433D5A2-1B8E-18D3-4761-D47E80A2BAAA}"/>
              </a:ext>
            </a:extLst>
          </p:cNvPr>
          <p:cNvSpPr txBox="1"/>
          <p:nvPr/>
        </p:nvSpPr>
        <p:spPr>
          <a:xfrm>
            <a:off x="6395587" y="5099719"/>
            <a:ext cx="4898656" cy="61555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defPPr>
              <a:defRPr lang="en-US"/>
            </a:defPPr>
            <a:lvl1pPr marR="0" lvl="0" indent="0" fontAlgn="auto">
              <a:lnSpc>
                <a:spcPct val="100000"/>
              </a:lnSpc>
              <a:spcBef>
                <a:spcPct val="0"/>
              </a:spcBef>
              <a:spcAft>
                <a:spcPct val="0"/>
              </a:spcAft>
              <a:buClrTx/>
              <a:buSzTx/>
              <a:buFontTx/>
              <a:buNone/>
              <a:defRPr sz="2400">
                <a:solidFill>
                  <a:srgbClr val="000000"/>
                </a:solidFill>
                <a:latin typeface="Trebuchet MS"/>
              </a:defRPr>
            </a:lvl1pPr>
          </a:lstStyle>
          <a:p>
            <a:r>
              <a:rPr lang="en-US" sz="2000" b="1">
                <a:solidFill>
                  <a:srgbClr val="006C67"/>
                </a:solidFill>
                <a:latin typeface="+mn-lt"/>
              </a:rPr>
              <a:t>Regulations</a:t>
            </a:r>
            <a:r>
              <a:rPr lang="en-US" sz="2000">
                <a:solidFill>
                  <a:srgbClr val="006C67"/>
                </a:solidFill>
                <a:latin typeface="+mn-lt"/>
              </a:rPr>
              <a:t> are detailed, enforceable rules </a:t>
            </a:r>
            <a:r>
              <a:rPr lang="en-US" sz="2000">
                <a:latin typeface="+mn-lt"/>
              </a:rPr>
              <a:t>implementing specific laws or policies</a:t>
            </a:r>
          </a:p>
        </p:txBody>
      </p:sp>
      <p:grpSp>
        <p:nvGrpSpPr>
          <p:cNvPr id="12" name="Group 11">
            <a:extLst>
              <a:ext uri="{FF2B5EF4-FFF2-40B4-BE49-F238E27FC236}">
                <a16:creationId xmlns:a16="http://schemas.microsoft.com/office/drawing/2014/main" id="{B57DB81A-5C95-47A1-8287-3B7D287FD35B}"/>
              </a:ext>
            </a:extLst>
          </p:cNvPr>
          <p:cNvGrpSpPr/>
          <p:nvPr/>
        </p:nvGrpSpPr>
        <p:grpSpPr>
          <a:xfrm>
            <a:off x="4611956" y="779259"/>
            <a:ext cx="1342489" cy="1342489"/>
            <a:chOff x="4611956" y="779259"/>
            <a:chExt cx="1342489" cy="1342489"/>
          </a:xfrm>
        </p:grpSpPr>
        <p:sp>
          <p:nvSpPr>
            <p:cNvPr id="5" name="Oval 4">
              <a:extLst>
                <a:ext uri="{FF2B5EF4-FFF2-40B4-BE49-F238E27FC236}">
                  <a16:creationId xmlns:a16="http://schemas.microsoft.com/office/drawing/2014/main" id="{FDE544A7-14B9-462F-9B8A-00F7F6B6458D}"/>
                </a:ext>
              </a:extLst>
            </p:cNvPr>
            <p:cNvSpPr/>
            <p:nvPr/>
          </p:nvSpPr>
          <p:spPr>
            <a:xfrm>
              <a:off x="4611956" y="779259"/>
              <a:ext cx="1342489" cy="1342489"/>
            </a:xfrm>
            <a:prstGeom prst="ellipse">
              <a:avLst/>
            </a:prstGeom>
            <a:solidFill>
              <a:schemeClr val="bg1"/>
            </a:solidFill>
            <a:ln w="19050" cap="rnd" cmpd="sng" algn="ctr">
              <a:solidFill>
                <a:srgbClr val="006C67"/>
              </a:solidFill>
              <a:prstDash val="sysDot"/>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20" name="Oval 19">
              <a:extLst>
                <a:ext uri="{FF2B5EF4-FFF2-40B4-BE49-F238E27FC236}">
                  <a16:creationId xmlns:a16="http://schemas.microsoft.com/office/drawing/2014/main" id="{EA016B07-2350-4FCC-A3B6-EA89BC44BE1F}"/>
                </a:ext>
              </a:extLst>
            </p:cNvPr>
            <p:cNvSpPr/>
            <p:nvPr/>
          </p:nvSpPr>
          <p:spPr>
            <a:xfrm>
              <a:off x="4711700" y="879003"/>
              <a:ext cx="1143000" cy="1143000"/>
            </a:xfrm>
            <a:prstGeom prst="ellipse">
              <a:avLst/>
            </a:prstGeom>
            <a:solidFill>
              <a:schemeClr val="bg1"/>
            </a:solidFill>
            <a:ln w="2857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grpSp>
          <p:nvGrpSpPr>
            <p:cNvPr id="43" name="bcgIcons_Strategy ">
              <a:extLst>
                <a:ext uri="{FF2B5EF4-FFF2-40B4-BE49-F238E27FC236}">
                  <a16:creationId xmlns:a16="http://schemas.microsoft.com/office/drawing/2014/main" id="{5CBAFDCD-A872-4D6B-AB0C-86B87FAC94BE}"/>
                </a:ext>
              </a:extLst>
            </p:cNvPr>
            <p:cNvGrpSpPr>
              <a:grpSpLocks noChangeAspect="1"/>
            </p:cNvGrpSpPr>
            <p:nvPr/>
          </p:nvGrpSpPr>
          <p:grpSpPr>
            <a:xfrm>
              <a:off x="4816147" y="983449"/>
              <a:ext cx="934108" cy="934108"/>
              <a:chOff x="5273675" y="2606675"/>
              <a:chExt cx="1644650" cy="1644650"/>
            </a:xfrm>
          </p:grpSpPr>
          <p:sp>
            <p:nvSpPr>
              <p:cNvPr id="44" name="AutoShape 9">
                <a:extLst>
                  <a:ext uri="{FF2B5EF4-FFF2-40B4-BE49-F238E27FC236}">
                    <a16:creationId xmlns:a16="http://schemas.microsoft.com/office/drawing/2014/main" id="{DB9FF992-C434-483B-8EBE-958357A5D27D}"/>
                  </a:ext>
                </a:extLst>
              </p:cNvPr>
              <p:cNvSpPr>
                <a:spLocks noChangeAspect="1" noChangeArrowheads="1" noTextEdi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45" name="Group 44">
                <a:extLst>
                  <a:ext uri="{FF2B5EF4-FFF2-40B4-BE49-F238E27FC236}">
                    <a16:creationId xmlns:a16="http://schemas.microsoft.com/office/drawing/2014/main" id="{E3625CA2-F08E-4862-BE55-5C5E82CCB4C5}"/>
                  </a:ext>
                </a:extLst>
              </p:cNvPr>
              <p:cNvGrpSpPr/>
              <p:nvPr/>
            </p:nvGrpSpPr>
            <p:grpSpPr>
              <a:xfrm>
                <a:off x="5724321" y="2833688"/>
                <a:ext cx="778079" cy="1249362"/>
                <a:chOff x="5724321" y="2833688"/>
                <a:chExt cx="778079" cy="1249362"/>
              </a:xfrm>
            </p:grpSpPr>
            <p:sp>
              <p:nvSpPr>
                <p:cNvPr id="46" name="Freeform 11">
                  <a:extLst>
                    <a:ext uri="{FF2B5EF4-FFF2-40B4-BE49-F238E27FC236}">
                      <a16:creationId xmlns:a16="http://schemas.microsoft.com/office/drawing/2014/main" id="{DF25DDBC-E19E-4BC2-9227-627E6F8A8A14}"/>
                    </a:ext>
                  </a:extLst>
                </p:cNvPr>
                <p:cNvSpPr>
                  <a:spLocks/>
                </p:cNvSpPr>
                <p:nvPr/>
              </p:nvSpPr>
              <p:spPr bwMode="auto">
                <a:xfrm>
                  <a:off x="5807075" y="2833688"/>
                  <a:ext cx="695325" cy="866775"/>
                </a:xfrm>
                <a:custGeom>
                  <a:avLst/>
                  <a:gdLst>
                    <a:gd name="T0" fmla="*/ 744 w 974"/>
                    <a:gd name="T1" fmla="*/ 324 h 1216"/>
                    <a:gd name="T2" fmla="*/ 697 w 974"/>
                    <a:gd name="T3" fmla="*/ 281 h 1216"/>
                    <a:gd name="T4" fmla="*/ 490 w 974"/>
                    <a:gd name="T5" fmla="*/ 140 h 1216"/>
                    <a:gd name="T6" fmla="*/ 447 w 974"/>
                    <a:gd name="T7" fmla="*/ 114 h 1216"/>
                    <a:gd name="T8" fmla="*/ 439 w 974"/>
                    <a:gd name="T9" fmla="*/ 6 h 1216"/>
                    <a:gd name="T10" fmla="*/ 264 w 974"/>
                    <a:gd name="T11" fmla="*/ 125 h 1216"/>
                    <a:gd name="T12" fmla="*/ 75 w 974"/>
                    <a:gd name="T13" fmla="*/ 329 h 1216"/>
                    <a:gd name="T14" fmla="*/ 142 w 974"/>
                    <a:gd name="T15" fmla="*/ 602 h 1216"/>
                    <a:gd name="T16" fmla="*/ 49 w 974"/>
                    <a:gd name="T17" fmla="*/ 534 h 1216"/>
                    <a:gd name="T18" fmla="*/ 17 w 974"/>
                    <a:gd name="T19" fmla="*/ 681 h 1216"/>
                    <a:gd name="T20" fmla="*/ 63 w 974"/>
                    <a:gd name="T21" fmla="*/ 772 h 1216"/>
                    <a:gd name="T22" fmla="*/ 23 w 974"/>
                    <a:gd name="T23" fmla="*/ 880 h 1216"/>
                    <a:gd name="T24" fmla="*/ 59 w 974"/>
                    <a:gd name="T25" fmla="*/ 974 h 1216"/>
                    <a:gd name="T26" fmla="*/ 54 w 974"/>
                    <a:gd name="T27" fmla="*/ 1216 h 1216"/>
                    <a:gd name="T28" fmla="*/ 86 w 974"/>
                    <a:gd name="T29" fmla="*/ 1015 h 1216"/>
                    <a:gd name="T30" fmla="*/ 199 w 974"/>
                    <a:gd name="T31" fmla="*/ 1034 h 1216"/>
                    <a:gd name="T32" fmla="*/ 65 w 974"/>
                    <a:gd name="T33" fmla="*/ 868 h 1216"/>
                    <a:gd name="T34" fmla="*/ 210 w 974"/>
                    <a:gd name="T35" fmla="*/ 913 h 1216"/>
                    <a:gd name="T36" fmla="*/ 237 w 974"/>
                    <a:gd name="T37" fmla="*/ 880 h 1216"/>
                    <a:gd name="T38" fmla="*/ 54 w 974"/>
                    <a:gd name="T39" fmla="*/ 589 h 1216"/>
                    <a:gd name="T40" fmla="*/ 273 w 974"/>
                    <a:gd name="T41" fmla="*/ 758 h 1216"/>
                    <a:gd name="T42" fmla="*/ 85 w 974"/>
                    <a:gd name="T43" fmla="*/ 426 h 1216"/>
                    <a:gd name="T44" fmla="*/ 297 w 974"/>
                    <a:gd name="T45" fmla="*/ 154 h 1216"/>
                    <a:gd name="T46" fmla="*/ 410 w 974"/>
                    <a:gd name="T47" fmla="*/ 47 h 1216"/>
                    <a:gd name="T48" fmla="*/ 404 w 974"/>
                    <a:gd name="T49" fmla="*/ 104 h 1216"/>
                    <a:gd name="T50" fmla="*/ 476 w 974"/>
                    <a:gd name="T51" fmla="*/ 182 h 1216"/>
                    <a:gd name="T52" fmla="*/ 658 w 974"/>
                    <a:gd name="T53" fmla="*/ 300 h 1216"/>
                    <a:gd name="T54" fmla="*/ 718 w 974"/>
                    <a:gd name="T55" fmla="*/ 360 h 1216"/>
                    <a:gd name="T56" fmla="*/ 851 w 974"/>
                    <a:gd name="T57" fmla="*/ 664 h 1216"/>
                    <a:gd name="T58" fmla="*/ 631 w 974"/>
                    <a:gd name="T59" fmla="*/ 568 h 1216"/>
                    <a:gd name="T60" fmla="*/ 465 w 974"/>
                    <a:gd name="T61" fmla="*/ 619 h 1216"/>
                    <a:gd name="T62" fmla="*/ 438 w 974"/>
                    <a:gd name="T63" fmla="*/ 649 h 1216"/>
                    <a:gd name="T64" fmla="*/ 500 w 974"/>
                    <a:gd name="T65" fmla="*/ 752 h 1216"/>
                    <a:gd name="T66" fmla="*/ 673 w 974"/>
                    <a:gd name="T67" fmla="*/ 1216 h 1216"/>
                    <a:gd name="T68" fmla="*/ 679 w 974"/>
                    <a:gd name="T69" fmla="*/ 922 h 1216"/>
                    <a:gd name="T70" fmla="*/ 525 w 974"/>
                    <a:gd name="T71" fmla="*/ 715 h 1216"/>
                    <a:gd name="T72" fmla="*/ 584 w 974"/>
                    <a:gd name="T73" fmla="*/ 630 h 1216"/>
                    <a:gd name="T74" fmla="*/ 677 w 974"/>
                    <a:gd name="T75" fmla="*/ 641 h 1216"/>
                    <a:gd name="T76" fmla="*/ 922 w 974"/>
                    <a:gd name="T77" fmla="*/ 471 h 1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74" h="1216">
                      <a:moveTo>
                        <a:pt x="922" y="471"/>
                      </a:moveTo>
                      <a:cubicBezTo>
                        <a:pt x="911" y="446"/>
                        <a:pt x="851" y="400"/>
                        <a:pt x="744" y="324"/>
                      </a:cubicBezTo>
                      <a:cubicBezTo>
                        <a:pt x="727" y="313"/>
                        <a:pt x="710" y="301"/>
                        <a:pt x="707" y="298"/>
                      </a:cubicBezTo>
                      <a:cubicBezTo>
                        <a:pt x="704" y="295"/>
                        <a:pt x="701" y="288"/>
                        <a:pt x="697" y="281"/>
                      </a:cubicBezTo>
                      <a:cubicBezTo>
                        <a:pt x="690" y="266"/>
                        <a:pt x="680" y="246"/>
                        <a:pt x="659" y="221"/>
                      </a:cubicBezTo>
                      <a:cubicBezTo>
                        <a:pt x="635" y="191"/>
                        <a:pt x="568" y="167"/>
                        <a:pt x="490" y="140"/>
                      </a:cubicBezTo>
                      <a:cubicBezTo>
                        <a:pt x="471" y="134"/>
                        <a:pt x="450" y="126"/>
                        <a:pt x="445" y="123"/>
                      </a:cubicBezTo>
                      <a:cubicBezTo>
                        <a:pt x="445" y="121"/>
                        <a:pt x="446" y="117"/>
                        <a:pt x="447" y="114"/>
                      </a:cubicBezTo>
                      <a:cubicBezTo>
                        <a:pt x="449" y="105"/>
                        <a:pt x="452" y="93"/>
                        <a:pt x="454" y="76"/>
                      </a:cubicBezTo>
                      <a:cubicBezTo>
                        <a:pt x="458" y="28"/>
                        <a:pt x="445" y="11"/>
                        <a:pt x="439" y="6"/>
                      </a:cubicBezTo>
                      <a:cubicBezTo>
                        <a:pt x="434" y="2"/>
                        <a:pt x="428" y="0"/>
                        <a:pt x="422" y="0"/>
                      </a:cubicBezTo>
                      <a:cubicBezTo>
                        <a:pt x="343" y="7"/>
                        <a:pt x="286" y="93"/>
                        <a:pt x="264" y="125"/>
                      </a:cubicBezTo>
                      <a:cubicBezTo>
                        <a:pt x="261" y="130"/>
                        <a:pt x="261" y="130"/>
                        <a:pt x="261" y="130"/>
                      </a:cubicBezTo>
                      <a:cubicBezTo>
                        <a:pt x="246" y="150"/>
                        <a:pt x="97" y="311"/>
                        <a:pt x="75" y="329"/>
                      </a:cubicBezTo>
                      <a:cubicBezTo>
                        <a:pt x="42" y="356"/>
                        <a:pt x="41" y="430"/>
                        <a:pt x="41" y="430"/>
                      </a:cubicBezTo>
                      <a:cubicBezTo>
                        <a:pt x="41" y="439"/>
                        <a:pt x="41" y="444"/>
                        <a:pt x="142" y="602"/>
                      </a:cubicBezTo>
                      <a:cubicBezTo>
                        <a:pt x="145" y="605"/>
                        <a:pt x="147" y="609"/>
                        <a:pt x="149" y="612"/>
                      </a:cubicBezTo>
                      <a:cubicBezTo>
                        <a:pt x="64" y="537"/>
                        <a:pt x="56" y="535"/>
                        <a:pt x="49" y="534"/>
                      </a:cubicBezTo>
                      <a:cubicBezTo>
                        <a:pt x="40" y="532"/>
                        <a:pt x="30" y="535"/>
                        <a:pt x="23" y="542"/>
                      </a:cubicBezTo>
                      <a:cubicBezTo>
                        <a:pt x="0" y="567"/>
                        <a:pt x="12" y="664"/>
                        <a:pt x="17" y="681"/>
                      </a:cubicBezTo>
                      <a:cubicBezTo>
                        <a:pt x="21" y="698"/>
                        <a:pt x="60" y="746"/>
                        <a:pt x="105" y="797"/>
                      </a:cubicBezTo>
                      <a:cubicBezTo>
                        <a:pt x="85" y="785"/>
                        <a:pt x="69" y="776"/>
                        <a:pt x="63" y="772"/>
                      </a:cubicBezTo>
                      <a:cubicBezTo>
                        <a:pt x="52" y="766"/>
                        <a:pt x="40" y="767"/>
                        <a:pt x="31" y="774"/>
                      </a:cubicBezTo>
                      <a:cubicBezTo>
                        <a:pt x="2" y="796"/>
                        <a:pt x="23" y="879"/>
                        <a:pt x="23" y="880"/>
                      </a:cubicBezTo>
                      <a:cubicBezTo>
                        <a:pt x="27" y="896"/>
                        <a:pt x="60" y="932"/>
                        <a:pt x="99" y="972"/>
                      </a:cubicBezTo>
                      <a:cubicBezTo>
                        <a:pt x="72" y="967"/>
                        <a:pt x="63" y="971"/>
                        <a:pt x="59" y="974"/>
                      </a:cubicBezTo>
                      <a:cubicBezTo>
                        <a:pt x="45" y="981"/>
                        <a:pt x="37" y="992"/>
                        <a:pt x="45" y="1111"/>
                      </a:cubicBezTo>
                      <a:cubicBezTo>
                        <a:pt x="48" y="1156"/>
                        <a:pt x="52" y="1202"/>
                        <a:pt x="54" y="1216"/>
                      </a:cubicBezTo>
                      <a:cubicBezTo>
                        <a:pt x="98" y="1216"/>
                        <a:pt x="98" y="1216"/>
                        <a:pt x="98" y="1216"/>
                      </a:cubicBezTo>
                      <a:cubicBezTo>
                        <a:pt x="90" y="1139"/>
                        <a:pt x="84" y="1047"/>
                        <a:pt x="86" y="1015"/>
                      </a:cubicBezTo>
                      <a:cubicBezTo>
                        <a:pt x="104" y="1018"/>
                        <a:pt x="139" y="1029"/>
                        <a:pt x="172" y="1043"/>
                      </a:cubicBezTo>
                      <a:cubicBezTo>
                        <a:pt x="182" y="1047"/>
                        <a:pt x="193" y="1043"/>
                        <a:pt x="199" y="1034"/>
                      </a:cubicBezTo>
                      <a:cubicBezTo>
                        <a:pt x="205" y="1025"/>
                        <a:pt x="204" y="1014"/>
                        <a:pt x="196" y="1006"/>
                      </a:cubicBezTo>
                      <a:cubicBezTo>
                        <a:pt x="139" y="951"/>
                        <a:pt x="73" y="883"/>
                        <a:pt x="65" y="868"/>
                      </a:cubicBezTo>
                      <a:cubicBezTo>
                        <a:pt x="62" y="856"/>
                        <a:pt x="60" y="836"/>
                        <a:pt x="60" y="822"/>
                      </a:cubicBezTo>
                      <a:cubicBezTo>
                        <a:pt x="105" y="849"/>
                        <a:pt x="208" y="913"/>
                        <a:pt x="210" y="913"/>
                      </a:cubicBezTo>
                      <a:cubicBezTo>
                        <a:pt x="219" y="919"/>
                        <a:pt x="231" y="917"/>
                        <a:pt x="238" y="909"/>
                      </a:cubicBezTo>
                      <a:cubicBezTo>
                        <a:pt x="245" y="900"/>
                        <a:pt x="245" y="888"/>
                        <a:pt x="237" y="880"/>
                      </a:cubicBezTo>
                      <a:cubicBezTo>
                        <a:pt x="156" y="791"/>
                        <a:pt x="67" y="688"/>
                        <a:pt x="59" y="669"/>
                      </a:cubicBezTo>
                      <a:cubicBezTo>
                        <a:pt x="54" y="652"/>
                        <a:pt x="52" y="613"/>
                        <a:pt x="54" y="589"/>
                      </a:cubicBezTo>
                      <a:cubicBezTo>
                        <a:pt x="90" y="618"/>
                        <a:pt x="171" y="690"/>
                        <a:pt x="244" y="758"/>
                      </a:cubicBezTo>
                      <a:cubicBezTo>
                        <a:pt x="252" y="765"/>
                        <a:pt x="264" y="766"/>
                        <a:pt x="273" y="758"/>
                      </a:cubicBezTo>
                      <a:cubicBezTo>
                        <a:pt x="281" y="751"/>
                        <a:pt x="283" y="739"/>
                        <a:pt x="277" y="730"/>
                      </a:cubicBezTo>
                      <a:cubicBezTo>
                        <a:pt x="209" y="625"/>
                        <a:pt x="100" y="455"/>
                        <a:pt x="85" y="426"/>
                      </a:cubicBezTo>
                      <a:cubicBezTo>
                        <a:pt x="86" y="405"/>
                        <a:pt x="93" y="371"/>
                        <a:pt x="103" y="363"/>
                      </a:cubicBezTo>
                      <a:cubicBezTo>
                        <a:pt x="125" y="345"/>
                        <a:pt x="279" y="181"/>
                        <a:pt x="297" y="154"/>
                      </a:cubicBezTo>
                      <a:cubicBezTo>
                        <a:pt x="300" y="150"/>
                        <a:pt x="300" y="150"/>
                        <a:pt x="300" y="150"/>
                      </a:cubicBezTo>
                      <a:cubicBezTo>
                        <a:pt x="316" y="127"/>
                        <a:pt x="359" y="63"/>
                        <a:pt x="410" y="47"/>
                      </a:cubicBezTo>
                      <a:cubicBezTo>
                        <a:pt x="411" y="53"/>
                        <a:pt x="411" y="61"/>
                        <a:pt x="410" y="72"/>
                      </a:cubicBezTo>
                      <a:cubicBezTo>
                        <a:pt x="409" y="85"/>
                        <a:pt x="406" y="95"/>
                        <a:pt x="404" y="104"/>
                      </a:cubicBezTo>
                      <a:cubicBezTo>
                        <a:pt x="400" y="121"/>
                        <a:pt x="394" y="144"/>
                        <a:pt x="421" y="161"/>
                      </a:cubicBezTo>
                      <a:cubicBezTo>
                        <a:pt x="429" y="166"/>
                        <a:pt x="445" y="171"/>
                        <a:pt x="476" y="182"/>
                      </a:cubicBezTo>
                      <a:cubicBezTo>
                        <a:pt x="522" y="197"/>
                        <a:pt x="607" y="227"/>
                        <a:pt x="626" y="249"/>
                      </a:cubicBezTo>
                      <a:cubicBezTo>
                        <a:pt x="643" y="270"/>
                        <a:pt x="651" y="286"/>
                        <a:pt x="658" y="300"/>
                      </a:cubicBezTo>
                      <a:cubicBezTo>
                        <a:pt x="663" y="312"/>
                        <a:pt x="668" y="322"/>
                        <a:pt x="678" y="330"/>
                      </a:cubicBezTo>
                      <a:cubicBezTo>
                        <a:pt x="682" y="335"/>
                        <a:pt x="693" y="343"/>
                        <a:pt x="718" y="360"/>
                      </a:cubicBezTo>
                      <a:cubicBezTo>
                        <a:pt x="760" y="390"/>
                        <a:pt x="871" y="468"/>
                        <a:pt x="881" y="489"/>
                      </a:cubicBezTo>
                      <a:cubicBezTo>
                        <a:pt x="891" y="511"/>
                        <a:pt x="923" y="631"/>
                        <a:pt x="851" y="664"/>
                      </a:cubicBezTo>
                      <a:cubicBezTo>
                        <a:pt x="807" y="685"/>
                        <a:pt x="747" y="639"/>
                        <a:pt x="704" y="606"/>
                      </a:cubicBezTo>
                      <a:cubicBezTo>
                        <a:pt x="672" y="582"/>
                        <a:pt x="651" y="566"/>
                        <a:pt x="631" y="568"/>
                      </a:cubicBezTo>
                      <a:cubicBezTo>
                        <a:pt x="616" y="570"/>
                        <a:pt x="594" y="579"/>
                        <a:pt x="567" y="590"/>
                      </a:cubicBezTo>
                      <a:cubicBezTo>
                        <a:pt x="537" y="602"/>
                        <a:pt x="481" y="625"/>
                        <a:pt x="465" y="619"/>
                      </a:cubicBezTo>
                      <a:cubicBezTo>
                        <a:pt x="457" y="616"/>
                        <a:pt x="447" y="618"/>
                        <a:pt x="441" y="625"/>
                      </a:cubicBezTo>
                      <a:cubicBezTo>
                        <a:pt x="435" y="631"/>
                        <a:pt x="434" y="641"/>
                        <a:pt x="438" y="649"/>
                      </a:cubicBezTo>
                      <a:cubicBezTo>
                        <a:pt x="441" y="656"/>
                        <a:pt x="469" y="716"/>
                        <a:pt x="492" y="743"/>
                      </a:cubicBezTo>
                      <a:cubicBezTo>
                        <a:pt x="493" y="745"/>
                        <a:pt x="496" y="748"/>
                        <a:pt x="500" y="752"/>
                      </a:cubicBezTo>
                      <a:cubicBezTo>
                        <a:pt x="671" y="942"/>
                        <a:pt x="734" y="1104"/>
                        <a:pt x="676" y="1208"/>
                      </a:cubicBezTo>
                      <a:cubicBezTo>
                        <a:pt x="674" y="1211"/>
                        <a:pt x="673" y="1213"/>
                        <a:pt x="673" y="1216"/>
                      </a:cubicBezTo>
                      <a:cubicBezTo>
                        <a:pt x="721" y="1216"/>
                        <a:pt x="721" y="1216"/>
                        <a:pt x="721" y="1216"/>
                      </a:cubicBezTo>
                      <a:cubicBezTo>
                        <a:pt x="758" y="1137"/>
                        <a:pt x="744" y="1038"/>
                        <a:pt x="679" y="922"/>
                      </a:cubicBezTo>
                      <a:cubicBezTo>
                        <a:pt x="627" y="827"/>
                        <a:pt x="556" y="748"/>
                        <a:pt x="532" y="722"/>
                      </a:cubicBezTo>
                      <a:cubicBezTo>
                        <a:pt x="529" y="719"/>
                        <a:pt x="527" y="716"/>
                        <a:pt x="525" y="715"/>
                      </a:cubicBezTo>
                      <a:cubicBezTo>
                        <a:pt x="516" y="703"/>
                        <a:pt x="503" y="681"/>
                        <a:pt x="493" y="662"/>
                      </a:cubicBezTo>
                      <a:cubicBezTo>
                        <a:pt x="518" y="657"/>
                        <a:pt x="548" y="645"/>
                        <a:pt x="584" y="630"/>
                      </a:cubicBezTo>
                      <a:cubicBezTo>
                        <a:pt x="603" y="622"/>
                        <a:pt x="625" y="614"/>
                        <a:pt x="635" y="612"/>
                      </a:cubicBezTo>
                      <a:cubicBezTo>
                        <a:pt x="642" y="614"/>
                        <a:pt x="662" y="629"/>
                        <a:pt x="677" y="641"/>
                      </a:cubicBezTo>
                      <a:cubicBezTo>
                        <a:pt x="726" y="679"/>
                        <a:pt x="801" y="737"/>
                        <a:pt x="870" y="704"/>
                      </a:cubicBezTo>
                      <a:cubicBezTo>
                        <a:pt x="974" y="655"/>
                        <a:pt x="937" y="508"/>
                        <a:pt x="922" y="471"/>
                      </a:cubicBezTo>
                      <a:close/>
                    </a:path>
                  </a:pathLst>
                </a:custGeom>
                <a:solidFill>
                  <a:srgbClr val="003A3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19">
                  <a:extLst>
                    <a:ext uri="{FF2B5EF4-FFF2-40B4-BE49-F238E27FC236}">
                      <a16:creationId xmlns:a16="http://schemas.microsoft.com/office/drawing/2014/main" id="{CC3AC7B9-5571-49A1-BA1A-1E85BC16DC6A}"/>
                    </a:ext>
                  </a:extLst>
                </p:cNvPr>
                <p:cNvSpPr>
                  <a:spLocks/>
                </p:cNvSpPr>
                <p:nvPr/>
              </p:nvSpPr>
              <p:spPr bwMode="auto">
                <a:xfrm>
                  <a:off x="5724321" y="3732212"/>
                  <a:ext cx="741770" cy="350838"/>
                </a:xfrm>
                <a:custGeom>
                  <a:avLst/>
                  <a:gdLst>
                    <a:gd name="connsiteX0" fmla="*/ 146047 w 741770"/>
                    <a:gd name="connsiteY0" fmla="*/ 155575 h 350838"/>
                    <a:gd name="connsiteX1" fmla="*/ 595723 w 741770"/>
                    <a:gd name="connsiteY1" fmla="*/ 155575 h 350838"/>
                    <a:gd name="connsiteX2" fmla="*/ 600006 w 741770"/>
                    <a:gd name="connsiteY2" fmla="*/ 159151 h 350838"/>
                    <a:gd name="connsiteX3" fmla="*/ 738478 w 741770"/>
                    <a:gd name="connsiteY3" fmla="*/ 326520 h 350838"/>
                    <a:gd name="connsiteX4" fmla="*/ 727057 w 741770"/>
                    <a:gd name="connsiteY4" fmla="*/ 350838 h 350838"/>
                    <a:gd name="connsiteX5" fmla="*/ 14713 w 741770"/>
                    <a:gd name="connsiteY5" fmla="*/ 350838 h 350838"/>
                    <a:gd name="connsiteX6" fmla="*/ 3292 w 741770"/>
                    <a:gd name="connsiteY6" fmla="*/ 326520 h 350838"/>
                    <a:gd name="connsiteX7" fmla="*/ 141764 w 741770"/>
                    <a:gd name="connsiteY7" fmla="*/ 159151 h 350838"/>
                    <a:gd name="connsiteX8" fmla="*/ 146047 w 741770"/>
                    <a:gd name="connsiteY8" fmla="*/ 155575 h 350838"/>
                    <a:gd name="connsiteX9" fmla="*/ 93070 w 741770"/>
                    <a:gd name="connsiteY9" fmla="*/ 0 h 350838"/>
                    <a:gd name="connsiteX10" fmla="*/ 648699 w 741770"/>
                    <a:gd name="connsiteY10" fmla="*/ 0 h 350838"/>
                    <a:gd name="connsiteX11" fmla="*/ 655841 w 741770"/>
                    <a:gd name="connsiteY11" fmla="*/ 7158 h 350838"/>
                    <a:gd name="connsiteX12" fmla="*/ 655841 w 741770"/>
                    <a:gd name="connsiteY12" fmla="*/ 116668 h 350838"/>
                    <a:gd name="connsiteX13" fmla="*/ 648699 w 741770"/>
                    <a:gd name="connsiteY13" fmla="*/ 123825 h 350838"/>
                    <a:gd name="connsiteX14" fmla="*/ 93070 w 741770"/>
                    <a:gd name="connsiteY14" fmla="*/ 123825 h 350838"/>
                    <a:gd name="connsiteX15" fmla="*/ 85928 w 741770"/>
                    <a:gd name="connsiteY15" fmla="*/ 116668 h 350838"/>
                    <a:gd name="connsiteX16" fmla="*/ 85928 w 741770"/>
                    <a:gd name="connsiteY16" fmla="*/ 7158 h 350838"/>
                    <a:gd name="connsiteX17" fmla="*/ 93070 w 741770"/>
                    <a:gd name="connsiteY17" fmla="*/ 0 h 350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41770" h="350838">
                      <a:moveTo>
                        <a:pt x="146047" y="155575"/>
                      </a:moveTo>
                      <a:cubicBezTo>
                        <a:pt x="146047" y="155575"/>
                        <a:pt x="146047" y="155575"/>
                        <a:pt x="595723" y="155575"/>
                      </a:cubicBezTo>
                      <a:cubicBezTo>
                        <a:pt x="597151" y="157006"/>
                        <a:pt x="598578" y="157721"/>
                        <a:pt x="600006" y="159151"/>
                      </a:cubicBezTo>
                      <a:cubicBezTo>
                        <a:pt x="600006" y="159151"/>
                        <a:pt x="600006" y="159151"/>
                        <a:pt x="738478" y="326520"/>
                      </a:cubicBezTo>
                      <a:cubicBezTo>
                        <a:pt x="746329" y="335818"/>
                        <a:pt x="739192" y="350838"/>
                        <a:pt x="727057" y="350838"/>
                      </a:cubicBezTo>
                      <a:cubicBezTo>
                        <a:pt x="727057" y="350838"/>
                        <a:pt x="727057" y="350838"/>
                        <a:pt x="14713" y="350838"/>
                      </a:cubicBezTo>
                      <a:cubicBezTo>
                        <a:pt x="2578" y="350838"/>
                        <a:pt x="-4559" y="335818"/>
                        <a:pt x="3292" y="326520"/>
                      </a:cubicBezTo>
                      <a:cubicBezTo>
                        <a:pt x="3292" y="326520"/>
                        <a:pt x="3292" y="326520"/>
                        <a:pt x="141764" y="159151"/>
                      </a:cubicBezTo>
                      <a:cubicBezTo>
                        <a:pt x="143192" y="157721"/>
                        <a:pt x="144620" y="157006"/>
                        <a:pt x="146047" y="155575"/>
                      </a:cubicBezTo>
                      <a:close/>
                      <a:moveTo>
                        <a:pt x="93070" y="0"/>
                      </a:moveTo>
                      <a:cubicBezTo>
                        <a:pt x="93070" y="0"/>
                        <a:pt x="93070" y="0"/>
                        <a:pt x="648699" y="0"/>
                      </a:cubicBezTo>
                      <a:cubicBezTo>
                        <a:pt x="652270" y="0"/>
                        <a:pt x="655841" y="3579"/>
                        <a:pt x="655841" y="7158"/>
                      </a:cubicBezTo>
                      <a:cubicBezTo>
                        <a:pt x="655841" y="7158"/>
                        <a:pt x="655841" y="7158"/>
                        <a:pt x="655841" y="116668"/>
                      </a:cubicBezTo>
                      <a:cubicBezTo>
                        <a:pt x="655841" y="120962"/>
                        <a:pt x="652270" y="123825"/>
                        <a:pt x="648699" y="123825"/>
                      </a:cubicBezTo>
                      <a:cubicBezTo>
                        <a:pt x="648699" y="123825"/>
                        <a:pt x="648699" y="123825"/>
                        <a:pt x="93070" y="123825"/>
                      </a:cubicBezTo>
                      <a:cubicBezTo>
                        <a:pt x="89499" y="123825"/>
                        <a:pt x="85928" y="120962"/>
                        <a:pt x="85928" y="116668"/>
                      </a:cubicBezTo>
                      <a:cubicBezTo>
                        <a:pt x="85928" y="116668"/>
                        <a:pt x="85928" y="116668"/>
                        <a:pt x="85928" y="7158"/>
                      </a:cubicBezTo>
                      <a:cubicBezTo>
                        <a:pt x="85928" y="3579"/>
                        <a:pt x="89499" y="0"/>
                        <a:pt x="93070" y="0"/>
                      </a:cubicBezTo>
                      <a:close/>
                    </a:path>
                  </a:pathLst>
                </a:custGeom>
                <a:solidFill>
                  <a:srgbClr val="006C6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grpSp>
        </p:grpSp>
      </p:grpSp>
      <p:grpSp>
        <p:nvGrpSpPr>
          <p:cNvPr id="9" name="Group 8">
            <a:extLst>
              <a:ext uri="{FF2B5EF4-FFF2-40B4-BE49-F238E27FC236}">
                <a16:creationId xmlns:a16="http://schemas.microsoft.com/office/drawing/2014/main" id="{0F1654F2-4618-4E24-9659-FADDFB485D0D}"/>
              </a:ext>
            </a:extLst>
          </p:cNvPr>
          <p:cNvGrpSpPr/>
          <p:nvPr/>
        </p:nvGrpSpPr>
        <p:grpSpPr>
          <a:xfrm>
            <a:off x="4611956" y="2757755"/>
            <a:ext cx="1342489" cy="1342489"/>
            <a:chOff x="4611956" y="2757755"/>
            <a:chExt cx="1342489" cy="1342489"/>
          </a:xfrm>
        </p:grpSpPr>
        <p:sp>
          <p:nvSpPr>
            <p:cNvPr id="10" name="Oval 9">
              <a:extLst>
                <a:ext uri="{FF2B5EF4-FFF2-40B4-BE49-F238E27FC236}">
                  <a16:creationId xmlns:a16="http://schemas.microsoft.com/office/drawing/2014/main" id="{B78B549D-E41B-4B7C-BA3B-0F4851F7320B}"/>
                </a:ext>
              </a:extLst>
            </p:cNvPr>
            <p:cNvSpPr/>
            <p:nvPr/>
          </p:nvSpPr>
          <p:spPr>
            <a:xfrm>
              <a:off x="4611956" y="2757755"/>
              <a:ext cx="1342489" cy="1342489"/>
            </a:xfrm>
            <a:prstGeom prst="ellipse">
              <a:avLst/>
            </a:prstGeom>
            <a:solidFill>
              <a:schemeClr val="bg1"/>
            </a:solidFill>
            <a:ln w="19050" cap="rnd" cmpd="sng" algn="ctr">
              <a:solidFill>
                <a:srgbClr val="006C67"/>
              </a:solidFill>
              <a:prstDash val="sysDot"/>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21" name="Oval 20">
              <a:extLst>
                <a:ext uri="{FF2B5EF4-FFF2-40B4-BE49-F238E27FC236}">
                  <a16:creationId xmlns:a16="http://schemas.microsoft.com/office/drawing/2014/main" id="{53BC0098-68E3-4C49-AA4B-0A81A4B4E853}"/>
                </a:ext>
              </a:extLst>
            </p:cNvPr>
            <p:cNvSpPr/>
            <p:nvPr/>
          </p:nvSpPr>
          <p:spPr>
            <a:xfrm>
              <a:off x="4711700" y="2857499"/>
              <a:ext cx="1143000" cy="1143000"/>
            </a:xfrm>
            <a:prstGeom prst="ellipse">
              <a:avLst/>
            </a:prstGeom>
            <a:solidFill>
              <a:schemeClr val="bg1"/>
            </a:solidFill>
            <a:ln w="2857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grpSp>
          <p:nvGrpSpPr>
            <p:cNvPr id="48" name="bcgIcons_Policy ">
              <a:extLst>
                <a:ext uri="{FF2B5EF4-FFF2-40B4-BE49-F238E27FC236}">
                  <a16:creationId xmlns:a16="http://schemas.microsoft.com/office/drawing/2014/main" id="{AB8D4777-8453-4208-A9DA-73786B24BEEC}"/>
                </a:ext>
              </a:extLst>
            </p:cNvPr>
            <p:cNvGrpSpPr>
              <a:grpSpLocks noChangeAspect="1"/>
            </p:cNvGrpSpPr>
            <p:nvPr/>
          </p:nvGrpSpPr>
          <p:grpSpPr>
            <a:xfrm>
              <a:off x="4816146" y="2961945"/>
              <a:ext cx="934108" cy="934108"/>
              <a:chOff x="5272088" y="2605088"/>
              <a:chExt cx="1647825" cy="1647825"/>
            </a:xfrm>
          </p:grpSpPr>
          <p:sp>
            <p:nvSpPr>
              <p:cNvPr id="49" name="AutoShape 15">
                <a:extLst>
                  <a:ext uri="{FF2B5EF4-FFF2-40B4-BE49-F238E27FC236}">
                    <a16:creationId xmlns:a16="http://schemas.microsoft.com/office/drawing/2014/main" id="{4C4DDD32-DCFA-4655-A92D-33DC2EA6BFA9}"/>
                  </a:ext>
                </a:extLst>
              </p:cNvPr>
              <p:cNvSpPr>
                <a:spLocks noChangeAspect="1" noChangeArrowheads="1" noTextEdit="1"/>
              </p:cNvSpPr>
              <p:nvPr/>
            </p:nvSpPr>
            <p:spPr bwMode="auto">
              <a:xfrm>
                <a:off x="5272088" y="2605088"/>
                <a:ext cx="1647825"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50" name="Group 49">
                <a:extLst>
                  <a:ext uri="{FF2B5EF4-FFF2-40B4-BE49-F238E27FC236}">
                    <a16:creationId xmlns:a16="http://schemas.microsoft.com/office/drawing/2014/main" id="{02FA3442-CA7C-419E-A167-60972B2ABF78}"/>
                  </a:ext>
                </a:extLst>
              </p:cNvPr>
              <p:cNvGrpSpPr/>
              <p:nvPr/>
            </p:nvGrpSpPr>
            <p:grpSpPr>
              <a:xfrm>
                <a:off x="5646738" y="2887662"/>
                <a:ext cx="898525" cy="1193800"/>
                <a:chOff x="5646738" y="2887662"/>
                <a:chExt cx="898525" cy="1193800"/>
              </a:xfrm>
            </p:grpSpPr>
            <p:sp>
              <p:nvSpPr>
                <p:cNvPr id="51" name="Freeform 10">
                  <a:extLst>
                    <a:ext uri="{FF2B5EF4-FFF2-40B4-BE49-F238E27FC236}">
                      <a16:creationId xmlns:a16="http://schemas.microsoft.com/office/drawing/2014/main" id="{D00E4310-1509-4643-9FD9-5C7592661996}"/>
                    </a:ext>
                  </a:extLst>
                </p:cNvPr>
                <p:cNvSpPr>
                  <a:spLocks/>
                </p:cNvSpPr>
                <p:nvPr/>
              </p:nvSpPr>
              <p:spPr bwMode="auto">
                <a:xfrm>
                  <a:off x="5763474" y="3074988"/>
                  <a:ext cx="621452" cy="914401"/>
                </a:xfrm>
                <a:custGeom>
                  <a:avLst/>
                  <a:gdLst>
                    <a:gd name="connsiteX0" fmla="*/ 122620 w 621452"/>
                    <a:gd name="connsiteY0" fmla="*/ 661988 h 914401"/>
                    <a:gd name="connsiteX1" fmla="*/ 125475 w 621452"/>
                    <a:gd name="connsiteY1" fmla="*/ 663422 h 914401"/>
                    <a:gd name="connsiteX2" fmla="*/ 137608 w 621452"/>
                    <a:gd name="connsiteY2" fmla="*/ 690671 h 914401"/>
                    <a:gd name="connsiteX3" fmla="*/ 139749 w 621452"/>
                    <a:gd name="connsiteY3" fmla="*/ 692823 h 914401"/>
                    <a:gd name="connsiteX4" fmla="*/ 141890 w 621452"/>
                    <a:gd name="connsiteY4" fmla="*/ 691389 h 914401"/>
                    <a:gd name="connsiteX5" fmla="*/ 162587 w 621452"/>
                    <a:gd name="connsiteY5" fmla="*/ 669876 h 914401"/>
                    <a:gd name="connsiteX6" fmla="*/ 164728 w 621452"/>
                    <a:gd name="connsiteY6" fmla="*/ 669159 h 914401"/>
                    <a:gd name="connsiteX7" fmla="*/ 167583 w 621452"/>
                    <a:gd name="connsiteY7" fmla="*/ 672027 h 914401"/>
                    <a:gd name="connsiteX8" fmla="*/ 169724 w 621452"/>
                    <a:gd name="connsiteY8" fmla="*/ 701428 h 914401"/>
                    <a:gd name="connsiteX9" fmla="*/ 172579 w 621452"/>
                    <a:gd name="connsiteY9" fmla="*/ 704296 h 914401"/>
                    <a:gd name="connsiteX10" fmla="*/ 174006 w 621452"/>
                    <a:gd name="connsiteY10" fmla="*/ 704296 h 914401"/>
                    <a:gd name="connsiteX11" fmla="*/ 200412 w 621452"/>
                    <a:gd name="connsiteY11" fmla="*/ 691389 h 914401"/>
                    <a:gd name="connsiteX12" fmla="*/ 201840 w 621452"/>
                    <a:gd name="connsiteY12" fmla="*/ 690671 h 914401"/>
                    <a:gd name="connsiteX13" fmla="*/ 203981 w 621452"/>
                    <a:gd name="connsiteY13" fmla="*/ 694257 h 914401"/>
                    <a:gd name="connsiteX14" fmla="*/ 196130 w 621452"/>
                    <a:gd name="connsiteY14" fmla="*/ 722940 h 914401"/>
                    <a:gd name="connsiteX15" fmla="*/ 198985 w 621452"/>
                    <a:gd name="connsiteY15" fmla="*/ 726526 h 914401"/>
                    <a:gd name="connsiteX16" fmla="*/ 228960 w 621452"/>
                    <a:gd name="connsiteY16" fmla="*/ 723657 h 914401"/>
                    <a:gd name="connsiteX17" fmla="*/ 231101 w 621452"/>
                    <a:gd name="connsiteY17" fmla="*/ 727960 h 914401"/>
                    <a:gd name="connsiteX18" fmla="*/ 213973 w 621452"/>
                    <a:gd name="connsiteY18" fmla="*/ 752341 h 914401"/>
                    <a:gd name="connsiteX19" fmla="*/ 215400 w 621452"/>
                    <a:gd name="connsiteY19" fmla="*/ 756643 h 914401"/>
                    <a:gd name="connsiteX20" fmla="*/ 243947 w 621452"/>
                    <a:gd name="connsiteY20" fmla="*/ 763814 h 914401"/>
                    <a:gd name="connsiteX21" fmla="*/ 245375 w 621452"/>
                    <a:gd name="connsiteY21" fmla="*/ 768833 h 914401"/>
                    <a:gd name="connsiteX22" fmla="*/ 220396 w 621452"/>
                    <a:gd name="connsiteY22" fmla="*/ 785326 h 914401"/>
                    <a:gd name="connsiteX23" fmla="*/ 220396 w 621452"/>
                    <a:gd name="connsiteY23" fmla="*/ 790346 h 914401"/>
                    <a:gd name="connsiteX24" fmla="*/ 245375 w 621452"/>
                    <a:gd name="connsiteY24" fmla="*/ 806839 h 914401"/>
                    <a:gd name="connsiteX25" fmla="*/ 243947 w 621452"/>
                    <a:gd name="connsiteY25" fmla="*/ 811858 h 914401"/>
                    <a:gd name="connsiteX26" fmla="*/ 215400 w 621452"/>
                    <a:gd name="connsiteY26" fmla="*/ 819029 h 914401"/>
                    <a:gd name="connsiteX27" fmla="*/ 213973 w 621452"/>
                    <a:gd name="connsiteY27" fmla="*/ 824049 h 914401"/>
                    <a:gd name="connsiteX28" fmla="*/ 231101 w 621452"/>
                    <a:gd name="connsiteY28" fmla="*/ 847712 h 914401"/>
                    <a:gd name="connsiteX29" fmla="*/ 228960 w 621452"/>
                    <a:gd name="connsiteY29" fmla="*/ 852732 h 914401"/>
                    <a:gd name="connsiteX30" fmla="*/ 198985 w 621452"/>
                    <a:gd name="connsiteY30" fmla="*/ 849147 h 914401"/>
                    <a:gd name="connsiteX31" fmla="*/ 196130 w 621452"/>
                    <a:gd name="connsiteY31" fmla="*/ 852732 h 914401"/>
                    <a:gd name="connsiteX32" fmla="*/ 203981 w 621452"/>
                    <a:gd name="connsiteY32" fmla="*/ 881415 h 914401"/>
                    <a:gd name="connsiteX33" fmla="*/ 201840 w 621452"/>
                    <a:gd name="connsiteY33" fmla="*/ 885001 h 914401"/>
                    <a:gd name="connsiteX34" fmla="*/ 200412 w 621452"/>
                    <a:gd name="connsiteY34" fmla="*/ 885001 h 914401"/>
                    <a:gd name="connsiteX35" fmla="*/ 174006 w 621452"/>
                    <a:gd name="connsiteY35" fmla="*/ 872093 h 914401"/>
                    <a:gd name="connsiteX36" fmla="*/ 172579 w 621452"/>
                    <a:gd name="connsiteY36" fmla="*/ 871376 h 914401"/>
                    <a:gd name="connsiteX37" fmla="*/ 169724 w 621452"/>
                    <a:gd name="connsiteY37" fmla="*/ 874245 h 914401"/>
                    <a:gd name="connsiteX38" fmla="*/ 167583 w 621452"/>
                    <a:gd name="connsiteY38" fmla="*/ 903645 h 914401"/>
                    <a:gd name="connsiteX39" fmla="*/ 164728 w 621452"/>
                    <a:gd name="connsiteY39" fmla="*/ 906513 h 914401"/>
                    <a:gd name="connsiteX40" fmla="*/ 162587 w 621452"/>
                    <a:gd name="connsiteY40" fmla="*/ 905796 h 914401"/>
                    <a:gd name="connsiteX41" fmla="*/ 141890 w 621452"/>
                    <a:gd name="connsiteY41" fmla="*/ 884284 h 914401"/>
                    <a:gd name="connsiteX42" fmla="*/ 139749 w 621452"/>
                    <a:gd name="connsiteY42" fmla="*/ 883567 h 914401"/>
                    <a:gd name="connsiteX43" fmla="*/ 137608 w 621452"/>
                    <a:gd name="connsiteY43" fmla="*/ 885001 h 914401"/>
                    <a:gd name="connsiteX44" fmla="*/ 125475 w 621452"/>
                    <a:gd name="connsiteY44" fmla="*/ 912250 h 914401"/>
                    <a:gd name="connsiteX45" fmla="*/ 122620 w 621452"/>
                    <a:gd name="connsiteY45" fmla="*/ 914401 h 914401"/>
                    <a:gd name="connsiteX46" fmla="*/ 120479 w 621452"/>
                    <a:gd name="connsiteY46" fmla="*/ 912250 h 914401"/>
                    <a:gd name="connsiteX47" fmla="*/ 108347 w 621452"/>
                    <a:gd name="connsiteY47" fmla="*/ 885001 h 914401"/>
                    <a:gd name="connsiteX48" fmla="*/ 105492 w 621452"/>
                    <a:gd name="connsiteY48" fmla="*/ 883567 h 914401"/>
                    <a:gd name="connsiteX49" fmla="*/ 103351 w 621452"/>
                    <a:gd name="connsiteY49" fmla="*/ 884284 h 914401"/>
                    <a:gd name="connsiteX50" fmla="*/ 82654 w 621452"/>
                    <a:gd name="connsiteY50" fmla="*/ 905796 h 914401"/>
                    <a:gd name="connsiteX51" fmla="*/ 80513 w 621452"/>
                    <a:gd name="connsiteY51" fmla="*/ 906513 h 914401"/>
                    <a:gd name="connsiteX52" fmla="*/ 77658 w 621452"/>
                    <a:gd name="connsiteY52" fmla="*/ 903645 h 914401"/>
                    <a:gd name="connsiteX53" fmla="*/ 75517 w 621452"/>
                    <a:gd name="connsiteY53" fmla="*/ 874245 h 914401"/>
                    <a:gd name="connsiteX54" fmla="*/ 73376 w 621452"/>
                    <a:gd name="connsiteY54" fmla="*/ 871376 h 914401"/>
                    <a:gd name="connsiteX55" fmla="*/ 71948 w 621452"/>
                    <a:gd name="connsiteY55" fmla="*/ 872093 h 914401"/>
                    <a:gd name="connsiteX56" fmla="*/ 44828 w 621452"/>
                    <a:gd name="connsiteY56" fmla="*/ 885001 h 914401"/>
                    <a:gd name="connsiteX57" fmla="*/ 44115 w 621452"/>
                    <a:gd name="connsiteY57" fmla="*/ 885001 h 914401"/>
                    <a:gd name="connsiteX58" fmla="*/ 41974 w 621452"/>
                    <a:gd name="connsiteY58" fmla="*/ 881415 h 914401"/>
                    <a:gd name="connsiteX59" fmla="*/ 49110 w 621452"/>
                    <a:gd name="connsiteY59" fmla="*/ 852732 h 914401"/>
                    <a:gd name="connsiteX60" fmla="*/ 46256 w 621452"/>
                    <a:gd name="connsiteY60" fmla="*/ 849147 h 914401"/>
                    <a:gd name="connsiteX61" fmla="*/ 17708 w 621452"/>
                    <a:gd name="connsiteY61" fmla="*/ 852732 h 914401"/>
                    <a:gd name="connsiteX62" fmla="*/ 16994 w 621452"/>
                    <a:gd name="connsiteY62" fmla="*/ 852732 h 914401"/>
                    <a:gd name="connsiteX63" fmla="*/ 14853 w 621452"/>
                    <a:gd name="connsiteY63" fmla="*/ 847712 h 914401"/>
                    <a:gd name="connsiteX64" fmla="*/ 32696 w 621452"/>
                    <a:gd name="connsiteY64" fmla="*/ 824049 h 914401"/>
                    <a:gd name="connsiteX65" fmla="*/ 30555 w 621452"/>
                    <a:gd name="connsiteY65" fmla="*/ 819029 h 914401"/>
                    <a:gd name="connsiteX66" fmla="*/ 2007 w 621452"/>
                    <a:gd name="connsiteY66" fmla="*/ 811858 h 914401"/>
                    <a:gd name="connsiteX67" fmla="*/ 1293 w 621452"/>
                    <a:gd name="connsiteY67" fmla="*/ 806839 h 914401"/>
                    <a:gd name="connsiteX68" fmla="*/ 25559 w 621452"/>
                    <a:gd name="connsiteY68" fmla="*/ 790346 h 914401"/>
                    <a:gd name="connsiteX69" fmla="*/ 25559 w 621452"/>
                    <a:gd name="connsiteY69" fmla="*/ 785326 h 914401"/>
                    <a:gd name="connsiteX70" fmla="*/ 1293 w 621452"/>
                    <a:gd name="connsiteY70" fmla="*/ 768833 h 914401"/>
                    <a:gd name="connsiteX71" fmla="*/ 2007 w 621452"/>
                    <a:gd name="connsiteY71" fmla="*/ 763814 h 914401"/>
                    <a:gd name="connsiteX72" fmla="*/ 30555 w 621452"/>
                    <a:gd name="connsiteY72" fmla="*/ 756643 h 914401"/>
                    <a:gd name="connsiteX73" fmla="*/ 32696 w 621452"/>
                    <a:gd name="connsiteY73" fmla="*/ 752341 h 914401"/>
                    <a:gd name="connsiteX74" fmla="*/ 14853 w 621452"/>
                    <a:gd name="connsiteY74" fmla="*/ 727960 h 914401"/>
                    <a:gd name="connsiteX75" fmla="*/ 16994 w 621452"/>
                    <a:gd name="connsiteY75" fmla="*/ 723657 h 914401"/>
                    <a:gd name="connsiteX76" fmla="*/ 17708 w 621452"/>
                    <a:gd name="connsiteY76" fmla="*/ 723657 h 914401"/>
                    <a:gd name="connsiteX77" fmla="*/ 46256 w 621452"/>
                    <a:gd name="connsiteY77" fmla="*/ 726526 h 914401"/>
                    <a:gd name="connsiteX78" fmla="*/ 49110 w 621452"/>
                    <a:gd name="connsiteY78" fmla="*/ 722940 h 914401"/>
                    <a:gd name="connsiteX79" fmla="*/ 41974 w 621452"/>
                    <a:gd name="connsiteY79" fmla="*/ 694257 h 914401"/>
                    <a:gd name="connsiteX80" fmla="*/ 44115 w 621452"/>
                    <a:gd name="connsiteY80" fmla="*/ 690671 h 914401"/>
                    <a:gd name="connsiteX81" fmla="*/ 44828 w 621452"/>
                    <a:gd name="connsiteY81" fmla="*/ 691389 h 914401"/>
                    <a:gd name="connsiteX82" fmla="*/ 71948 w 621452"/>
                    <a:gd name="connsiteY82" fmla="*/ 704296 h 914401"/>
                    <a:gd name="connsiteX83" fmla="*/ 73376 w 621452"/>
                    <a:gd name="connsiteY83" fmla="*/ 704296 h 914401"/>
                    <a:gd name="connsiteX84" fmla="*/ 75517 w 621452"/>
                    <a:gd name="connsiteY84" fmla="*/ 701428 h 914401"/>
                    <a:gd name="connsiteX85" fmla="*/ 77658 w 621452"/>
                    <a:gd name="connsiteY85" fmla="*/ 672027 h 914401"/>
                    <a:gd name="connsiteX86" fmla="*/ 80513 w 621452"/>
                    <a:gd name="connsiteY86" fmla="*/ 669159 h 914401"/>
                    <a:gd name="connsiteX87" fmla="*/ 82654 w 621452"/>
                    <a:gd name="connsiteY87" fmla="*/ 669876 h 914401"/>
                    <a:gd name="connsiteX88" fmla="*/ 103351 w 621452"/>
                    <a:gd name="connsiteY88" fmla="*/ 691389 h 914401"/>
                    <a:gd name="connsiteX89" fmla="*/ 105492 w 621452"/>
                    <a:gd name="connsiteY89" fmla="*/ 692823 h 914401"/>
                    <a:gd name="connsiteX90" fmla="*/ 108347 w 621452"/>
                    <a:gd name="connsiteY90" fmla="*/ 690671 h 914401"/>
                    <a:gd name="connsiteX91" fmla="*/ 120479 w 621452"/>
                    <a:gd name="connsiteY91" fmla="*/ 663422 h 914401"/>
                    <a:gd name="connsiteX92" fmla="*/ 122620 w 621452"/>
                    <a:gd name="connsiteY92" fmla="*/ 661988 h 914401"/>
                    <a:gd name="connsiteX93" fmla="*/ 64291 w 621452"/>
                    <a:gd name="connsiteY93" fmla="*/ 520700 h 914401"/>
                    <a:gd name="connsiteX94" fmla="*/ 600764 w 621452"/>
                    <a:gd name="connsiteY94" fmla="*/ 520700 h 914401"/>
                    <a:gd name="connsiteX95" fmla="*/ 621452 w 621452"/>
                    <a:gd name="connsiteY95" fmla="*/ 539835 h 914401"/>
                    <a:gd name="connsiteX96" fmla="*/ 600764 w 621452"/>
                    <a:gd name="connsiteY96" fmla="*/ 560388 h 914401"/>
                    <a:gd name="connsiteX97" fmla="*/ 64291 w 621452"/>
                    <a:gd name="connsiteY97" fmla="*/ 560388 h 914401"/>
                    <a:gd name="connsiteX98" fmla="*/ 43602 w 621452"/>
                    <a:gd name="connsiteY98" fmla="*/ 539835 h 914401"/>
                    <a:gd name="connsiteX99" fmla="*/ 64291 w 621452"/>
                    <a:gd name="connsiteY99" fmla="*/ 520700 h 914401"/>
                    <a:gd name="connsiteX100" fmla="*/ 64291 w 621452"/>
                    <a:gd name="connsiteY100" fmla="*/ 390525 h 914401"/>
                    <a:gd name="connsiteX101" fmla="*/ 600764 w 621452"/>
                    <a:gd name="connsiteY101" fmla="*/ 390525 h 914401"/>
                    <a:gd name="connsiteX102" fmla="*/ 621452 w 621452"/>
                    <a:gd name="connsiteY102" fmla="*/ 409215 h 914401"/>
                    <a:gd name="connsiteX103" fmla="*/ 600764 w 621452"/>
                    <a:gd name="connsiteY103" fmla="*/ 428625 h 914401"/>
                    <a:gd name="connsiteX104" fmla="*/ 64291 w 621452"/>
                    <a:gd name="connsiteY104" fmla="*/ 428625 h 914401"/>
                    <a:gd name="connsiteX105" fmla="*/ 43602 w 621452"/>
                    <a:gd name="connsiteY105" fmla="*/ 409215 h 914401"/>
                    <a:gd name="connsiteX106" fmla="*/ 64291 w 621452"/>
                    <a:gd name="connsiteY106" fmla="*/ 390525 h 914401"/>
                    <a:gd name="connsiteX107" fmla="*/ 64291 w 621452"/>
                    <a:gd name="connsiteY107" fmla="*/ 260350 h 914401"/>
                    <a:gd name="connsiteX108" fmla="*/ 600764 w 621452"/>
                    <a:gd name="connsiteY108" fmla="*/ 260350 h 914401"/>
                    <a:gd name="connsiteX109" fmla="*/ 621452 w 621452"/>
                    <a:gd name="connsiteY109" fmla="*/ 280555 h 914401"/>
                    <a:gd name="connsiteX110" fmla="*/ 600764 w 621452"/>
                    <a:gd name="connsiteY110" fmla="*/ 300038 h 914401"/>
                    <a:gd name="connsiteX111" fmla="*/ 64291 w 621452"/>
                    <a:gd name="connsiteY111" fmla="*/ 300038 h 914401"/>
                    <a:gd name="connsiteX112" fmla="*/ 43602 w 621452"/>
                    <a:gd name="connsiteY112" fmla="*/ 280555 h 914401"/>
                    <a:gd name="connsiteX113" fmla="*/ 64291 w 621452"/>
                    <a:gd name="connsiteY113" fmla="*/ 260350 h 914401"/>
                    <a:gd name="connsiteX114" fmla="*/ 64291 w 621452"/>
                    <a:gd name="connsiteY114" fmla="*/ 130175 h 914401"/>
                    <a:gd name="connsiteX115" fmla="*/ 600764 w 621452"/>
                    <a:gd name="connsiteY115" fmla="*/ 130175 h 914401"/>
                    <a:gd name="connsiteX116" fmla="*/ 621452 w 621452"/>
                    <a:gd name="connsiteY116" fmla="*/ 148879 h 914401"/>
                    <a:gd name="connsiteX117" fmla="*/ 600764 w 621452"/>
                    <a:gd name="connsiteY117" fmla="*/ 168275 h 914401"/>
                    <a:gd name="connsiteX118" fmla="*/ 64291 w 621452"/>
                    <a:gd name="connsiteY118" fmla="*/ 168275 h 914401"/>
                    <a:gd name="connsiteX119" fmla="*/ 43602 w 621452"/>
                    <a:gd name="connsiteY119" fmla="*/ 148879 h 914401"/>
                    <a:gd name="connsiteX120" fmla="*/ 64291 w 621452"/>
                    <a:gd name="connsiteY120" fmla="*/ 130175 h 914401"/>
                    <a:gd name="connsiteX121" fmla="*/ 64291 w 621452"/>
                    <a:gd name="connsiteY121" fmla="*/ 0 h 914401"/>
                    <a:gd name="connsiteX122" fmla="*/ 600764 w 621452"/>
                    <a:gd name="connsiteY122" fmla="*/ 0 h 914401"/>
                    <a:gd name="connsiteX123" fmla="*/ 621452 w 621452"/>
                    <a:gd name="connsiteY123" fmla="*/ 20205 h 914401"/>
                    <a:gd name="connsiteX124" fmla="*/ 600764 w 621452"/>
                    <a:gd name="connsiteY124" fmla="*/ 39688 h 914401"/>
                    <a:gd name="connsiteX125" fmla="*/ 64291 w 621452"/>
                    <a:gd name="connsiteY125" fmla="*/ 39688 h 914401"/>
                    <a:gd name="connsiteX126" fmla="*/ 43602 w 621452"/>
                    <a:gd name="connsiteY126" fmla="*/ 20205 h 914401"/>
                    <a:gd name="connsiteX127" fmla="*/ 64291 w 621452"/>
                    <a:gd name="connsiteY127" fmla="*/ 0 h 914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621452" h="914401">
                      <a:moveTo>
                        <a:pt x="122620" y="661988"/>
                      </a:moveTo>
                      <a:cubicBezTo>
                        <a:pt x="124048" y="661988"/>
                        <a:pt x="124761" y="662705"/>
                        <a:pt x="125475" y="663422"/>
                      </a:cubicBezTo>
                      <a:cubicBezTo>
                        <a:pt x="125475" y="663422"/>
                        <a:pt x="125475" y="663422"/>
                        <a:pt x="137608" y="690671"/>
                      </a:cubicBezTo>
                      <a:cubicBezTo>
                        <a:pt x="137608" y="692106"/>
                        <a:pt x="139035" y="692823"/>
                        <a:pt x="139749" y="692823"/>
                      </a:cubicBezTo>
                      <a:cubicBezTo>
                        <a:pt x="140463" y="692823"/>
                        <a:pt x="141176" y="692106"/>
                        <a:pt x="141890" y="691389"/>
                      </a:cubicBezTo>
                      <a:cubicBezTo>
                        <a:pt x="141890" y="691389"/>
                        <a:pt x="141890" y="691389"/>
                        <a:pt x="162587" y="669876"/>
                      </a:cubicBezTo>
                      <a:cubicBezTo>
                        <a:pt x="163301" y="669876"/>
                        <a:pt x="164014" y="669159"/>
                        <a:pt x="164728" y="669159"/>
                      </a:cubicBezTo>
                      <a:cubicBezTo>
                        <a:pt x="166155" y="669159"/>
                        <a:pt x="167583" y="670593"/>
                        <a:pt x="167583" y="672027"/>
                      </a:cubicBezTo>
                      <a:cubicBezTo>
                        <a:pt x="167583" y="672027"/>
                        <a:pt x="167583" y="672027"/>
                        <a:pt x="169724" y="701428"/>
                      </a:cubicBezTo>
                      <a:cubicBezTo>
                        <a:pt x="169724" y="703579"/>
                        <a:pt x="171151" y="704296"/>
                        <a:pt x="172579" y="704296"/>
                      </a:cubicBezTo>
                      <a:cubicBezTo>
                        <a:pt x="172579" y="704296"/>
                        <a:pt x="173292" y="704296"/>
                        <a:pt x="174006" y="704296"/>
                      </a:cubicBezTo>
                      <a:cubicBezTo>
                        <a:pt x="174006" y="704296"/>
                        <a:pt x="174006" y="704296"/>
                        <a:pt x="200412" y="691389"/>
                      </a:cubicBezTo>
                      <a:cubicBezTo>
                        <a:pt x="200412" y="690671"/>
                        <a:pt x="201126" y="690671"/>
                        <a:pt x="201840" y="690671"/>
                      </a:cubicBezTo>
                      <a:cubicBezTo>
                        <a:pt x="203267" y="690671"/>
                        <a:pt x="204695" y="692106"/>
                        <a:pt x="203981" y="694257"/>
                      </a:cubicBezTo>
                      <a:cubicBezTo>
                        <a:pt x="203981" y="694257"/>
                        <a:pt x="203981" y="694257"/>
                        <a:pt x="196130" y="722940"/>
                      </a:cubicBezTo>
                      <a:cubicBezTo>
                        <a:pt x="195417" y="725091"/>
                        <a:pt x="196844" y="726526"/>
                        <a:pt x="198985" y="726526"/>
                      </a:cubicBezTo>
                      <a:cubicBezTo>
                        <a:pt x="198985" y="726526"/>
                        <a:pt x="198985" y="726526"/>
                        <a:pt x="228960" y="723657"/>
                      </a:cubicBezTo>
                      <a:cubicBezTo>
                        <a:pt x="231101" y="723657"/>
                        <a:pt x="232528" y="725808"/>
                        <a:pt x="231101" y="727960"/>
                      </a:cubicBezTo>
                      <a:cubicBezTo>
                        <a:pt x="231101" y="727960"/>
                        <a:pt x="231101" y="727960"/>
                        <a:pt x="213973" y="752341"/>
                      </a:cubicBezTo>
                      <a:cubicBezTo>
                        <a:pt x="212545" y="753775"/>
                        <a:pt x="213259" y="755926"/>
                        <a:pt x="215400" y="756643"/>
                      </a:cubicBezTo>
                      <a:cubicBezTo>
                        <a:pt x="215400" y="756643"/>
                        <a:pt x="215400" y="756643"/>
                        <a:pt x="243947" y="763814"/>
                      </a:cubicBezTo>
                      <a:cubicBezTo>
                        <a:pt x="246802" y="764531"/>
                        <a:pt x="246802" y="767399"/>
                        <a:pt x="245375" y="768833"/>
                      </a:cubicBezTo>
                      <a:cubicBezTo>
                        <a:pt x="245375" y="768833"/>
                        <a:pt x="245375" y="768833"/>
                        <a:pt x="220396" y="785326"/>
                      </a:cubicBezTo>
                      <a:cubicBezTo>
                        <a:pt x="218968" y="786760"/>
                        <a:pt x="218968" y="788912"/>
                        <a:pt x="220396" y="790346"/>
                      </a:cubicBezTo>
                      <a:cubicBezTo>
                        <a:pt x="220396" y="790346"/>
                        <a:pt x="220396" y="790346"/>
                        <a:pt x="245375" y="806839"/>
                      </a:cubicBezTo>
                      <a:cubicBezTo>
                        <a:pt x="246802" y="808273"/>
                        <a:pt x="246802" y="811858"/>
                        <a:pt x="243947" y="811858"/>
                      </a:cubicBezTo>
                      <a:cubicBezTo>
                        <a:pt x="243947" y="811858"/>
                        <a:pt x="243947" y="811858"/>
                        <a:pt x="215400" y="819029"/>
                      </a:cubicBezTo>
                      <a:cubicBezTo>
                        <a:pt x="213259" y="819746"/>
                        <a:pt x="212545" y="821898"/>
                        <a:pt x="213973" y="824049"/>
                      </a:cubicBezTo>
                      <a:cubicBezTo>
                        <a:pt x="213973" y="824049"/>
                        <a:pt x="213973" y="824049"/>
                        <a:pt x="231101" y="847712"/>
                      </a:cubicBezTo>
                      <a:cubicBezTo>
                        <a:pt x="232528" y="849864"/>
                        <a:pt x="231101" y="852732"/>
                        <a:pt x="228960" y="852732"/>
                      </a:cubicBezTo>
                      <a:cubicBezTo>
                        <a:pt x="228960" y="852732"/>
                        <a:pt x="228960" y="852732"/>
                        <a:pt x="198985" y="849147"/>
                      </a:cubicBezTo>
                      <a:cubicBezTo>
                        <a:pt x="196844" y="849147"/>
                        <a:pt x="195417" y="851298"/>
                        <a:pt x="196130" y="852732"/>
                      </a:cubicBezTo>
                      <a:cubicBezTo>
                        <a:pt x="196130" y="852732"/>
                        <a:pt x="196130" y="852732"/>
                        <a:pt x="203981" y="881415"/>
                      </a:cubicBezTo>
                      <a:cubicBezTo>
                        <a:pt x="204695" y="883567"/>
                        <a:pt x="203267" y="885001"/>
                        <a:pt x="201840" y="885001"/>
                      </a:cubicBezTo>
                      <a:cubicBezTo>
                        <a:pt x="201126" y="885001"/>
                        <a:pt x="200412" y="885001"/>
                        <a:pt x="200412" y="885001"/>
                      </a:cubicBezTo>
                      <a:cubicBezTo>
                        <a:pt x="200412" y="885001"/>
                        <a:pt x="200412" y="885001"/>
                        <a:pt x="174006" y="872093"/>
                      </a:cubicBezTo>
                      <a:cubicBezTo>
                        <a:pt x="173292" y="871376"/>
                        <a:pt x="172579" y="871376"/>
                        <a:pt x="172579" y="871376"/>
                      </a:cubicBezTo>
                      <a:cubicBezTo>
                        <a:pt x="171151" y="871376"/>
                        <a:pt x="169724" y="872810"/>
                        <a:pt x="169724" y="874245"/>
                      </a:cubicBezTo>
                      <a:cubicBezTo>
                        <a:pt x="169724" y="874245"/>
                        <a:pt x="169724" y="874245"/>
                        <a:pt x="167583" y="903645"/>
                      </a:cubicBezTo>
                      <a:cubicBezTo>
                        <a:pt x="167583" y="905796"/>
                        <a:pt x="166155" y="906513"/>
                        <a:pt x="164728" y="906513"/>
                      </a:cubicBezTo>
                      <a:cubicBezTo>
                        <a:pt x="164014" y="906513"/>
                        <a:pt x="163301" y="906513"/>
                        <a:pt x="162587" y="905796"/>
                      </a:cubicBezTo>
                      <a:cubicBezTo>
                        <a:pt x="162587" y="905796"/>
                        <a:pt x="162587" y="905796"/>
                        <a:pt x="141890" y="884284"/>
                      </a:cubicBezTo>
                      <a:cubicBezTo>
                        <a:pt x="141176" y="883567"/>
                        <a:pt x="140463" y="883567"/>
                        <a:pt x="139749" y="883567"/>
                      </a:cubicBezTo>
                      <a:cubicBezTo>
                        <a:pt x="139035" y="883567"/>
                        <a:pt x="137608" y="884284"/>
                        <a:pt x="137608" y="885001"/>
                      </a:cubicBezTo>
                      <a:cubicBezTo>
                        <a:pt x="137608" y="885001"/>
                        <a:pt x="137608" y="885001"/>
                        <a:pt x="125475" y="912250"/>
                      </a:cubicBezTo>
                      <a:cubicBezTo>
                        <a:pt x="124761" y="913684"/>
                        <a:pt x="124048" y="914401"/>
                        <a:pt x="122620" y="914401"/>
                      </a:cubicBezTo>
                      <a:cubicBezTo>
                        <a:pt x="121907" y="914401"/>
                        <a:pt x="120479" y="913684"/>
                        <a:pt x="120479" y="912250"/>
                      </a:cubicBezTo>
                      <a:cubicBezTo>
                        <a:pt x="120479" y="912250"/>
                        <a:pt x="120479" y="912250"/>
                        <a:pt x="108347" y="885001"/>
                      </a:cubicBezTo>
                      <a:cubicBezTo>
                        <a:pt x="107633" y="884284"/>
                        <a:pt x="106206" y="883567"/>
                        <a:pt x="105492" y="883567"/>
                      </a:cubicBezTo>
                      <a:cubicBezTo>
                        <a:pt x="104778" y="883567"/>
                        <a:pt x="104064" y="883567"/>
                        <a:pt x="103351" y="884284"/>
                      </a:cubicBezTo>
                      <a:cubicBezTo>
                        <a:pt x="103351" y="884284"/>
                        <a:pt x="103351" y="884284"/>
                        <a:pt x="82654" y="905796"/>
                      </a:cubicBezTo>
                      <a:cubicBezTo>
                        <a:pt x="81940" y="906513"/>
                        <a:pt x="81226" y="906513"/>
                        <a:pt x="80513" y="906513"/>
                      </a:cubicBezTo>
                      <a:cubicBezTo>
                        <a:pt x="79085" y="906513"/>
                        <a:pt x="78372" y="905796"/>
                        <a:pt x="77658" y="903645"/>
                      </a:cubicBezTo>
                      <a:cubicBezTo>
                        <a:pt x="77658" y="903645"/>
                        <a:pt x="77658" y="903645"/>
                        <a:pt x="75517" y="874245"/>
                      </a:cubicBezTo>
                      <a:cubicBezTo>
                        <a:pt x="75517" y="872810"/>
                        <a:pt x="74803" y="871376"/>
                        <a:pt x="73376" y="871376"/>
                      </a:cubicBezTo>
                      <a:cubicBezTo>
                        <a:pt x="72662" y="871376"/>
                        <a:pt x="71948" y="871376"/>
                        <a:pt x="71948" y="872093"/>
                      </a:cubicBezTo>
                      <a:cubicBezTo>
                        <a:pt x="71948" y="872093"/>
                        <a:pt x="71948" y="872093"/>
                        <a:pt x="44828" y="885001"/>
                      </a:cubicBezTo>
                      <a:cubicBezTo>
                        <a:pt x="44828" y="885001"/>
                        <a:pt x="44828" y="885001"/>
                        <a:pt x="44115" y="885001"/>
                      </a:cubicBezTo>
                      <a:cubicBezTo>
                        <a:pt x="42687" y="885001"/>
                        <a:pt x="41260" y="883567"/>
                        <a:pt x="41974" y="881415"/>
                      </a:cubicBezTo>
                      <a:cubicBezTo>
                        <a:pt x="41974" y="881415"/>
                        <a:pt x="41974" y="881415"/>
                        <a:pt x="49110" y="852732"/>
                      </a:cubicBezTo>
                      <a:cubicBezTo>
                        <a:pt x="49824" y="851298"/>
                        <a:pt x="48397" y="849147"/>
                        <a:pt x="46256" y="849147"/>
                      </a:cubicBezTo>
                      <a:cubicBezTo>
                        <a:pt x="46256" y="849147"/>
                        <a:pt x="46256" y="849147"/>
                        <a:pt x="17708" y="852732"/>
                      </a:cubicBezTo>
                      <a:cubicBezTo>
                        <a:pt x="17708" y="852732"/>
                        <a:pt x="17708" y="852732"/>
                        <a:pt x="16994" y="852732"/>
                      </a:cubicBezTo>
                      <a:cubicBezTo>
                        <a:pt x="14853" y="852732"/>
                        <a:pt x="13426" y="849864"/>
                        <a:pt x="14853" y="847712"/>
                      </a:cubicBezTo>
                      <a:cubicBezTo>
                        <a:pt x="14853" y="847712"/>
                        <a:pt x="14853" y="847712"/>
                        <a:pt x="32696" y="824049"/>
                      </a:cubicBezTo>
                      <a:cubicBezTo>
                        <a:pt x="33409" y="821898"/>
                        <a:pt x="32696" y="819746"/>
                        <a:pt x="30555" y="819029"/>
                      </a:cubicBezTo>
                      <a:cubicBezTo>
                        <a:pt x="30555" y="819029"/>
                        <a:pt x="30555" y="819029"/>
                        <a:pt x="2007" y="811858"/>
                      </a:cubicBezTo>
                      <a:cubicBezTo>
                        <a:pt x="-134" y="811858"/>
                        <a:pt x="-848" y="808273"/>
                        <a:pt x="1293" y="806839"/>
                      </a:cubicBezTo>
                      <a:cubicBezTo>
                        <a:pt x="1293" y="806839"/>
                        <a:pt x="1293" y="806839"/>
                        <a:pt x="25559" y="790346"/>
                      </a:cubicBezTo>
                      <a:cubicBezTo>
                        <a:pt x="26986" y="788912"/>
                        <a:pt x="26986" y="786760"/>
                        <a:pt x="25559" y="785326"/>
                      </a:cubicBezTo>
                      <a:cubicBezTo>
                        <a:pt x="25559" y="785326"/>
                        <a:pt x="25559" y="785326"/>
                        <a:pt x="1293" y="768833"/>
                      </a:cubicBezTo>
                      <a:cubicBezTo>
                        <a:pt x="-848" y="767399"/>
                        <a:pt x="-134" y="764531"/>
                        <a:pt x="2007" y="763814"/>
                      </a:cubicBezTo>
                      <a:cubicBezTo>
                        <a:pt x="2007" y="763814"/>
                        <a:pt x="2007" y="763814"/>
                        <a:pt x="30555" y="756643"/>
                      </a:cubicBezTo>
                      <a:cubicBezTo>
                        <a:pt x="32696" y="755926"/>
                        <a:pt x="33409" y="753775"/>
                        <a:pt x="32696" y="752341"/>
                      </a:cubicBezTo>
                      <a:cubicBezTo>
                        <a:pt x="32696" y="752341"/>
                        <a:pt x="32696" y="752341"/>
                        <a:pt x="14853" y="727960"/>
                      </a:cubicBezTo>
                      <a:cubicBezTo>
                        <a:pt x="13426" y="725808"/>
                        <a:pt x="14853" y="723657"/>
                        <a:pt x="16994" y="723657"/>
                      </a:cubicBezTo>
                      <a:cubicBezTo>
                        <a:pt x="16994" y="723657"/>
                        <a:pt x="16994" y="723657"/>
                        <a:pt x="17708" y="723657"/>
                      </a:cubicBezTo>
                      <a:cubicBezTo>
                        <a:pt x="17708" y="723657"/>
                        <a:pt x="17708" y="723657"/>
                        <a:pt x="46256" y="726526"/>
                      </a:cubicBezTo>
                      <a:cubicBezTo>
                        <a:pt x="48397" y="726526"/>
                        <a:pt x="49824" y="725091"/>
                        <a:pt x="49110" y="722940"/>
                      </a:cubicBezTo>
                      <a:cubicBezTo>
                        <a:pt x="49110" y="722940"/>
                        <a:pt x="49110" y="722940"/>
                        <a:pt x="41974" y="694257"/>
                      </a:cubicBezTo>
                      <a:cubicBezTo>
                        <a:pt x="41260" y="692106"/>
                        <a:pt x="42687" y="690671"/>
                        <a:pt x="44115" y="690671"/>
                      </a:cubicBezTo>
                      <a:cubicBezTo>
                        <a:pt x="44115" y="690671"/>
                        <a:pt x="44828" y="690671"/>
                        <a:pt x="44828" y="691389"/>
                      </a:cubicBezTo>
                      <a:cubicBezTo>
                        <a:pt x="44828" y="691389"/>
                        <a:pt x="44828" y="691389"/>
                        <a:pt x="71948" y="704296"/>
                      </a:cubicBezTo>
                      <a:cubicBezTo>
                        <a:pt x="71948" y="704296"/>
                        <a:pt x="72662" y="704296"/>
                        <a:pt x="73376" y="704296"/>
                      </a:cubicBezTo>
                      <a:cubicBezTo>
                        <a:pt x="74803" y="704296"/>
                        <a:pt x="75517" y="703579"/>
                        <a:pt x="75517" y="701428"/>
                      </a:cubicBezTo>
                      <a:cubicBezTo>
                        <a:pt x="75517" y="701428"/>
                        <a:pt x="75517" y="701428"/>
                        <a:pt x="77658" y="672027"/>
                      </a:cubicBezTo>
                      <a:cubicBezTo>
                        <a:pt x="78372" y="670593"/>
                        <a:pt x="79085" y="669159"/>
                        <a:pt x="80513" y="669159"/>
                      </a:cubicBezTo>
                      <a:cubicBezTo>
                        <a:pt x="81226" y="669159"/>
                        <a:pt x="81940" y="669876"/>
                        <a:pt x="82654" y="669876"/>
                      </a:cubicBezTo>
                      <a:cubicBezTo>
                        <a:pt x="82654" y="669876"/>
                        <a:pt x="82654" y="669876"/>
                        <a:pt x="103351" y="691389"/>
                      </a:cubicBezTo>
                      <a:cubicBezTo>
                        <a:pt x="104064" y="692106"/>
                        <a:pt x="104778" y="692823"/>
                        <a:pt x="105492" y="692823"/>
                      </a:cubicBezTo>
                      <a:cubicBezTo>
                        <a:pt x="106206" y="692823"/>
                        <a:pt x="107633" y="692106"/>
                        <a:pt x="108347" y="690671"/>
                      </a:cubicBezTo>
                      <a:cubicBezTo>
                        <a:pt x="108347" y="690671"/>
                        <a:pt x="108347" y="690671"/>
                        <a:pt x="120479" y="663422"/>
                      </a:cubicBezTo>
                      <a:cubicBezTo>
                        <a:pt x="120479" y="662705"/>
                        <a:pt x="121907" y="661988"/>
                        <a:pt x="122620" y="661988"/>
                      </a:cubicBezTo>
                      <a:close/>
                      <a:moveTo>
                        <a:pt x="64291" y="520700"/>
                      </a:moveTo>
                      <a:cubicBezTo>
                        <a:pt x="600764" y="520700"/>
                        <a:pt x="600764" y="520700"/>
                        <a:pt x="600764" y="520700"/>
                      </a:cubicBezTo>
                      <a:cubicBezTo>
                        <a:pt x="613605" y="520700"/>
                        <a:pt x="621452" y="529204"/>
                        <a:pt x="621452" y="539835"/>
                      </a:cubicBezTo>
                      <a:cubicBezTo>
                        <a:pt x="621452" y="551175"/>
                        <a:pt x="613605" y="560388"/>
                        <a:pt x="600764" y="560388"/>
                      </a:cubicBezTo>
                      <a:cubicBezTo>
                        <a:pt x="64291" y="560388"/>
                        <a:pt x="64291" y="560388"/>
                        <a:pt x="64291" y="560388"/>
                      </a:cubicBezTo>
                      <a:cubicBezTo>
                        <a:pt x="52876" y="560388"/>
                        <a:pt x="43602" y="551175"/>
                        <a:pt x="43602" y="539835"/>
                      </a:cubicBezTo>
                      <a:cubicBezTo>
                        <a:pt x="43602" y="529204"/>
                        <a:pt x="52876" y="520700"/>
                        <a:pt x="64291" y="520700"/>
                      </a:cubicBezTo>
                      <a:close/>
                      <a:moveTo>
                        <a:pt x="64291" y="390525"/>
                      </a:moveTo>
                      <a:cubicBezTo>
                        <a:pt x="600764" y="390525"/>
                        <a:pt x="600764" y="390525"/>
                        <a:pt x="600764" y="390525"/>
                      </a:cubicBezTo>
                      <a:cubicBezTo>
                        <a:pt x="613605" y="390525"/>
                        <a:pt x="621452" y="399151"/>
                        <a:pt x="621452" y="409215"/>
                      </a:cubicBezTo>
                      <a:cubicBezTo>
                        <a:pt x="621452" y="419998"/>
                        <a:pt x="613605" y="428625"/>
                        <a:pt x="600764" y="428625"/>
                      </a:cubicBezTo>
                      <a:cubicBezTo>
                        <a:pt x="64291" y="428625"/>
                        <a:pt x="64291" y="428625"/>
                        <a:pt x="64291" y="428625"/>
                      </a:cubicBezTo>
                      <a:cubicBezTo>
                        <a:pt x="52876" y="428625"/>
                        <a:pt x="43602" y="419998"/>
                        <a:pt x="43602" y="409215"/>
                      </a:cubicBezTo>
                      <a:cubicBezTo>
                        <a:pt x="43602" y="399151"/>
                        <a:pt x="52876" y="390525"/>
                        <a:pt x="64291" y="390525"/>
                      </a:cubicBezTo>
                      <a:close/>
                      <a:moveTo>
                        <a:pt x="64291" y="260350"/>
                      </a:moveTo>
                      <a:cubicBezTo>
                        <a:pt x="600764" y="260350"/>
                        <a:pt x="600764" y="260350"/>
                        <a:pt x="600764" y="260350"/>
                      </a:cubicBezTo>
                      <a:cubicBezTo>
                        <a:pt x="613605" y="260350"/>
                        <a:pt x="621452" y="269731"/>
                        <a:pt x="621452" y="280555"/>
                      </a:cubicBezTo>
                      <a:cubicBezTo>
                        <a:pt x="621452" y="291379"/>
                        <a:pt x="613605" y="300038"/>
                        <a:pt x="600764" y="300038"/>
                      </a:cubicBezTo>
                      <a:cubicBezTo>
                        <a:pt x="64291" y="300038"/>
                        <a:pt x="64291" y="300038"/>
                        <a:pt x="64291" y="300038"/>
                      </a:cubicBezTo>
                      <a:cubicBezTo>
                        <a:pt x="52876" y="300038"/>
                        <a:pt x="43602" y="291379"/>
                        <a:pt x="43602" y="280555"/>
                      </a:cubicBezTo>
                      <a:cubicBezTo>
                        <a:pt x="43602" y="269731"/>
                        <a:pt x="52876" y="260350"/>
                        <a:pt x="64291" y="260350"/>
                      </a:cubicBezTo>
                      <a:close/>
                      <a:moveTo>
                        <a:pt x="64291" y="130175"/>
                      </a:moveTo>
                      <a:cubicBezTo>
                        <a:pt x="600764" y="130175"/>
                        <a:pt x="600764" y="130175"/>
                        <a:pt x="600764" y="130175"/>
                      </a:cubicBezTo>
                      <a:cubicBezTo>
                        <a:pt x="613605" y="130175"/>
                        <a:pt x="621452" y="138488"/>
                        <a:pt x="621452" y="148879"/>
                      </a:cubicBezTo>
                      <a:cubicBezTo>
                        <a:pt x="621452" y="159269"/>
                        <a:pt x="613605" y="168275"/>
                        <a:pt x="600764" y="168275"/>
                      </a:cubicBezTo>
                      <a:cubicBezTo>
                        <a:pt x="64291" y="168275"/>
                        <a:pt x="64291" y="168275"/>
                        <a:pt x="64291" y="168275"/>
                      </a:cubicBezTo>
                      <a:cubicBezTo>
                        <a:pt x="52876" y="168275"/>
                        <a:pt x="43602" y="159269"/>
                        <a:pt x="43602" y="148879"/>
                      </a:cubicBezTo>
                      <a:cubicBezTo>
                        <a:pt x="43602" y="138488"/>
                        <a:pt x="52876" y="130175"/>
                        <a:pt x="64291" y="130175"/>
                      </a:cubicBezTo>
                      <a:close/>
                      <a:moveTo>
                        <a:pt x="64291" y="0"/>
                      </a:moveTo>
                      <a:cubicBezTo>
                        <a:pt x="600764" y="0"/>
                        <a:pt x="600764" y="0"/>
                        <a:pt x="600764" y="0"/>
                      </a:cubicBezTo>
                      <a:cubicBezTo>
                        <a:pt x="613605" y="0"/>
                        <a:pt x="621452" y="7937"/>
                        <a:pt x="621452" y="20205"/>
                      </a:cubicBezTo>
                      <a:cubicBezTo>
                        <a:pt x="621452" y="31029"/>
                        <a:pt x="613605" y="39688"/>
                        <a:pt x="600764" y="39688"/>
                      </a:cubicBezTo>
                      <a:cubicBezTo>
                        <a:pt x="64291" y="39688"/>
                        <a:pt x="64291" y="39688"/>
                        <a:pt x="64291" y="39688"/>
                      </a:cubicBezTo>
                      <a:cubicBezTo>
                        <a:pt x="52876" y="39688"/>
                        <a:pt x="43602" y="31029"/>
                        <a:pt x="43602" y="20205"/>
                      </a:cubicBezTo>
                      <a:cubicBezTo>
                        <a:pt x="43602" y="7937"/>
                        <a:pt x="52876" y="0"/>
                        <a:pt x="64291" y="0"/>
                      </a:cubicBezTo>
                      <a:close/>
                    </a:path>
                  </a:pathLst>
                </a:custGeom>
                <a:solidFill>
                  <a:srgbClr val="006C67"/>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52" name="Freeform 11">
                  <a:extLst>
                    <a:ext uri="{FF2B5EF4-FFF2-40B4-BE49-F238E27FC236}">
                      <a16:creationId xmlns:a16="http://schemas.microsoft.com/office/drawing/2014/main" id="{6DFF0C75-6FF1-450B-9A4C-437E79B85492}"/>
                    </a:ext>
                  </a:extLst>
                </p:cNvPr>
                <p:cNvSpPr>
                  <a:spLocks/>
                </p:cNvSpPr>
                <p:nvPr/>
              </p:nvSpPr>
              <p:spPr bwMode="auto">
                <a:xfrm>
                  <a:off x="5646738" y="2887662"/>
                  <a:ext cx="898525" cy="1193800"/>
                </a:xfrm>
                <a:custGeom>
                  <a:avLst/>
                  <a:gdLst>
                    <a:gd name="connsiteX0" fmla="*/ 399885 w 898525"/>
                    <a:gd name="connsiteY0" fmla="*/ 1031875 h 1193800"/>
                    <a:gd name="connsiteX1" fmla="*/ 766214 w 898525"/>
                    <a:gd name="connsiteY1" fmla="*/ 1031875 h 1193800"/>
                    <a:gd name="connsiteX2" fmla="*/ 782638 w 898525"/>
                    <a:gd name="connsiteY2" fmla="*/ 1046957 h 1193800"/>
                    <a:gd name="connsiteX3" fmla="*/ 766214 w 898525"/>
                    <a:gd name="connsiteY3" fmla="*/ 1062038 h 1193800"/>
                    <a:gd name="connsiteX4" fmla="*/ 399885 w 898525"/>
                    <a:gd name="connsiteY4" fmla="*/ 1062038 h 1193800"/>
                    <a:gd name="connsiteX5" fmla="*/ 384175 w 898525"/>
                    <a:gd name="connsiteY5" fmla="*/ 1046957 h 1193800"/>
                    <a:gd name="connsiteX6" fmla="*/ 399885 w 898525"/>
                    <a:gd name="connsiteY6" fmla="*/ 1031875 h 1193800"/>
                    <a:gd name="connsiteX7" fmla="*/ 519844 w 898525"/>
                    <a:gd name="connsiteY7" fmla="*/ 886484 h 1193800"/>
                    <a:gd name="connsiteX8" fmla="*/ 524153 w 898525"/>
                    <a:gd name="connsiteY8" fmla="*/ 891424 h 1193800"/>
                    <a:gd name="connsiteX9" fmla="*/ 527744 w 898525"/>
                    <a:gd name="connsiteY9" fmla="*/ 908669 h 1193800"/>
                    <a:gd name="connsiteX10" fmla="*/ 562219 w 898525"/>
                    <a:gd name="connsiteY10" fmla="*/ 984117 h 1193800"/>
                    <a:gd name="connsiteX11" fmla="*/ 573711 w 898525"/>
                    <a:gd name="connsiteY11" fmla="*/ 969746 h 1193800"/>
                    <a:gd name="connsiteX12" fmla="*/ 590230 w 898525"/>
                    <a:gd name="connsiteY12" fmla="*/ 951064 h 1193800"/>
                    <a:gd name="connsiteX13" fmla="*/ 590949 w 898525"/>
                    <a:gd name="connsiteY13" fmla="*/ 949626 h 1193800"/>
                    <a:gd name="connsiteX14" fmla="*/ 592385 w 898525"/>
                    <a:gd name="connsiteY14" fmla="*/ 948189 h 1193800"/>
                    <a:gd name="connsiteX15" fmla="*/ 604595 w 898525"/>
                    <a:gd name="connsiteY15" fmla="*/ 940285 h 1193800"/>
                    <a:gd name="connsiteX16" fmla="*/ 605313 w 898525"/>
                    <a:gd name="connsiteY16" fmla="*/ 939567 h 1193800"/>
                    <a:gd name="connsiteX17" fmla="*/ 606031 w 898525"/>
                    <a:gd name="connsiteY17" fmla="*/ 939567 h 1193800"/>
                    <a:gd name="connsiteX18" fmla="*/ 636915 w 898525"/>
                    <a:gd name="connsiteY18" fmla="*/ 949626 h 1193800"/>
                    <a:gd name="connsiteX19" fmla="*/ 640506 w 898525"/>
                    <a:gd name="connsiteY19" fmla="*/ 953219 h 1193800"/>
                    <a:gd name="connsiteX20" fmla="*/ 683600 w 898525"/>
                    <a:gd name="connsiteY20" fmla="*/ 939567 h 1193800"/>
                    <a:gd name="connsiteX21" fmla="*/ 687191 w 898525"/>
                    <a:gd name="connsiteY21" fmla="*/ 935255 h 1193800"/>
                    <a:gd name="connsiteX22" fmla="*/ 753987 w 898525"/>
                    <a:gd name="connsiteY22" fmla="*/ 904358 h 1193800"/>
                    <a:gd name="connsiteX23" fmla="*/ 766915 w 898525"/>
                    <a:gd name="connsiteY23" fmla="*/ 922321 h 1193800"/>
                    <a:gd name="connsiteX24" fmla="*/ 749677 w 898525"/>
                    <a:gd name="connsiteY24" fmla="*/ 935255 h 1193800"/>
                    <a:gd name="connsiteX25" fmla="*/ 707302 w 898525"/>
                    <a:gd name="connsiteY25" fmla="*/ 958249 h 1193800"/>
                    <a:gd name="connsiteX26" fmla="*/ 703711 w 898525"/>
                    <a:gd name="connsiteY26" fmla="*/ 961842 h 1193800"/>
                    <a:gd name="connsiteX27" fmla="*/ 623269 w 898525"/>
                    <a:gd name="connsiteY27" fmla="*/ 978369 h 1193800"/>
                    <a:gd name="connsiteX28" fmla="*/ 616805 w 898525"/>
                    <a:gd name="connsiteY28" fmla="*/ 973339 h 1193800"/>
                    <a:gd name="connsiteX29" fmla="*/ 613214 w 898525"/>
                    <a:gd name="connsiteY29" fmla="*/ 970464 h 1193800"/>
                    <a:gd name="connsiteX30" fmla="*/ 612496 w 898525"/>
                    <a:gd name="connsiteY30" fmla="*/ 971183 h 1193800"/>
                    <a:gd name="connsiteX31" fmla="*/ 597413 w 898525"/>
                    <a:gd name="connsiteY31" fmla="*/ 989865 h 1193800"/>
                    <a:gd name="connsiteX32" fmla="*/ 582330 w 898525"/>
                    <a:gd name="connsiteY32" fmla="*/ 1008548 h 1193800"/>
                    <a:gd name="connsiteX33" fmla="*/ 565811 w 898525"/>
                    <a:gd name="connsiteY33" fmla="*/ 1019326 h 1193800"/>
                    <a:gd name="connsiteX34" fmla="*/ 564374 w 898525"/>
                    <a:gd name="connsiteY34" fmla="*/ 1019326 h 1193800"/>
                    <a:gd name="connsiteX35" fmla="*/ 562938 w 898525"/>
                    <a:gd name="connsiteY35" fmla="*/ 1019326 h 1193800"/>
                    <a:gd name="connsiteX36" fmla="*/ 543546 w 898525"/>
                    <a:gd name="connsiteY36" fmla="*/ 1009985 h 1193800"/>
                    <a:gd name="connsiteX37" fmla="*/ 541391 w 898525"/>
                    <a:gd name="connsiteY37" fmla="*/ 1007829 h 1193800"/>
                    <a:gd name="connsiteX38" fmla="*/ 540673 w 898525"/>
                    <a:gd name="connsiteY38" fmla="*/ 1007111 h 1193800"/>
                    <a:gd name="connsiteX39" fmla="*/ 506198 w 898525"/>
                    <a:gd name="connsiteY39" fmla="*/ 941722 h 1193800"/>
                    <a:gd name="connsiteX40" fmla="*/ 425038 w 898525"/>
                    <a:gd name="connsiteY40" fmla="*/ 1015733 h 1193800"/>
                    <a:gd name="connsiteX41" fmla="*/ 403491 w 898525"/>
                    <a:gd name="connsiteY41" fmla="*/ 1012859 h 1193800"/>
                    <a:gd name="connsiteX42" fmla="*/ 406364 w 898525"/>
                    <a:gd name="connsiteY42" fmla="*/ 990584 h 1193800"/>
                    <a:gd name="connsiteX43" fmla="*/ 501888 w 898525"/>
                    <a:gd name="connsiteY43" fmla="*/ 900765 h 1193800"/>
                    <a:gd name="connsiteX44" fmla="*/ 513380 w 898525"/>
                    <a:gd name="connsiteY44" fmla="*/ 888549 h 1193800"/>
                    <a:gd name="connsiteX45" fmla="*/ 519844 w 898525"/>
                    <a:gd name="connsiteY45" fmla="*/ 886484 h 1193800"/>
                    <a:gd name="connsiteX46" fmla="*/ 31750 w 898525"/>
                    <a:gd name="connsiteY46" fmla="*/ 31750 h 1193800"/>
                    <a:gd name="connsiteX47" fmla="*/ 31750 w 898525"/>
                    <a:gd name="connsiteY47" fmla="*/ 1163638 h 1193800"/>
                    <a:gd name="connsiteX48" fmla="*/ 866775 w 898525"/>
                    <a:gd name="connsiteY48" fmla="*/ 1163638 h 1193800"/>
                    <a:gd name="connsiteX49" fmla="*/ 866775 w 898525"/>
                    <a:gd name="connsiteY49" fmla="*/ 31750 h 1193800"/>
                    <a:gd name="connsiteX50" fmla="*/ 31750 w 898525"/>
                    <a:gd name="connsiteY50" fmla="*/ 31750 h 1193800"/>
                    <a:gd name="connsiteX51" fmla="*/ 15739 w 898525"/>
                    <a:gd name="connsiteY51" fmla="*/ 0 h 1193800"/>
                    <a:gd name="connsiteX52" fmla="*/ 882787 w 898525"/>
                    <a:gd name="connsiteY52" fmla="*/ 0 h 1193800"/>
                    <a:gd name="connsiteX53" fmla="*/ 898525 w 898525"/>
                    <a:gd name="connsiteY53" fmla="*/ 15727 h 1193800"/>
                    <a:gd name="connsiteX54" fmla="*/ 898525 w 898525"/>
                    <a:gd name="connsiteY54" fmla="*/ 1178073 h 1193800"/>
                    <a:gd name="connsiteX55" fmla="*/ 882787 w 898525"/>
                    <a:gd name="connsiteY55" fmla="*/ 1193800 h 1193800"/>
                    <a:gd name="connsiteX56" fmla="*/ 15739 w 898525"/>
                    <a:gd name="connsiteY56" fmla="*/ 1193800 h 1193800"/>
                    <a:gd name="connsiteX57" fmla="*/ 0 w 898525"/>
                    <a:gd name="connsiteY57" fmla="*/ 1178073 h 1193800"/>
                    <a:gd name="connsiteX58" fmla="*/ 0 w 898525"/>
                    <a:gd name="connsiteY58" fmla="*/ 15727 h 1193800"/>
                    <a:gd name="connsiteX59" fmla="*/ 15739 w 898525"/>
                    <a:gd name="connsiteY59" fmla="*/ 0 h 119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898525" h="1193800">
                      <a:moveTo>
                        <a:pt x="399885" y="1031875"/>
                      </a:moveTo>
                      <a:cubicBezTo>
                        <a:pt x="654816" y="1031875"/>
                        <a:pt x="766214" y="1031875"/>
                        <a:pt x="766214" y="1031875"/>
                      </a:cubicBezTo>
                      <a:cubicBezTo>
                        <a:pt x="775497" y="1031875"/>
                        <a:pt x="782638" y="1038045"/>
                        <a:pt x="782638" y="1046957"/>
                      </a:cubicBezTo>
                      <a:cubicBezTo>
                        <a:pt x="782638" y="1055183"/>
                        <a:pt x="775497" y="1062038"/>
                        <a:pt x="766214" y="1062038"/>
                      </a:cubicBezTo>
                      <a:cubicBezTo>
                        <a:pt x="471294" y="1062038"/>
                        <a:pt x="399885" y="1062038"/>
                        <a:pt x="399885" y="1062038"/>
                      </a:cubicBezTo>
                      <a:cubicBezTo>
                        <a:pt x="390602" y="1062038"/>
                        <a:pt x="384175" y="1055183"/>
                        <a:pt x="384175" y="1046957"/>
                      </a:cubicBezTo>
                      <a:cubicBezTo>
                        <a:pt x="384175" y="1038045"/>
                        <a:pt x="390602" y="1031875"/>
                        <a:pt x="399885" y="1031875"/>
                      </a:cubicBezTo>
                      <a:close/>
                      <a:moveTo>
                        <a:pt x="519844" y="886484"/>
                      </a:moveTo>
                      <a:cubicBezTo>
                        <a:pt x="521999" y="887112"/>
                        <a:pt x="523794" y="888909"/>
                        <a:pt x="524153" y="891424"/>
                      </a:cubicBezTo>
                      <a:cubicBezTo>
                        <a:pt x="524153" y="891424"/>
                        <a:pt x="524153" y="891424"/>
                        <a:pt x="527744" y="908669"/>
                      </a:cubicBezTo>
                      <a:cubicBezTo>
                        <a:pt x="533490" y="933818"/>
                        <a:pt x="545700" y="959686"/>
                        <a:pt x="562219" y="984117"/>
                      </a:cubicBezTo>
                      <a:cubicBezTo>
                        <a:pt x="565811" y="979806"/>
                        <a:pt x="570120" y="974776"/>
                        <a:pt x="573711" y="969746"/>
                      </a:cubicBezTo>
                      <a:cubicBezTo>
                        <a:pt x="579457" y="963279"/>
                        <a:pt x="585203" y="957530"/>
                        <a:pt x="590230" y="951064"/>
                      </a:cubicBezTo>
                      <a:cubicBezTo>
                        <a:pt x="590949" y="949626"/>
                        <a:pt x="590949" y="949626"/>
                        <a:pt x="590949" y="949626"/>
                      </a:cubicBezTo>
                      <a:cubicBezTo>
                        <a:pt x="591667" y="949626"/>
                        <a:pt x="592385" y="948908"/>
                        <a:pt x="592385" y="948189"/>
                      </a:cubicBezTo>
                      <a:cubicBezTo>
                        <a:pt x="594540" y="946034"/>
                        <a:pt x="598849" y="941722"/>
                        <a:pt x="604595" y="940285"/>
                      </a:cubicBezTo>
                      <a:cubicBezTo>
                        <a:pt x="605313" y="939567"/>
                        <a:pt x="605313" y="939567"/>
                        <a:pt x="605313" y="939567"/>
                      </a:cubicBezTo>
                      <a:cubicBezTo>
                        <a:pt x="606031" y="939567"/>
                        <a:pt x="606031" y="939567"/>
                        <a:pt x="606031" y="939567"/>
                      </a:cubicBezTo>
                      <a:cubicBezTo>
                        <a:pt x="619678" y="935974"/>
                        <a:pt x="630451" y="944597"/>
                        <a:pt x="636915" y="949626"/>
                      </a:cubicBezTo>
                      <a:cubicBezTo>
                        <a:pt x="638352" y="951064"/>
                        <a:pt x="639070" y="952501"/>
                        <a:pt x="640506" y="953219"/>
                      </a:cubicBezTo>
                      <a:cubicBezTo>
                        <a:pt x="651280" y="960405"/>
                        <a:pt x="670672" y="950345"/>
                        <a:pt x="683600" y="939567"/>
                      </a:cubicBezTo>
                      <a:cubicBezTo>
                        <a:pt x="684318" y="938130"/>
                        <a:pt x="685755" y="936692"/>
                        <a:pt x="687191" y="935255"/>
                      </a:cubicBezTo>
                      <a:cubicBezTo>
                        <a:pt x="704429" y="920166"/>
                        <a:pt x="725976" y="900046"/>
                        <a:pt x="753987" y="904358"/>
                      </a:cubicBezTo>
                      <a:cubicBezTo>
                        <a:pt x="762605" y="905795"/>
                        <a:pt x="768351" y="914417"/>
                        <a:pt x="766915" y="922321"/>
                      </a:cubicBezTo>
                      <a:cubicBezTo>
                        <a:pt x="765478" y="930944"/>
                        <a:pt x="757578" y="936692"/>
                        <a:pt x="749677" y="935255"/>
                      </a:cubicBezTo>
                      <a:cubicBezTo>
                        <a:pt x="736031" y="933100"/>
                        <a:pt x="721666" y="946034"/>
                        <a:pt x="707302" y="958249"/>
                      </a:cubicBezTo>
                      <a:cubicBezTo>
                        <a:pt x="705865" y="959686"/>
                        <a:pt x="704429" y="960405"/>
                        <a:pt x="703711" y="961842"/>
                      </a:cubicBezTo>
                      <a:cubicBezTo>
                        <a:pt x="674263" y="986991"/>
                        <a:pt x="644816" y="993458"/>
                        <a:pt x="623269" y="978369"/>
                      </a:cubicBezTo>
                      <a:cubicBezTo>
                        <a:pt x="620396" y="976213"/>
                        <a:pt x="618960" y="974776"/>
                        <a:pt x="616805" y="973339"/>
                      </a:cubicBezTo>
                      <a:cubicBezTo>
                        <a:pt x="616087" y="972620"/>
                        <a:pt x="614650" y="971183"/>
                        <a:pt x="613214" y="970464"/>
                      </a:cubicBezTo>
                      <a:cubicBezTo>
                        <a:pt x="613214" y="970464"/>
                        <a:pt x="613214" y="971183"/>
                        <a:pt x="612496" y="971183"/>
                      </a:cubicBezTo>
                      <a:cubicBezTo>
                        <a:pt x="608186" y="976931"/>
                        <a:pt x="603159" y="983398"/>
                        <a:pt x="597413" y="989865"/>
                      </a:cubicBezTo>
                      <a:cubicBezTo>
                        <a:pt x="592385" y="995614"/>
                        <a:pt x="587358" y="1002081"/>
                        <a:pt x="582330" y="1008548"/>
                      </a:cubicBezTo>
                      <a:cubicBezTo>
                        <a:pt x="580175" y="1011422"/>
                        <a:pt x="575148" y="1017170"/>
                        <a:pt x="565811" y="1019326"/>
                      </a:cubicBezTo>
                      <a:cubicBezTo>
                        <a:pt x="565811" y="1019326"/>
                        <a:pt x="565811" y="1019326"/>
                        <a:pt x="564374" y="1019326"/>
                      </a:cubicBezTo>
                      <a:cubicBezTo>
                        <a:pt x="562938" y="1019326"/>
                        <a:pt x="562938" y="1019326"/>
                        <a:pt x="562938" y="1019326"/>
                      </a:cubicBezTo>
                      <a:cubicBezTo>
                        <a:pt x="552883" y="1019326"/>
                        <a:pt x="546418" y="1012859"/>
                        <a:pt x="543546" y="1009985"/>
                      </a:cubicBezTo>
                      <a:cubicBezTo>
                        <a:pt x="541391" y="1007829"/>
                        <a:pt x="541391" y="1007829"/>
                        <a:pt x="541391" y="1007829"/>
                      </a:cubicBezTo>
                      <a:cubicBezTo>
                        <a:pt x="540673" y="1007111"/>
                        <a:pt x="540673" y="1007111"/>
                        <a:pt x="540673" y="1007111"/>
                      </a:cubicBezTo>
                      <a:cubicBezTo>
                        <a:pt x="526308" y="986273"/>
                        <a:pt x="514098" y="963997"/>
                        <a:pt x="506198" y="941722"/>
                      </a:cubicBezTo>
                      <a:cubicBezTo>
                        <a:pt x="480341" y="968309"/>
                        <a:pt x="453049" y="992740"/>
                        <a:pt x="425038" y="1015733"/>
                      </a:cubicBezTo>
                      <a:cubicBezTo>
                        <a:pt x="417855" y="1020763"/>
                        <a:pt x="409237" y="1019326"/>
                        <a:pt x="403491" y="1012859"/>
                      </a:cubicBezTo>
                      <a:cubicBezTo>
                        <a:pt x="398463" y="1006392"/>
                        <a:pt x="399900" y="995614"/>
                        <a:pt x="406364" y="990584"/>
                      </a:cubicBezTo>
                      <a:cubicBezTo>
                        <a:pt x="440121" y="964716"/>
                        <a:pt x="471723" y="934537"/>
                        <a:pt x="501888" y="900765"/>
                      </a:cubicBezTo>
                      <a:cubicBezTo>
                        <a:pt x="501888" y="900765"/>
                        <a:pt x="501888" y="900765"/>
                        <a:pt x="513380" y="888549"/>
                      </a:cubicBezTo>
                      <a:cubicBezTo>
                        <a:pt x="515176" y="886394"/>
                        <a:pt x="517689" y="885855"/>
                        <a:pt x="519844" y="886484"/>
                      </a:cubicBezTo>
                      <a:close/>
                      <a:moveTo>
                        <a:pt x="31750" y="31750"/>
                      </a:moveTo>
                      <a:cubicBezTo>
                        <a:pt x="31750" y="31750"/>
                        <a:pt x="31750" y="31750"/>
                        <a:pt x="31750" y="1163638"/>
                      </a:cubicBezTo>
                      <a:cubicBezTo>
                        <a:pt x="31750" y="1163638"/>
                        <a:pt x="31750" y="1163638"/>
                        <a:pt x="866775" y="1163638"/>
                      </a:cubicBezTo>
                      <a:cubicBezTo>
                        <a:pt x="866775" y="1163638"/>
                        <a:pt x="866775" y="1163638"/>
                        <a:pt x="866775" y="31750"/>
                      </a:cubicBezTo>
                      <a:cubicBezTo>
                        <a:pt x="866775" y="31750"/>
                        <a:pt x="866775" y="31750"/>
                        <a:pt x="31750" y="31750"/>
                      </a:cubicBezTo>
                      <a:close/>
                      <a:moveTo>
                        <a:pt x="15739" y="0"/>
                      </a:moveTo>
                      <a:cubicBezTo>
                        <a:pt x="15739" y="0"/>
                        <a:pt x="15739" y="0"/>
                        <a:pt x="882787" y="0"/>
                      </a:cubicBezTo>
                      <a:cubicBezTo>
                        <a:pt x="892087" y="0"/>
                        <a:pt x="898525" y="7149"/>
                        <a:pt x="898525" y="15727"/>
                      </a:cubicBezTo>
                      <a:cubicBezTo>
                        <a:pt x="898525" y="15727"/>
                        <a:pt x="898525" y="15727"/>
                        <a:pt x="898525" y="1178073"/>
                      </a:cubicBezTo>
                      <a:cubicBezTo>
                        <a:pt x="898525" y="1187367"/>
                        <a:pt x="892087" y="1193800"/>
                        <a:pt x="882787" y="1193800"/>
                      </a:cubicBezTo>
                      <a:cubicBezTo>
                        <a:pt x="882787" y="1193800"/>
                        <a:pt x="882787" y="1193800"/>
                        <a:pt x="15739" y="1193800"/>
                      </a:cubicBezTo>
                      <a:cubicBezTo>
                        <a:pt x="6439" y="1193800"/>
                        <a:pt x="0" y="1187367"/>
                        <a:pt x="0" y="1178073"/>
                      </a:cubicBezTo>
                      <a:cubicBezTo>
                        <a:pt x="0" y="1178073"/>
                        <a:pt x="0" y="1178073"/>
                        <a:pt x="0" y="15727"/>
                      </a:cubicBezTo>
                      <a:cubicBezTo>
                        <a:pt x="0" y="7149"/>
                        <a:pt x="6439" y="0"/>
                        <a:pt x="15739" y="0"/>
                      </a:cubicBezTo>
                      <a:close/>
                    </a:path>
                  </a:pathLst>
                </a:custGeom>
                <a:solidFill>
                  <a:srgbClr val="003A37"/>
                </a:solidFill>
                <a:ln>
                  <a:noFill/>
                </a:ln>
              </p:spPr>
              <p:txBody>
                <a:bodyPr vert="horz" wrap="square" lIns="91440" tIns="45720" rIns="91440" bIns="45720" numCol="1" anchor="t" anchorCtr="0" compatLnSpc="1">
                  <a:prstTxWarp prst="textNoShape">
                    <a:avLst/>
                  </a:prstTxWarp>
                  <a:noAutofit/>
                </a:bodyPr>
                <a:lstStyle/>
                <a:p>
                  <a:endParaRPr lang="en-US"/>
                </a:p>
              </p:txBody>
            </p:sp>
          </p:grpSp>
        </p:grpSp>
      </p:grpSp>
      <p:grpSp>
        <p:nvGrpSpPr>
          <p:cNvPr id="7" name="Group 6">
            <a:extLst>
              <a:ext uri="{FF2B5EF4-FFF2-40B4-BE49-F238E27FC236}">
                <a16:creationId xmlns:a16="http://schemas.microsoft.com/office/drawing/2014/main" id="{7AED81E8-D389-40DD-8BF0-1E97672D0CD5}"/>
              </a:ext>
            </a:extLst>
          </p:cNvPr>
          <p:cNvGrpSpPr/>
          <p:nvPr/>
        </p:nvGrpSpPr>
        <p:grpSpPr>
          <a:xfrm>
            <a:off x="4611956" y="4736251"/>
            <a:ext cx="1342489" cy="1342489"/>
            <a:chOff x="4611956" y="4736251"/>
            <a:chExt cx="1342489" cy="1342489"/>
          </a:xfrm>
        </p:grpSpPr>
        <p:sp>
          <p:nvSpPr>
            <p:cNvPr id="11" name="Oval 10">
              <a:extLst>
                <a:ext uri="{FF2B5EF4-FFF2-40B4-BE49-F238E27FC236}">
                  <a16:creationId xmlns:a16="http://schemas.microsoft.com/office/drawing/2014/main" id="{89909489-496D-4214-963A-5F0163E9C53C}"/>
                </a:ext>
              </a:extLst>
            </p:cNvPr>
            <p:cNvSpPr/>
            <p:nvPr/>
          </p:nvSpPr>
          <p:spPr>
            <a:xfrm>
              <a:off x="4611956" y="4736251"/>
              <a:ext cx="1342489" cy="1342489"/>
            </a:xfrm>
            <a:prstGeom prst="ellipse">
              <a:avLst/>
            </a:prstGeom>
            <a:solidFill>
              <a:schemeClr val="bg1"/>
            </a:solidFill>
            <a:ln w="19050" cap="rnd" cmpd="sng" algn="ctr">
              <a:solidFill>
                <a:srgbClr val="006C67"/>
              </a:solidFill>
              <a:prstDash val="sysDot"/>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22" name="Oval 21">
              <a:extLst>
                <a:ext uri="{FF2B5EF4-FFF2-40B4-BE49-F238E27FC236}">
                  <a16:creationId xmlns:a16="http://schemas.microsoft.com/office/drawing/2014/main" id="{56D95D8F-D492-4CA3-A4C0-5E597EE6AE44}"/>
                </a:ext>
              </a:extLst>
            </p:cNvPr>
            <p:cNvSpPr/>
            <p:nvPr/>
          </p:nvSpPr>
          <p:spPr>
            <a:xfrm>
              <a:off x="4711700" y="4835995"/>
              <a:ext cx="1143000" cy="1143000"/>
            </a:xfrm>
            <a:prstGeom prst="ellipse">
              <a:avLst/>
            </a:prstGeom>
            <a:solidFill>
              <a:schemeClr val="bg1"/>
            </a:solidFill>
            <a:ln w="2857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grpSp>
          <p:nvGrpSpPr>
            <p:cNvPr id="53" name="bcgIcons_Gavel ">
              <a:extLst>
                <a:ext uri="{FF2B5EF4-FFF2-40B4-BE49-F238E27FC236}">
                  <a16:creationId xmlns:a16="http://schemas.microsoft.com/office/drawing/2014/main" id="{358F9F84-9296-4F67-9223-6707D6684B2B}"/>
                </a:ext>
              </a:extLst>
            </p:cNvPr>
            <p:cNvGrpSpPr>
              <a:grpSpLocks noChangeAspect="1"/>
            </p:cNvGrpSpPr>
            <p:nvPr/>
          </p:nvGrpSpPr>
          <p:grpSpPr>
            <a:xfrm>
              <a:off x="4816597" y="4940441"/>
              <a:ext cx="933207" cy="934108"/>
              <a:chOff x="5273675" y="2514600"/>
              <a:chExt cx="1644650" cy="1646238"/>
            </a:xfrm>
          </p:grpSpPr>
          <p:sp>
            <p:nvSpPr>
              <p:cNvPr id="54" name="AutoShape 3">
                <a:extLst>
                  <a:ext uri="{FF2B5EF4-FFF2-40B4-BE49-F238E27FC236}">
                    <a16:creationId xmlns:a16="http://schemas.microsoft.com/office/drawing/2014/main" id="{5F65A9E6-B382-4F78-A839-05B7D4852E59}"/>
                  </a:ext>
                </a:extLst>
              </p:cNvPr>
              <p:cNvSpPr>
                <a:spLocks noChangeAspect="1" noChangeArrowheads="1" noTextEdit="1"/>
              </p:cNvSpPr>
              <p:nvPr/>
            </p:nvSpPr>
            <p:spPr bwMode="auto">
              <a:xfrm>
                <a:off x="5273675" y="2514600"/>
                <a:ext cx="1644650" cy="1646238"/>
              </a:xfrm>
              <a:prstGeom prst="rect">
                <a:avLst/>
              </a:prstGeom>
              <a:noFill/>
              <a:ln>
                <a:noFill/>
              </a:ln>
              <a:extLst>
                <a:ext uri="{909E8E84-426E-40DD-AFC4-6F175D3DCCD1}">
                  <a14:hiddenFill xmlns:a14="http://schemas.microsoft.com/office/drawing/2010/main">
                    <a:solidFill>
                      <a:srgbClr val="D4DF33"/>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55" name="Group 54">
                <a:extLst>
                  <a:ext uri="{FF2B5EF4-FFF2-40B4-BE49-F238E27FC236}">
                    <a16:creationId xmlns:a16="http://schemas.microsoft.com/office/drawing/2014/main" id="{6F036B94-C317-40A4-9C7D-89279F562351}"/>
                  </a:ext>
                </a:extLst>
              </p:cNvPr>
              <p:cNvGrpSpPr/>
              <p:nvPr/>
            </p:nvGrpSpPr>
            <p:grpSpPr>
              <a:xfrm>
                <a:off x="5439085" y="2789764"/>
                <a:ext cx="1313830" cy="1095911"/>
                <a:chOff x="5437188" y="2790289"/>
                <a:chExt cx="1313830" cy="1095911"/>
              </a:xfrm>
            </p:grpSpPr>
            <p:sp>
              <p:nvSpPr>
                <p:cNvPr id="56" name="Freeform 5">
                  <a:extLst>
                    <a:ext uri="{FF2B5EF4-FFF2-40B4-BE49-F238E27FC236}">
                      <a16:creationId xmlns:a16="http://schemas.microsoft.com/office/drawing/2014/main" id="{8DC2B4DE-DF4B-4FAD-A4FE-1757A842B269}"/>
                    </a:ext>
                  </a:extLst>
                </p:cNvPr>
                <p:cNvSpPr>
                  <a:spLocks/>
                </p:cNvSpPr>
                <p:nvPr/>
              </p:nvSpPr>
              <p:spPr bwMode="auto">
                <a:xfrm>
                  <a:off x="5437188" y="2790289"/>
                  <a:ext cx="741363" cy="1095911"/>
                </a:xfrm>
                <a:custGeom>
                  <a:avLst/>
                  <a:gdLst>
                    <a:gd name="connsiteX0" fmla="*/ 59994 w 741363"/>
                    <a:gd name="connsiteY0" fmla="*/ 940336 h 1095911"/>
                    <a:gd name="connsiteX1" fmla="*/ 681369 w 741363"/>
                    <a:gd name="connsiteY1" fmla="*/ 940336 h 1095911"/>
                    <a:gd name="connsiteX2" fmla="*/ 697081 w 741363"/>
                    <a:gd name="connsiteY2" fmla="*/ 956182 h 1095911"/>
                    <a:gd name="connsiteX3" fmla="*/ 697081 w 741363"/>
                    <a:gd name="connsiteY3" fmla="*/ 1006600 h 1095911"/>
                    <a:gd name="connsiteX4" fmla="*/ 725650 w 741363"/>
                    <a:gd name="connsiteY4" fmla="*/ 1006600 h 1095911"/>
                    <a:gd name="connsiteX5" fmla="*/ 741363 w 741363"/>
                    <a:gd name="connsiteY5" fmla="*/ 1022445 h 1095911"/>
                    <a:gd name="connsiteX6" fmla="*/ 741363 w 741363"/>
                    <a:gd name="connsiteY6" fmla="*/ 1079345 h 1095911"/>
                    <a:gd name="connsiteX7" fmla="*/ 725650 w 741363"/>
                    <a:gd name="connsiteY7" fmla="*/ 1095911 h 1095911"/>
                    <a:gd name="connsiteX8" fmla="*/ 15713 w 741363"/>
                    <a:gd name="connsiteY8" fmla="*/ 1095911 h 1095911"/>
                    <a:gd name="connsiteX9" fmla="*/ 0 w 741363"/>
                    <a:gd name="connsiteY9" fmla="*/ 1079345 h 1095911"/>
                    <a:gd name="connsiteX10" fmla="*/ 0 w 741363"/>
                    <a:gd name="connsiteY10" fmla="*/ 1022445 h 1095911"/>
                    <a:gd name="connsiteX11" fmla="*/ 15713 w 741363"/>
                    <a:gd name="connsiteY11" fmla="*/ 1006600 h 1095911"/>
                    <a:gd name="connsiteX12" fmla="*/ 44282 w 741363"/>
                    <a:gd name="connsiteY12" fmla="*/ 1006600 h 1095911"/>
                    <a:gd name="connsiteX13" fmla="*/ 44282 w 741363"/>
                    <a:gd name="connsiteY13" fmla="*/ 956182 h 1095911"/>
                    <a:gd name="connsiteX14" fmla="*/ 59994 w 741363"/>
                    <a:gd name="connsiteY14" fmla="*/ 940336 h 1095911"/>
                    <a:gd name="connsiteX15" fmla="*/ 243001 w 741363"/>
                    <a:gd name="connsiteY15" fmla="*/ 537111 h 1095911"/>
                    <a:gd name="connsiteX16" fmla="*/ 257312 w 741363"/>
                    <a:gd name="connsiteY16" fmla="*/ 544981 h 1095911"/>
                    <a:gd name="connsiteX17" fmla="*/ 497021 w 741363"/>
                    <a:gd name="connsiteY17" fmla="*/ 632975 h 1095911"/>
                    <a:gd name="connsiteX18" fmla="*/ 512763 w 741363"/>
                    <a:gd name="connsiteY18" fmla="*/ 635836 h 1095911"/>
                    <a:gd name="connsiteX19" fmla="*/ 501314 w 741363"/>
                    <a:gd name="connsiteY19" fmla="*/ 667314 h 1095911"/>
                    <a:gd name="connsiteX20" fmla="*/ 441208 w 741363"/>
                    <a:gd name="connsiteY20" fmla="*/ 695214 h 1095911"/>
                    <a:gd name="connsiteX21" fmla="*/ 259458 w 741363"/>
                    <a:gd name="connsiteY21" fmla="*/ 628682 h 1095911"/>
                    <a:gd name="connsiteX22" fmla="*/ 231552 w 741363"/>
                    <a:gd name="connsiteY22" fmla="*/ 568589 h 1095911"/>
                    <a:gd name="connsiteX23" fmla="*/ 243001 w 741363"/>
                    <a:gd name="connsiteY23" fmla="*/ 537111 h 1095911"/>
                    <a:gd name="connsiteX24" fmla="*/ 488852 w 741363"/>
                    <a:gd name="connsiteY24" fmla="*/ 2734 h 1095911"/>
                    <a:gd name="connsiteX25" fmla="*/ 670054 w 741363"/>
                    <a:gd name="connsiteY25" fmla="*/ 69694 h 1095911"/>
                    <a:gd name="connsiteX26" fmla="*/ 697876 w 741363"/>
                    <a:gd name="connsiteY26" fmla="*/ 128819 h 1095911"/>
                    <a:gd name="connsiteX27" fmla="*/ 685749 w 741363"/>
                    <a:gd name="connsiteY27" fmla="*/ 160874 h 1095911"/>
                    <a:gd name="connsiteX28" fmla="*/ 672194 w 741363"/>
                    <a:gd name="connsiteY28" fmla="*/ 152326 h 1095911"/>
                    <a:gd name="connsiteX29" fmla="*/ 433207 w 741363"/>
                    <a:gd name="connsiteY29" fmla="*/ 65420 h 1095911"/>
                    <a:gd name="connsiteX30" fmla="*/ 417512 w 741363"/>
                    <a:gd name="connsiteY30" fmla="*/ 62571 h 1095911"/>
                    <a:gd name="connsiteX31" fmla="*/ 428927 w 741363"/>
                    <a:gd name="connsiteY31" fmla="*/ 30516 h 1095911"/>
                    <a:gd name="connsiteX32" fmla="*/ 488852 w 741363"/>
                    <a:gd name="connsiteY32" fmla="*/ 2734 h 1095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741363" h="1095911">
                      <a:moveTo>
                        <a:pt x="59994" y="940336"/>
                      </a:moveTo>
                      <a:cubicBezTo>
                        <a:pt x="59994" y="940336"/>
                        <a:pt x="59994" y="940336"/>
                        <a:pt x="681369" y="940336"/>
                      </a:cubicBezTo>
                      <a:cubicBezTo>
                        <a:pt x="690653" y="940336"/>
                        <a:pt x="697081" y="947539"/>
                        <a:pt x="697081" y="956182"/>
                      </a:cubicBezTo>
                      <a:cubicBezTo>
                        <a:pt x="697081" y="956182"/>
                        <a:pt x="697081" y="956182"/>
                        <a:pt x="697081" y="1006600"/>
                      </a:cubicBezTo>
                      <a:cubicBezTo>
                        <a:pt x="697081" y="1006600"/>
                        <a:pt x="697081" y="1006600"/>
                        <a:pt x="725650" y="1006600"/>
                      </a:cubicBezTo>
                      <a:cubicBezTo>
                        <a:pt x="734221" y="1006600"/>
                        <a:pt x="741363" y="1013802"/>
                        <a:pt x="741363" y="1022445"/>
                      </a:cubicBezTo>
                      <a:cubicBezTo>
                        <a:pt x="741363" y="1022445"/>
                        <a:pt x="741363" y="1022445"/>
                        <a:pt x="741363" y="1079345"/>
                      </a:cubicBezTo>
                      <a:cubicBezTo>
                        <a:pt x="741363" y="1088709"/>
                        <a:pt x="734221" y="1095911"/>
                        <a:pt x="725650" y="1095911"/>
                      </a:cubicBezTo>
                      <a:cubicBezTo>
                        <a:pt x="725650" y="1095911"/>
                        <a:pt x="725650" y="1095911"/>
                        <a:pt x="15713" y="1095911"/>
                      </a:cubicBezTo>
                      <a:cubicBezTo>
                        <a:pt x="7142" y="1095911"/>
                        <a:pt x="0" y="1088709"/>
                        <a:pt x="0" y="1079345"/>
                      </a:cubicBezTo>
                      <a:cubicBezTo>
                        <a:pt x="0" y="1079345"/>
                        <a:pt x="0" y="1079345"/>
                        <a:pt x="0" y="1022445"/>
                      </a:cubicBezTo>
                      <a:cubicBezTo>
                        <a:pt x="0" y="1013802"/>
                        <a:pt x="7142" y="1006600"/>
                        <a:pt x="15713" y="1006600"/>
                      </a:cubicBezTo>
                      <a:cubicBezTo>
                        <a:pt x="15713" y="1006600"/>
                        <a:pt x="15713" y="1006600"/>
                        <a:pt x="44282" y="1006600"/>
                      </a:cubicBezTo>
                      <a:cubicBezTo>
                        <a:pt x="44282" y="1006600"/>
                        <a:pt x="44282" y="1006600"/>
                        <a:pt x="44282" y="956182"/>
                      </a:cubicBezTo>
                      <a:cubicBezTo>
                        <a:pt x="44282" y="947539"/>
                        <a:pt x="51424" y="940336"/>
                        <a:pt x="59994" y="940336"/>
                      </a:cubicBezTo>
                      <a:close/>
                      <a:moveTo>
                        <a:pt x="243001" y="537111"/>
                      </a:moveTo>
                      <a:cubicBezTo>
                        <a:pt x="247294" y="539973"/>
                        <a:pt x="251587" y="542834"/>
                        <a:pt x="257312" y="544981"/>
                      </a:cubicBezTo>
                      <a:cubicBezTo>
                        <a:pt x="257312" y="544981"/>
                        <a:pt x="257312" y="544981"/>
                        <a:pt x="497021" y="632975"/>
                      </a:cubicBezTo>
                      <a:cubicBezTo>
                        <a:pt x="502030" y="634405"/>
                        <a:pt x="507039" y="635836"/>
                        <a:pt x="512763" y="635836"/>
                      </a:cubicBezTo>
                      <a:cubicBezTo>
                        <a:pt x="512763" y="635836"/>
                        <a:pt x="512763" y="635836"/>
                        <a:pt x="501314" y="667314"/>
                      </a:cubicBezTo>
                      <a:cubicBezTo>
                        <a:pt x="492012" y="691637"/>
                        <a:pt x="465537" y="703799"/>
                        <a:pt x="441208" y="695214"/>
                      </a:cubicBezTo>
                      <a:cubicBezTo>
                        <a:pt x="441208" y="695214"/>
                        <a:pt x="441208" y="695214"/>
                        <a:pt x="259458" y="628682"/>
                      </a:cubicBezTo>
                      <a:cubicBezTo>
                        <a:pt x="235130" y="619382"/>
                        <a:pt x="222250" y="592912"/>
                        <a:pt x="231552" y="568589"/>
                      </a:cubicBezTo>
                      <a:cubicBezTo>
                        <a:pt x="231552" y="568589"/>
                        <a:pt x="231552" y="568589"/>
                        <a:pt x="243001" y="537111"/>
                      </a:cubicBezTo>
                      <a:close/>
                      <a:moveTo>
                        <a:pt x="488852" y="2734"/>
                      </a:moveTo>
                      <a:cubicBezTo>
                        <a:pt x="488852" y="2734"/>
                        <a:pt x="488852" y="2734"/>
                        <a:pt x="670054" y="69694"/>
                      </a:cubicBezTo>
                      <a:cubicBezTo>
                        <a:pt x="694310" y="78242"/>
                        <a:pt x="706437" y="104599"/>
                        <a:pt x="697876" y="128819"/>
                      </a:cubicBezTo>
                      <a:cubicBezTo>
                        <a:pt x="697876" y="128819"/>
                        <a:pt x="697876" y="128819"/>
                        <a:pt x="685749" y="160874"/>
                      </a:cubicBezTo>
                      <a:cubicBezTo>
                        <a:pt x="682182" y="157312"/>
                        <a:pt x="677188" y="154463"/>
                        <a:pt x="672194" y="152326"/>
                      </a:cubicBezTo>
                      <a:lnTo>
                        <a:pt x="433207" y="65420"/>
                      </a:lnTo>
                      <a:cubicBezTo>
                        <a:pt x="428213" y="63283"/>
                        <a:pt x="422506" y="62571"/>
                        <a:pt x="417512" y="62571"/>
                      </a:cubicBezTo>
                      <a:cubicBezTo>
                        <a:pt x="417512" y="62571"/>
                        <a:pt x="417512" y="62571"/>
                        <a:pt x="428927" y="30516"/>
                      </a:cubicBezTo>
                      <a:cubicBezTo>
                        <a:pt x="437487" y="6296"/>
                        <a:pt x="464596" y="-5814"/>
                        <a:pt x="488852" y="2734"/>
                      </a:cubicBezTo>
                      <a:close/>
                    </a:path>
                  </a:pathLst>
                </a:custGeom>
                <a:solidFill>
                  <a:srgbClr val="003A3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
              <p:nvSpPr>
                <p:cNvPr id="57" name="Freeform 6">
                  <a:extLst>
                    <a:ext uri="{FF2B5EF4-FFF2-40B4-BE49-F238E27FC236}">
                      <a16:creationId xmlns:a16="http://schemas.microsoft.com/office/drawing/2014/main" id="{79F901D6-9542-4350-8D10-247287093FAC}"/>
                    </a:ext>
                  </a:extLst>
                </p:cNvPr>
                <p:cNvSpPr>
                  <a:spLocks/>
                </p:cNvSpPr>
                <p:nvPr/>
              </p:nvSpPr>
              <p:spPr bwMode="auto">
                <a:xfrm>
                  <a:off x="5695077" y="2883282"/>
                  <a:ext cx="1055941" cy="616303"/>
                </a:xfrm>
                <a:custGeom>
                  <a:avLst/>
                  <a:gdLst>
                    <a:gd name="connsiteX0" fmla="*/ 387558 w 1055941"/>
                    <a:gd name="connsiteY0" fmla="*/ 269493 h 616303"/>
                    <a:gd name="connsiteX1" fmla="*/ 393981 w 1055941"/>
                    <a:gd name="connsiteY1" fmla="*/ 270920 h 616303"/>
                    <a:gd name="connsiteX2" fmla="*/ 1027064 w 1055941"/>
                    <a:gd name="connsiteY2" fmla="*/ 482090 h 616303"/>
                    <a:gd name="connsiteX3" fmla="*/ 1053472 w 1055941"/>
                    <a:gd name="connsiteY3" fmla="*/ 537022 h 616303"/>
                    <a:gd name="connsiteX4" fmla="*/ 1034201 w 1055941"/>
                    <a:gd name="connsiteY4" fmla="*/ 589101 h 616303"/>
                    <a:gd name="connsiteX5" fmla="*/ 979244 w 1055941"/>
                    <a:gd name="connsiteY5" fmla="*/ 613357 h 616303"/>
                    <a:gd name="connsiteX6" fmla="*/ 359008 w 1055941"/>
                    <a:gd name="connsiteY6" fmla="*/ 365090 h 616303"/>
                    <a:gd name="connsiteX7" fmla="*/ 353298 w 1055941"/>
                    <a:gd name="connsiteY7" fmla="*/ 361523 h 616303"/>
                    <a:gd name="connsiteX8" fmla="*/ 387558 w 1055941"/>
                    <a:gd name="connsiteY8" fmla="*/ 269493 h 616303"/>
                    <a:gd name="connsiteX9" fmla="*/ 164418 w 1055941"/>
                    <a:gd name="connsiteY9" fmla="*/ 889 h 616303"/>
                    <a:gd name="connsiteX10" fmla="*/ 403099 w 1055941"/>
                    <a:gd name="connsiteY10" fmla="*/ 88757 h 616303"/>
                    <a:gd name="connsiteX11" fmla="*/ 412361 w 1055941"/>
                    <a:gd name="connsiteY11" fmla="*/ 108759 h 616303"/>
                    <a:gd name="connsiteX12" fmla="*/ 326151 w 1055941"/>
                    <a:gd name="connsiteY12" fmla="*/ 343789 h 616303"/>
                    <a:gd name="connsiteX13" fmla="*/ 269153 w 1055941"/>
                    <a:gd name="connsiteY13" fmla="*/ 499522 h 616303"/>
                    <a:gd name="connsiteX14" fmla="*/ 249204 w 1055941"/>
                    <a:gd name="connsiteY14" fmla="*/ 508809 h 616303"/>
                    <a:gd name="connsiteX15" fmla="*/ 10523 w 1055941"/>
                    <a:gd name="connsiteY15" fmla="*/ 421656 h 616303"/>
                    <a:gd name="connsiteX16" fmla="*/ 1261 w 1055941"/>
                    <a:gd name="connsiteY16" fmla="*/ 400939 h 616303"/>
                    <a:gd name="connsiteX17" fmla="*/ 143757 w 1055941"/>
                    <a:gd name="connsiteY17" fmla="*/ 10176 h 616303"/>
                    <a:gd name="connsiteX18" fmla="*/ 164418 w 1055941"/>
                    <a:gd name="connsiteY18" fmla="*/ 889 h 61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55941" h="616303">
                      <a:moveTo>
                        <a:pt x="387558" y="269493"/>
                      </a:moveTo>
                      <a:cubicBezTo>
                        <a:pt x="389699" y="269493"/>
                        <a:pt x="391840" y="270207"/>
                        <a:pt x="393981" y="270920"/>
                      </a:cubicBezTo>
                      <a:cubicBezTo>
                        <a:pt x="393981" y="270920"/>
                        <a:pt x="393981" y="270920"/>
                        <a:pt x="1027064" y="482090"/>
                      </a:cubicBezTo>
                      <a:cubicBezTo>
                        <a:pt x="1049903" y="489937"/>
                        <a:pt x="1061323" y="514193"/>
                        <a:pt x="1053472" y="537022"/>
                      </a:cubicBezTo>
                      <a:cubicBezTo>
                        <a:pt x="1053472" y="537022"/>
                        <a:pt x="1053472" y="537022"/>
                        <a:pt x="1034201" y="589101"/>
                      </a:cubicBezTo>
                      <a:cubicBezTo>
                        <a:pt x="1026350" y="611217"/>
                        <a:pt x="1001369" y="621918"/>
                        <a:pt x="979244" y="613357"/>
                      </a:cubicBezTo>
                      <a:cubicBezTo>
                        <a:pt x="979244" y="613357"/>
                        <a:pt x="979244" y="613357"/>
                        <a:pt x="359008" y="365090"/>
                      </a:cubicBezTo>
                      <a:cubicBezTo>
                        <a:pt x="356867" y="364377"/>
                        <a:pt x="355439" y="362950"/>
                        <a:pt x="353298" y="361523"/>
                      </a:cubicBezTo>
                      <a:cubicBezTo>
                        <a:pt x="353298" y="361523"/>
                        <a:pt x="353298" y="361523"/>
                        <a:pt x="387558" y="269493"/>
                      </a:cubicBezTo>
                      <a:close/>
                      <a:moveTo>
                        <a:pt x="164418" y="889"/>
                      </a:moveTo>
                      <a:cubicBezTo>
                        <a:pt x="164418" y="889"/>
                        <a:pt x="164418" y="889"/>
                        <a:pt x="403099" y="88757"/>
                      </a:cubicBezTo>
                      <a:cubicBezTo>
                        <a:pt x="410936" y="91614"/>
                        <a:pt x="415211" y="100901"/>
                        <a:pt x="412361" y="108759"/>
                      </a:cubicBezTo>
                      <a:cubicBezTo>
                        <a:pt x="412361" y="108759"/>
                        <a:pt x="412361" y="108759"/>
                        <a:pt x="326151" y="343789"/>
                      </a:cubicBezTo>
                      <a:cubicBezTo>
                        <a:pt x="326151" y="343789"/>
                        <a:pt x="326151" y="343789"/>
                        <a:pt x="269153" y="499522"/>
                      </a:cubicBezTo>
                      <a:cubicBezTo>
                        <a:pt x="266303" y="508095"/>
                        <a:pt x="257041" y="512381"/>
                        <a:pt x="249204" y="508809"/>
                      </a:cubicBezTo>
                      <a:cubicBezTo>
                        <a:pt x="249204" y="508809"/>
                        <a:pt x="249204" y="508809"/>
                        <a:pt x="10523" y="421656"/>
                      </a:cubicBezTo>
                      <a:cubicBezTo>
                        <a:pt x="1973" y="418084"/>
                        <a:pt x="-2302" y="409511"/>
                        <a:pt x="1261" y="400939"/>
                      </a:cubicBezTo>
                      <a:cubicBezTo>
                        <a:pt x="1261" y="400939"/>
                        <a:pt x="1261" y="400939"/>
                        <a:pt x="143757" y="10176"/>
                      </a:cubicBezTo>
                      <a:cubicBezTo>
                        <a:pt x="147319" y="2317"/>
                        <a:pt x="155869" y="-1969"/>
                        <a:pt x="164418" y="889"/>
                      </a:cubicBezTo>
                      <a:close/>
                    </a:path>
                  </a:pathLst>
                </a:custGeom>
                <a:solidFill>
                  <a:srgbClr val="006C6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grpSp>
        </p:grpSp>
      </p:grpSp>
      <p:sp>
        <p:nvSpPr>
          <p:cNvPr id="32" name="TextBox 31">
            <a:extLst>
              <a:ext uri="{FF2B5EF4-FFF2-40B4-BE49-F238E27FC236}">
                <a16:creationId xmlns:a16="http://schemas.microsoft.com/office/drawing/2014/main" id="{E4E9942B-6394-3F5C-27F4-20042026B285}"/>
              </a:ext>
            </a:extLst>
          </p:cNvPr>
          <p:cNvSpPr txBox="1"/>
          <p:nvPr/>
        </p:nvSpPr>
        <p:spPr>
          <a:xfrm>
            <a:off x="7409559" y="4280980"/>
            <a:ext cx="2391979" cy="231288"/>
          </a:xfrm>
          <a:prstGeom prst="roundRect">
            <a:avLst>
              <a:gd name="adj" fmla="val 15075"/>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18288" rIns="18288" bIns="18288" numCol="1" spcCol="0" rtlCol="0" fromWordArt="0" anchor="ctr" anchorCtr="0" forceAA="0" compatLnSpc="1">
            <a:prstTxWarp prst="textNoShape">
              <a:avLst/>
            </a:prstTxWarp>
            <a:noAutofit/>
          </a:bodyPr>
          <a:lstStyle/>
          <a:p>
            <a:pPr algn="ctr"/>
            <a:r>
              <a:rPr lang="en-US" sz="1400" dirty="0">
                <a:solidFill>
                  <a:schemeClr val="bg1"/>
                </a:solidFill>
              </a:rPr>
              <a:t>Focus of this document</a:t>
            </a:r>
          </a:p>
        </p:txBody>
      </p:sp>
      <p:cxnSp>
        <p:nvCxnSpPr>
          <p:cNvPr id="27" name="Straight Connector 26">
            <a:extLst>
              <a:ext uri="{FF2B5EF4-FFF2-40B4-BE49-F238E27FC236}">
                <a16:creationId xmlns:a16="http://schemas.microsoft.com/office/drawing/2014/main" id="{6D58547D-CCFF-4D8D-ACE9-A06C04C2823F}"/>
              </a:ext>
            </a:extLst>
          </p:cNvPr>
          <p:cNvCxnSpPr>
            <a:cxnSpLocks/>
            <a:stCxn id="10" idx="6"/>
            <a:endCxn id="15" idx="1"/>
          </p:cNvCxnSpPr>
          <p:nvPr/>
        </p:nvCxnSpPr>
        <p:spPr>
          <a:xfrm flipV="1">
            <a:off x="5954445" y="3428999"/>
            <a:ext cx="293955" cy="1"/>
          </a:xfrm>
          <a:prstGeom prst="line">
            <a:avLst/>
          </a:prstGeom>
          <a:ln w="19050" cap="rnd" cmpd="sng" algn="ctr">
            <a:solidFill>
              <a:srgbClr val="006C67"/>
            </a:solidFill>
            <a:prstDash val="sysDot"/>
            <a:round/>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CE8E246-D55E-47E4-9857-F82E956CD0E9}"/>
              </a:ext>
            </a:extLst>
          </p:cNvPr>
          <p:cNvCxnSpPr>
            <a:cxnSpLocks/>
            <a:stCxn id="11" idx="6"/>
            <a:endCxn id="16" idx="1"/>
          </p:cNvCxnSpPr>
          <p:nvPr/>
        </p:nvCxnSpPr>
        <p:spPr>
          <a:xfrm>
            <a:off x="5954445" y="5407496"/>
            <a:ext cx="293955" cy="0"/>
          </a:xfrm>
          <a:prstGeom prst="line">
            <a:avLst/>
          </a:prstGeom>
          <a:ln w="19050" cap="rnd" cmpd="sng" algn="ctr">
            <a:solidFill>
              <a:srgbClr val="006C67"/>
            </a:solidFill>
            <a:prstDash val="sysDot"/>
            <a:round/>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E04BE0B-F0E2-45D5-8638-6E75321D80C7}"/>
              </a:ext>
            </a:extLst>
          </p:cNvPr>
          <p:cNvCxnSpPr>
            <a:cxnSpLocks/>
            <a:stCxn id="5" idx="6"/>
            <a:endCxn id="8" idx="1"/>
          </p:cNvCxnSpPr>
          <p:nvPr/>
        </p:nvCxnSpPr>
        <p:spPr>
          <a:xfrm>
            <a:off x="5954445" y="1450504"/>
            <a:ext cx="293955" cy="0"/>
          </a:xfrm>
          <a:prstGeom prst="line">
            <a:avLst/>
          </a:prstGeom>
          <a:ln w="19050" cap="rnd" cmpd="sng" algn="ctr">
            <a:solidFill>
              <a:srgbClr val="006C67"/>
            </a:solidFill>
            <a:prstDash val="sysDot"/>
            <a:round/>
            <a:headEnd type="diamond" w="med" len="med"/>
            <a:tailEnd type="diamond" w="med" len="med"/>
          </a:ln>
        </p:spPr>
        <p:style>
          <a:lnRef idx="1">
            <a:schemeClr val="accent1"/>
          </a:lnRef>
          <a:fillRef idx="0">
            <a:schemeClr val="accent1"/>
          </a:fillRef>
          <a:effectRef idx="0">
            <a:schemeClr val="accent1"/>
          </a:effectRef>
          <a:fontRef idx="minor">
            <a:schemeClr val="tx1"/>
          </a:fontRef>
        </p:style>
      </p:cxnSp>
      <p:graphicFrame>
        <p:nvGraphicFramePr>
          <p:cNvPr id="6" name="Object 5" hidden="1">
            <a:extLst>
              <a:ext uri="{FF2B5EF4-FFF2-40B4-BE49-F238E27FC236}">
                <a16:creationId xmlns:a16="http://schemas.microsoft.com/office/drawing/2014/main" id="{2E81DFA4-3AFE-F2C2-ABA1-4E72F3733910}"/>
              </a:ext>
            </a:extLst>
          </p:cNvPr>
          <p:cNvGraphicFramePr>
            <a:graphicFrameLocks noChangeAspect="1"/>
          </p:cNvGraphicFramePr>
          <p:nvPr>
            <p:custDataLst>
              <p:tags r:id="rId1"/>
            </p:custDataLst>
            <p:extLst>
              <p:ext uri="{D42A27DB-BD31-4B8C-83A1-F6EECF244321}">
                <p14:modId xmlns:p14="http://schemas.microsoft.com/office/powerpoint/2010/main" val="13940305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286" imgH="286" progId="TCLayout.ActiveDocument.1">
                  <p:embed/>
                </p:oleObj>
              </mc:Choice>
              <mc:Fallback>
                <p:oleObj name="think-cell Slide" r:id="rId6" imgW="286" imgH="286" progId="TCLayout.ActiveDocument.1">
                  <p:embed/>
                  <p:pic>
                    <p:nvPicPr>
                      <p:cNvPr id="6" name="Object 5" hidden="1">
                        <a:extLst>
                          <a:ext uri="{FF2B5EF4-FFF2-40B4-BE49-F238E27FC236}">
                            <a16:creationId xmlns:a16="http://schemas.microsoft.com/office/drawing/2014/main" id="{2E81DFA4-3AFE-F2C2-ABA1-4E72F3733910}"/>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25987519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90316-6790-3329-2ABD-DF03D2FA5FE0}"/>
            </a:ext>
          </a:extLst>
        </p:cNvPr>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4E73D6CE-55DD-3FEC-2313-327A25620113}"/>
              </a:ext>
            </a:extLst>
          </p:cNvPr>
          <p:cNvGraphicFramePr>
            <a:graphicFrameLocks noChangeAspect="1"/>
          </p:cNvGraphicFramePr>
          <p:nvPr>
            <p:custDataLst>
              <p:tags r:id="rId1"/>
            </p:custDataLst>
            <p:extLst>
              <p:ext uri="{D42A27DB-BD31-4B8C-83A1-F6EECF244321}">
                <p14:modId xmlns:p14="http://schemas.microsoft.com/office/powerpoint/2010/main" val="20928555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3" name="Object 2" hidden="1">
                        <a:extLst>
                          <a:ext uri="{FF2B5EF4-FFF2-40B4-BE49-F238E27FC236}">
                            <a16:creationId xmlns:a16="http://schemas.microsoft.com/office/drawing/2014/main" id="{4E73D6CE-55DD-3FEC-2313-327A2562011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0" name="Title 59">
            <a:extLst>
              <a:ext uri="{FF2B5EF4-FFF2-40B4-BE49-F238E27FC236}">
                <a16:creationId xmlns:a16="http://schemas.microsoft.com/office/drawing/2014/main" id="{2EC33ADA-8F04-7AAD-C698-235E12938C74}"/>
              </a:ext>
            </a:extLst>
          </p:cNvPr>
          <p:cNvSpPr>
            <a:spLocks noGrp="1"/>
          </p:cNvSpPr>
          <p:nvPr>
            <p:ph type="title"/>
          </p:nvPr>
        </p:nvSpPr>
        <p:spPr>
          <a:xfrm>
            <a:off x="630000" y="622800"/>
            <a:ext cx="10933350" cy="775597"/>
          </a:xfrm>
        </p:spPr>
        <p:txBody>
          <a:bodyPr vert="horz"/>
          <a:lstStyle/>
          <a:p>
            <a:r>
              <a:rPr lang="en-US" sz="2800" dirty="0"/>
              <a:t>Following the vision and objectives set in the strategy, a policy sets binding principles that are enforced through regulations</a:t>
            </a:r>
          </a:p>
        </p:txBody>
      </p:sp>
      <p:grpSp>
        <p:nvGrpSpPr>
          <p:cNvPr id="20" name="bcgIcons_Scalable ">
            <a:extLst>
              <a:ext uri="{FF2B5EF4-FFF2-40B4-BE49-F238E27FC236}">
                <a16:creationId xmlns:a16="http://schemas.microsoft.com/office/drawing/2014/main" id="{5D242258-8833-15FA-A97E-5F15FEC21B32}"/>
              </a:ext>
            </a:extLst>
          </p:cNvPr>
          <p:cNvGrpSpPr>
            <a:grpSpLocks noChangeAspect="1"/>
          </p:cNvGrpSpPr>
          <p:nvPr/>
        </p:nvGrpSpPr>
        <p:grpSpPr bwMode="auto">
          <a:xfrm>
            <a:off x="1340260" y="1631737"/>
            <a:ext cx="321206" cy="321505"/>
            <a:chOff x="1682" y="0"/>
            <a:chExt cx="4316" cy="4320"/>
          </a:xfrm>
        </p:grpSpPr>
        <p:sp>
          <p:nvSpPr>
            <p:cNvPr id="21" name="AutoShape 18">
              <a:extLst>
                <a:ext uri="{FF2B5EF4-FFF2-40B4-BE49-F238E27FC236}">
                  <a16:creationId xmlns:a16="http://schemas.microsoft.com/office/drawing/2014/main" id="{C64D55E6-F0BE-0C93-C28B-B414A906B3B0}"/>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20">
              <a:extLst>
                <a:ext uri="{FF2B5EF4-FFF2-40B4-BE49-F238E27FC236}">
                  <a16:creationId xmlns:a16="http://schemas.microsoft.com/office/drawing/2014/main" id="{3FA28967-5A61-4A66-466C-87740D0D907B}"/>
                </a:ext>
              </a:extLst>
            </p:cNvPr>
            <p:cNvSpPr>
              <a:spLocks noEditPoints="1"/>
            </p:cNvSpPr>
            <p:nvPr/>
          </p:nvSpPr>
          <p:spPr bwMode="auto">
            <a:xfrm>
              <a:off x="2171" y="493"/>
              <a:ext cx="3316" cy="3338"/>
            </a:xfrm>
            <a:custGeom>
              <a:avLst/>
              <a:gdLst>
                <a:gd name="T0" fmla="*/ 1770 w 1770"/>
                <a:gd name="T1" fmla="*/ 22 h 1780"/>
                <a:gd name="T2" fmla="*/ 1770 w 1770"/>
                <a:gd name="T3" fmla="*/ 1474 h 1780"/>
                <a:gd name="T4" fmla="*/ 1748 w 1770"/>
                <a:gd name="T5" fmla="*/ 1496 h 1780"/>
                <a:gd name="T6" fmla="*/ 740 w 1770"/>
                <a:gd name="T7" fmla="*/ 1496 h 1780"/>
                <a:gd name="T8" fmla="*/ 740 w 1770"/>
                <a:gd name="T9" fmla="*/ 1452 h 1780"/>
                <a:gd name="T10" fmla="*/ 1726 w 1770"/>
                <a:gd name="T11" fmla="*/ 1452 h 1780"/>
                <a:gd name="T12" fmla="*/ 1726 w 1770"/>
                <a:gd name="T13" fmla="*/ 44 h 1780"/>
                <a:gd name="T14" fmla="*/ 317 w 1770"/>
                <a:gd name="T15" fmla="*/ 44 h 1780"/>
                <a:gd name="T16" fmla="*/ 317 w 1770"/>
                <a:gd name="T17" fmla="*/ 1039 h 1780"/>
                <a:gd name="T18" fmla="*/ 273 w 1770"/>
                <a:gd name="T19" fmla="*/ 1039 h 1780"/>
                <a:gd name="T20" fmla="*/ 273 w 1770"/>
                <a:gd name="T21" fmla="*/ 22 h 1780"/>
                <a:gd name="T22" fmla="*/ 295 w 1770"/>
                <a:gd name="T23" fmla="*/ 0 h 1780"/>
                <a:gd name="T24" fmla="*/ 1748 w 1770"/>
                <a:gd name="T25" fmla="*/ 0 h 1780"/>
                <a:gd name="T26" fmla="*/ 1770 w 1770"/>
                <a:gd name="T27" fmla="*/ 22 h 1780"/>
                <a:gd name="T28" fmla="*/ 1393 w 1770"/>
                <a:gd name="T29" fmla="*/ 409 h 1780"/>
                <a:gd name="T30" fmla="*/ 1393 w 1770"/>
                <a:gd name="T31" fmla="*/ 823 h 1780"/>
                <a:gd name="T32" fmla="*/ 1371 w 1770"/>
                <a:gd name="T33" fmla="*/ 845 h 1780"/>
                <a:gd name="T34" fmla="*/ 1349 w 1770"/>
                <a:gd name="T35" fmla="*/ 823 h 1780"/>
                <a:gd name="T36" fmla="*/ 1349 w 1770"/>
                <a:gd name="T37" fmla="*/ 462 h 1780"/>
                <a:gd name="T38" fmla="*/ 696 w 1770"/>
                <a:gd name="T39" fmla="*/ 1114 h 1780"/>
                <a:gd name="T40" fmla="*/ 696 w 1770"/>
                <a:gd name="T41" fmla="*/ 1758 h 1780"/>
                <a:gd name="T42" fmla="*/ 674 w 1770"/>
                <a:gd name="T43" fmla="*/ 1780 h 1780"/>
                <a:gd name="T44" fmla="*/ 22 w 1770"/>
                <a:gd name="T45" fmla="*/ 1780 h 1780"/>
                <a:gd name="T46" fmla="*/ 0 w 1770"/>
                <a:gd name="T47" fmla="*/ 1758 h 1780"/>
                <a:gd name="T48" fmla="*/ 0 w 1770"/>
                <a:gd name="T49" fmla="*/ 1105 h 1780"/>
                <a:gd name="T50" fmla="*/ 22 w 1770"/>
                <a:gd name="T51" fmla="*/ 1083 h 1780"/>
                <a:gd name="T52" fmla="*/ 665 w 1770"/>
                <a:gd name="T53" fmla="*/ 1083 h 1780"/>
                <a:gd name="T54" fmla="*/ 1317 w 1770"/>
                <a:gd name="T55" fmla="*/ 431 h 1780"/>
                <a:gd name="T56" fmla="*/ 956 w 1770"/>
                <a:gd name="T57" fmla="*/ 431 h 1780"/>
                <a:gd name="T58" fmla="*/ 934 w 1770"/>
                <a:gd name="T59" fmla="*/ 409 h 1780"/>
                <a:gd name="T60" fmla="*/ 956 w 1770"/>
                <a:gd name="T61" fmla="*/ 387 h 1780"/>
                <a:gd name="T62" fmla="*/ 1371 w 1770"/>
                <a:gd name="T63" fmla="*/ 387 h 1780"/>
                <a:gd name="T64" fmla="*/ 1375 w 1770"/>
                <a:gd name="T65" fmla="*/ 387 h 1780"/>
                <a:gd name="T66" fmla="*/ 1375 w 1770"/>
                <a:gd name="T67" fmla="*/ 387 h 1780"/>
                <a:gd name="T68" fmla="*/ 1379 w 1770"/>
                <a:gd name="T69" fmla="*/ 388 h 1780"/>
                <a:gd name="T70" fmla="*/ 1379 w 1770"/>
                <a:gd name="T71" fmla="*/ 388 h 1780"/>
                <a:gd name="T72" fmla="*/ 1383 w 1770"/>
                <a:gd name="T73" fmla="*/ 390 h 1780"/>
                <a:gd name="T74" fmla="*/ 1383 w 1770"/>
                <a:gd name="T75" fmla="*/ 390 h 1780"/>
                <a:gd name="T76" fmla="*/ 1389 w 1770"/>
                <a:gd name="T77" fmla="*/ 396 h 1780"/>
                <a:gd name="T78" fmla="*/ 1389 w 1770"/>
                <a:gd name="T79" fmla="*/ 397 h 1780"/>
                <a:gd name="T80" fmla="*/ 1391 w 1770"/>
                <a:gd name="T81" fmla="*/ 400 h 1780"/>
                <a:gd name="T82" fmla="*/ 1391 w 1770"/>
                <a:gd name="T83" fmla="*/ 401 h 1780"/>
                <a:gd name="T84" fmla="*/ 1392 w 1770"/>
                <a:gd name="T85" fmla="*/ 404 h 1780"/>
                <a:gd name="T86" fmla="*/ 1392 w 1770"/>
                <a:gd name="T87" fmla="*/ 405 h 1780"/>
                <a:gd name="T88" fmla="*/ 1393 w 1770"/>
                <a:gd name="T89" fmla="*/ 409 h 1780"/>
                <a:gd name="T90" fmla="*/ 652 w 1770"/>
                <a:gd name="T91" fmla="*/ 1127 h 1780"/>
                <a:gd name="T92" fmla="*/ 44 w 1770"/>
                <a:gd name="T93" fmla="*/ 1127 h 1780"/>
                <a:gd name="T94" fmla="*/ 44 w 1770"/>
                <a:gd name="T95" fmla="*/ 1736 h 1780"/>
                <a:gd name="T96" fmla="*/ 652 w 1770"/>
                <a:gd name="T97" fmla="*/ 1736 h 1780"/>
                <a:gd name="T98" fmla="*/ 652 w 1770"/>
                <a:gd name="T99" fmla="*/ 1127 h 17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770" h="1780">
                  <a:moveTo>
                    <a:pt x="1770" y="22"/>
                  </a:moveTo>
                  <a:cubicBezTo>
                    <a:pt x="1770" y="1474"/>
                    <a:pt x="1770" y="1474"/>
                    <a:pt x="1770" y="1474"/>
                  </a:cubicBezTo>
                  <a:cubicBezTo>
                    <a:pt x="1770" y="1486"/>
                    <a:pt x="1760" y="1496"/>
                    <a:pt x="1748" y="1496"/>
                  </a:cubicBezTo>
                  <a:cubicBezTo>
                    <a:pt x="740" y="1496"/>
                    <a:pt x="740" y="1496"/>
                    <a:pt x="740" y="1496"/>
                  </a:cubicBezTo>
                  <a:cubicBezTo>
                    <a:pt x="740" y="1452"/>
                    <a:pt x="740" y="1452"/>
                    <a:pt x="740" y="1452"/>
                  </a:cubicBezTo>
                  <a:cubicBezTo>
                    <a:pt x="1726" y="1452"/>
                    <a:pt x="1726" y="1452"/>
                    <a:pt x="1726" y="1452"/>
                  </a:cubicBezTo>
                  <a:cubicBezTo>
                    <a:pt x="1726" y="44"/>
                    <a:pt x="1726" y="44"/>
                    <a:pt x="1726" y="44"/>
                  </a:cubicBezTo>
                  <a:cubicBezTo>
                    <a:pt x="317" y="44"/>
                    <a:pt x="317" y="44"/>
                    <a:pt x="317" y="44"/>
                  </a:cubicBezTo>
                  <a:cubicBezTo>
                    <a:pt x="317" y="1039"/>
                    <a:pt x="317" y="1039"/>
                    <a:pt x="317" y="1039"/>
                  </a:cubicBezTo>
                  <a:cubicBezTo>
                    <a:pt x="273" y="1039"/>
                    <a:pt x="273" y="1039"/>
                    <a:pt x="273" y="1039"/>
                  </a:cubicBezTo>
                  <a:cubicBezTo>
                    <a:pt x="273" y="22"/>
                    <a:pt x="273" y="22"/>
                    <a:pt x="273" y="22"/>
                  </a:cubicBezTo>
                  <a:cubicBezTo>
                    <a:pt x="273" y="9"/>
                    <a:pt x="283" y="0"/>
                    <a:pt x="295" y="0"/>
                  </a:cubicBezTo>
                  <a:cubicBezTo>
                    <a:pt x="1748" y="0"/>
                    <a:pt x="1748" y="0"/>
                    <a:pt x="1748" y="0"/>
                  </a:cubicBezTo>
                  <a:cubicBezTo>
                    <a:pt x="1760" y="0"/>
                    <a:pt x="1770" y="9"/>
                    <a:pt x="1770" y="22"/>
                  </a:cubicBezTo>
                  <a:close/>
                  <a:moveTo>
                    <a:pt x="1393" y="409"/>
                  </a:moveTo>
                  <a:cubicBezTo>
                    <a:pt x="1393" y="823"/>
                    <a:pt x="1393" y="823"/>
                    <a:pt x="1393" y="823"/>
                  </a:cubicBezTo>
                  <a:cubicBezTo>
                    <a:pt x="1393" y="835"/>
                    <a:pt x="1383" y="845"/>
                    <a:pt x="1371" y="845"/>
                  </a:cubicBezTo>
                  <a:cubicBezTo>
                    <a:pt x="1358" y="845"/>
                    <a:pt x="1349" y="835"/>
                    <a:pt x="1349" y="823"/>
                  </a:cubicBezTo>
                  <a:cubicBezTo>
                    <a:pt x="1349" y="462"/>
                    <a:pt x="1349" y="462"/>
                    <a:pt x="1349" y="462"/>
                  </a:cubicBezTo>
                  <a:cubicBezTo>
                    <a:pt x="696" y="1114"/>
                    <a:pt x="696" y="1114"/>
                    <a:pt x="696" y="1114"/>
                  </a:cubicBezTo>
                  <a:cubicBezTo>
                    <a:pt x="696" y="1758"/>
                    <a:pt x="696" y="1758"/>
                    <a:pt x="696" y="1758"/>
                  </a:cubicBezTo>
                  <a:cubicBezTo>
                    <a:pt x="696" y="1770"/>
                    <a:pt x="686" y="1780"/>
                    <a:pt x="674" y="1780"/>
                  </a:cubicBezTo>
                  <a:cubicBezTo>
                    <a:pt x="22" y="1780"/>
                    <a:pt x="22" y="1780"/>
                    <a:pt x="22" y="1780"/>
                  </a:cubicBezTo>
                  <a:cubicBezTo>
                    <a:pt x="9" y="1780"/>
                    <a:pt x="0" y="1770"/>
                    <a:pt x="0" y="1758"/>
                  </a:cubicBezTo>
                  <a:cubicBezTo>
                    <a:pt x="0" y="1105"/>
                    <a:pt x="0" y="1105"/>
                    <a:pt x="0" y="1105"/>
                  </a:cubicBezTo>
                  <a:cubicBezTo>
                    <a:pt x="0" y="1093"/>
                    <a:pt x="9" y="1083"/>
                    <a:pt x="22" y="1083"/>
                  </a:cubicBezTo>
                  <a:cubicBezTo>
                    <a:pt x="665" y="1083"/>
                    <a:pt x="665" y="1083"/>
                    <a:pt x="665" y="1083"/>
                  </a:cubicBezTo>
                  <a:cubicBezTo>
                    <a:pt x="1317" y="431"/>
                    <a:pt x="1317" y="431"/>
                    <a:pt x="1317" y="431"/>
                  </a:cubicBezTo>
                  <a:cubicBezTo>
                    <a:pt x="956" y="431"/>
                    <a:pt x="956" y="431"/>
                    <a:pt x="956" y="431"/>
                  </a:cubicBezTo>
                  <a:cubicBezTo>
                    <a:pt x="944" y="431"/>
                    <a:pt x="934" y="421"/>
                    <a:pt x="934" y="409"/>
                  </a:cubicBezTo>
                  <a:cubicBezTo>
                    <a:pt x="934" y="396"/>
                    <a:pt x="944" y="387"/>
                    <a:pt x="956" y="387"/>
                  </a:cubicBezTo>
                  <a:cubicBezTo>
                    <a:pt x="1371" y="387"/>
                    <a:pt x="1371" y="387"/>
                    <a:pt x="1371" y="387"/>
                  </a:cubicBezTo>
                  <a:cubicBezTo>
                    <a:pt x="1372" y="387"/>
                    <a:pt x="1373" y="387"/>
                    <a:pt x="1375" y="387"/>
                  </a:cubicBezTo>
                  <a:cubicBezTo>
                    <a:pt x="1375" y="387"/>
                    <a:pt x="1375" y="387"/>
                    <a:pt x="1375" y="387"/>
                  </a:cubicBezTo>
                  <a:cubicBezTo>
                    <a:pt x="1376" y="387"/>
                    <a:pt x="1377" y="388"/>
                    <a:pt x="1379" y="388"/>
                  </a:cubicBezTo>
                  <a:cubicBezTo>
                    <a:pt x="1379" y="388"/>
                    <a:pt x="1379" y="388"/>
                    <a:pt x="1379" y="388"/>
                  </a:cubicBezTo>
                  <a:cubicBezTo>
                    <a:pt x="1380" y="389"/>
                    <a:pt x="1381" y="389"/>
                    <a:pt x="1383" y="390"/>
                  </a:cubicBezTo>
                  <a:cubicBezTo>
                    <a:pt x="1383" y="390"/>
                    <a:pt x="1383" y="390"/>
                    <a:pt x="1383" y="390"/>
                  </a:cubicBezTo>
                  <a:cubicBezTo>
                    <a:pt x="1385" y="392"/>
                    <a:pt x="1387" y="394"/>
                    <a:pt x="1389" y="396"/>
                  </a:cubicBezTo>
                  <a:cubicBezTo>
                    <a:pt x="1389" y="396"/>
                    <a:pt x="1389" y="397"/>
                    <a:pt x="1389" y="397"/>
                  </a:cubicBezTo>
                  <a:cubicBezTo>
                    <a:pt x="1390" y="398"/>
                    <a:pt x="1390" y="399"/>
                    <a:pt x="1391" y="400"/>
                  </a:cubicBezTo>
                  <a:cubicBezTo>
                    <a:pt x="1391" y="400"/>
                    <a:pt x="1391" y="400"/>
                    <a:pt x="1391" y="401"/>
                  </a:cubicBezTo>
                  <a:cubicBezTo>
                    <a:pt x="1392" y="402"/>
                    <a:pt x="1392" y="403"/>
                    <a:pt x="1392" y="404"/>
                  </a:cubicBezTo>
                  <a:cubicBezTo>
                    <a:pt x="1392" y="404"/>
                    <a:pt x="1392" y="404"/>
                    <a:pt x="1392" y="405"/>
                  </a:cubicBezTo>
                  <a:cubicBezTo>
                    <a:pt x="1392" y="406"/>
                    <a:pt x="1393" y="407"/>
                    <a:pt x="1393" y="409"/>
                  </a:cubicBezTo>
                  <a:close/>
                  <a:moveTo>
                    <a:pt x="652" y="1127"/>
                  </a:moveTo>
                  <a:cubicBezTo>
                    <a:pt x="44" y="1127"/>
                    <a:pt x="44" y="1127"/>
                    <a:pt x="44" y="1127"/>
                  </a:cubicBezTo>
                  <a:cubicBezTo>
                    <a:pt x="44" y="1736"/>
                    <a:pt x="44" y="1736"/>
                    <a:pt x="44" y="1736"/>
                  </a:cubicBezTo>
                  <a:cubicBezTo>
                    <a:pt x="652" y="1736"/>
                    <a:pt x="652" y="1736"/>
                    <a:pt x="652" y="1736"/>
                  </a:cubicBezTo>
                  <a:lnTo>
                    <a:pt x="652" y="1127"/>
                  </a:lnTo>
                  <a:close/>
                </a:path>
              </a:pathLst>
            </a:custGeom>
            <a:solidFill>
              <a:srgbClr val="003A3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21">
              <a:extLst>
                <a:ext uri="{FF2B5EF4-FFF2-40B4-BE49-F238E27FC236}">
                  <a16:creationId xmlns:a16="http://schemas.microsoft.com/office/drawing/2014/main" id="{17B7CA34-6AD8-A39E-0BB5-78A4C80154D9}"/>
                </a:ext>
              </a:extLst>
            </p:cNvPr>
            <p:cNvSpPr>
              <a:spLocks noEditPoints="1"/>
            </p:cNvSpPr>
            <p:nvPr/>
          </p:nvSpPr>
          <p:spPr bwMode="auto">
            <a:xfrm>
              <a:off x="2336" y="656"/>
              <a:ext cx="2986" cy="3010"/>
            </a:xfrm>
            <a:custGeom>
              <a:avLst/>
              <a:gdLst>
                <a:gd name="T0" fmla="*/ 284 w 1594"/>
                <a:gd name="T1" fmla="*/ 0 h 1605"/>
                <a:gd name="T2" fmla="*/ 1584 w 1594"/>
                <a:gd name="T3" fmla="*/ 0 h 1605"/>
                <a:gd name="T4" fmla="*/ 1594 w 1594"/>
                <a:gd name="T5" fmla="*/ 10 h 1605"/>
                <a:gd name="T6" fmla="*/ 1594 w 1594"/>
                <a:gd name="T7" fmla="*/ 1312 h 1605"/>
                <a:gd name="T8" fmla="*/ 1584 w 1594"/>
                <a:gd name="T9" fmla="*/ 1322 h 1605"/>
                <a:gd name="T10" fmla="*/ 652 w 1594"/>
                <a:gd name="T11" fmla="*/ 1322 h 1605"/>
                <a:gd name="T12" fmla="*/ 652 w 1594"/>
                <a:gd name="T13" fmla="*/ 1046 h 1605"/>
                <a:gd name="T14" fmla="*/ 1217 w 1594"/>
                <a:gd name="T15" fmla="*/ 481 h 1605"/>
                <a:gd name="T16" fmla="*/ 1217 w 1594"/>
                <a:gd name="T17" fmla="*/ 736 h 1605"/>
                <a:gd name="T18" fmla="*/ 1281 w 1594"/>
                <a:gd name="T19" fmla="*/ 802 h 1605"/>
                <a:gd name="T20" fmla="*/ 1349 w 1594"/>
                <a:gd name="T21" fmla="*/ 734 h 1605"/>
                <a:gd name="T22" fmla="*/ 1349 w 1594"/>
                <a:gd name="T23" fmla="*/ 296 h 1605"/>
                <a:gd name="T24" fmla="*/ 1309 w 1594"/>
                <a:gd name="T25" fmla="*/ 256 h 1605"/>
                <a:gd name="T26" fmla="*/ 868 w 1594"/>
                <a:gd name="T27" fmla="*/ 256 h 1605"/>
                <a:gd name="T28" fmla="*/ 802 w 1594"/>
                <a:gd name="T29" fmla="*/ 322 h 1605"/>
                <a:gd name="T30" fmla="*/ 802 w 1594"/>
                <a:gd name="T31" fmla="*/ 322 h 1605"/>
                <a:gd name="T32" fmla="*/ 868 w 1594"/>
                <a:gd name="T33" fmla="*/ 388 h 1605"/>
                <a:gd name="T34" fmla="*/ 1123 w 1594"/>
                <a:gd name="T35" fmla="*/ 388 h 1605"/>
                <a:gd name="T36" fmla="*/ 559 w 1594"/>
                <a:gd name="T37" fmla="*/ 952 h 1605"/>
                <a:gd name="T38" fmla="*/ 274 w 1594"/>
                <a:gd name="T39" fmla="*/ 952 h 1605"/>
                <a:gd name="T40" fmla="*/ 274 w 1594"/>
                <a:gd name="T41" fmla="*/ 10 h 1605"/>
                <a:gd name="T42" fmla="*/ 284 w 1594"/>
                <a:gd name="T43" fmla="*/ 0 h 1605"/>
                <a:gd name="T44" fmla="*/ 510 w 1594"/>
                <a:gd name="T45" fmla="*/ 1084 h 1605"/>
                <a:gd name="T46" fmla="*/ 10 w 1594"/>
                <a:gd name="T47" fmla="*/ 1084 h 1605"/>
                <a:gd name="T48" fmla="*/ 0 w 1594"/>
                <a:gd name="T49" fmla="*/ 1094 h 1605"/>
                <a:gd name="T50" fmla="*/ 0 w 1594"/>
                <a:gd name="T51" fmla="*/ 1595 h 1605"/>
                <a:gd name="T52" fmla="*/ 10 w 1594"/>
                <a:gd name="T53" fmla="*/ 1605 h 1605"/>
                <a:gd name="T54" fmla="*/ 510 w 1594"/>
                <a:gd name="T55" fmla="*/ 1605 h 1605"/>
                <a:gd name="T56" fmla="*/ 520 w 1594"/>
                <a:gd name="T57" fmla="*/ 1595 h 1605"/>
                <a:gd name="T58" fmla="*/ 520 w 1594"/>
                <a:gd name="T59" fmla="*/ 1094 h 1605"/>
                <a:gd name="T60" fmla="*/ 510 w 1594"/>
                <a:gd name="T61" fmla="*/ 1084 h 16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594" h="1605">
                  <a:moveTo>
                    <a:pt x="284" y="0"/>
                  </a:moveTo>
                  <a:cubicBezTo>
                    <a:pt x="1584" y="0"/>
                    <a:pt x="1584" y="0"/>
                    <a:pt x="1584" y="0"/>
                  </a:cubicBezTo>
                  <a:cubicBezTo>
                    <a:pt x="1589" y="0"/>
                    <a:pt x="1594" y="5"/>
                    <a:pt x="1594" y="10"/>
                  </a:cubicBezTo>
                  <a:cubicBezTo>
                    <a:pt x="1594" y="1312"/>
                    <a:pt x="1594" y="1312"/>
                    <a:pt x="1594" y="1312"/>
                  </a:cubicBezTo>
                  <a:cubicBezTo>
                    <a:pt x="1594" y="1317"/>
                    <a:pt x="1589" y="1322"/>
                    <a:pt x="1584" y="1322"/>
                  </a:cubicBezTo>
                  <a:cubicBezTo>
                    <a:pt x="652" y="1322"/>
                    <a:pt x="652" y="1322"/>
                    <a:pt x="652" y="1322"/>
                  </a:cubicBezTo>
                  <a:cubicBezTo>
                    <a:pt x="652" y="1046"/>
                    <a:pt x="652" y="1046"/>
                    <a:pt x="652" y="1046"/>
                  </a:cubicBezTo>
                  <a:cubicBezTo>
                    <a:pt x="1217" y="481"/>
                    <a:pt x="1217" y="481"/>
                    <a:pt x="1217" y="481"/>
                  </a:cubicBezTo>
                  <a:cubicBezTo>
                    <a:pt x="1217" y="736"/>
                    <a:pt x="1217" y="736"/>
                    <a:pt x="1217" y="736"/>
                  </a:cubicBezTo>
                  <a:cubicBezTo>
                    <a:pt x="1217" y="772"/>
                    <a:pt x="1245" y="801"/>
                    <a:pt x="1281" y="802"/>
                  </a:cubicBezTo>
                  <a:cubicBezTo>
                    <a:pt x="1318" y="802"/>
                    <a:pt x="1349" y="771"/>
                    <a:pt x="1349" y="734"/>
                  </a:cubicBezTo>
                  <a:cubicBezTo>
                    <a:pt x="1349" y="296"/>
                    <a:pt x="1349" y="296"/>
                    <a:pt x="1349" y="296"/>
                  </a:cubicBezTo>
                  <a:cubicBezTo>
                    <a:pt x="1349" y="273"/>
                    <a:pt x="1331" y="256"/>
                    <a:pt x="1309" y="256"/>
                  </a:cubicBezTo>
                  <a:cubicBezTo>
                    <a:pt x="868" y="256"/>
                    <a:pt x="868" y="256"/>
                    <a:pt x="868" y="256"/>
                  </a:cubicBezTo>
                  <a:cubicBezTo>
                    <a:pt x="832" y="256"/>
                    <a:pt x="802" y="285"/>
                    <a:pt x="802" y="322"/>
                  </a:cubicBezTo>
                  <a:cubicBezTo>
                    <a:pt x="802" y="322"/>
                    <a:pt x="802" y="322"/>
                    <a:pt x="802" y="322"/>
                  </a:cubicBezTo>
                  <a:cubicBezTo>
                    <a:pt x="802" y="358"/>
                    <a:pt x="832" y="388"/>
                    <a:pt x="868" y="388"/>
                  </a:cubicBezTo>
                  <a:cubicBezTo>
                    <a:pt x="1123" y="388"/>
                    <a:pt x="1123" y="388"/>
                    <a:pt x="1123" y="388"/>
                  </a:cubicBezTo>
                  <a:cubicBezTo>
                    <a:pt x="559" y="952"/>
                    <a:pt x="559" y="952"/>
                    <a:pt x="559" y="952"/>
                  </a:cubicBezTo>
                  <a:cubicBezTo>
                    <a:pt x="274" y="952"/>
                    <a:pt x="274" y="952"/>
                    <a:pt x="274" y="952"/>
                  </a:cubicBezTo>
                  <a:cubicBezTo>
                    <a:pt x="274" y="10"/>
                    <a:pt x="274" y="10"/>
                    <a:pt x="274" y="10"/>
                  </a:cubicBezTo>
                  <a:cubicBezTo>
                    <a:pt x="274" y="5"/>
                    <a:pt x="278" y="0"/>
                    <a:pt x="284" y="0"/>
                  </a:cubicBezTo>
                  <a:close/>
                  <a:moveTo>
                    <a:pt x="510" y="1084"/>
                  </a:moveTo>
                  <a:cubicBezTo>
                    <a:pt x="10" y="1084"/>
                    <a:pt x="10" y="1084"/>
                    <a:pt x="10" y="1084"/>
                  </a:cubicBezTo>
                  <a:cubicBezTo>
                    <a:pt x="4" y="1084"/>
                    <a:pt x="0" y="1089"/>
                    <a:pt x="0" y="1094"/>
                  </a:cubicBezTo>
                  <a:cubicBezTo>
                    <a:pt x="0" y="1595"/>
                    <a:pt x="0" y="1595"/>
                    <a:pt x="0" y="1595"/>
                  </a:cubicBezTo>
                  <a:cubicBezTo>
                    <a:pt x="0" y="1600"/>
                    <a:pt x="4" y="1605"/>
                    <a:pt x="10" y="1605"/>
                  </a:cubicBezTo>
                  <a:cubicBezTo>
                    <a:pt x="510" y="1605"/>
                    <a:pt x="510" y="1605"/>
                    <a:pt x="510" y="1605"/>
                  </a:cubicBezTo>
                  <a:cubicBezTo>
                    <a:pt x="515" y="1605"/>
                    <a:pt x="520" y="1600"/>
                    <a:pt x="520" y="1595"/>
                  </a:cubicBezTo>
                  <a:cubicBezTo>
                    <a:pt x="520" y="1094"/>
                    <a:pt x="520" y="1094"/>
                    <a:pt x="520" y="1094"/>
                  </a:cubicBezTo>
                  <a:cubicBezTo>
                    <a:pt x="520" y="1089"/>
                    <a:pt x="515" y="1084"/>
                    <a:pt x="510" y="1084"/>
                  </a:cubicBezTo>
                  <a:close/>
                </a:path>
              </a:pathLst>
            </a:custGeom>
            <a:solidFill>
              <a:srgbClr val="006C6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9" name="bcgIcons_Strategy ">
            <a:extLst>
              <a:ext uri="{FF2B5EF4-FFF2-40B4-BE49-F238E27FC236}">
                <a16:creationId xmlns:a16="http://schemas.microsoft.com/office/drawing/2014/main" id="{1190892A-22F8-0D0B-A0FE-703B4DA7CB3B}"/>
              </a:ext>
            </a:extLst>
          </p:cNvPr>
          <p:cNvGrpSpPr>
            <a:grpSpLocks noChangeAspect="1"/>
          </p:cNvGrpSpPr>
          <p:nvPr/>
        </p:nvGrpSpPr>
        <p:grpSpPr>
          <a:xfrm>
            <a:off x="3755106" y="1631737"/>
            <a:ext cx="321505" cy="321505"/>
            <a:chOff x="5273675" y="2606675"/>
            <a:chExt cx="1644650" cy="1644650"/>
          </a:xfrm>
        </p:grpSpPr>
        <p:sp>
          <p:nvSpPr>
            <p:cNvPr id="30" name="AutoShape 9">
              <a:extLst>
                <a:ext uri="{FF2B5EF4-FFF2-40B4-BE49-F238E27FC236}">
                  <a16:creationId xmlns:a16="http://schemas.microsoft.com/office/drawing/2014/main" id="{56A447BC-934D-5360-D5AA-B85FAA347AD1}"/>
                </a:ext>
              </a:extLst>
            </p:cNvPr>
            <p:cNvSpPr>
              <a:spLocks noChangeAspect="1" noChangeArrowheads="1" noTextEdi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31" name="Group 30">
              <a:extLst>
                <a:ext uri="{FF2B5EF4-FFF2-40B4-BE49-F238E27FC236}">
                  <a16:creationId xmlns:a16="http://schemas.microsoft.com/office/drawing/2014/main" id="{FD7A08FD-2028-8E18-B692-30188B828D13}"/>
                </a:ext>
              </a:extLst>
            </p:cNvPr>
            <p:cNvGrpSpPr/>
            <p:nvPr/>
          </p:nvGrpSpPr>
          <p:grpSpPr>
            <a:xfrm>
              <a:off x="5724321" y="2833688"/>
              <a:ext cx="778079" cy="1249362"/>
              <a:chOff x="5724321" y="2833688"/>
              <a:chExt cx="778079" cy="1249362"/>
            </a:xfrm>
          </p:grpSpPr>
          <p:sp>
            <p:nvSpPr>
              <p:cNvPr id="32" name="Freeform 11">
                <a:extLst>
                  <a:ext uri="{FF2B5EF4-FFF2-40B4-BE49-F238E27FC236}">
                    <a16:creationId xmlns:a16="http://schemas.microsoft.com/office/drawing/2014/main" id="{F2364479-4681-E93B-5C59-FEBD6AF90386}"/>
                  </a:ext>
                </a:extLst>
              </p:cNvPr>
              <p:cNvSpPr>
                <a:spLocks/>
              </p:cNvSpPr>
              <p:nvPr/>
            </p:nvSpPr>
            <p:spPr bwMode="auto">
              <a:xfrm>
                <a:off x="5807075" y="2833688"/>
                <a:ext cx="695325" cy="866775"/>
              </a:xfrm>
              <a:custGeom>
                <a:avLst/>
                <a:gdLst>
                  <a:gd name="T0" fmla="*/ 744 w 974"/>
                  <a:gd name="T1" fmla="*/ 324 h 1216"/>
                  <a:gd name="T2" fmla="*/ 697 w 974"/>
                  <a:gd name="T3" fmla="*/ 281 h 1216"/>
                  <a:gd name="T4" fmla="*/ 490 w 974"/>
                  <a:gd name="T5" fmla="*/ 140 h 1216"/>
                  <a:gd name="T6" fmla="*/ 447 w 974"/>
                  <a:gd name="T7" fmla="*/ 114 h 1216"/>
                  <a:gd name="T8" fmla="*/ 439 w 974"/>
                  <a:gd name="T9" fmla="*/ 6 h 1216"/>
                  <a:gd name="T10" fmla="*/ 264 w 974"/>
                  <a:gd name="T11" fmla="*/ 125 h 1216"/>
                  <a:gd name="T12" fmla="*/ 75 w 974"/>
                  <a:gd name="T13" fmla="*/ 329 h 1216"/>
                  <a:gd name="T14" fmla="*/ 142 w 974"/>
                  <a:gd name="T15" fmla="*/ 602 h 1216"/>
                  <a:gd name="T16" fmla="*/ 49 w 974"/>
                  <a:gd name="T17" fmla="*/ 534 h 1216"/>
                  <a:gd name="T18" fmla="*/ 17 w 974"/>
                  <a:gd name="T19" fmla="*/ 681 h 1216"/>
                  <a:gd name="T20" fmla="*/ 63 w 974"/>
                  <a:gd name="T21" fmla="*/ 772 h 1216"/>
                  <a:gd name="T22" fmla="*/ 23 w 974"/>
                  <a:gd name="T23" fmla="*/ 880 h 1216"/>
                  <a:gd name="T24" fmla="*/ 59 w 974"/>
                  <a:gd name="T25" fmla="*/ 974 h 1216"/>
                  <a:gd name="T26" fmla="*/ 54 w 974"/>
                  <a:gd name="T27" fmla="*/ 1216 h 1216"/>
                  <a:gd name="T28" fmla="*/ 86 w 974"/>
                  <a:gd name="T29" fmla="*/ 1015 h 1216"/>
                  <a:gd name="T30" fmla="*/ 199 w 974"/>
                  <a:gd name="T31" fmla="*/ 1034 h 1216"/>
                  <a:gd name="T32" fmla="*/ 65 w 974"/>
                  <a:gd name="T33" fmla="*/ 868 h 1216"/>
                  <a:gd name="T34" fmla="*/ 210 w 974"/>
                  <a:gd name="T35" fmla="*/ 913 h 1216"/>
                  <a:gd name="T36" fmla="*/ 237 w 974"/>
                  <a:gd name="T37" fmla="*/ 880 h 1216"/>
                  <a:gd name="T38" fmla="*/ 54 w 974"/>
                  <a:gd name="T39" fmla="*/ 589 h 1216"/>
                  <a:gd name="T40" fmla="*/ 273 w 974"/>
                  <a:gd name="T41" fmla="*/ 758 h 1216"/>
                  <a:gd name="T42" fmla="*/ 85 w 974"/>
                  <a:gd name="T43" fmla="*/ 426 h 1216"/>
                  <a:gd name="T44" fmla="*/ 297 w 974"/>
                  <a:gd name="T45" fmla="*/ 154 h 1216"/>
                  <a:gd name="T46" fmla="*/ 410 w 974"/>
                  <a:gd name="T47" fmla="*/ 47 h 1216"/>
                  <a:gd name="T48" fmla="*/ 404 w 974"/>
                  <a:gd name="T49" fmla="*/ 104 h 1216"/>
                  <a:gd name="T50" fmla="*/ 476 w 974"/>
                  <a:gd name="T51" fmla="*/ 182 h 1216"/>
                  <a:gd name="T52" fmla="*/ 658 w 974"/>
                  <a:gd name="T53" fmla="*/ 300 h 1216"/>
                  <a:gd name="T54" fmla="*/ 718 w 974"/>
                  <a:gd name="T55" fmla="*/ 360 h 1216"/>
                  <a:gd name="T56" fmla="*/ 851 w 974"/>
                  <a:gd name="T57" fmla="*/ 664 h 1216"/>
                  <a:gd name="T58" fmla="*/ 631 w 974"/>
                  <a:gd name="T59" fmla="*/ 568 h 1216"/>
                  <a:gd name="T60" fmla="*/ 465 w 974"/>
                  <a:gd name="T61" fmla="*/ 619 h 1216"/>
                  <a:gd name="T62" fmla="*/ 438 w 974"/>
                  <a:gd name="T63" fmla="*/ 649 h 1216"/>
                  <a:gd name="T64" fmla="*/ 500 w 974"/>
                  <a:gd name="T65" fmla="*/ 752 h 1216"/>
                  <a:gd name="T66" fmla="*/ 673 w 974"/>
                  <a:gd name="T67" fmla="*/ 1216 h 1216"/>
                  <a:gd name="T68" fmla="*/ 679 w 974"/>
                  <a:gd name="T69" fmla="*/ 922 h 1216"/>
                  <a:gd name="T70" fmla="*/ 525 w 974"/>
                  <a:gd name="T71" fmla="*/ 715 h 1216"/>
                  <a:gd name="T72" fmla="*/ 584 w 974"/>
                  <a:gd name="T73" fmla="*/ 630 h 1216"/>
                  <a:gd name="T74" fmla="*/ 677 w 974"/>
                  <a:gd name="T75" fmla="*/ 641 h 1216"/>
                  <a:gd name="T76" fmla="*/ 922 w 974"/>
                  <a:gd name="T77" fmla="*/ 471 h 1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74" h="1216">
                    <a:moveTo>
                      <a:pt x="922" y="471"/>
                    </a:moveTo>
                    <a:cubicBezTo>
                      <a:pt x="911" y="446"/>
                      <a:pt x="851" y="400"/>
                      <a:pt x="744" y="324"/>
                    </a:cubicBezTo>
                    <a:cubicBezTo>
                      <a:pt x="727" y="313"/>
                      <a:pt x="710" y="301"/>
                      <a:pt x="707" y="298"/>
                    </a:cubicBezTo>
                    <a:cubicBezTo>
                      <a:pt x="704" y="295"/>
                      <a:pt x="701" y="288"/>
                      <a:pt x="697" y="281"/>
                    </a:cubicBezTo>
                    <a:cubicBezTo>
                      <a:pt x="690" y="266"/>
                      <a:pt x="680" y="246"/>
                      <a:pt x="659" y="221"/>
                    </a:cubicBezTo>
                    <a:cubicBezTo>
                      <a:pt x="635" y="191"/>
                      <a:pt x="568" y="167"/>
                      <a:pt x="490" y="140"/>
                    </a:cubicBezTo>
                    <a:cubicBezTo>
                      <a:pt x="471" y="134"/>
                      <a:pt x="450" y="126"/>
                      <a:pt x="445" y="123"/>
                    </a:cubicBezTo>
                    <a:cubicBezTo>
                      <a:pt x="445" y="121"/>
                      <a:pt x="446" y="117"/>
                      <a:pt x="447" y="114"/>
                    </a:cubicBezTo>
                    <a:cubicBezTo>
                      <a:pt x="449" y="105"/>
                      <a:pt x="452" y="93"/>
                      <a:pt x="454" y="76"/>
                    </a:cubicBezTo>
                    <a:cubicBezTo>
                      <a:pt x="458" y="28"/>
                      <a:pt x="445" y="11"/>
                      <a:pt x="439" y="6"/>
                    </a:cubicBezTo>
                    <a:cubicBezTo>
                      <a:pt x="434" y="2"/>
                      <a:pt x="428" y="0"/>
                      <a:pt x="422" y="0"/>
                    </a:cubicBezTo>
                    <a:cubicBezTo>
                      <a:pt x="343" y="7"/>
                      <a:pt x="286" y="93"/>
                      <a:pt x="264" y="125"/>
                    </a:cubicBezTo>
                    <a:cubicBezTo>
                      <a:pt x="261" y="130"/>
                      <a:pt x="261" y="130"/>
                      <a:pt x="261" y="130"/>
                    </a:cubicBezTo>
                    <a:cubicBezTo>
                      <a:pt x="246" y="150"/>
                      <a:pt x="97" y="311"/>
                      <a:pt x="75" y="329"/>
                    </a:cubicBezTo>
                    <a:cubicBezTo>
                      <a:pt x="42" y="356"/>
                      <a:pt x="41" y="430"/>
                      <a:pt x="41" y="430"/>
                    </a:cubicBezTo>
                    <a:cubicBezTo>
                      <a:pt x="41" y="439"/>
                      <a:pt x="41" y="444"/>
                      <a:pt x="142" y="602"/>
                    </a:cubicBezTo>
                    <a:cubicBezTo>
                      <a:pt x="145" y="605"/>
                      <a:pt x="147" y="609"/>
                      <a:pt x="149" y="612"/>
                    </a:cubicBezTo>
                    <a:cubicBezTo>
                      <a:pt x="64" y="537"/>
                      <a:pt x="56" y="535"/>
                      <a:pt x="49" y="534"/>
                    </a:cubicBezTo>
                    <a:cubicBezTo>
                      <a:pt x="40" y="532"/>
                      <a:pt x="30" y="535"/>
                      <a:pt x="23" y="542"/>
                    </a:cubicBezTo>
                    <a:cubicBezTo>
                      <a:pt x="0" y="567"/>
                      <a:pt x="12" y="664"/>
                      <a:pt x="17" y="681"/>
                    </a:cubicBezTo>
                    <a:cubicBezTo>
                      <a:pt x="21" y="698"/>
                      <a:pt x="60" y="746"/>
                      <a:pt x="105" y="797"/>
                    </a:cubicBezTo>
                    <a:cubicBezTo>
                      <a:pt x="85" y="785"/>
                      <a:pt x="69" y="776"/>
                      <a:pt x="63" y="772"/>
                    </a:cubicBezTo>
                    <a:cubicBezTo>
                      <a:pt x="52" y="766"/>
                      <a:pt x="40" y="767"/>
                      <a:pt x="31" y="774"/>
                    </a:cubicBezTo>
                    <a:cubicBezTo>
                      <a:pt x="2" y="796"/>
                      <a:pt x="23" y="879"/>
                      <a:pt x="23" y="880"/>
                    </a:cubicBezTo>
                    <a:cubicBezTo>
                      <a:pt x="27" y="896"/>
                      <a:pt x="60" y="932"/>
                      <a:pt x="99" y="972"/>
                    </a:cubicBezTo>
                    <a:cubicBezTo>
                      <a:pt x="72" y="967"/>
                      <a:pt x="63" y="971"/>
                      <a:pt x="59" y="974"/>
                    </a:cubicBezTo>
                    <a:cubicBezTo>
                      <a:pt x="45" y="981"/>
                      <a:pt x="37" y="992"/>
                      <a:pt x="45" y="1111"/>
                    </a:cubicBezTo>
                    <a:cubicBezTo>
                      <a:pt x="48" y="1156"/>
                      <a:pt x="52" y="1202"/>
                      <a:pt x="54" y="1216"/>
                    </a:cubicBezTo>
                    <a:cubicBezTo>
                      <a:pt x="98" y="1216"/>
                      <a:pt x="98" y="1216"/>
                      <a:pt x="98" y="1216"/>
                    </a:cubicBezTo>
                    <a:cubicBezTo>
                      <a:pt x="90" y="1139"/>
                      <a:pt x="84" y="1047"/>
                      <a:pt x="86" y="1015"/>
                    </a:cubicBezTo>
                    <a:cubicBezTo>
                      <a:pt x="104" y="1018"/>
                      <a:pt x="139" y="1029"/>
                      <a:pt x="172" y="1043"/>
                    </a:cubicBezTo>
                    <a:cubicBezTo>
                      <a:pt x="182" y="1047"/>
                      <a:pt x="193" y="1043"/>
                      <a:pt x="199" y="1034"/>
                    </a:cubicBezTo>
                    <a:cubicBezTo>
                      <a:pt x="205" y="1025"/>
                      <a:pt x="204" y="1014"/>
                      <a:pt x="196" y="1006"/>
                    </a:cubicBezTo>
                    <a:cubicBezTo>
                      <a:pt x="139" y="951"/>
                      <a:pt x="73" y="883"/>
                      <a:pt x="65" y="868"/>
                    </a:cubicBezTo>
                    <a:cubicBezTo>
                      <a:pt x="62" y="856"/>
                      <a:pt x="60" y="836"/>
                      <a:pt x="60" y="822"/>
                    </a:cubicBezTo>
                    <a:cubicBezTo>
                      <a:pt x="105" y="849"/>
                      <a:pt x="208" y="913"/>
                      <a:pt x="210" y="913"/>
                    </a:cubicBezTo>
                    <a:cubicBezTo>
                      <a:pt x="219" y="919"/>
                      <a:pt x="231" y="917"/>
                      <a:pt x="238" y="909"/>
                    </a:cubicBezTo>
                    <a:cubicBezTo>
                      <a:pt x="245" y="900"/>
                      <a:pt x="245" y="888"/>
                      <a:pt x="237" y="880"/>
                    </a:cubicBezTo>
                    <a:cubicBezTo>
                      <a:pt x="156" y="791"/>
                      <a:pt x="67" y="688"/>
                      <a:pt x="59" y="669"/>
                    </a:cubicBezTo>
                    <a:cubicBezTo>
                      <a:pt x="54" y="652"/>
                      <a:pt x="52" y="613"/>
                      <a:pt x="54" y="589"/>
                    </a:cubicBezTo>
                    <a:cubicBezTo>
                      <a:pt x="90" y="618"/>
                      <a:pt x="171" y="690"/>
                      <a:pt x="244" y="758"/>
                    </a:cubicBezTo>
                    <a:cubicBezTo>
                      <a:pt x="252" y="765"/>
                      <a:pt x="264" y="766"/>
                      <a:pt x="273" y="758"/>
                    </a:cubicBezTo>
                    <a:cubicBezTo>
                      <a:pt x="281" y="751"/>
                      <a:pt x="283" y="739"/>
                      <a:pt x="277" y="730"/>
                    </a:cubicBezTo>
                    <a:cubicBezTo>
                      <a:pt x="209" y="625"/>
                      <a:pt x="100" y="455"/>
                      <a:pt x="85" y="426"/>
                    </a:cubicBezTo>
                    <a:cubicBezTo>
                      <a:pt x="86" y="405"/>
                      <a:pt x="93" y="371"/>
                      <a:pt x="103" y="363"/>
                    </a:cubicBezTo>
                    <a:cubicBezTo>
                      <a:pt x="125" y="345"/>
                      <a:pt x="279" y="181"/>
                      <a:pt x="297" y="154"/>
                    </a:cubicBezTo>
                    <a:cubicBezTo>
                      <a:pt x="300" y="150"/>
                      <a:pt x="300" y="150"/>
                      <a:pt x="300" y="150"/>
                    </a:cubicBezTo>
                    <a:cubicBezTo>
                      <a:pt x="316" y="127"/>
                      <a:pt x="359" y="63"/>
                      <a:pt x="410" y="47"/>
                    </a:cubicBezTo>
                    <a:cubicBezTo>
                      <a:pt x="411" y="53"/>
                      <a:pt x="411" y="61"/>
                      <a:pt x="410" y="72"/>
                    </a:cubicBezTo>
                    <a:cubicBezTo>
                      <a:pt x="409" y="85"/>
                      <a:pt x="406" y="95"/>
                      <a:pt x="404" y="104"/>
                    </a:cubicBezTo>
                    <a:cubicBezTo>
                      <a:pt x="400" y="121"/>
                      <a:pt x="394" y="144"/>
                      <a:pt x="421" y="161"/>
                    </a:cubicBezTo>
                    <a:cubicBezTo>
                      <a:pt x="429" y="166"/>
                      <a:pt x="445" y="171"/>
                      <a:pt x="476" y="182"/>
                    </a:cubicBezTo>
                    <a:cubicBezTo>
                      <a:pt x="522" y="197"/>
                      <a:pt x="607" y="227"/>
                      <a:pt x="626" y="249"/>
                    </a:cubicBezTo>
                    <a:cubicBezTo>
                      <a:pt x="643" y="270"/>
                      <a:pt x="651" y="286"/>
                      <a:pt x="658" y="300"/>
                    </a:cubicBezTo>
                    <a:cubicBezTo>
                      <a:pt x="663" y="312"/>
                      <a:pt x="668" y="322"/>
                      <a:pt x="678" y="330"/>
                    </a:cubicBezTo>
                    <a:cubicBezTo>
                      <a:pt x="682" y="335"/>
                      <a:pt x="693" y="343"/>
                      <a:pt x="718" y="360"/>
                    </a:cubicBezTo>
                    <a:cubicBezTo>
                      <a:pt x="760" y="390"/>
                      <a:pt x="871" y="468"/>
                      <a:pt x="881" y="489"/>
                    </a:cubicBezTo>
                    <a:cubicBezTo>
                      <a:pt x="891" y="511"/>
                      <a:pt x="923" y="631"/>
                      <a:pt x="851" y="664"/>
                    </a:cubicBezTo>
                    <a:cubicBezTo>
                      <a:pt x="807" y="685"/>
                      <a:pt x="747" y="639"/>
                      <a:pt x="704" y="606"/>
                    </a:cubicBezTo>
                    <a:cubicBezTo>
                      <a:pt x="672" y="582"/>
                      <a:pt x="651" y="566"/>
                      <a:pt x="631" y="568"/>
                    </a:cubicBezTo>
                    <a:cubicBezTo>
                      <a:pt x="616" y="570"/>
                      <a:pt x="594" y="579"/>
                      <a:pt x="567" y="590"/>
                    </a:cubicBezTo>
                    <a:cubicBezTo>
                      <a:pt x="537" y="602"/>
                      <a:pt x="481" y="625"/>
                      <a:pt x="465" y="619"/>
                    </a:cubicBezTo>
                    <a:cubicBezTo>
                      <a:pt x="457" y="616"/>
                      <a:pt x="447" y="618"/>
                      <a:pt x="441" y="625"/>
                    </a:cubicBezTo>
                    <a:cubicBezTo>
                      <a:pt x="435" y="631"/>
                      <a:pt x="434" y="641"/>
                      <a:pt x="438" y="649"/>
                    </a:cubicBezTo>
                    <a:cubicBezTo>
                      <a:pt x="441" y="656"/>
                      <a:pt x="469" y="716"/>
                      <a:pt x="492" y="743"/>
                    </a:cubicBezTo>
                    <a:cubicBezTo>
                      <a:pt x="493" y="745"/>
                      <a:pt x="496" y="748"/>
                      <a:pt x="500" y="752"/>
                    </a:cubicBezTo>
                    <a:cubicBezTo>
                      <a:pt x="671" y="942"/>
                      <a:pt x="734" y="1104"/>
                      <a:pt x="676" y="1208"/>
                    </a:cubicBezTo>
                    <a:cubicBezTo>
                      <a:pt x="674" y="1211"/>
                      <a:pt x="673" y="1213"/>
                      <a:pt x="673" y="1216"/>
                    </a:cubicBezTo>
                    <a:cubicBezTo>
                      <a:pt x="721" y="1216"/>
                      <a:pt x="721" y="1216"/>
                      <a:pt x="721" y="1216"/>
                    </a:cubicBezTo>
                    <a:cubicBezTo>
                      <a:pt x="758" y="1137"/>
                      <a:pt x="744" y="1038"/>
                      <a:pt x="679" y="922"/>
                    </a:cubicBezTo>
                    <a:cubicBezTo>
                      <a:pt x="627" y="827"/>
                      <a:pt x="556" y="748"/>
                      <a:pt x="532" y="722"/>
                    </a:cubicBezTo>
                    <a:cubicBezTo>
                      <a:pt x="529" y="719"/>
                      <a:pt x="527" y="716"/>
                      <a:pt x="525" y="715"/>
                    </a:cubicBezTo>
                    <a:cubicBezTo>
                      <a:pt x="516" y="703"/>
                      <a:pt x="503" y="681"/>
                      <a:pt x="493" y="662"/>
                    </a:cubicBezTo>
                    <a:cubicBezTo>
                      <a:pt x="518" y="657"/>
                      <a:pt x="548" y="645"/>
                      <a:pt x="584" y="630"/>
                    </a:cubicBezTo>
                    <a:cubicBezTo>
                      <a:pt x="603" y="622"/>
                      <a:pt x="625" y="614"/>
                      <a:pt x="635" y="612"/>
                    </a:cubicBezTo>
                    <a:cubicBezTo>
                      <a:pt x="642" y="614"/>
                      <a:pt x="662" y="629"/>
                      <a:pt x="677" y="641"/>
                    </a:cubicBezTo>
                    <a:cubicBezTo>
                      <a:pt x="726" y="679"/>
                      <a:pt x="801" y="737"/>
                      <a:pt x="870" y="704"/>
                    </a:cubicBezTo>
                    <a:cubicBezTo>
                      <a:pt x="974" y="655"/>
                      <a:pt x="937" y="508"/>
                      <a:pt x="922" y="471"/>
                    </a:cubicBezTo>
                    <a:close/>
                  </a:path>
                </a:pathLst>
              </a:custGeom>
              <a:solidFill>
                <a:srgbClr val="003A3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29EC8F34-9E14-9682-3CD9-BF5F9CDCBEED}"/>
                  </a:ext>
                </a:extLst>
              </p:cNvPr>
              <p:cNvSpPr>
                <a:spLocks/>
              </p:cNvSpPr>
              <p:nvPr/>
            </p:nvSpPr>
            <p:spPr bwMode="auto">
              <a:xfrm>
                <a:off x="5724321" y="3732212"/>
                <a:ext cx="741770" cy="350838"/>
              </a:xfrm>
              <a:custGeom>
                <a:avLst/>
                <a:gdLst>
                  <a:gd name="connsiteX0" fmla="*/ 146047 w 741770"/>
                  <a:gd name="connsiteY0" fmla="*/ 155575 h 350838"/>
                  <a:gd name="connsiteX1" fmla="*/ 595723 w 741770"/>
                  <a:gd name="connsiteY1" fmla="*/ 155575 h 350838"/>
                  <a:gd name="connsiteX2" fmla="*/ 600006 w 741770"/>
                  <a:gd name="connsiteY2" fmla="*/ 159151 h 350838"/>
                  <a:gd name="connsiteX3" fmla="*/ 738478 w 741770"/>
                  <a:gd name="connsiteY3" fmla="*/ 326520 h 350838"/>
                  <a:gd name="connsiteX4" fmla="*/ 727057 w 741770"/>
                  <a:gd name="connsiteY4" fmla="*/ 350838 h 350838"/>
                  <a:gd name="connsiteX5" fmla="*/ 14713 w 741770"/>
                  <a:gd name="connsiteY5" fmla="*/ 350838 h 350838"/>
                  <a:gd name="connsiteX6" fmla="*/ 3292 w 741770"/>
                  <a:gd name="connsiteY6" fmla="*/ 326520 h 350838"/>
                  <a:gd name="connsiteX7" fmla="*/ 141764 w 741770"/>
                  <a:gd name="connsiteY7" fmla="*/ 159151 h 350838"/>
                  <a:gd name="connsiteX8" fmla="*/ 146047 w 741770"/>
                  <a:gd name="connsiteY8" fmla="*/ 155575 h 350838"/>
                  <a:gd name="connsiteX9" fmla="*/ 93070 w 741770"/>
                  <a:gd name="connsiteY9" fmla="*/ 0 h 350838"/>
                  <a:gd name="connsiteX10" fmla="*/ 648699 w 741770"/>
                  <a:gd name="connsiteY10" fmla="*/ 0 h 350838"/>
                  <a:gd name="connsiteX11" fmla="*/ 655841 w 741770"/>
                  <a:gd name="connsiteY11" fmla="*/ 7158 h 350838"/>
                  <a:gd name="connsiteX12" fmla="*/ 655841 w 741770"/>
                  <a:gd name="connsiteY12" fmla="*/ 116668 h 350838"/>
                  <a:gd name="connsiteX13" fmla="*/ 648699 w 741770"/>
                  <a:gd name="connsiteY13" fmla="*/ 123825 h 350838"/>
                  <a:gd name="connsiteX14" fmla="*/ 93070 w 741770"/>
                  <a:gd name="connsiteY14" fmla="*/ 123825 h 350838"/>
                  <a:gd name="connsiteX15" fmla="*/ 85928 w 741770"/>
                  <a:gd name="connsiteY15" fmla="*/ 116668 h 350838"/>
                  <a:gd name="connsiteX16" fmla="*/ 85928 w 741770"/>
                  <a:gd name="connsiteY16" fmla="*/ 7158 h 350838"/>
                  <a:gd name="connsiteX17" fmla="*/ 93070 w 741770"/>
                  <a:gd name="connsiteY17" fmla="*/ 0 h 350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41770" h="350838">
                    <a:moveTo>
                      <a:pt x="146047" y="155575"/>
                    </a:moveTo>
                    <a:cubicBezTo>
                      <a:pt x="146047" y="155575"/>
                      <a:pt x="146047" y="155575"/>
                      <a:pt x="595723" y="155575"/>
                    </a:cubicBezTo>
                    <a:cubicBezTo>
                      <a:pt x="597151" y="157006"/>
                      <a:pt x="598578" y="157721"/>
                      <a:pt x="600006" y="159151"/>
                    </a:cubicBezTo>
                    <a:cubicBezTo>
                      <a:pt x="600006" y="159151"/>
                      <a:pt x="600006" y="159151"/>
                      <a:pt x="738478" y="326520"/>
                    </a:cubicBezTo>
                    <a:cubicBezTo>
                      <a:pt x="746329" y="335818"/>
                      <a:pt x="739192" y="350838"/>
                      <a:pt x="727057" y="350838"/>
                    </a:cubicBezTo>
                    <a:cubicBezTo>
                      <a:pt x="727057" y="350838"/>
                      <a:pt x="727057" y="350838"/>
                      <a:pt x="14713" y="350838"/>
                    </a:cubicBezTo>
                    <a:cubicBezTo>
                      <a:pt x="2578" y="350838"/>
                      <a:pt x="-4559" y="335818"/>
                      <a:pt x="3292" y="326520"/>
                    </a:cubicBezTo>
                    <a:cubicBezTo>
                      <a:pt x="3292" y="326520"/>
                      <a:pt x="3292" y="326520"/>
                      <a:pt x="141764" y="159151"/>
                    </a:cubicBezTo>
                    <a:cubicBezTo>
                      <a:pt x="143192" y="157721"/>
                      <a:pt x="144620" y="157006"/>
                      <a:pt x="146047" y="155575"/>
                    </a:cubicBezTo>
                    <a:close/>
                    <a:moveTo>
                      <a:pt x="93070" y="0"/>
                    </a:moveTo>
                    <a:cubicBezTo>
                      <a:pt x="93070" y="0"/>
                      <a:pt x="93070" y="0"/>
                      <a:pt x="648699" y="0"/>
                    </a:cubicBezTo>
                    <a:cubicBezTo>
                      <a:pt x="652270" y="0"/>
                      <a:pt x="655841" y="3579"/>
                      <a:pt x="655841" y="7158"/>
                    </a:cubicBezTo>
                    <a:cubicBezTo>
                      <a:pt x="655841" y="7158"/>
                      <a:pt x="655841" y="7158"/>
                      <a:pt x="655841" y="116668"/>
                    </a:cubicBezTo>
                    <a:cubicBezTo>
                      <a:pt x="655841" y="120962"/>
                      <a:pt x="652270" y="123825"/>
                      <a:pt x="648699" y="123825"/>
                    </a:cubicBezTo>
                    <a:cubicBezTo>
                      <a:pt x="648699" y="123825"/>
                      <a:pt x="648699" y="123825"/>
                      <a:pt x="93070" y="123825"/>
                    </a:cubicBezTo>
                    <a:cubicBezTo>
                      <a:pt x="89499" y="123825"/>
                      <a:pt x="85928" y="120962"/>
                      <a:pt x="85928" y="116668"/>
                    </a:cubicBezTo>
                    <a:cubicBezTo>
                      <a:pt x="85928" y="116668"/>
                      <a:pt x="85928" y="116668"/>
                      <a:pt x="85928" y="7158"/>
                    </a:cubicBezTo>
                    <a:cubicBezTo>
                      <a:pt x="85928" y="3579"/>
                      <a:pt x="89499" y="0"/>
                      <a:pt x="93070" y="0"/>
                    </a:cubicBezTo>
                    <a:close/>
                  </a:path>
                </a:pathLst>
              </a:custGeom>
              <a:solidFill>
                <a:srgbClr val="006C6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grpSp>
      </p:grpSp>
      <p:grpSp>
        <p:nvGrpSpPr>
          <p:cNvPr id="24" name="bcgIcons_Policy ">
            <a:extLst>
              <a:ext uri="{FF2B5EF4-FFF2-40B4-BE49-F238E27FC236}">
                <a16:creationId xmlns:a16="http://schemas.microsoft.com/office/drawing/2014/main" id="{E2621AA6-DCFC-43C5-7C40-B2CCA29E9F40}"/>
              </a:ext>
            </a:extLst>
          </p:cNvPr>
          <p:cNvGrpSpPr>
            <a:grpSpLocks noChangeAspect="1"/>
          </p:cNvGrpSpPr>
          <p:nvPr/>
        </p:nvGrpSpPr>
        <p:grpSpPr>
          <a:xfrm>
            <a:off x="6812883" y="1631737"/>
            <a:ext cx="321505" cy="321505"/>
            <a:chOff x="5272088" y="2605088"/>
            <a:chExt cx="1647825" cy="1647825"/>
          </a:xfrm>
        </p:grpSpPr>
        <p:sp>
          <p:nvSpPr>
            <p:cNvPr id="25" name="AutoShape 15">
              <a:extLst>
                <a:ext uri="{FF2B5EF4-FFF2-40B4-BE49-F238E27FC236}">
                  <a16:creationId xmlns:a16="http://schemas.microsoft.com/office/drawing/2014/main" id="{22C76925-035F-9852-3BEE-CE8D527B9DC1}"/>
                </a:ext>
              </a:extLst>
            </p:cNvPr>
            <p:cNvSpPr>
              <a:spLocks noChangeAspect="1" noChangeArrowheads="1" noTextEdit="1"/>
            </p:cNvSpPr>
            <p:nvPr/>
          </p:nvSpPr>
          <p:spPr bwMode="auto">
            <a:xfrm>
              <a:off x="5272088" y="2605088"/>
              <a:ext cx="1647825"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26" name="Group 25">
              <a:extLst>
                <a:ext uri="{FF2B5EF4-FFF2-40B4-BE49-F238E27FC236}">
                  <a16:creationId xmlns:a16="http://schemas.microsoft.com/office/drawing/2014/main" id="{2EC9D953-06DE-0ED0-F649-8338499A872D}"/>
                </a:ext>
              </a:extLst>
            </p:cNvPr>
            <p:cNvGrpSpPr/>
            <p:nvPr/>
          </p:nvGrpSpPr>
          <p:grpSpPr>
            <a:xfrm>
              <a:off x="5646738" y="2887662"/>
              <a:ext cx="898525" cy="1193800"/>
              <a:chOff x="5646738" y="2887662"/>
              <a:chExt cx="898525" cy="1193800"/>
            </a:xfrm>
          </p:grpSpPr>
          <p:sp>
            <p:nvSpPr>
              <p:cNvPr id="27" name="Freeform 10">
                <a:extLst>
                  <a:ext uri="{FF2B5EF4-FFF2-40B4-BE49-F238E27FC236}">
                    <a16:creationId xmlns:a16="http://schemas.microsoft.com/office/drawing/2014/main" id="{CB65F161-E067-D3DD-432C-06DAEFE78339}"/>
                  </a:ext>
                </a:extLst>
              </p:cNvPr>
              <p:cNvSpPr>
                <a:spLocks/>
              </p:cNvSpPr>
              <p:nvPr/>
            </p:nvSpPr>
            <p:spPr bwMode="auto">
              <a:xfrm>
                <a:off x="5763474" y="3074988"/>
                <a:ext cx="621452" cy="914401"/>
              </a:xfrm>
              <a:custGeom>
                <a:avLst/>
                <a:gdLst>
                  <a:gd name="connsiteX0" fmla="*/ 122620 w 621452"/>
                  <a:gd name="connsiteY0" fmla="*/ 661988 h 914401"/>
                  <a:gd name="connsiteX1" fmla="*/ 125475 w 621452"/>
                  <a:gd name="connsiteY1" fmla="*/ 663422 h 914401"/>
                  <a:gd name="connsiteX2" fmla="*/ 137608 w 621452"/>
                  <a:gd name="connsiteY2" fmla="*/ 690671 h 914401"/>
                  <a:gd name="connsiteX3" fmla="*/ 139749 w 621452"/>
                  <a:gd name="connsiteY3" fmla="*/ 692823 h 914401"/>
                  <a:gd name="connsiteX4" fmla="*/ 141890 w 621452"/>
                  <a:gd name="connsiteY4" fmla="*/ 691389 h 914401"/>
                  <a:gd name="connsiteX5" fmla="*/ 162587 w 621452"/>
                  <a:gd name="connsiteY5" fmla="*/ 669876 h 914401"/>
                  <a:gd name="connsiteX6" fmla="*/ 164728 w 621452"/>
                  <a:gd name="connsiteY6" fmla="*/ 669159 h 914401"/>
                  <a:gd name="connsiteX7" fmla="*/ 167583 w 621452"/>
                  <a:gd name="connsiteY7" fmla="*/ 672027 h 914401"/>
                  <a:gd name="connsiteX8" fmla="*/ 169724 w 621452"/>
                  <a:gd name="connsiteY8" fmla="*/ 701428 h 914401"/>
                  <a:gd name="connsiteX9" fmla="*/ 172579 w 621452"/>
                  <a:gd name="connsiteY9" fmla="*/ 704296 h 914401"/>
                  <a:gd name="connsiteX10" fmla="*/ 174006 w 621452"/>
                  <a:gd name="connsiteY10" fmla="*/ 704296 h 914401"/>
                  <a:gd name="connsiteX11" fmla="*/ 200412 w 621452"/>
                  <a:gd name="connsiteY11" fmla="*/ 691389 h 914401"/>
                  <a:gd name="connsiteX12" fmla="*/ 201840 w 621452"/>
                  <a:gd name="connsiteY12" fmla="*/ 690671 h 914401"/>
                  <a:gd name="connsiteX13" fmla="*/ 203981 w 621452"/>
                  <a:gd name="connsiteY13" fmla="*/ 694257 h 914401"/>
                  <a:gd name="connsiteX14" fmla="*/ 196130 w 621452"/>
                  <a:gd name="connsiteY14" fmla="*/ 722940 h 914401"/>
                  <a:gd name="connsiteX15" fmla="*/ 198985 w 621452"/>
                  <a:gd name="connsiteY15" fmla="*/ 726526 h 914401"/>
                  <a:gd name="connsiteX16" fmla="*/ 228960 w 621452"/>
                  <a:gd name="connsiteY16" fmla="*/ 723657 h 914401"/>
                  <a:gd name="connsiteX17" fmla="*/ 231101 w 621452"/>
                  <a:gd name="connsiteY17" fmla="*/ 727960 h 914401"/>
                  <a:gd name="connsiteX18" fmla="*/ 213973 w 621452"/>
                  <a:gd name="connsiteY18" fmla="*/ 752341 h 914401"/>
                  <a:gd name="connsiteX19" fmla="*/ 215400 w 621452"/>
                  <a:gd name="connsiteY19" fmla="*/ 756643 h 914401"/>
                  <a:gd name="connsiteX20" fmla="*/ 243947 w 621452"/>
                  <a:gd name="connsiteY20" fmla="*/ 763814 h 914401"/>
                  <a:gd name="connsiteX21" fmla="*/ 245375 w 621452"/>
                  <a:gd name="connsiteY21" fmla="*/ 768833 h 914401"/>
                  <a:gd name="connsiteX22" fmla="*/ 220396 w 621452"/>
                  <a:gd name="connsiteY22" fmla="*/ 785326 h 914401"/>
                  <a:gd name="connsiteX23" fmla="*/ 220396 w 621452"/>
                  <a:gd name="connsiteY23" fmla="*/ 790346 h 914401"/>
                  <a:gd name="connsiteX24" fmla="*/ 245375 w 621452"/>
                  <a:gd name="connsiteY24" fmla="*/ 806839 h 914401"/>
                  <a:gd name="connsiteX25" fmla="*/ 243947 w 621452"/>
                  <a:gd name="connsiteY25" fmla="*/ 811858 h 914401"/>
                  <a:gd name="connsiteX26" fmla="*/ 215400 w 621452"/>
                  <a:gd name="connsiteY26" fmla="*/ 819029 h 914401"/>
                  <a:gd name="connsiteX27" fmla="*/ 213973 w 621452"/>
                  <a:gd name="connsiteY27" fmla="*/ 824049 h 914401"/>
                  <a:gd name="connsiteX28" fmla="*/ 231101 w 621452"/>
                  <a:gd name="connsiteY28" fmla="*/ 847712 h 914401"/>
                  <a:gd name="connsiteX29" fmla="*/ 228960 w 621452"/>
                  <a:gd name="connsiteY29" fmla="*/ 852732 h 914401"/>
                  <a:gd name="connsiteX30" fmla="*/ 198985 w 621452"/>
                  <a:gd name="connsiteY30" fmla="*/ 849147 h 914401"/>
                  <a:gd name="connsiteX31" fmla="*/ 196130 w 621452"/>
                  <a:gd name="connsiteY31" fmla="*/ 852732 h 914401"/>
                  <a:gd name="connsiteX32" fmla="*/ 203981 w 621452"/>
                  <a:gd name="connsiteY32" fmla="*/ 881415 h 914401"/>
                  <a:gd name="connsiteX33" fmla="*/ 201840 w 621452"/>
                  <a:gd name="connsiteY33" fmla="*/ 885001 h 914401"/>
                  <a:gd name="connsiteX34" fmla="*/ 200412 w 621452"/>
                  <a:gd name="connsiteY34" fmla="*/ 885001 h 914401"/>
                  <a:gd name="connsiteX35" fmla="*/ 174006 w 621452"/>
                  <a:gd name="connsiteY35" fmla="*/ 872093 h 914401"/>
                  <a:gd name="connsiteX36" fmla="*/ 172579 w 621452"/>
                  <a:gd name="connsiteY36" fmla="*/ 871376 h 914401"/>
                  <a:gd name="connsiteX37" fmla="*/ 169724 w 621452"/>
                  <a:gd name="connsiteY37" fmla="*/ 874245 h 914401"/>
                  <a:gd name="connsiteX38" fmla="*/ 167583 w 621452"/>
                  <a:gd name="connsiteY38" fmla="*/ 903645 h 914401"/>
                  <a:gd name="connsiteX39" fmla="*/ 164728 w 621452"/>
                  <a:gd name="connsiteY39" fmla="*/ 906513 h 914401"/>
                  <a:gd name="connsiteX40" fmla="*/ 162587 w 621452"/>
                  <a:gd name="connsiteY40" fmla="*/ 905796 h 914401"/>
                  <a:gd name="connsiteX41" fmla="*/ 141890 w 621452"/>
                  <a:gd name="connsiteY41" fmla="*/ 884284 h 914401"/>
                  <a:gd name="connsiteX42" fmla="*/ 139749 w 621452"/>
                  <a:gd name="connsiteY42" fmla="*/ 883567 h 914401"/>
                  <a:gd name="connsiteX43" fmla="*/ 137608 w 621452"/>
                  <a:gd name="connsiteY43" fmla="*/ 885001 h 914401"/>
                  <a:gd name="connsiteX44" fmla="*/ 125475 w 621452"/>
                  <a:gd name="connsiteY44" fmla="*/ 912250 h 914401"/>
                  <a:gd name="connsiteX45" fmla="*/ 122620 w 621452"/>
                  <a:gd name="connsiteY45" fmla="*/ 914401 h 914401"/>
                  <a:gd name="connsiteX46" fmla="*/ 120479 w 621452"/>
                  <a:gd name="connsiteY46" fmla="*/ 912250 h 914401"/>
                  <a:gd name="connsiteX47" fmla="*/ 108347 w 621452"/>
                  <a:gd name="connsiteY47" fmla="*/ 885001 h 914401"/>
                  <a:gd name="connsiteX48" fmla="*/ 105492 w 621452"/>
                  <a:gd name="connsiteY48" fmla="*/ 883567 h 914401"/>
                  <a:gd name="connsiteX49" fmla="*/ 103351 w 621452"/>
                  <a:gd name="connsiteY49" fmla="*/ 884284 h 914401"/>
                  <a:gd name="connsiteX50" fmla="*/ 82654 w 621452"/>
                  <a:gd name="connsiteY50" fmla="*/ 905796 h 914401"/>
                  <a:gd name="connsiteX51" fmla="*/ 80513 w 621452"/>
                  <a:gd name="connsiteY51" fmla="*/ 906513 h 914401"/>
                  <a:gd name="connsiteX52" fmla="*/ 77658 w 621452"/>
                  <a:gd name="connsiteY52" fmla="*/ 903645 h 914401"/>
                  <a:gd name="connsiteX53" fmla="*/ 75517 w 621452"/>
                  <a:gd name="connsiteY53" fmla="*/ 874245 h 914401"/>
                  <a:gd name="connsiteX54" fmla="*/ 73376 w 621452"/>
                  <a:gd name="connsiteY54" fmla="*/ 871376 h 914401"/>
                  <a:gd name="connsiteX55" fmla="*/ 71948 w 621452"/>
                  <a:gd name="connsiteY55" fmla="*/ 872093 h 914401"/>
                  <a:gd name="connsiteX56" fmla="*/ 44828 w 621452"/>
                  <a:gd name="connsiteY56" fmla="*/ 885001 h 914401"/>
                  <a:gd name="connsiteX57" fmla="*/ 44115 w 621452"/>
                  <a:gd name="connsiteY57" fmla="*/ 885001 h 914401"/>
                  <a:gd name="connsiteX58" fmla="*/ 41974 w 621452"/>
                  <a:gd name="connsiteY58" fmla="*/ 881415 h 914401"/>
                  <a:gd name="connsiteX59" fmla="*/ 49110 w 621452"/>
                  <a:gd name="connsiteY59" fmla="*/ 852732 h 914401"/>
                  <a:gd name="connsiteX60" fmla="*/ 46256 w 621452"/>
                  <a:gd name="connsiteY60" fmla="*/ 849147 h 914401"/>
                  <a:gd name="connsiteX61" fmla="*/ 17708 w 621452"/>
                  <a:gd name="connsiteY61" fmla="*/ 852732 h 914401"/>
                  <a:gd name="connsiteX62" fmla="*/ 16994 w 621452"/>
                  <a:gd name="connsiteY62" fmla="*/ 852732 h 914401"/>
                  <a:gd name="connsiteX63" fmla="*/ 14853 w 621452"/>
                  <a:gd name="connsiteY63" fmla="*/ 847712 h 914401"/>
                  <a:gd name="connsiteX64" fmla="*/ 32696 w 621452"/>
                  <a:gd name="connsiteY64" fmla="*/ 824049 h 914401"/>
                  <a:gd name="connsiteX65" fmla="*/ 30555 w 621452"/>
                  <a:gd name="connsiteY65" fmla="*/ 819029 h 914401"/>
                  <a:gd name="connsiteX66" fmla="*/ 2007 w 621452"/>
                  <a:gd name="connsiteY66" fmla="*/ 811858 h 914401"/>
                  <a:gd name="connsiteX67" fmla="*/ 1293 w 621452"/>
                  <a:gd name="connsiteY67" fmla="*/ 806839 h 914401"/>
                  <a:gd name="connsiteX68" fmla="*/ 25559 w 621452"/>
                  <a:gd name="connsiteY68" fmla="*/ 790346 h 914401"/>
                  <a:gd name="connsiteX69" fmla="*/ 25559 w 621452"/>
                  <a:gd name="connsiteY69" fmla="*/ 785326 h 914401"/>
                  <a:gd name="connsiteX70" fmla="*/ 1293 w 621452"/>
                  <a:gd name="connsiteY70" fmla="*/ 768833 h 914401"/>
                  <a:gd name="connsiteX71" fmla="*/ 2007 w 621452"/>
                  <a:gd name="connsiteY71" fmla="*/ 763814 h 914401"/>
                  <a:gd name="connsiteX72" fmla="*/ 30555 w 621452"/>
                  <a:gd name="connsiteY72" fmla="*/ 756643 h 914401"/>
                  <a:gd name="connsiteX73" fmla="*/ 32696 w 621452"/>
                  <a:gd name="connsiteY73" fmla="*/ 752341 h 914401"/>
                  <a:gd name="connsiteX74" fmla="*/ 14853 w 621452"/>
                  <a:gd name="connsiteY74" fmla="*/ 727960 h 914401"/>
                  <a:gd name="connsiteX75" fmla="*/ 16994 w 621452"/>
                  <a:gd name="connsiteY75" fmla="*/ 723657 h 914401"/>
                  <a:gd name="connsiteX76" fmla="*/ 17708 w 621452"/>
                  <a:gd name="connsiteY76" fmla="*/ 723657 h 914401"/>
                  <a:gd name="connsiteX77" fmla="*/ 46256 w 621452"/>
                  <a:gd name="connsiteY77" fmla="*/ 726526 h 914401"/>
                  <a:gd name="connsiteX78" fmla="*/ 49110 w 621452"/>
                  <a:gd name="connsiteY78" fmla="*/ 722940 h 914401"/>
                  <a:gd name="connsiteX79" fmla="*/ 41974 w 621452"/>
                  <a:gd name="connsiteY79" fmla="*/ 694257 h 914401"/>
                  <a:gd name="connsiteX80" fmla="*/ 44115 w 621452"/>
                  <a:gd name="connsiteY80" fmla="*/ 690671 h 914401"/>
                  <a:gd name="connsiteX81" fmla="*/ 44828 w 621452"/>
                  <a:gd name="connsiteY81" fmla="*/ 691389 h 914401"/>
                  <a:gd name="connsiteX82" fmla="*/ 71948 w 621452"/>
                  <a:gd name="connsiteY82" fmla="*/ 704296 h 914401"/>
                  <a:gd name="connsiteX83" fmla="*/ 73376 w 621452"/>
                  <a:gd name="connsiteY83" fmla="*/ 704296 h 914401"/>
                  <a:gd name="connsiteX84" fmla="*/ 75517 w 621452"/>
                  <a:gd name="connsiteY84" fmla="*/ 701428 h 914401"/>
                  <a:gd name="connsiteX85" fmla="*/ 77658 w 621452"/>
                  <a:gd name="connsiteY85" fmla="*/ 672027 h 914401"/>
                  <a:gd name="connsiteX86" fmla="*/ 80513 w 621452"/>
                  <a:gd name="connsiteY86" fmla="*/ 669159 h 914401"/>
                  <a:gd name="connsiteX87" fmla="*/ 82654 w 621452"/>
                  <a:gd name="connsiteY87" fmla="*/ 669876 h 914401"/>
                  <a:gd name="connsiteX88" fmla="*/ 103351 w 621452"/>
                  <a:gd name="connsiteY88" fmla="*/ 691389 h 914401"/>
                  <a:gd name="connsiteX89" fmla="*/ 105492 w 621452"/>
                  <a:gd name="connsiteY89" fmla="*/ 692823 h 914401"/>
                  <a:gd name="connsiteX90" fmla="*/ 108347 w 621452"/>
                  <a:gd name="connsiteY90" fmla="*/ 690671 h 914401"/>
                  <a:gd name="connsiteX91" fmla="*/ 120479 w 621452"/>
                  <a:gd name="connsiteY91" fmla="*/ 663422 h 914401"/>
                  <a:gd name="connsiteX92" fmla="*/ 122620 w 621452"/>
                  <a:gd name="connsiteY92" fmla="*/ 661988 h 914401"/>
                  <a:gd name="connsiteX93" fmla="*/ 64291 w 621452"/>
                  <a:gd name="connsiteY93" fmla="*/ 520700 h 914401"/>
                  <a:gd name="connsiteX94" fmla="*/ 600764 w 621452"/>
                  <a:gd name="connsiteY94" fmla="*/ 520700 h 914401"/>
                  <a:gd name="connsiteX95" fmla="*/ 621452 w 621452"/>
                  <a:gd name="connsiteY95" fmla="*/ 539835 h 914401"/>
                  <a:gd name="connsiteX96" fmla="*/ 600764 w 621452"/>
                  <a:gd name="connsiteY96" fmla="*/ 560388 h 914401"/>
                  <a:gd name="connsiteX97" fmla="*/ 64291 w 621452"/>
                  <a:gd name="connsiteY97" fmla="*/ 560388 h 914401"/>
                  <a:gd name="connsiteX98" fmla="*/ 43602 w 621452"/>
                  <a:gd name="connsiteY98" fmla="*/ 539835 h 914401"/>
                  <a:gd name="connsiteX99" fmla="*/ 64291 w 621452"/>
                  <a:gd name="connsiteY99" fmla="*/ 520700 h 914401"/>
                  <a:gd name="connsiteX100" fmla="*/ 64291 w 621452"/>
                  <a:gd name="connsiteY100" fmla="*/ 390525 h 914401"/>
                  <a:gd name="connsiteX101" fmla="*/ 600764 w 621452"/>
                  <a:gd name="connsiteY101" fmla="*/ 390525 h 914401"/>
                  <a:gd name="connsiteX102" fmla="*/ 621452 w 621452"/>
                  <a:gd name="connsiteY102" fmla="*/ 409215 h 914401"/>
                  <a:gd name="connsiteX103" fmla="*/ 600764 w 621452"/>
                  <a:gd name="connsiteY103" fmla="*/ 428625 h 914401"/>
                  <a:gd name="connsiteX104" fmla="*/ 64291 w 621452"/>
                  <a:gd name="connsiteY104" fmla="*/ 428625 h 914401"/>
                  <a:gd name="connsiteX105" fmla="*/ 43602 w 621452"/>
                  <a:gd name="connsiteY105" fmla="*/ 409215 h 914401"/>
                  <a:gd name="connsiteX106" fmla="*/ 64291 w 621452"/>
                  <a:gd name="connsiteY106" fmla="*/ 390525 h 914401"/>
                  <a:gd name="connsiteX107" fmla="*/ 64291 w 621452"/>
                  <a:gd name="connsiteY107" fmla="*/ 260350 h 914401"/>
                  <a:gd name="connsiteX108" fmla="*/ 600764 w 621452"/>
                  <a:gd name="connsiteY108" fmla="*/ 260350 h 914401"/>
                  <a:gd name="connsiteX109" fmla="*/ 621452 w 621452"/>
                  <a:gd name="connsiteY109" fmla="*/ 280555 h 914401"/>
                  <a:gd name="connsiteX110" fmla="*/ 600764 w 621452"/>
                  <a:gd name="connsiteY110" fmla="*/ 300038 h 914401"/>
                  <a:gd name="connsiteX111" fmla="*/ 64291 w 621452"/>
                  <a:gd name="connsiteY111" fmla="*/ 300038 h 914401"/>
                  <a:gd name="connsiteX112" fmla="*/ 43602 w 621452"/>
                  <a:gd name="connsiteY112" fmla="*/ 280555 h 914401"/>
                  <a:gd name="connsiteX113" fmla="*/ 64291 w 621452"/>
                  <a:gd name="connsiteY113" fmla="*/ 260350 h 914401"/>
                  <a:gd name="connsiteX114" fmla="*/ 64291 w 621452"/>
                  <a:gd name="connsiteY114" fmla="*/ 130175 h 914401"/>
                  <a:gd name="connsiteX115" fmla="*/ 600764 w 621452"/>
                  <a:gd name="connsiteY115" fmla="*/ 130175 h 914401"/>
                  <a:gd name="connsiteX116" fmla="*/ 621452 w 621452"/>
                  <a:gd name="connsiteY116" fmla="*/ 148879 h 914401"/>
                  <a:gd name="connsiteX117" fmla="*/ 600764 w 621452"/>
                  <a:gd name="connsiteY117" fmla="*/ 168275 h 914401"/>
                  <a:gd name="connsiteX118" fmla="*/ 64291 w 621452"/>
                  <a:gd name="connsiteY118" fmla="*/ 168275 h 914401"/>
                  <a:gd name="connsiteX119" fmla="*/ 43602 w 621452"/>
                  <a:gd name="connsiteY119" fmla="*/ 148879 h 914401"/>
                  <a:gd name="connsiteX120" fmla="*/ 64291 w 621452"/>
                  <a:gd name="connsiteY120" fmla="*/ 130175 h 914401"/>
                  <a:gd name="connsiteX121" fmla="*/ 64291 w 621452"/>
                  <a:gd name="connsiteY121" fmla="*/ 0 h 914401"/>
                  <a:gd name="connsiteX122" fmla="*/ 600764 w 621452"/>
                  <a:gd name="connsiteY122" fmla="*/ 0 h 914401"/>
                  <a:gd name="connsiteX123" fmla="*/ 621452 w 621452"/>
                  <a:gd name="connsiteY123" fmla="*/ 20205 h 914401"/>
                  <a:gd name="connsiteX124" fmla="*/ 600764 w 621452"/>
                  <a:gd name="connsiteY124" fmla="*/ 39688 h 914401"/>
                  <a:gd name="connsiteX125" fmla="*/ 64291 w 621452"/>
                  <a:gd name="connsiteY125" fmla="*/ 39688 h 914401"/>
                  <a:gd name="connsiteX126" fmla="*/ 43602 w 621452"/>
                  <a:gd name="connsiteY126" fmla="*/ 20205 h 914401"/>
                  <a:gd name="connsiteX127" fmla="*/ 64291 w 621452"/>
                  <a:gd name="connsiteY127" fmla="*/ 0 h 914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621452" h="914401">
                    <a:moveTo>
                      <a:pt x="122620" y="661988"/>
                    </a:moveTo>
                    <a:cubicBezTo>
                      <a:pt x="124048" y="661988"/>
                      <a:pt x="124761" y="662705"/>
                      <a:pt x="125475" y="663422"/>
                    </a:cubicBezTo>
                    <a:cubicBezTo>
                      <a:pt x="125475" y="663422"/>
                      <a:pt x="125475" y="663422"/>
                      <a:pt x="137608" y="690671"/>
                    </a:cubicBezTo>
                    <a:cubicBezTo>
                      <a:pt x="137608" y="692106"/>
                      <a:pt x="139035" y="692823"/>
                      <a:pt x="139749" y="692823"/>
                    </a:cubicBezTo>
                    <a:cubicBezTo>
                      <a:pt x="140463" y="692823"/>
                      <a:pt x="141176" y="692106"/>
                      <a:pt x="141890" y="691389"/>
                    </a:cubicBezTo>
                    <a:cubicBezTo>
                      <a:pt x="141890" y="691389"/>
                      <a:pt x="141890" y="691389"/>
                      <a:pt x="162587" y="669876"/>
                    </a:cubicBezTo>
                    <a:cubicBezTo>
                      <a:pt x="163301" y="669876"/>
                      <a:pt x="164014" y="669159"/>
                      <a:pt x="164728" y="669159"/>
                    </a:cubicBezTo>
                    <a:cubicBezTo>
                      <a:pt x="166155" y="669159"/>
                      <a:pt x="167583" y="670593"/>
                      <a:pt x="167583" y="672027"/>
                    </a:cubicBezTo>
                    <a:cubicBezTo>
                      <a:pt x="167583" y="672027"/>
                      <a:pt x="167583" y="672027"/>
                      <a:pt x="169724" y="701428"/>
                    </a:cubicBezTo>
                    <a:cubicBezTo>
                      <a:pt x="169724" y="703579"/>
                      <a:pt x="171151" y="704296"/>
                      <a:pt x="172579" y="704296"/>
                    </a:cubicBezTo>
                    <a:cubicBezTo>
                      <a:pt x="172579" y="704296"/>
                      <a:pt x="173292" y="704296"/>
                      <a:pt x="174006" y="704296"/>
                    </a:cubicBezTo>
                    <a:cubicBezTo>
                      <a:pt x="174006" y="704296"/>
                      <a:pt x="174006" y="704296"/>
                      <a:pt x="200412" y="691389"/>
                    </a:cubicBezTo>
                    <a:cubicBezTo>
                      <a:pt x="200412" y="690671"/>
                      <a:pt x="201126" y="690671"/>
                      <a:pt x="201840" y="690671"/>
                    </a:cubicBezTo>
                    <a:cubicBezTo>
                      <a:pt x="203267" y="690671"/>
                      <a:pt x="204695" y="692106"/>
                      <a:pt x="203981" y="694257"/>
                    </a:cubicBezTo>
                    <a:cubicBezTo>
                      <a:pt x="203981" y="694257"/>
                      <a:pt x="203981" y="694257"/>
                      <a:pt x="196130" y="722940"/>
                    </a:cubicBezTo>
                    <a:cubicBezTo>
                      <a:pt x="195417" y="725091"/>
                      <a:pt x="196844" y="726526"/>
                      <a:pt x="198985" y="726526"/>
                    </a:cubicBezTo>
                    <a:cubicBezTo>
                      <a:pt x="198985" y="726526"/>
                      <a:pt x="198985" y="726526"/>
                      <a:pt x="228960" y="723657"/>
                    </a:cubicBezTo>
                    <a:cubicBezTo>
                      <a:pt x="231101" y="723657"/>
                      <a:pt x="232528" y="725808"/>
                      <a:pt x="231101" y="727960"/>
                    </a:cubicBezTo>
                    <a:cubicBezTo>
                      <a:pt x="231101" y="727960"/>
                      <a:pt x="231101" y="727960"/>
                      <a:pt x="213973" y="752341"/>
                    </a:cubicBezTo>
                    <a:cubicBezTo>
                      <a:pt x="212545" y="753775"/>
                      <a:pt x="213259" y="755926"/>
                      <a:pt x="215400" y="756643"/>
                    </a:cubicBezTo>
                    <a:cubicBezTo>
                      <a:pt x="215400" y="756643"/>
                      <a:pt x="215400" y="756643"/>
                      <a:pt x="243947" y="763814"/>
                    </a:cubicBezTo>
                    <a:cubicBezTo>
                      <a:pt x="246802" y="764531"/>
                      <a:pt x="246802" y="767399"/>
                      <a:pt x="245375" y="768833"/>
                    </a:cubicBezTo>
                    <a:cubicBezTo>
                      <a:pt x="245375" y="768833"/>
                      <a:pt x="245375" y="768833"/>
                      <a:pt x="220396" y="785326"/>
                    </a:cubicBezTo>
                    <a:cubicBezTo>
                      <a:pt x="218968" y="786760"/>
                      <a:pt x="218968" y="788912"/>
                      <a:pt x="220396" y="790346"/>
                    </a:cubicBezTo>
                    <a:cubicBezTo>
                      <a:pt x="220396" y="790346"/>
                      <a:pt x="220396" y="790346"/>
                      <a:pt x="245375" y="806839"/>
                    </a:cubicBezTo>
                    <a:cubicBezTo>
                      <a:pt x="246802" y="808273"/>
                      <a:pt x="246802" y="811858"/>
                      <a:pt x="243947" y="811858"/>
                    </a:cubicBezTo>
                    <a:cubicBezTo>
                      <a:pt x="243947" y="811858"/>
                      <a:pt x="243947" y="811858"/>
                      <a:pt x="215400" y="819029"/>
                    </a:cubicBezTo>
                    <a:cubicBezTo>
                      <a:pt x="213259" y="819746"/>
                      <a:pt x="212545" y="821898"/>
                      <a:pt x="213973" y="824049"/>
                    </a:cubicBezTo>
                    <a:cubicBezTo>
                      <a:pt x="213973" y="824049"/>
                      <a:pt x="213973" y="824049"/>
                      <a:pt x="231101" y="847712"/>
                    </a:cubicBezTo>
                    <a:cubicBezTo>
                      <a:pt x="232528" y="849864"/>
                      <a:pt x="231101" y="852732"/>
                      <a:pt x="228960" y="852732"/>
                    </a:cubicBezTo>
                    <a:cubicBezTo>
                      <a:pt x="228960" y="852732"/>
                      <a:pt x="228960" y="852732"/>
                      <a:pt x="198985" y="849147"/>
                    </a:cubicBezTo>
                    <a:cubicBezTo>
                      <a:pt x="196844" y="849147"/>
                      <a:pt x="195417" y="851298"/>
                      <a:pt x="196130" y="852732"/>
                    </a:cubicBezTo>
                    <a:cubicBezTo>
                      <a:pt x="196130" y="852732"/>
                      <a:pt x="196130" y="852732"/>
                      <a:pt x="203981" y="881415"/>
                    </a:cubicBezTo>
                    <a:cubicBezTo>
                      <a:pt x="204695" y="883567"/>
                      <a:pt x="203267" y="885001"/>
                      <a:pt x="201840" y="885001"/>
                    </a:cubicBezTo>
                    <a:cubicBezTo>
                      <a:pt x="201126" y="885001"/>
                      <a:pt x="200412" y="885001"/>
                      <a:pt x="200412" y="885001"/>
                    </a:cubicBezTo>
                    <a:cubicBezTo>
                      <a:pt x="200412" y="885001"/>
                      <a:pt x="200412" y="885001"/>
                      <a:pt x="174006" y="872093"/>
                    </a:cubicBezTo>
                    <a:cubicBezTo>
                      <a:pt x="173292" y="871376"/>
                      <a:pt x="172579" y="871376"/>
                      <a:pt x="172579" y="871376"/>
                    </a:cubicBezTo>
                    <a:cubicBezTo>
                      <a:pt x="171151" y="871376"/>
                      <a:pt x="169724" y="872810"/>
                      <a:pt x="169724" y="874245"/>
                    </a:cubicBezTo>
                    <a:cubicBezTo>
                      <a:pt x="169724" y="874245"/>
                      <a:pt x="169724" y="874245"/>
                      <a:pt x="167583" y="903645"/>
                    </a:cubicBezTo>
                    <a:cubicBezTo>
                      <a:pt x="167583" y="905796"/>
                      <a:pt x="166155" y="906513"/>
                      <a:pt x="164728" y="906513"/>
                    </a:cubicBezTo>
                    <a:cubicBezTo>
                      <a:pt x="164014" y="906513"/>
                      <a:pt x="163301" y="906513"/>
                      <a:pt x="162587" y="905796"/>
                    </a:cubicBezTo>
                    <a:cubicBezTo>
                      <a:pt x="162587" y="905796"/>
                      <a:pt x="162587" y="905796"/>
                      <a:pt x="141890" y="884284"/>
                    </a:cubicBezTo>
                    <a:cubicBezTo>
                      <a:pt x="141176" y="883567"/>
                      <a:pt x="140463" y="883567"/>
                      <a:pt x="139749" y="883567"/>
                    </a:cubicBezTo>
                    <a:cubicBezTo>
                      <a:pt x="139035" y="883567"/>
                      <a:pt x="137608" y="884284"/>
                      <a:pt x="137608" y="885001"/>
                    </a:cubicBezTo>
                    <a:cubicBezTo>
                      <a:pt x="137608" y="885001"/>
                      <a:pt x="137608" y="885001"/>
                      <a:pt x="125475" y="912250"/>
                    </a:cubicBezTo>
                    <a:cubicBezTo>
                      <a:pt x="124761" y="913684"/>
                      <a:pt x="124048" y="914401"/>
                      <a:pt x="122620" y="914401"/>
                    </a:cubicBezTo>
                    <a:cubicBezTo>
                      <a:pt x="121907" y="914401"/>
                      <a:pt x="120479" y="913684"/>
                      <a:pt x="120479" y="912250"/>
                    </a:cubicBezTo>
                    <a:cubicBezTo>
                      <a:pt x="120479" y="912250"/>
                      <a:pt x="120479" y="912250"/>
                      <a:pt x="108347" y="885001"/>
                    </a:cubicBezTo>
                    <a:cubicBezTo>
                      <a:pt x="107633" y="884284"/>
                      <a:pt x="106206" y="883567"/>
                      <a:pt x="105492" y="883567"/>
                    </a:cubicBezTo>
                    <a:cubicBezTo>
                      <a:pt x="104778" y="883567"/>
                      <a:pt x="104064" y="883567"/>
                      <a:pt x="103351" y="884284"/>
                    </a:cubicBezTo>
                    <a:cubicBezTo>
                      <a:pt x="103351" y="884284"/>
                      <a:pt x="103351" y="884284"/>
                      <a:pt x="82654" y="905796"/>
                    </a:cubicBezTo>
                    <a:cubicBezTo>
                      <a:pt x="81940" y="906513"/>
                      <a:pt x="81226" y="906513"/>
                      <a:pt x="80513" y="906513"/>
                    </a:cubicBezTo>
                    <a:cubicBezTo>
                      <a:pt x="79085" y="906513"/>
                      <a:pt x="78372" y="905796"/>
                      <a:pt x="77658" y="903645"/>
                    </a:cubicBezTo>
                    <a:cubicBezTo>
                      <a:pt x="77658" y="903645"/>
                      <a:pt x="77658" y="903645"/>
                      <a:pt x="75517" y="874245"/>
                    </a:cubicBezTo>
                    <a:cubicBezTo>
                      <a:pt x="75517" y="872810"/>
                      <a:pt x="74803" y="871376"/>
                      <a:pt x="73376" y="871376"/>
                    </a:cubicBezTo>
                    <a:cubicBezTo>
                      <a:pt x="72662" y="871376"/>
                      <a:pt x="71948" y="871376"/>
                      <a:pt x="71948" y="872093"/>
                    </a:cubicBezTo>
                    <a:cubicBezTo>
                      <a:pt x="71948" y="872093"/>
                      <a:pt x="71948" y="872093"/>
                      <a:pt x="44828" y="885001"/>
                    </a:cubicBezTo>
                    <a:cubicBezTo>
                      <a:pt x="44828" y="885001"/>
                      <a:pt x="44828" y="885001"/>
                      <a:pt x="44115" y="885001"/>
                    </a:cubicBezTo>
                    <a:cubicBezTo>
                      <a:pt x="42687" y="885001"/>
                      <a:pt x="41260" y="883567"/>
                      <a:pt x="41974" y="881415"/>
                    </a:cubicBezTo>
                    <a:cubicBezTo>
                      <a:pt x="41974" y="881415"/>
                      <a:pt x="41974" y="881415"/>
                      <a:pt x="49110" y="852732"/>
                    </a:cubicBezTo>
                    <a:cubicBezTo>
                      <a:pt x="49824" y="851298"/>
                      <a:pt x="48397" y="849147"/>
                      <a:pt x="46256" y="849147"/>
                    </a:cubicBezTo>
                    <a:cubicBezTo>
                      <a:pt x="46256" y="849147"/>
                      <a:pt x="46256" y="849147"/>
                      <a:pt x="17708" y="852732"/>
                    </a:cubicBezTo>
                    <a:cubicBezTo>
                      <a:pt x="17708" y="852732"/>
                      <a:pt x="17708" y="852732"/>
                      <a:pt x="16994" y="852732"/>
                    </a:cubicBezTo>
                    <a:cubicBezTo>
                      <a:pt x="14853" y="852732"/>
                      <a:pt x="13426" y="849864"/>
                      <a:pt x="14853" y="847712"/>
                    </a:cubicBezTo>
                    <a:cubicBezTo>
                      <a:pt x="14853" y="847712"/>
                      <a:pt x="14853" y="847712"/>
                      <a:pt x="32696" y="824049"/>
                    </a:cubicBezTo>
                    <a:cubicBezTo>
                      <a:pt x="33409" y="821898"/>
                      <a:pt x="32696" y="819746"/>
                      <a:pt x="30555" y="819029"/>
                    </a:cubicBezTo>
                    <a:cubicBezTo>
                      <a:pt x="30555" y="819029"/>
                      <a:pt x="30555" y="819029"/>
                      <a:pt x="2007" y="811858"/>
                    </a:cubicBezTo>
                    <a:cubicBezTo>
                      <a:pt x="-134" y="811858"/>
                      <a:pt x="-848" y="808273"/>
                      <a:pt x="1293" y="806839"/>
                    </a:cubicBezTo>
                    <a:cubicBezTo>
                      <a:pt x="1293" y="806839"/>
                      <a:pt x="1293" y="806839"/>
                      <a:pt x="25559" y="790346"/>
                    </a:cubicBezTo>
                    <a:cubicBezTo>
                      <a:pt x="26986" y="788912"/>
                      <a:pt x="26986" y="786760"/>
                      <a:pt x="25559" y="785326"/>
                    </a:cubicBezTo>
                    <a:cubicBezTo>
                      <a:pt x="25559" y="785326"/>
                      <a:pt x="25559" y="785326"/>
                      <a:pt x="1293" y="768833"/>
                    </a:cubicBezTo>
                    <a:cubicBezTo>
                      <a:pt x="-848" y="767399"/>
                      <a:pt x="-134" y="764531"/>
                      <a:pt x="2007" y="763814"/>
                    </a:cubicBezTo>
                    <a:cubicBezTo>
                      <a:pt x="2007" y="763814"/>
                      <a:pt x="2007" y="763814"/>
                      <a:pt x="30555" y="756643"/>
                    </a:cubicBezTo>
                    <a:cubicBezTo>
                      <a:pt x="32696" y="755926"/>
                      <a:pt x="33409" y="753775"/>
                      <a:pt x="32696" y="752341"/>
                    </a:cubicBezTo>
                    <a:cubicBezTo>
                      <a:pt x="32696" y="752341"/>
                      <a:pt x="32696" y="752341"/>
                      <a:pt x="14853" y="727960"/>
                    </a:cubicBezTo>
                    <a:cubicBezTo>
                      <a:pt x="13426" y="725808"/>
                      <a:pt x="14853" y="723657"/>
                      <a:pt x="16994" y="723657"/>
                    </a:cubicBezTo>
                    <a:cubicBezTo>
                      <a:pt x="16994" y="723657"/>
                      <a:pt x="16994" y="723657"/>
                      <a:pt x="17708" y="723657"/>
                    </a:cubicBezTo>
                    <a:cubicBezTo>
                      <a:pt x="17708" y="723657"/>
                      <a:pt x="17708" y="723657"/>
                      <a:pt x="46256" y="726526"/>
                    </a:cubicBezTo>
                    <a:cubicBezTo>
                      <a:pt x="48397" y="726526"/>
                      <a:pt x="49824" y="725091"/>
                      <a:pt x="49110" y="722940"/>
                    </a:cubicBezTo>
                    <a:cubicBezTo>
                      <a:pt x="49110" y="722940"/>
                      <a:pt x="49110" y="722940"/>
                      <a:pt x="41974" y="694257"/>
                    </a:cubicBezTo>
                    <a:cubicBezTo>
                      <a:pt x="41260" y="692106"/>
                      <a:pt x="42687" y="690671"/>
                      <a:pt x="44115" y="690671"/>
                    </a:cubicBezTo>
                    <a:cubicBezTo>
                      <a:pt x="44115" y="690671"/>
                      <a:pt x="44828" y="690671"/>
                      <a:pt x="44828" y="691389"/>
                    </a:cubicBezTo>
                    <a:cubicBezTo>
                      <a:pt x="44828" y="691389"/>
                      <a:pt x="44828" y="691389"/>
                      <a:pt x="71948" y="704296"/>
                    </a:cubicBezTo>
                    <a:cubicBezTo>
                      <a:pt x="71948" y="704296"/>
                      <a:pt x="72662" y="704296"/>
                      <a:pt x="73376" y="704296"/>
                    </a:cubicBezTo>
                    <a:cubicBezTo>
                      <a:pt x="74803" y="704296"/>
                      <a:pt x="75517" y="703579"/>
                      <a:pt x="75517" y="701428"/>
                    </a:cubicBezTo>
                    <a:cubicBezTo>
                      <a:pt x="75517" y="701428"/>
                      <a:pt x="75517" y="701428"/>
                      <a:pt x="77658" y="672027"/>
                    </a:cubicBezTo>
                    <a:cubicBezTo>
                      <a:pt x="78372" y="670593"/>
                      <a:pt x="79085" y="669159"/>
                      <a:pt x="80513" y="669159"/>
                    </a:cubicBezTo>
                    <a:cubicBezTo>
                      <a:pt x="81226" y="669159"/>
                      <a:pt x="81940" y="669876"/>
                      <a:pt x="82654" y="669876"/>
                    </a:cubicBezTo>
                    <a:cubicBezTo>
                      <a:pt x="82654" y="669876"/>
                      <a:pt x="82654" y="669876"/>
                      <a:pt x="103351" y="691389"/>
                    </a:cubicBezTo>
                    <a:cubicBezTo>
                      <a:pt x="104064" y="692106"/>
                      <a:pt x="104778" y="692823"/>
                      <a:pt x="105492" y="692823"/>
                    </a:cubicBezTo>
                    <a:cubicBezTo>
                      <a:pt x="106206" y="692823"/>
                      <a:pt x="107633" y="692106"/>
                      <a:pt x="108347" y="690671"/>
                    </a:cubicBezTo>
                    <a:cubicBezTo>
                      <a:pt x="108347" y="690671"/>
                      <a:pt x="108347" y="690671"/>
                      <a:pt x="120479" y="663422"/>
                    </a:cubicBezTo>
                    <a:cubicBezTo>
                      <a:pt x="120479" y="662705"/>
                      <a:pt x="121907" y="661988"/>
                      <a:pt x="122620" y="661988"/>
                    </a:cubicBezTo>
                    <a:close/>
                    <a:moveTo>
                      <a:pt x="64291" y="520700"/>
                    </a:moveTo>
                    <a:cubicBezTo>
                      <a:pt x="600764" y="520700"/>
                      <a:pt x="600764" y="520700"/>
                      <a:pt x="600764" y="520700"/>
                    </a:cubicBezTo>
                    <a:cubicBezTo>
                      <a:pt x="613605" y="520700"/>
                      <a:pt x="621452" y="529204"/>
                      <a:pt x="621452" y="539835"/>
                    </a:cubicBezTo>
                    <a:cubicBezTo>
                      <a:pt x="621452" y="551175"/>
                      <a:pt x="613605" y="560388"/>
                      <a:pt x="600764" y="560388"/>
                    </a:cubicBezTo>
                    <a:cubicBezTo>
                      <a:pt x="64291" y="560388"/>
                      <a:pt x="64291" y="560388"/>
                      <a:pt x="64291" y="560388"/>
                    </a:cubicBezTo>
                    <a:cubicBezTo>
                      <a:pt x="52876" y="560388"/>
                      <a:pt x="43602" y="551175"/>
                      <a:pt x="43602" y="539835"/>
                    </a:cubicBezTo>
                    <a:cubicBezTo>
                      <a:pt x="43602" y="529204"/>
                      <a:pt x="52876" y="520700"/>
                      <a:pt x="64291" y="520700"/>
                    </a:cubicBezTo>
                    <a:close/>
                    <a:moveTo>
                      <a:pt x="64291" y="390525"/>
                    </a:moveTo>
                    <a:cubicBezTo>
                      <a:pt x="600764" y="390525"/>
                      <a:pt x="600764" y="390525"/>
                      <a:pt x="600764" y="390525"/>
                    </a:cubicBezTo>
                    <a:cubicBezTo>
                      <a:pt x="613605" y="390525"/>
                      <a:pt x="621452" y="399151"/>
                      <a:pt x="621452" y="409215"/>
                    </a:cubicBezTo>
                    <a:cubicBezTo>
                      <a:pt x="621452" y="419998"/>
                      <a:pt x="613605" y="428625"/>
                      <a:pt x="600764" y="428625"/>
                    </a:cubicBezTo>
                    <a:cubicBezTo>
                      <a:pt x="64291" y="428625"/>
                      <a:pt x="64291" y="428625"/>
                      <a:pt x="64291" y="428625"/>
                    </a:cubicBezTo>
                    <a:cubicBezTo>
                      <a:pt x="52876" y="428625"/>
                      <a:pt x="43602" y="419998"/>
                      <a:pt x="43602" y="409215"/>
                    </a:cubicBezTo>
                    <a:cubicBezTo>
                      <a:pt x="43602" y="399151"/>
                      <a:pt x="52876" y="390525"/>
                      <a:pt x="64291" y="390525"/>
                    </a:cubicBezTo>
                    <a:close/>
                    <a:moveTo>
                      <a:pt x="64291" y="260350"/>
                    </a:moveTo>
                    <a:cubicBezTo>
                      <a:pt x="600764" y="260350"/>
                      <a:pt x="600764" y="260350"/>
                      <a:pt x="600764" y="260350"/>
                    </a:cubicBezTo>
                    <a:cubicBezTo>
                      <a:pt x="613605" y="260350"/>
                      <a:pt x="621452" y="269731"/>
                      <a:pt x="621452" y="280555"/>
                    </a:cubicBezTo>
                    <a:cubicBezTo>
                      <a:pt x="621452" y="291379"/>
                      <a:pt x="613605" y="300038"/>
                      <a:pt x="600764" y="300038"/>
                    </a:cubicBezTo>
                    <a:cubicBezTo>
                      <a:pt x="64291" y="300038"/>
                      <a:pt x="64291" y="300038"/>
                      <a:pt x="64291" y="300038"/>
                    </a:cubicBezTo>
                    <a:cubicBezTo>
                      <a:pt x="52876" y="300038"/>
                      <a:pt x="43602" y="291379"/>
                      <a:pt x="43602" y="280555"/>
                    </a:cubicBezTo>
                    <a:cubicBezTo>
                      <a:pt x="43602" y="269731"/>
                      <a:pt x="52876" y="260350"/>
                      <a:pt x="64291" y="260350"/>
                    </a:cubicBezTo>
                    <a:close/>
                    <a:moveTo>
                      <a:pt x="64291" y="130175"/>
                    </a:moveTo>
                    <a:cubicBezTo>
                      <a:pt x="600764" y="130175"/>
                      <a:pt x="600764" y="130175"/>
                      <a:pt x="600764" y="130175"/>
                    </a:cubicBezTo>
                    <a:cubicBezTo>
                      <a:pt x="613605" y="130175"/>
                      <a:pt x="621452" y="138488"/>
                      <a:pt x="621452" y="148879"/>
                    </a:cubicBezTo>
                    <a:cubicBezTo>
                      <a:pt x="621452" y="159269"/>
                      <a:pt x="613605" y="168275"/>
                      <a:pt x="600764" y="168275"/>
                    </a:cubicBezTo>
                    <a:cubicBezTo>
                      <a:pt x="64291" y="168275"/>
                      <a:pt x="64291" y="168275"/>
                      <a:pt x="64291" y="168275"/>
                    </a:cubicBezTo>
                    <a:cubicBezTo>
                      <a:pt x="52876" y="168275"/>
                      <a:pt x="43602" y="159269"/>
                      <a:pt x="43602" y="148879"/>
                    </a:cubicBezTo>
                    <a:cubicBezTo>
                      <a:pt x="43602" y="138488"/>
                      <a:pt x="52876" y="130175"/>
                      <a:pt x="64291" y="130175"/>
                    </a:cubicBezTo>
                    <a:close/>
                    <a:moveTo>
                      <a:pt x="64291" y="0"/>
                    </a:moveTo>
                    <a:cubicBezTo>
                      <a:pt x="600764" y="0"/>
                      <a:pt x="600764" y="0"/>
                      <a:pt x="600764" y="0"/>
                    </a:cubicBezTo>
                    <a:cubicBezTo>
                      <a:pt x="613605" y="0"/>
                      <a:pt x="621452" y="7937"/>
                      <a:pt x="621452" y="20205"/>
                    </a:cubicBezTo>
                    <a:cubicBezTo>
                      <a:pt x="621452" y="31029"/>
                      <a:pt x="613605" y="39688"/>
                      <a:pt x="600764" y="39688"/>
                    </a:cubicBezTo>
                    <a:cubicBezTo>
                      <a:pt x="64291" y="39688"/>
                      <a:pt x="64291" y="39688"/>
                      <a:pt x="64291" y="39688"/>
                    </a:cubicBezTo>
                    <a:cubicBezTo>
                      <a:pt x="52876" y="39688"/>
                      <a:pt x="43602" y="31029"/>
                      <a:pt x="43602" y="20205"/>
                    </a:cubicBezTo>
                    <a:cubicBezTo>
                      <a:pt x="43602" y="7937"/>
                      <a:pt x="52876" y="0"/>
                      <a:pt x="64291" y="0"/>
                    </a:cubicBezTo>
                    <a:close/>
                  </a:path>
                </a:pathLst>
              </a:custGeom>
              <a:solidFill>
                <a:srgbClr val="006C67"/>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28" name="Freeform 11">
                <a:extLst>
                  <a:ext uri="{FF2B5EF4-FFF2-40B4-BE49-F238E27FC236}">
                    <a16:creationId xmlns:a16="http://schemas.microsoft.com/office/drawing/2014/main" id="{CC38525A-8778-1816-5FE8-C6A22B675830}"/>
                  </a:ext>
                </a:extLst>
              </p:cNvPr>
              <p:cNvSpPr>
                <a:spLocks/>
              </p:cNvSpPr>
              <p:nvPr/>
            </p:nvSpPr>
            <p:spPr bwMode="auto">
              <a:xfrm>
                <a:off x="5646738" y="2887662"/>
                <a:ext cx="898525" cy="1193800"/>
              </a:xfrm>
              <a:custGeom>
                <a:avLst/>
                <a:gdLst>
                  <a:gd name="connsiteX0" fmla="*/ 399885 w 898525"/>
                  <a:gd name="connsiteY0" fmla="*/ 1031875 h 1193800"/>
                  <a:gd name="connsiteX1" fmla="*/ 766214 w 898525"/>
                  <a:gd name="connsiteY1" fmla="*/ 1031875 h 1193800"/>
                  <a:gd name="connsiteX2" fmla="*/ 782638 w 898525"/>
                  <a:gd name="connsiteY2" fmla="*/ 1046957 h 1193800"/>
                  <a:gd name="connsiteX3" fmla="*/ 766214 w 898525"/>
                  <a:gd name="connsiteY3" fmla="*/ 1062038 h 1193800"/>
                  <a:gd name="connsiteX4" fmla="*/ 399885 w 898525"/>
                  <a:gd name="connsiteY4" fmla="*/ 1062038 h 1193800"/>
                  <a:gd name="connsiteX5" fmla="*/ 384175 w 898525"/>
                  <a:gd name="connsiteY5" fmla="*/ 1046957 h 1193800"/>
                  <a:gd name="connsiteX6" fmla="*/ 399885 w 898525"/>
                  <a:gd name="connsiteY6" fmla="*/ 1031875 h 1193800"/>
                  <a:gd name="connsiteX7" fmla="*/ 519844 w 898525"/>
                  <a:gd name="connsiteY7" fmla="*/ 886484 h 1193800"/>
                  <a:gd name="connsiteX8" fmla="*/ 524153 w 898525"/>
                  <a:gd name="connsiteY8" fmla="*/ 891424 h 1193800"/>
                  <a:gd name="connsiteX9" fmla="*/ 527744 w 898525"/>
                  <a:gd name="connsiteY9" fmla="*/ 908669 h 1193800"/>
                  <a:gd name="connsiteX10" fmla="*/ 562219 w 898525"/>
                  <a:gd name="connsiteY10" fmla="*/ 984117 h 1193800"/>
                  <a:gd name="connsiteX11" fmla="*/ 573711 w 898525"/>
                  <a:gd name="connsiteY11" fmla="*/ 969746 h 1193800"/>
                  <a:gd name="connsiteX12" fmla="*/ 590230 w 898525"/>
                  <a:gd name="connsiteY12" fmla="*/ 951064 h 1193800"/>
                  <a:gd name="connsiteX13" fmla="*/ 590949 w 898525"/>
                  <a:gd name="connsiteY13" fmla="*/ 949626 h 1193800"/>
                  <a:gd name="connsiteX14" fmla="*/ 592385 w 898525"/>
                  <a:gd name="connsiteY14" fmla="*/ 948189 h 1193800"/>
                  <a:gd name="connsiteX15" fmla="*/ 604595 w 898525"/>
                  <a:gd name="connsiteY15" fmla="*/ 940285 h 1193800"/>
                  <a:gd name="connsiteX16" fmla="*/ 605313 w 898525"/>
                  <a:gd name="connsiteY16" fmla="*/ 939567 h 1193800"/>
                  <a:gd name="connsiteX17" fmla="*/ 606031 w 898525"/>
                  <a:gd name="connsiteY17" fmla="*/ 939567 h 1193800"/>
                  <a:gd name="connsiteX18" fmla="*/ 636915 w 898525"/>
                  <a:gd name="connsiteY18" fmla="*/ 949626 h 1193800"/>
                  <a:gd name="connsiteX19" fmla="*/ 640506 w 898525"/>
                  <a:gd name="connsiteY19" fmla="*/ 953219 h 1193800"/>
                  <a:gd name="connsiteX20" fmla="*/ 683600 w 898525"/>
                  <a:gd name="connsiteY20" fmla="*/ 939567 h 1193800"/>
                  <a:gd name="connsiteX21" fmla="*/ 687191 w 898525"/>
                  <a:gd name="connsiteY21" fmla="*/ 935255 h 1193800"/>
                  <a:gd name="connsiteX22" fmla="*/ 753987 w 898525"/>
                  <a:gd name="connsiteY22" fmla="*/ 904358 h 1193800"/>
                  <a:gd name="connsiteX23" fmla="*/ 766915 w 898525"/>
                  <a:gd name="connsiteY23" fmla="*/ 922321 h 1193800"/>
                  <a:gd name="connsiteX24" fmla="*/ 749677 w 898525"/>
                  <a:gd name="connsiteY24" fmla="*/ 935255 h 1193800"/>
                  <a:gd name="connsiteX25" fmla="*/ 707302 w 898525"/>
                  <a:gd name="connsiteY25" fmla="*/ 958249 h 1193800"/>
                  <a:gd name="connsiteX26" fmla="*/ 703711 w 898525"/>
                  <a:gd name="connsiteY26" fmla="*/ 961842 h 1193800"/>
                  <a:gd name="connsiteX27" fmla="*/ 623269 w 898525"/>
                  <a:gd name="connsiteY27" fmla="*/ 978369 h 1193800"/>
                  <a:gd name="connsiteX28" fmla="*/ 616805 w 898525"/>
                  <a:gd name="connsiteY28" fmla="*/ 973339 h 1193800"/>
                  <a:gd name="connsiteX29" fmla="*/ 613214 w 898525"/>
                  <a:gd name="connsiteY29" fmla="*/ 970464 h 1193800"/>
                  <a:gd name="connsiteX30" fmla="*/ 612496 w 898525"/>
                  <a:gd name="connsiteY30" fmla="*/ 971183 h 1193800"/>
                  <a:gd name="connsiteX31" fmla="*/ 597413 w 898525"/>
                  <a:gd name="connsiteY31" fmla="*/ 989865 h 1193800"/>
                  <a:gd name="connsiteX32" fmla="*/ 582330 w 898525"/>
                  <a:gd name="connsiteY32" fmla="*/ 1008548 h 1193800"/>
                  <a:gd name="connsiteX33" fmla="*/ 565811 w 898525"/>
                  <a:gd name="connsiteY33" fmla="*/ 1019326 h 1193800"/>
                  <a:gd name="connsiteX34" fmla="*/ 564374 w 898525"/>
                  <a:gd name="connsiteY34" fmla="*/ 1019326 h 1193800"/>
                  <a:gd name="connsiteX35" fmla="*/ 562938 w 898525"/>
                  <a:gd name="connsiteY35" fmla="*/ 1019326 h 1193800"/>
                  <a:gd name="connsiteX36" fmla="*/ 543546 w 898525"/>
                  <a:gd name="connsiteY36" fmla="*/ 1009985 h 1193800"/>
                  <a:gd name="connsiteX37" fmla="*/ 541391 w 898525"/>
                  <a:gd name="connsiteY37" fmla="*/ 1007829 h 1193800"/>
                  <a:gd name="connsiteX38" fmla="*/ 540673 w 898525"/>
                  <a:gd name="connsiteY38" fmla="*/ 1007111 h 1193800"/>
                  <a:gd name="connsiteX39" fmla="*/ 506198 w 898525"/>
                  <a:gd name="connsiteY39" fmla="*/ 941722 h 1193800"/>
                  <a:gd name="connsiteX40" fmla="*/ 425038 w 898525"/>
                  <a:gd name="connsiteY40" fmla="*/ 1015733 h 1193800"/>
                  <a:gd name="connsiteX41" fmla="*/ 403491 w 898525"/>
                  <a:gd name="connsiteY41" fmla="*/ 1012859 h 1193800"/>
                  <a:gd name="connsiteX42" fmla="*/ 406364 w 898525"/>
                  <a:gd name="connsiteY42" fmla="*/ 990584 h 1193800"/>
                  <a:gd name="connsiteX43" fmla="*/ 501888 w 898525"/>
                  <a:gd name="connsiteY43" fmla="*/ 900765 h 1193800"/>
                  <a:gd name="connsiteX44" fmla="*/ 513380 w 898525"/>
                  <a:gd name="connsiteY44" fmla="*/ 888549 h 1193800"/>
                  <a:gd name="connsiteX45" fmla="*/ 519844 w 898525"/>
                  <a:gd name="connsiteY45" fmla="*/ 886484 h 1193800"/>
                  <a:gd name="connsiteX46" fmla="*/ 31750 w 898525"/>
                  <a:gd name="connsiteY46" fmla="*/ 31750 h 1193800"/>
                  <a:gd name="connsiteX47" fmla="*/ 31750 w 898525"/>
                  <a:gd name="connsiteY47" fmla="*/ 1163638 h 1193800"/>
                  <a:gd name="connsiteX48" fmla="*/ 866775 w 898525"/>
                  <a:gd name="connsiteY48" fmla="*/ 1163638 h 1193800"/>
                  <a:gd name="connsiteX49" fmla="*/ 866775 w 898525"/>
                  <a:gd name="connsiteY49" fmla="*/ 31750 h 1193800"/>
                  <a:gd name="connsiteX50" fmla="*/ 31750 w 898525"/>
                  <a:gd name="connsiteY50" fmla="*/ 31750 h 1193800"/>
                  <a:gd name="connsiteX51" fmla="*/ 15739 w 898525"/>
                  <a:gd name="connsiteY51" fmla="*/ 0 h 1193800"/>
                  <a:gd name="connsiteX52" fmla="*/ 882787 w 898525"/>
                  <a:gd name="connsiteY52" fmla="*/ 0 h 1193800"/>
                  <a:gd name="connsiteX53" fmla="*/ 898525 w 898525"/>
                  <a:gd name="connsiteY53" fmla="*/ 15727 h 1193800"/>
                  <a:gd name="connsiteX54" fmla="*/ 898525 w 898525"/>
                  <a:gd name="connsiteY54" fmla="*/ 1178073 h 1193800"/>
                  <a:gd name="connsiteX55" fmla="*/ 882787 w 898525"/>
                  <a:gd name="connsiteY55" fmla="*/ 1193800 h 1193800"/>
                  <a:gd name="connsiteX56" fmla="*/ 15739 w 898525"/>
                  <a:gd name="connsiteY56" fmla="*/ 1193800 h 1193800"/>
                  <a:gd name="connsiteX57" fmla="*/ 0 w 898525"/>
                  <a:gd name="connsiteY57" fmla="*/ 1178073 h 1193800"/>
                  <a:gd name="connsiteX58" fmla="*/ 0 w 898525"/>
                  <a:gd name="connsiteY58" fmla="*/ 15727 h 1193800"/>
                  <a:gd name="connsiteX59" fmla="*/ 15739 w 898525"/>
                  <a:gd name="connsiteY59" fmla="*/ 0 h 119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898525" h="1193800">
                    <a:moveTo>
                      <a:pt x="399885" y="1031875"/>
                    </a:moveTo>
                    <a:cubicBezTo>
                      <a:pt x="654816" y="1031875"/>
                      <a:pt x="766214" y="1031875"/>
                      <a:pt x="766214" y="1031875"/>
                    </a:cubicBezTo>
                    <a:cubicBezTo>
                      <a:pt x="775497" y="1031875"/>
                      <a:pt x="782638" y="1038045"/>
                      <a:pt x="782638" y="1046957"/>
                    </a:cubicBezTo>
                    <a:cubicBezTo>
                      <a:pt x="782638" y="1055183"/>
                      <a:pt x="775497" y="1062038"/>
                      <a:pt x="766214" y="1062038"/>
                    </a:cubicBezTo>
                    <a:cubicBezTo>
                      <a:pt x="471294" y="1062038"/>
                      <a:pt x="399885" y="1062038"/>
                      <a:pt x="399885" y="1062038"/>
                    </a:cubicBezTo>
                    <a:cubicBezTo>
                      <a:pt x="390602" y="1062038"/>
                      <a:pt x="384175" y="1055183"/>
                      <a:pt x="384175" y="1046957"/>
                    </a:cubicBezTo>
                    <a:cubicBezTo>
                      <a:pt x="384175" y="1038045"/>
                      <a:pt x="390602" y="1031875"/>
                      <a:pt x="399885" y="1031875"/>
                    </a:cubicBezTo>
                    <a:close/>
                    <a:moveTo>
                      <a:pt x="519844" y="886484"/>
                    </a:moveTo>
                    <a:cubicBezTo>
                      <a:pt x="521999" y="887112"/>
                      <a:pt x="523794" y="888909"/>
                      <a:pt x="524153" y="891424"/>
                    </a:cubicBezTo>
                    <a:cubicBezTo>
                      <a:pt x="524153" y="891424"/>
                      <a:pt x="524153" y="891424"/>
                      <a:pt x="527744" y="908669"/>
                    </a:cubicBezTo>
                    <a:cubicBezTo>
                      <a:pt x="533490" y="933818"/>
                      <a:pt x="545700" y="959686"/>
                      <a:pt x="562219" y="984117"/>
                    </a:cubicBezTo>
                    <a:cubicBezTo>
                      <a:pt x="565811" y="979806"/>
                      <a:pt x="570120" y="974776"/>
                      <a:pt x="573711" y="969746"/>
                    </a:cubicBezTo>
                    <a:cubicBezTo>
                      <a:pt x="579457" y="963279"/>
                      <a:pt x="585203" y="957530"/>
                      <a:pt x="590230" y="951064"/>
                    </a:cubicBezTo>
                    <a:cubicBezTo>
                      <a:pt x="590949" y="949626"/>
                      <a:pt x="590949" y="949626"/>
                      <a:pt x="590949" y="949626"/>
                    </a:cubicBezTo>
                    <a:cubicBezTo>
                      <a:pt x="591667" y="949626"/>
                      <a:pt x="592385" y="948908"/>
                      <a:pt x="592385" y="948189"/>
                    </a:cubicBezTo>
                    <a:cubicBezTo>
                      <a:pt x="594540" y="946034"/>
                      <a:pt x="598849" y="941722"/>
                      <a:pt x="604595" y="940285"/>
                    </a:cubicBezTo>
                    <a:cubicBezTo>
                      <a:pt x="605313" y="939567"/>
                      <a:pt x="605313" y="939567"/>
                      <a:pt x="605313" y="939567"/>
                    </a:cubicBezTo>
                    <a:cubicBezTo>
                      <a:pt x="606031" y="939567"/>
                      <a:pt x="606031" y="939567"/>
                      <a:pt x="606031" y="939567"/>
                    </a:cubicBezTo>
                    <a:cubicBezTo>
                      <a:pt x="619678" y="935974"/>
                      <a:pt x="630451" y="944597"/>
                      <a:pt x="636915" y="949626"/>
                    </a:cubicBezTo>
                    <a:cubicBezTo>
                      <a:pt x="638352" y="951064"/>
                      <a:pt x="639070" y="952501"/>
                      <a:pt x="640506" y="953219"/>
                    </a:cubicBezTo>
                    <a:cubicBezTo>
                      <a:pt x="651280" y="960405"/>
                      <a:pt x="670672" y="950345"/>
                      <a:pt x="683600" y="939567"/>
                    </a:cubicBezTo>
                    <a:cubicBezTo>
                      <a:pt x="684318" y="938130"/>
                      <a:pt x="685755" y="936692"/>
                      <a:pt x="687191" y="935255"/>
                    </a:cubicBezTo>
                    <a:cubicBezTo>
                      <a:pt x="704429" y="920166"/>
                      <a:pt x="725976" y="900046"/>
                      <a:pt x="753987" y="904358"/>
                    </a:cubicBezTo>
                    <a:cubicBezTo>
                      <a:pt x="762605" y="905795"/>
                      <a:pt x="768351" y="914417"/>
                      <a:pt x="766915" y="922321"/>
                    </a:cubicBezTo>
                    <a:cubicBezTo>
                      <a:pt x="765478" y="930944"/>
                      <a:pt x="757578" y="936692"/>
                      <a:pt x="749677" y="935255"/>
                    </a:cubicBezTo>
                    <a:cubicBezTo>
                      <a:pt x="736031" y="933100"/>
                      <a:pt x="721666" y="946034"/>
                      <a:pt x="707302" y="958249"/>
                    </a:cubicBezTo>
                    <a:cubicBezTo>
                      <a:pt x="705865" y="959686"/>
                      <a:pt x="704429" y="960405"/>
                      <a:pt x="703711" y="961842"/>
                    </a:cubicBezTo>
                    <a:cubicBezTo>
                      <a:pt x="674263" y="986991"/>
                      <a:pt x="644816" y="993458"/>
                      <a:pt x="623269" y="978369"/>
                    </a:cubicBezTo>
                    <a:cubicBezTo>
                      <a:pt x="620396" y="976213"/>
                      <a:pt x="618960" y="974776"/>
                      <a:pt x="616805" y="973339"/>
                    </a:cubicBezTo>
                    <a:cubicBezTo>
                      <a:pt x="616087" y="972620"/>
                      <a:pt x="614650" y="971183"/>
                      <a:pt x="613214" y="970464"/>
                    </a:cubicBezTo>
                    <a:cubicBezTo>
                      <a:pt x="613214" y="970464"/>
                      <a:pt x="613214" y="971183"/>
                      <a:pt x="612496" y="971183"/>
                    </a:cubicBezTo>
                    <a:cubicBezTo>
                      <a:pt x="608186" y="976931"/>
                      <a:pt x="603159" y="983398"/>
                      <a:pt x="597413" y="989865"/>
                    </a:cubicBezTo>
                    <a:cubicBezTo>
                      <a:pt x="592385" y="995614"/>
                      <a:pt x="587358" y="1002081"/>
                      <a:pt x="582330" y="1008548"/>
                    </a:cubicBezTo>
                    <a:cubicBezTo>
                      <a:pt x="580175" y="1011422"/>
                      <a:pt x="575148" y="1017170"/>
                      <a:pt x="565811" y="1019326"/>
                    </a:cubicBezTo>
                    <a:cubicBezTo>
                      <a:pt x="565811" y="1019326"/>
                      <a:pt x="565811" y="1019326"/>
                      <a:pt x="564374" y="1019326"/>
                    </a:cubicBezTo>
                    <a:cubicBezTo>
                      <a:pt x="562938" y="1019326"/>
                      <a:pt x="562938" y="1019326"/>
                      <a:pt x="562938" y="1019326"/>
                    </a:cubicBezTo>
                    <a:cubicBezTo>
                      <a:pt x="552883" y="1019326"/>
                      <a:pt x="546418" y="1012859"/>
                      <a:pt x="543546" y="1009985"/>
                    </a:cubicBezTo>
                    <a:cubicBezTo>
                      <a:pt x="541391" y="1007829"/>
                      <a:pt x="541391" y="1007829"/>
                      <a:pt x="541391" y="1007829"/>
                    </a:cubicBezTo>
                    <a:cubicBezTo>
                      <a:pt x="540673" y="1007111"/>
                      <a:pt x="540673" y="1007111"/>
                      <a:pt x="540673" y="1007111"/>
                    </a:cubicBezTo>
                    <a:cubicBezTo>
                      <a:pt x="526308" y="986273"/>
                      <a:pt x="514098" y="963997"/>
                      <a:pt x="506198" y="941722"/>
                    </a:cubicBezTo>
                    <a:cubicBezTo>
                      <a:pt x="480341" y="968309"/>
                      <a:pt x="453049" y="992740"/>
                      <a:pt x="425038" y="1015733"/>
                    </a:cubicBezTo>
                    <a:cubicBezTo>
                      <a:pt x="417855" y="1020763"/>
                      <a:pt x="409237" y="1019326"/>
                      <a:pt x="403491" y="1012859"/>
                    </a:cubicBezTo>
                    <a:cubicBezTo>
                      <a:pt x="398463" y="1006392"/>
                      <a:pt x="399900" y="995614"/>
                      <a:pt x="406364" y="990584"/>
                    </a:cubicBezTo>
                    <a:cubicBezTo>
                      <a:pt x="440121" y="964716"/>
                      <a:pt x="471723" y="934537"/>
                      <a:pt x="501888" y="900765"/>
                    </a:cubicBezTo>
                    <a:cubicBezTo>
                      <a:pt x="501888" y="900765"/>
                      <a:pt x="501888" y="900765"/>
                      <a:pt x="513380" y="888549"/>
                    </a:cubicBezTo>
                    <a:cubicBezTo>
                      <a:pt x="515176" y="886394"/>
                      <a:pt x="517689" y="885855"/>
                      <a:pt x="519844" y="886484"/>
                    </a:cubicBezTo>
                    <a:close/>
                    <a:moveTo>
                      <a:pt x="31750" y="31750"/>
                    </a:moveTo>
                    <a:cubicBezTo>
                      <a:pt x="31750" y="31750"/>
                      <a:pt x="31750" y="31750"/>
                      <a:pt x="31750" y="1163638"/>
                    </a:cubicBezTo>
                    <a:cubicBezTo>
                      <a:pt x="31750" y="1163638"/>
                      <a:pt x="31750" y="1163638"/>
                      <a:pt x="866775" y="1163638"/>
                    </a:cubicBezTo>
                    <a:cubicBezTo>
                      <a:pt x="866775" y="1163638"/>
                      <a:pt x="866775" y="1163638"/>
                      <a:pt x="866775" y="31750"/>
                    </a:cubicBezTo>
                    <a:cubicBezTo>
                      <a:pt x="866775" y="31750"/>
                      <a:pt x="866775" y="31750"/>
                      <a:pt x="31750" y="31750"/>
                    </a:cubicBezTo>
                    <a:close/>
                    <a:moveTo>
                      <a:pt x="15739" y="0"/>
                    </a:moveTo>
                    <a:cubicBezTo>
                      <a:pt x="15739" y="0"/>
                      <a:pt x="15739" y="0"/>
                      <a:pt x="882787" y="0"/>
                    </a:cubicBezTo>
                    <a:cubicBezTo>
                      <a:pt x="892087" y="0"/>
                      <a:pt x="898525" y="7149"/>
                      <a:pt x="898525" y="15727"/>
                    </a:cubicBezTo>
                    <a:cubicBezTo>
                      <a:pt x="898525" y="15727"/>
                      <a:pt x="898525" y="15727"/>
                      <a:pt x="898525" y="1178073"/>
                    </a:cubicBezTo>
                    <a:cubicBezTo>
                      <a:pt x="898525" y="1187367"/>
                      <a:pt x="892087" y="1193800"/>
                      <a:pt x="882787" y="1193800"/>
                    </a:cubicBezTo>
                    <a:cubicBezTo>
                      <a:pt x="882787" y="1193800"/>
                      <a:pt x="882787" y="1193800"/>
                      <a:pt x="15739" y="1193800"/>
                    </a:cubicBezTo>
                    <a:cubicBezTo>
                      <a:pt x="6439" y="1193800"/>
                      <a:pt x="0" y="1187367"/>
                      <a:pt x="0" y="1178073"/>
                    </a:cubicBezTo>
                    <a:cubicBezTo>
                      <a:pt x="0" y="1178073"/>
                      <a:pt x="0" y="1178073"/>
                      <a:pt x="0" y="15727"/>
                    </a:cubicBezTo>
                    <a:cubicBezTo>
                      <a:pt x="0" y="7149"/>
                      <a:pt x="6439" y="0"/>
                      <a:pt x="15739" y="0"/>
                    </a:cubicBezTo>
                    <a:close/>
                  </a:path>
                </a:pathLst>
              </a:custGeom>
              <a:solidFill>
                <a:srgbClr val="003A37"/>
              </a:solidFill>
              <a:ln>
                <a:noFill/>
              </a:ln>
            </p:spPr>
            <p:txBody>
              <a:bodyPr vert="horz" wrap="square" lIns="91440" tIns="45720" rIns="91440" bIns="45720" numCol="1" anchor="t" anchorCtr="0" compatLnSpc="1">
                <a:prstTxWarp prst="textNoShape">
                  <a:avLst/>
                </a:prstTxWarp>
                <a:noAutofit/>
              </a:bodyPr>
              <a:lstStyle/>
              <a:p>
                <a:endParaRPr lang="en-US"/>
              </a:p>
            </p:txBody>
          </p:sp>
        </p:grpSp>
      </p:grpSp>
      <p:grpSp>
        <p:nvGrpSpPr>
          <p:cNvPr id="34" name="bcgIcons_Gavel ">
            <a:extLst>
              <a:ext uri="{FF2B5EF4-FFF2-40B4-BE49-F238E27FC236}">
                <a16:creationId xmlns:a16="http://schemas.microsoft.com/office/drawing/2014/main" id="{05826A39-17A0-AC36-433B-CD307EF99A76}"/>
              </a:ext>
            </a:extLst>
          </p:cNvPr>
          <p:cNvGrpSpPr>
            <a:grpSpLocks noChangeAspect="1"/>
          </p:cNvGrpSpPr>
          <p:nvPr/>
        </p:nvGrpSpPr>
        <p:grpSpPr>
          <a:xfrm>
            <a:off x="9870814" y="1631737"/>
            <a:ext cx="321195" cy="321505"/>
            <a:chOff x="5273675" y="2514600"/>
            <a:chExt cx="1644650" cy="1646238"/>
          </a:xfrm>
        </p:grpSpPr>
        <p:sp>
          <p:nvSpPr>
            <p:cNvPr id="35" name="AutoShape 3">
              <a:extLst>
                <a:ext uri="{FF2B5EF4-FFF2-40B4-BE49-F238E27FC236}">
                  <a16:creationId xmlns:a16="http://schemas.microsoft.com/office/drawing/2014/main" id="{F8F77430-8B9A-4A9B-D61B-A8C1B79507F3}"/>
                </a:ext>
              </a:extLst>
            </p:cNvPr>
            <p:cNvSpPr>
              <a:spLocks noChangeAspect="1" noChangeArrowheads="1" noTextEdit="1"/>
            </p:cNvSpPr>
            <p:nvPr/>
          </p:nvSpPr>
          <p:spPr bwMode="auto">
            <a:xfrm>
              <a:off x="5273675" y="2514600"/>
              <a:ext cx="1644650" cy="1646238"/>
            </a:xfrm>
            <a:prstGeom prst="rect">
              <a:avLst/>
            </a:prstGeom>
            <a:noFill/>
            <a:ln>
              <a:noFill/>
            </a:ln>
            <a:extLst>
              <a:ext uri="{909E8E84-426E-40DD-AFC4-6F175D3DCCD1}">
                <a14:hiddenFill xmlns:a14="http://schemas.microsoft.com/office/drawing/2010/main">
                  <a:solidFill>
                    <a:srgbClr val="D4DF33"/>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36" name="Group 35">
              <a:extLst>
                <a:ext uri="{FF2B5EF4-FFF2-40B4-BE49-F238E27FC236}">
                  <a16:creationId xmlns:a16="http://schemas.microsoft.com/office/drawing/2014/main" id="{6F561CD5-5159-A407-684F-63732C617CEA}"/>
                </a:ext>
              </a:extLst>
            </p:cNvPr>
            <p:cNvGrpSpPr/>
            <p:nvPr/>
          </p:nvGrpSpPr>
          <p:grpSpPr>
            <a:xfrm>
              <a:off x="5439085" y="2789764"/>
              <a:ext cx="1313830" cy="1095911"/>
              <a:chOff x="5437188" y="2790289"/>
              <a:chExt cx="1313830" cy="1095911"/>
            </a:xfrm>
          </p:grpSpPr>
          <p:sp>
            <p:nvSpPr>
              <p:cNvPr id="37" name="Freeform 5">
                <a:extLst>
                  <a:ext uri="{FF2B5EF4-FFF2-40B4-BE49-F238E27FC236}">
                    <a16:creationId xmlns:a16="http://schemas.microsoft.com/office/drawing/2014/main" id="{1B5D3854-A968-4822-7583-F85F1684DC9E}"/>
                  </a:ext>
                </a:extLst>
              </p:cNvPr>
              <p:cNvSpPr>
                <a:spLocks/>
              </p:cNvSpPr>
              <p:nvPr/>
            </p:nvSpPr>
            <p:spPr bwMode="auto">
              <a:xfrm>
                <a:off x="5437188" y="2790289"/>
                <a:ext cx="741363" cy="1095911"/>
              </a:xfrm>
              <a:custGeom>
                <a:avLst/>
                <a:gdLst>
                  <a:gd name="connsiteX0" fmla="*/ 59994 w 741363"/>
                  <a:gd name="connsiteY0" fmla="*/ 940336 h 1095911"/>
                  <a:gd name="connsiteX1" fmla="*/ 681369 w 741363"/>
                  <a:gd name="connsiteY1" fmla="*/ 940336 h 1095911"/>
                  <a:gd name="connsiteX2" fmla="*/ 697081 w 741363"/>
                  <a:gd name="connsiteY2" fmla="*/ 956182 h 1095911"/>
                  <a:gd name="connsiteX3" fmla="*/ 697081 w 741363"/>
                  <a:gd name="connsiteY3" fmla="*/ 1006600 h 1095911"/>
                  <a:gd name="connsiteX4" fmla="*/ 725650 w 741363"/>
                  <a:gd name="connsiteY4" fmla="*/ 1006600 h 1095911"/>
                  <a:gd name="connsiteX5" fmla="*/ 741363 w 741363"/>
                  <a:gd name="connsiteY5" fmla="*/ 1022445 h 1095911"/>
                  <a:gd name="connsiteX6" fmla="*/ 741363 w 741363"/>
                  <a:gd name="connsiteY6" fmla="*/ 1079345 h 1095911"/>
                  <a:gd name="connsiteX7" fmla="*/ 725650 w 741363"/>
                  <a:gd name="connsiteY7" fmla="*/ 1095911 h 1095911"/>
                  <a:gd name="connsiteX8" fmla="*/ 15713 w 741363"/>
                  <a:gd name="connsiteY8" fmla="*/ 1095911 h 1095911"/>
                  <a:gd name="connsiteX9" fmla="*/ 0 w 741363"/>
                  <a:gd name="connsiteY9" fmla="*/ 1079345 h 1095911"/>
                  <a:gd name="connsiteX10" fmla="*/ 0 w 741363"/>
                  <a:gd name="connsiteY10" fmla="*/ 1022445 h 1095911"/>
                  <a:gd name="connsiteX11" fmla="*/ 15713 w 741363"/>
                  <a:gd name="connsiteY11" fmla="*/ 1006600 h 1095911"/>
                  <a:gd name="connsiteX12" fmla="*/ 44282 w 741363"/>
                  <a:gd name="connsiteY12" fmla="*/ 1006600 h 1095911"/>
                  <a:gd name="connsiteX13" fmla="*/ 44282 w 741363"/>
                  <a:gd name="connsiteY13" fmla="*/ 956182 h 1095911"/>
                  <a:gd name="connsiteX14" fmla="*/ 59994 w 741363"/>
                  <a:gd name="connsiteY14" fmla="*/ 940336 h 1095911"/>
                  <a:gd name="connsiteX15" fmla="*/ 243001 w 741363"/>
                  <a:gd name="connsiteY15" fmla="*/ 537111 h 1095911"/>
                  <a:gd name="connsiteX16" fmla="*/ 257312 w 741363"/>
                  <a:gd name="connsiteY16" fmla="*/ 544981 h 1095911"/>
                  <a:gd name="connsiteX17" fmla="*/ 497021 w 741363"/>
                  <a:gd name="connsiteY17" fmla="*/ 632975 h 1095911"/>
                  <a:gd name="connsiteX18" fmla="*/ 512763 w 741363"/>
                  <a:gd name="connsiteY18" fmla="*/ 635836 h 1095911"/>
                  <a:gd name="connsiteX19" fmla="*/ 501314 w 741363"/>
                  <a:gd name="connsiteY19" fmla="*/ 667314 h 1095911"/>
                  <a:gd name="connsiteX20" fmla="*/ 441208 w 741363"/>
                  <a:gd name="connsiteY20" fmla="*/ 695214 h 1095911"/>
                  <a:gd name="connsiteX21" fmla="*/ 259458 w 741363"/>
                  <a:gd name="connsiteY21" fmla="*/ 628682 h 1095911"/>
                  <a:gd name="connsiteX22" fmla="*/ 231552 w 741363"/>
                  <a:gd name="connsiteY22" fmla="*/ 568589 h 1095911"/>
                  <a:gd name="connsiteX23" fmla="*/ 243001 w 741363"/>
                  <a:gd name="connsiteY23" fmla="*/ 537111 h 1095911"/>
                  <a:gd name="connsiteX24" fmla="*/ 488852 w 741363"/>
                  <a:gd name="connsiteY24" fmla="*/ 2734 h 1095911"/>
                  <a:gd name="connsiteX25" fmla="*/ 670054 w 741363"/>
                  <a:gd name="connsiteY25" fmla="*/ 69694 h 1095911"/>
                  <a:gd name="connsiteX26" fmla="*/ 697876 w 741363"/>
                  <a:gd name="connsiteY26" fmla="*/ 128819 h 1095911"/>
                  <a:gd name="connsiteX27" fmla="*/ 685749 w 741363"/>
                  <a:gd name="connsiteY27" fmla="*/ 160874 h 1095911"/>
                  <a:gd name="connsiteX28" fmla="*/ 672194 w 741363"/>
                  <a:gd name="connsiteY28" fmla="*/ 152326 h 1095911"/>
                  <a:gd name="connsiteX29" fmla="*/ 433207 w 741363"/>
                  <a:gd name="connsiteY29" fmla="*/ 65420 h 1095911"/>
                  <a:gd name="connsiteX30" fmla="*/ 417512 w 741363"/>
                  <a:gd name="connsiteY30" fmla="*/ 62571 h 1095911"/>
                  <a:gd name="connsiteX31" fmla="*/ 428927 w 741363"/>
                  <a:gd name="connsiteY31" fmla="*/ 30516 h 1095911"/>
                  <a:gd name="connsiteX32" fmla="*/ 488852 w 741363"/>
                  <a:gd name="connsiteY32" fmla="*/ 2734 h 1095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741363" h="1095911">
                    <a:moveTo>
                      <a:pt x="59994" y="940336"/>
                    </a:moveTo>
                    <a:cubicBezTo>
                      <a:pt x="59994" y="940336"/>
                      <a:pt x="59994" y="940336"/>
                      <a:pt x="681369" y="940336"/>
                    </a:cubicBezTo>
                    <a:cubicBezTo>
                      <a:pt x="690653" y="940336"/>
                      <a:pt x="697081" y="947539"/>
                      <a:pt x="697081" y="956182"/>
                    </a:cubicBezTo>
                    <a:cubicBezTo>
                      <a:pt x="697081" y="956182"/>
                      <a:pt x="697081" y="956182"/>
                      <a:pt x="697081" y="1006600"/>
                    </a:cubicBezTo>
                    <a:cubicBezTo>
                      <a:pt x="697081" y="1006600"/>
                      <a:pt x="697081" y="1006600"/>
                      <a:pt x="725650" y="1006600"/>
                    </a:cubicBezTo>
                    <a:cubicBezTo>
                      <a:pt x="734221" y="1006600"/>
                      <a:pt x="741363" y="1013802"/>
                      <a:pt x="741363" y="1022445"/>
                    </a:cubicBezTo>
                    <a:cubicBezTo>
                      <a:pt x="741363" y="1022445"/>
                      <a:pt x="741363" y="1022445"/>
                      <a:pt x="741363" y="1079345"/>
                    </a:cubicBezTo>
                    <a:cubicBezTo>
                      <a:pt x="741363" y="1088709"/>
                      <a:pt x="734221" y="1095911"/>
                      <a:pt x="725650" y="1095911"/>
                    </a:cubicBezTo>
                    <a:cubicBezTo>
                      <a:pt x="725650" y="1095911"/>
                      <a:pt x="725650" y="1095911"/>
                      <a:pt x="15713" y="1095911"/>
                    </a:cubicBezTo>
                    <a:cubicBezTo>
                      <a:pt x="7142" y="1095911"/>
                      <a:pt x="0" y="1088709"/>
                      <a:pt x="0" y="1079345"/>
                    </a:cubicBezTo>
                    <a:cubicBezTo>
                      <a:pt x="0" y="1079345"/>
                      <a:pt x="0" y="1079345"/>
                      <a:pt x="0" y="1022445"/>
                    </a:cubicBezTo>
                    <a:cubicBezTo>
                      <a:pt x="0" y="1013802"/>
                      <a:pt x="7142" y="1006600"/>
                      <a:pt x="15713" y="1006600"/>
                    </a:cubicBezTo>
                    <a:cubicBezTo>
                      <a:pt x="15713" y="1006600"/>
                      <a:pt x="15713" y="1006600"/>
                      <a:pt x="44282" y="1006600"/>
                    </a:cubicBezTo>
                    <a:cubicBezTo>
                      <a:pt x="44282" y="1006600"/>
                      <a:pt x="44282" y="1006600"/>
                      <a:pt x="44282" y="956182"/>
                    </a:cubicBezTo>
                    <a:cubicBezTo>
                      <a:pt x="44282" y="947539"/>
                      <a:pt x="51424" y="940336"/>
                      <a:pt x="59994" y="940336"/>
                    </a:cubicBezTo>
                    <a:close/>
                    <a:moveTo>
                      <a:pt x="243001" y="537111"/>
                    </a:moveTo>
                    <a:cubicBezTo>
                      <a:pt x="247294" y="539973"/>
                      <a:pt x="251587" y="542834"/>
                      <a:pt x="257312" y="544981"/>
                    </a:cubicBezTo>
                    <a:cubicBezTo>
                      <a:pt x="257312" y="544981"/>
                      <a:pt x="257312" y="544981"/>
                      <a:pt x="497021" y="632975"/>
                    </a:cubicBezTo>
                    <a:cubicBezTo>
                      <a:pt x="502030" y="634405"/>
                      <a:pt x="507039" y="635836"/>
                      <a:pt x="512763" y="635836"/>
                    </a:cubicBezTo>
                    <a:cubicBezTo>
                      <a:pt x="512763" y="635836"/>
                      <a:pt x="512763" y="635836"/>
                      <a:pt x="501314" y="667314"/>
                    </a:cubicBezTo>
                    <a:cubicBezTo>
                      <a:pt x="492012" y="691637"/>
                      <a:pt x="465537" y="703799"/>
                      <a:pt x="441208" y="695214"/>
                    </a:cubicBezTo>
                    <a:cubicBezTo>
                      <a:pt x="441208" y="695214"/>
                      <a:pt x="441208" y="695214"/>
                      <a:pt x="259458" y="628682"/>
                    </a:cubicBezTo>
                    <a:cubicBezTo>
                      <a:pt x="235130" y="619382"/>
                      <a:pt x="222250" y="592912"/>
                      <a:pt x="231552" y="568589"/>
                    </a:cubicBezTo>
                    <a:cubicBezTo>
                      <a:pt x="231552" y="568589"/>
                      <a:pt x="231552" y="568589"/>
                      <a:pt x="243001" y="537111"/>
                    </a:cubicBezTo>
                    <a:close/>
                    <a:moveTo>
                      <a:pt x="488852" y="2734"/>
                    </a:moveTo>
                    <a:cubicBezTo>
                      <a:pt x="488852" y="2734"/>
                      <a:pt x="488852" y="2734"/>
                      <a:pt x="670054" y="69694"/>
                    </a:cubicBezTo>
                    <a:cubicBezTo>
                      <a:pt x="694310" y="78242"/>
                      <a:pt x="706437" y="104599"/>
                      <a:pt x="697876" y="128819"/>
                    </a:cubicBezTo>
                    <a:cubicBezTo>
                      <a:pt x="697876" y="128819"/>
                      <a:pt x="697876" y="128819"/>
                      <a:pt x="685749" y="160874"/>
                    </a:cubicBezTo>
                    <a:cubicBezTo>
                      <a:pt x="682182" y="157312"/>
                      <a:pt x="677188" y="154463"/>
                      <a:pt x="672194" y="152326"/>
                    </a:cubicBezTo>
                    <a:lnTo>
                      <a:pt x="433207" y="65420"/>
                    </a:lnTo>
                    <a:cubicBezTo>
                      <a:pt x="428213" y="63283"/>
                      <a:pt x="422506" y="62571"/>
                      <a:pt x="417512" y="62571"/>
                    </a:cubicBezTo>
                    <a:cubicBezTo>
                      <a:pt x="417512" y="62571"/>
                      <a:pt x="417512" y="62571"/>
                      <a:pt x="428927" y="30516"/>
                    </a:cubicBezTo>
                    <a:cubicBezTo>
                      <a:pt x="437487" y="6296"/>
                      <a:pt x="464596" y="-5814"/>
                      <a:pt x="488852" y="2734"/>
                    </a:cubicBezTo>
                    <a:close/>
                  </a:path>
                </a:pathLst>
              </a:custGeom>
              <a:solidFill>
                <a:srgbClr val="003A3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
            <p:nvSpPr>
              <p:cNvPr id="38" name="Freeform 6">
                <a:extLst>
                  <a:ext uri="{FF2B5EF4-FFF2-40B4-BE49-F238E27FC236}">
                    <a16:creationId xmlns:a16="http://schemas.microsoft.com/office/drawing/2014/main" id="{27CBB788-56A9-8129-EE87-54CFBF72E098}"/>
                  </a:ext>
                </a:extLst>
              </p:cNvPr>
              <p:cNvSpPr>
                <a:spLocks/>
              </p:cNvSpPr>
              <p:nvPr/>
            </p:nvSpPr>
            <p:spPr bwMode="auto">
              <a:xfrm>
                <a:off x="5695077" y="2883282"/>
                <a:ext cx="1055941" cy="616303"/>
              </a:xfrm>
              <a:custGeom>
                <a:avLst/>
                <a:gdLst>
                  <a:gd name="connsiteX0" fmla="*/ 387558 w 1055941"/>
                  <a:gd name="connsiteY0" fmla="*/ 269493 h 616303"/>
                  <a:gd name="connsiteX1" fmla="*/ 393981 w 1055941"/>
                  <a:gd name="connsiteY1" fmla="*/ 270920 h 616303"/>
                  <a:gd name="connsiteX2" fmla="*/ 1027064 w 1055941"/>
                  <a:gd name="connsiteY2" fmla="*/ 482090 h 616303"/>
                  <a:gd name="connsiteX3" fmla="*/ 1053472 w 1055941"/>
                  <a:gd name="connsiteY3" fmla="*/ 537022 h 616303"/>
                  <a:gd name="connsiteX4" fmla="*/ 1034201 w 1055941"/>
                  <a:gd name="connsiteY4" fmla="*/ 589101 h 616303"/>
                  <a:gd name="connsiteX5" fmla="*/ 979244 w 1055941"/>
                  <a:gd name="connsiteY5" fmla="*/ 613357 h 616303"/>
                  <a:gd name="connsiteX6" fmla="*/ 359008 w 1055941"/>
                  <a:gd name="connsiteY6" fmla="*/ 365090 h 616303"/>
                  <a:gd name="connsiteX7" fmla="*/ 353298 w 1055941"/>
                  <a:gd name="connsiteY7" fmla="*/ 361523 h 616303"/>
                  <a:gd name="connsiteX8" fmla="*/ 387558 w 1055941"/>
                  <a:gd name="connsiteY8" fmla="*/ 269493 h 616303"/>
                  <a:gd name="connsiteX9" fmla="*/ 164418 w 1055941"/>
                  <a:gd name="connsiteY9" fmla="*/ 889 h 616303"/>
                  <a:gd name="connsiteX10" fmla="*/ 403099 w 1055941"/>
                  <a:gd name="connsiteY10" fmla="*/ 88757 h 616303"/>
                  <a:gd name="connsiteX11" fmla="*/ 412361 w 1055941"/>
                  <a:gd name="connsiteY11" fmla="*/ 108759 h 616303"/>
                  <a:gd name="connsiteX12" fmla="*/ 326151 w 1055941"/>
                  <a:gd name="connsiteY12" fmla="*/ 343789 h 616303"/>
                  <a:gd name="connsiteX13" fmla="*/ 269153 w 1055941"/>
                  <a:gd name="connsiteY13" fmla="*/ 499522 h 616303"/>
                  <a:gd name="connsiteX14" fmla="*/ 249204 w 1055941"/>
                  <a:gd name="connsiteY14" fmla="*/ 508809 h 616303"/>
                  <a:gd name="connsiteX15" fmla="*/ 10523 w 1055941"/>
                  <a:gd name="connsiteY15" fmla="*/ 421656 h 616303"/>
                  <a:gd name="connsiteX16" fmla="*/ 1261 w 1055941"/>
                  <a:gd name="connsiteY16" fmla="*/ 400939 h 616303"/>
                  <a:gd name="connsiteX17" fmla="*/ 143757 w 1055941"/>
                  <a:gd name="connsiteY17" fmla="*/ 10176 h 616303"/>
                  <a:gd name="connsiteX18" fmla="*/ 164418 w 1055941"/>
                  <a:gd name="connsiteY18" fmla="*/ 889 h 61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55941" h="616303">
                    <a:moveTo>
                      <a:pt x="387558" y="269493"/>
                    </a:moveTo>
                    <a:cubicBezTo>
                      <a:pt x="389699" y="269493"/>
                      <a:pt x="391840" y="270207"/>
                      <a:pt x="393981" y="270920"/>
                    </a:cubicBezTo>
                    <a:cubicBezTo>
                      <a:pt x="393981" y="270920"/>
                      <a:pt x="393981" y="270920"/>
                      <a:pt x="1027064" y="482090"/>
                    </a:cubicBezTo>
                    <a:cubicBezTo>
                      <a:pt x="1049903" y="489937"/>
                      <a:pt x="1061323" y="514193"/>
                      <a:pt x="1053472" y="537022"/>
                    </a:cubicBezTo>
                    <a:cubicBezTo>
                      <a:pt x="1053472" y="537022"/>
                      <a:pt x="1053472" y="537022"/>
                      <a:pt x="1034201" y="589101"/>
                    </a:cubicBezTo>
                    <a:cubicBezTo>
                      <a:pt x="1026350" y="611217"/>
                      <a:pt x="1001369" y="621918"/>
                      <a:pt x="979244" y="613357"/>
                    </a:cubicBezTo>
                    <a:cubicBezTo>
                      <a:pt x="979244" y="613357"/>
                      <a:pt x="979244" y="613357"/>
                      <a:pt x="359008" y="365090"/>
                    </a:cubicBezTo>
                    <a:cubicBezTo>
                      <a:pt x="356867" y="364377"/>
                      <a:pt x="355439" y="362950"/>
                      <a:pt x="353298" y="361523"/>
                    </a:cubicBezTo>
                    <a:cubicBezTo>
                      <a:pt x="353298" y="361523"/>
                      <a:pt x="353298" y="361523"/>
                      <a:pt x="387558" y="269493"/>
                    </a:cubicBezTo>
                    <a:close/>
                    <a:moveTo>
                      <a:pt x="164418" y="889"/>
                    </a:moveTo>
                    <a:cubicBezTo>
                      <a:pt x="164418" y="889"/>
                      <a:pt x="164418" y="889"/>
                      <a:pt x="403099" y="88757"/>
                    </a:cubicBezTo>
                    <a:cubicBezTo>
                      <a:pt x="410936" y="91614"/>
                      <a:pt x="415211" y="100901"/>
                      <a:pt x="412361" y="108759"/>
                    </a:cubicBezTo>
                    <a:cubicBezTo>
                      <a:pt x="412361" y="108759"/>
                      <a:pt x="412361" y="108759"/>
                      <a:pt x="326151" y="343789"/>
                    </a:cubicBezTo>
                    <a:cubicBezTo>
                      <a:pt x="326151" y="343789"/>
                      <a:pt x="326151" y="343789"/>
                      <a:pt x="269153" y="499522"/>
                    </a:cubicBezTo>
                    <a:cubicBezTo>
                      <a:pt x="266303" y="508095"/>
                      <a:pt x="257041" y="512381"/>
                      <a:pt x="249204" y="508809"/>
                    </a:cubicBezTo>
                    <a:cubicBezTo>
                      <a:pt x="249204" y="508809"/>
                      <a:pt x="249204" y="508809"/>
                      <a:pt x="10523" y="421656"/>
                    </a:cubicBezTo>
                    <a:cubicBezTo>
                      <a:pt x="1973" y="418084"/>
                      <a:pt x="-2302" y="409511"/>
                      <a:pt x="1261" y="400939"/>
                    </a:cubicBezTo>
                    <a:cubicBezTo>
                      <a:pt x="1261" y="400939"/>
                      <a:pt x="1261" y="400939"/>
                      <a:pt x="143757" y="10176"/>
                    </a:cubicBezTo>
                    <a:cubicBezTo>
                      <a:pt x="147319" y="2317"/>
                      <a:pt x="155869" y="-1969"/>
                      <a:pt x="164418" y="889"/>
                    </a:cubicBezTo>
                    <a:close/>
                  </a:path>
                </a:pathLst>
              </a:custGeom>
              <a:solidFill>
                <a:srgbClr val="006C6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grpSp>
      </p:grpSp>
      <p:sp>
        <p:nvSpPr>
          <p:cNvPr id="19" name="Oval 18">
            <a:extLst>
              <a:ext uri="{FF2B5EF4-FFF2-40B4-BE49-F238E27FC236}">
                <a16:creationId xmlns:a16="http://schemas.microsoft.com/office/drawing/2014/main" id="{8B2FE698-7A2B-FD92-4B02-5BC38CA1BA95}"/>
              </a:ext>
            </a:extLst>
          </p:cNvPr>
          <p:cNvSpPr/>
          <p:nvPr/>
        </p:nvSpPr>
        <p:spPr>
          <a:xfrm>
            <a:off x="1127099" y="1582615"/>
            <a:ext cx="747528" cy="747528"/>
          </a:xfrm>
          <a:prstGeom prst="ellipse">
            <a:avLst/>
          </a:prstGeom>
          <a:noFill/>
          <a:ln w="19050" cap="rnd" cmpd="sng" algn="ctr">
            <a:solidFill>
              <a:srgbClr val="006C67"/>
            </a:solidFill>
            <a:prstDash val="sysDot"/>
            <a:round/>
            <a:headEnd type="none" w="med" len="med"/>
            <a:tailEnd type="none" w="med" len="med"/>
          </a:ln>
          <a:extLst>
            <a:ext uri="{909E8E84-426E-40DD-AFC4-6F175D3DCCD1}">
              <a14:hiddenFill xmlns:a14="http://schemas.microsoft.com/office/drawing/2010/main">
                <a:solidFill>
                  <a:srgbClr val="006C67"/>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43" name="Oval 42">
            <a:extLst>
              <a:ext uri="{FF2B5EF4-FFF2-40B4-BE49-F238E27FC236}">
                <a16:creationId xmlns:a16="http://schemas.microsoft.com/office/drawing/2014/main" id="{DFDC145D-9263-AE97-E10E-69C91785842A}"/>
              </a:ext>
            </a:extLst>
          </p:cNvPr>
          <p:cNvSpPr/>
          <p:nvPr/>
        </p:nvSpPr>
        <p:spPr>
          <a:xfrm>
            <a:off x="3542094" y="1582615"/>
            <a:ext cx="747528" cy="747528"/>
          </a:xfrm>
          <a:prstGeom prst="ellipse">
            <a:avLst/>
          </a:prstGeom>
          <a:noFill/>
          <a:ln w="19050" cap="rnd" cmpd="sng" algn="ctr">
            <a:solidFill>
              <a:srgbClr val="006C67"/>
            </a:solidFill>
            <a:prstDash val="sysDot"/>
            <a:round/>
            <a:headEnd type="none" w="med" len="med"/>
            <a:tailEnd type="none" w="med" len="med"/>
          </a:ln>
          <a:extLst>
            <a:ext uri="{909E8E84-426E-40DD-AFC4-6F175D3DCCD1}">
              <a14:hiddenFill xmlns:a14="http://schemas.microsoft.com/office/drawing/2010/main">
                <a:solidFill>
                  <a:srgbClr val="006C67"/>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44" name="Oval 43">
            <a:extLst>
              <a:ext uri="{FF2B5EF4-FFF2-40B4-BE49-F238E27FC236}">
                <a16:creationId xmlns:a16="http://schemas.microsoft.com/office/drawing/2014/main" id="{7C334608-CAF6-62F1-AB09-692BEEB86C82}"/>
              </a:ext>
            </a:extLst>
          </p:cNvPr>
          <p:cNvSpPr/>
          <p:nvPr/>
        </p:nvSpPr>
        <p:spPr>
          <a:xfrm>
            <a:off x="6599872" y="1582615"/>
            <a:ext cx="747528" cy="747528"/>
          </a:xfrm>
          <a:prstGeom prst="ellipse">
            <a:avLst/>
          </a:prstGeom>
          <a:noFill/>
          <a:ln w="19050" cap="rnd" cmpd="sng" algn="ctr">
            <a:solidFill>
              <a:srgbClr val="006C67"/>
            </a:solidFill>
            <a:prstDash val="sysDot"/>
            <a:round/>
            <a:headEnd type="none" w="med" len="med"/>
            <a:tailEnd type="none" w="med" len="med"/>
          </a:ln>
          <a:extLst>
            <a:ext uri="{909E8E84-426E-40DD-AFC4-6F175D3DCCD1}">
              <a14:hiddenFill xmlns:a14="http://schemas.microsoft.com/office/drawing/2010/main">
                <a:solidFill>
                  <a:srgbClr val="006C67"/>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45" name="Oval 44">
            <a:extLst>
              <a:ext uri="{FF2B5EF4-FFF2-40B4-BE49-F238E27FC236}">
                <a16:creationId xmlns:a16="http://schemas.microsoft.com/office/drawing/2014/main" id="{8372F31E-2F08-39BE-7D14-EE90969ED9D5}"/>
              </a:ext>
            </a:extLst>
          </p:cNvPr>
          <p:cNvSpPr/>
          <p:nvPr/>
        </p:nvSpPr>
        <p:spPr>
          <a:xfrm>
            <a:off x="9657648" y="1582615"/>
            <a:ext cx="747528" cy="747528"/>
          </a:xfrm>
          <a:prstGeom prst="ellipse">
            <a:avLst/>
          </a:prstGeom>
          <a:noFill/>
          <a:ln w="19050" cap="rnd" cmpd="sng" algn="ctr">
            <a:solidFill>
              <a:srgbClr val="006C67"/>
            </a:solidFill>
            <a:prstDash val="sysDot"/>
            <a:round/>
            <a:headEnd type="none" w="med" len="med"/>
            <a:tailEnd type="none" w="med" len="med"/>
          </a:ln>
          <a:extLst>
            <a:ext uri="{909E8E84-426E-40DD-AFC4-6F175D3DCCD1}">
              <a14:hiddenFill xmlns:a14="http://schemas.microsoft.com/office/drawing/2010/main">
                <a:solidFill>
                  <a:srgbClr val="006C67"/>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2" name="Rectangle: Rounded Corners 1">
            <a:extLst>
              <a:ext uri="{FF2B5EF4-FFF2-40B4-BE49-F238E27FC236}">
                <a16:creationId xmlns:a16="http://schemas.microsoft.com/office/drawing/2014/main" id="{F5E17C37-285D-9FA6-2593-3FFABA5BD828}"/>
              </a:ext>
            </a:extLst>
          </p:cNvPr>
          <p:cNvSpPr/>
          <p:nvPr/>
        </p:nvSpPr>
        <p:spPr>
          <a:xfrm>
            <a:off x="630000" y="2390774"/>
            <a:ext cx="10933350" cy="3707477"/>
          </a:xfrm>
          <a:prstGeom prst="roundRect">
            <a:avLst>
              <a:gd name="adj" fmla="val 2319"/>
            </a:avLst>
          </a:prstGeom>
          <a:solidFill>
            <a:schemeClr val="bg1"/>
          </a:solidFill>
          <a:ln w="19050"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grpSp>
        <p:nvGrpSpPr>
          <p:cNvPr id="5" name="Group 4">
            <a:extLst>
              <a:ext uri="{FF2B5EF4-FFF2-40B4-BE49-F238E27FC236}">
                <a16:creationId xmlns:a16="http://schemas.microsoft.com/office/drawing/2014/main" id="{81CBC8FF-4FA9-BC2F-AAF5-E4BFE990DA06}"/>
              </a:ext>
            </a:extLst>
          </p:cNvPr>
          <p:cNvGrpSpPr/>
          <p:nvPr/>
        </p:nvGrpSpPr>
        <p:grpSpPr>
          <a:xfrm>
            <a:off x="8575528" y="1954623"/>
            <a:ext cx="2911768" cy="426026"/>
            <a:chOff x="8488069" y="1914525"/>
            <a:chExt cx="3051507" cy="480978"/>
          </a:xfrm>
        </p:grpSpPr>
        <p:sp>
          <p:nvSpPr>
            <p:cNvPr id="13" name="Rectangle: Top Corners Rounded 12">
              <a:extLst>
                <a:ext uri="{FF2B5EF4-FFF2-40B4-BE49-F238E27FC236}">
                  <a16:creationId xmlns:a16="http://schemas.microsoft.com/office/drawing/2014/main" id="{5CFD3CD1-902D-6A27-699F-932ACDA851CF}"/>
                </a:ext>
              </a:extLst>
            </p:cNvPr>
            <p:cNvSpPr/>
            <p:nvPr/>
          </p:nvSpPr>
          <p:spPr>
            <a:xfrm>
              <a:off x="8584745" y="1914525"/>
              <a:ext cx="2858155" cy="423828"/>
            </a:xfrm>
            <a:prstGeom prst="round2SameRect">
              <a:avLst/>
            </a:prstGeom>
            <a:solidFill>
              <a:srgbClr val="003A37"/>
            </a:solidFill>
            <a:ln w="9525" cap="rnd" cmpd="sng" algn="ctr">
              <a:solidFill>
                <a:srgbClr val="003A3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9" name="Rectangle: Top Corners Rounded 8">
              <a:extLst>
                <a:ext uri="{FF2B5EF4-FFF2-40B4-BE49-F238E27FC236}">
                  <a16:creationId xmlns:a16="http://schemas.microsoft.com/office/drawing/2014/main" id="{69722CC4-86FA-68B3-D53C-EED25EE599D5}"/>
                </a:ext>
              </a:extLst>
            </p:cNvPr>
            <p:cNvSpPr/>
            <p:nvPr/>
          </p:nvSpPr>
          <p:spPr>
            <a:xfrm>
              <a:off x="8488069" y="1971675"/>
              <a:ext cx="3051507" cy="423828"/>
            </a:xfrm>
            <a:prstGeom prst="round2SameRect">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grpSp>
      <p:grpSp>
        <p:nvGrpSpPr>
          <p:cNvPr id="6" name="Group 5">
            <a:extLst>
              <a:ext uri="{FF2B5EF4-FFF2-40B4-BE49-F238E27FC236}">
                <a16:creationId xmlns:a16="http://schemas.microsoft.com/office/drawing/2014/main" id="{04CBCEB1-D3EE-C9DB-B4D0-4E26E261051E}"/>
              </a:ext>
            </a:extLst>
          </p:cNvPr>
          <p:cNvGrpSpPr/>
          <p:nvPr/>
        </p:nvGrpSpPr>
        <p:grpSpPr>
          <a:xfrm>
            <a:off x="5517751" y="1954623"/>
            <a:ext cx="2911768" cy="426026"/>
            <a:chOff x="5384281" y="1914525"/>
            <a:chExt cx="3051507" cy="480978"/>
          </a:xfrm>
        </p:grpSpPr>
        <p:sp>
          <p:nvSpPr>
            <p:cNvPr id="14" name="Rectangle: Top Corners Rounded 13">
              <a:extLst>
                <a:ext uri="{FF2B5EF4-FFF2-40B4-BE49-F238E27FC236}">
                  <a16:creationId xmlns:a16="http://schemas.microsoft.com/office/drawing/2014/main" id="{BBA80826-40B3-3B7F-3A5C-8F9414CC2FE5}"/>
                </a:ext>
              </a:extLst>
            </p:cNvPr>
            <p:cNvSpPr/>
            <p:nvPr/>
          </p:nvSpPr>
          <p:spPr>
            <a:xfrm>
              <a:off x="5480957" y="1914525"/>
              <a:ext cx="2858155" cy="423828"/>
            </a:xfrm>
            <a:prstGeom prst="round2SameRect">
              <a:avLst/>
            </a:prstGeom>
            <a:solidFill>
              <a:srgbClr val="003A37"/>
            </a:solidFill>
            <a:ln w="9525" cap="rnd" cmpd="sng" algn="ctr">
              <a:solidFill>
                <a:srgbClr val="003A3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10" name="Rectangle: Top Corners Rounded 9">
              <a:extLst>
                <a:ext uri="{FF2B5EF4-FFF2-40B4-BE49-F238E27FC236}">
                  <a16:creationId xmlns:a16="http://schemas.microsoft.com/office/drawing/2014/main" id="{A67CF4D2-12A8-5C10-0CD0-0CA8C725B3B1}"/>
                </a:ext>
              </a:extLst>
            </p:cNvPr>
            <p:cNvSpPr/>
            <p:nvPr/>
          </p:nvSpPr>
          <p:spPr>
            <a:xfrm>
              <a:off x="5384281" y="1971675"/>
              <a:ext cx="3051507" cy="423828"/>
            </a:xfrm>
            <a:prstGeom prst="round2SameRect">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grpSp>
      <p:grpSp>
        <p:nvGrpSpPr>
          <p:cNvPr id="8" name="Group 7">
            <a:extLst>
              <a:ext uri="{FF2B5EF4-FFF2-40B4-BE49-F238E27FC236}">
                <a16:creationId xmlns:a16="http://schemas.microsoft.com/office/drawing/2014/main" id="{C091FED6-6AB9-E0BA-B034-9DDBCF775E12}"/>
              </a:ext>
            </a:extLst>
          </p:cNvPr>
          <p:cNvGrpSpPr/>
          <p:nvPr/>
        </p:nvGrpSpPr>
        <p:grpSpPr>
          <a:xfrm>
            <a:off x="2459974" y="1954623"/>
            <a:ext cx="2911768" cy="426026"/>
            <a:chOff x="2280494" y="1914525"/>
            <a:chExt cx="3051507" cy="480978"/>
          </a:xfrm>
        </p:grpSpPr>
        <p:sp>
          <p:nvSpPr>
            <p:cNvPr id="16" name="Rectangle: Top Corners Rounded 15">
              <a:extLst>
                <a:ext uri="{FF2B5EF4-FFF2-40B4-BE49-F238E27FC236}">
                  <a16:creationId xmlns:a16="http://schemas.microsoft.com/office/drawing/2014/main" id="{1A11D02A-B441-D2A8-55E2-85D017BF6FDE}"/>
                </a:ext>
              </a:extLst>
            </p:cNvPr>
            <p:cNvSpPr/>
            <p:nvPr/>
          </p:nvSpPr>
          <p:spPr>
            <a:xfrm>
              <a:off x="2377170" y="1914525"/>
              <a:ext cx="2858155" cy="423828"/>
            </a:xfrm>
            <a:prstGeom prst="round2SameRect">
              <a:avLst/>
            </a:prstGeom>
            <a:solidFill>
              <a:srgbClr val="003A37"/>
            </a:solidFill>
            <a:ln w="9525" cap="rnd" cmpd="sng" algn="ctr">
              <a:solidFill>
                <a:srgbClr val="003A3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11" name="Rectangle: Top Corners Rounded 10">
              <a:extLst>
                <a:ext uri="{FF2B5EF4-FFF2-40B4-BE49-F238E27FC236}">
                  <a16:creationId xmlns:a16="http://schemas.microsoft.com/office/drawing/2014/main" id="{A99D2DE1-209C-BCE0-7315-541A1005C35D}"/>
                </a:ext>
              </a:extLst>
            </p:cNvPr>
            <p:cNvSpPr/>
            <p:nvPr/>
          </p:nvSpPr>
          <p:spPr>
            <a:xfrm>
              <a:off x="2280494" y="1971675"/>
              <a:ext cx="3051507" cy="423828"/>
            </a:xfrm>
            <a:prstGeom prst="round2SameRect">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grpSp>
      <p:grpSp>
        <p:nvGrpSpPr>
          <p:cNvPr id="18" name="Group 17">
            <a:extLst>
              <a:ext uri="{FF2B5EF4-FFF2-40B4-BE49-F238E27FC236}">
                <a16:creationId xmlns:a16="http://schemas.microsoft.com/office/drawing/2014/main" id="{3928FFCA-5C63-9990-58CE-15587ECF7EE4}"/>
              </a:ext>
            </a:extLst>
          </p:cNvPr>
          <p:cNvGrpSpPr/>
          <p:nvPr/>
        </p:nvGrpSpPr>
        <p:grpSpPr>
          <a:xfrm>
            <a:off x="687761" y="1954623"/>
            <a:ext cx="1626204" cy="426026"/>
            <a:chOff x="480862" y="1914525"/>
            <a:chExt cx="1747352" cy="480978"/>
          </a:xfrm>
        </p:grpSpPr>
        <p:sp>
          <p:nvSpPr>
            <p:cNvPr id="17" name="Rectangle: Top Corners Rounded 16">
              <a:extLst>
                <a:ext uri="{FF2B5EF4-FFF2-40B4-BE49-F238E27FC236}">
                  <a16:creationId xmlns:a16="http://schemas.microsoft.com/office/drawing/2014/main" id="{BFE0A3CA-DC4F-B9AE-1435-FD351AD86D77}"/>
                </a:ext>
              </a:extLst>
            </p:cNvPr>
            <p:cNvSpPr/>
            <p:nvPr/>
          </p:nvSpPr>
          <p:spPr>
            <a:xfrm>
              <a:off x="583646" y="1914525"/>
              <a:ext cx="1541784" cy="423828"/>
            </a:xfrm>
            <a:prstGeom prst="round2SameRect">
              <a:avLst/>
            </a:prstGeom>
            <a:solidFill>
              <a:srgbClr val="003A37"/>
            </a:solidFill>
            <a:ln w="9525" cap="rnd" cmpd="sng" algn="ctr">
              <a:solidFill>
                <a:srgbClr val="003A3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12" name="Rectangle: Top Corners Rounded 11">
              <a:extLst>
                <a:ext uri="{FF2B5EF4-FFF2-40B4-BE49-F238E27FC236}">
                  <a16:creationId xmlns:a16="http://schemas.microsoft.com/office/drawing/2014/main" id="{F622F6C0-25B1-D165-FF03-E178648C0EB0}"/>
                </a:ext>
              </a:extLst>
            </p:cNvPr>
            <p:cNvSpPr/>
            <p:nvPr/>
          </p:nvSpPr>
          <p:spPr>
            <a:xfrm>
              <a:off x="480862" y="1971675"/>
              <a:ext cx="1747352" cy="423828"/>
            </a:xfrm>
            <a:prstGeom prst="round2SameRect">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grpSp>
      <p:graphicFrame>
        <p:nvGraphicFramePr>
          <p:cNvPr id="41" name="Table 40">
            <a:extLst>
              <a:ext uri="{FF2B5EF4-FFF2-40B4-BE49-F238E27FC236}">
                <a16:creationId xmlns:a16="http://schemas.microsoft.com/office/drawing/2014/main" id="{4030FFE8-DAD1-5F40-7E90-8F50F914DAFA}"/>
              </a:ext>
            </a:extLst>
          </p:cNvPr>
          <p:cNvGraphicFramePr>
            <a:graphicFrameLocks noGrp="1"/>
          </p:cNvGraphicFramePr>
          <p:nvPr>
            <p:extLst>
              <p:ext uri="{D42A27DB-BD31-4B8C-83A1-F6EECF244321}">
                <p14:modId xmlns:p14="http://schemas.microsoft.com/office/powerpoint/2010/main" val="106675268"/>
              </p:ext>
            </p:extLst>
          </p:nvPr>
        </p:nvGraphicFramePr>
        <p:xfrm>
          <a:off x="630000" y="1952625"/>
          <a:ext cx="10933350" cy="4145626"/>
        </p:xfrm>
        <a:graphic>
          <a:graphicData uri="http://schemas.openxmlformats.org/drawingml/2006/table">
            <a:tbl>
              <a:tblPr/>
              <a:tblGrid>
                <a:gridCol w="1836753">
                  <a:extLst>
                    <a:ext uri="{9D8B030D-6E8A-4147-A177-3AD203B41FA5}">
                      <a16:colId xmlns:a16="http://schemas.microsoft.com/office/drawing/2014/main" val="3297234138"/>
                    </a:ext>
                  </a:extLst>
                </a:gridCol>
                <a:gridCol w="2991072">
                  <a:extLst>
                    <a:ext uri="{9D8B030D-6E8A-4147-A177-3AD203B41FA5}">
                      <a16:colId xmlns:a16="http://schemas.microsoft.com/office/drawing/2014/main" val="2612695783"/>
                    </a:ext>
                  </a:extLst>
                </a:gridCol>
                <a:gridCol w="3076575">
                  <a:extLst>
                    <a:ext uri="{9D8B030D-6E8A-4147-A177-3AD203B41FA5}">
                      <a16:colId xmlns:a16="http://schemas.microsoft.com/office/drawing/2014/main" val="486597691"/>
                    </a:ext>
                  </a:extLst>
                </a:gridCol>
                <a:gridCol w="3028950">
                  <a:extLst>
                    <a:ext uri="{9D8B030D-6E8A-4147-A177-3AD203B41FA5}">
                      <a16:colId xmlns:a16="http://schemas.microsoft.com/office/drawing/2014/main" val="3376197337"/>
                    </a:ext>
                  </a:extLst>
                </a:gridCol>
              </a:tblGrid>
              <a:tr h="570779">
                <a:tc>
                  <a:txBody>
                    <a:bodyPr/>
                    <a:lstStyle/>
                    <a:p>
                      <a:pPr algn="ctr"/>
                      <a:r>
                        <a:rPr lang="en-US" sz="1400" b="1">
                          <a:solidFill>
                            <a:schemeClr val="bg1"/>
                          </a:solidFill>
                        </a:rPr>
                        <a:t>Aspect</a:t>
                      </a:r>
                    </a:p>
                  </a:txBody>
                  <a:tcPr marL="18288" marR="18288" marT="18288" marB="18288" anchor="ctr">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noFill/>
                  </a:tcPr>
                </a:tc>
                <a:tc>
                  <a:txBody>
                    <a:bodyPr/>
                    <a:lstStyle/>
                    <a:p>
                      <a:pPr algn="ctr"/>
                      <a:r>
                        <a:rPr lang="en-US" sz="1400" b="1">
                          <a:solidFill>
                            <a:schemeClr val="bg1"/>
                          </a:solidFill>
                        </a:rPr>
                        <a:t>Strategy</a:t>
                      </a:r>
                    </a:p>
                  </a:txBody>
                  <a:tcPr marL="18288" marR="18288" marT="18288" marB="18288"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noFill/>
                  </a:tcPr>
                </a:tc>
                <a:tc>
                  <a:txBody>
                    <a:bodyPr/>
                    <a:lstStyle/>
                    <a:p>
                      <a:pPr algn="ctr"/>
                      <a:r>
                        <a:rPr lang="en-US" sz="1400" b="1">
                          <a:solidFill>
                            <a:schemeClr val="bg1"/>
                          </a:solidFill>
                        </a:rPr>
                        <a:t>Policy</a:t>
                      </a:r>
                    </a:p>
                  </a:txBody>
                  <a:tcPr marL="18288" marR="18288" marT="18288" marB="18288"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noFill/>
                  </a:tcPr>
                </a:tc>
                <a:tc>
                  <a:txBody>
                    <a:bodyPr/>
                    <a:lstStyle/>
                    <a:p>
                      <a:pPr algn="ctr"/>
                      <a:r>
                        <a:rPr lang="en-US" sz="1400" b="1">
                          <a:solidFill>
                            <a:schemeClr val="bg1"/>
                          </a:solidFill>
                        </a:rPr>
                        <a:t>Regulation</a:t>
                      </a:r>
                    </a:p>
                  </a:txBody>
                  <a:tcPr marL="18288" marR="18288" marT="18288" marB="18288" anchor="ctr">
                    <a:lnL w="9525" cap="flat" cmpd="sng" algn="ctr">
                      <a:noFill/>
                      <a:prstDash val="solid"/>
                      <a:round/>
                      <a:headEnd type="none" w="med" len="med"/>
                      <a:tailEnd type="none" w="med" len="med"/>
                    </a:lnL>
                    <a:lnR>
                      <a:noFill/>
                    </a:lnR>
                    <a:lnT>
                      <a:noFill/>
                    </a:lnT>
                    <a:lnB w="9525" cap="flat" cmpd="sng" algn="ctr">
                      <a:noFill/>
                      <a:prstDash val="solid"/>
                      <a:round/>
                      <a:headEnd type="none" w="med" len="med"/>
                      <a:tailEnd type="none" w="med" len="med"/>
                    </a:lnB>
                    <a:noFill/>
                  </a:tcPr>
                </a:tc>
                <a:extLst>
                  <a:ext uri="{0D108BD9-81ED-4DB2-BD59-A6C34878D82A}">
                    <a16:rowId xmlns:a16="http://schemas.microsoft.com/office/drawing/2014/main" val="3388079620"/>
                  </a:ext>
                </a:extLst>
              </a:tr>
              <a:tr h="694111">
                <a:tc>
                  <a:txBody>
                    <a:bodyPr/>
                    <a:lstStyle/>
                    <a:p>
                      <a:r>
                        <a:rPr lang="en-US" sz="1400" b="1">
                          <a:solidFill>
                            <a:srgbClr val="006C67"/>
                          </a:solidFill>
                        </a:rPr>
                        <a:t>Definition</a:t>
                      </a:r>
                      <a:endParaRPr lang="en-US" sz="1400">
                        <a:solidFill>
                          <a:srgbClr val="006C67"/>
                        </a:solidFill>
                      </a:endParaRPr>
                    </a:p>
                  </a:txBody>
                  <a:tcPr marL="90000" marR="18288" marT="18288" marB="18288" anchor="ctr">
                    <a:lnL>
                      <a:noFill/>
                    </a:lnL>
                    <a:lnR>
                      <a:noFill/>
                    </a:lnR>
                    <a:lnT w="9525" cap="flat" cmpd="sng" algn="ctr">
                      <a:noFill/>
                      <a:prstDash val="solid"/>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r>
                        <a:rPr lang="en-US" sz="1200"/>
                        <a:t>Overall direction; aligned with Vision 2030</a:t>
                      </a:r>
                    </a:p>
                  </a:txBody>
                  <a:tcPr marL="18288" marR="18288" marT="18288" marB="18288" anchor="ctr">
                    <a:lnL>
                      <a:noFill/>
                    </a:lnL>
                    <a:lnR>
                      <a:noFill/>
                    </a:lnR>
                    <a:lnT w="9525" cap="flat" cmpd="sng" algn="ctr">
                      <a:noFill/>
                      <a:prstDash val="solid"/>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r>
                        <a:rPr lang="en-US" sz="1200" dirty="0"/>
                        <a:t>Legally binding guiding framework</a:t>
                      </a:r>
                    </a:p>
                  </a:txBody>
                  <a:tcPr marL="18288" marR="18288" marT="18288" marB="18288" anchor="ctr">
                    <a:lnL>
                      <a:noFill/>
                    </a:lnL>
                    <a:lnR>
                      <a:noFill/>
                    </a:lnR>
                    <a:lnT w="9525" cap="flat" cmpd="sng" algn="ctr">
                      <a:noFill/>
                      <a:prstDash val="solid"/>
                      <a:round/>
                      <a:headEnd type="none" w="med" len="med"/>
                      <a:tailEnd type="none" w="med" len="med"/>
                    </a:lnT>
                    <a:lnB w="9525" cap="flat" cmpd="sng" algn="ctr">
                      <a:solidFill>
                        <a:srgbClr val="9A9A9A"/>
                      </a:solidFill>
                      <a:prstDash val="sysDot"/>
                      <a:round/>
                      <a:headEnd type="none" w="med" len="med"/>
                      <a:tailEnd type="none" w="med" len="med"/>
                    </a:lnB>
                    <a:solidFill>
                      <a:srgbClr val="009A93">
                        <a:alpha val="10000"/>
                      </a:srgbClr>
                    </a:solidFill>
                  </a:tcPr>
                </a:tc>
                <a:tc>
                  <a:txBody>
                    <a:bodyPr/>
                    <a:lstStyle/>
                    <a:p>
                      <a:r>
                        <a:rPr lang="en-US" sz="1200"/>
                        <a:t>Detailed, enforceable rules</a:t>
                      </a:r>
                    </a:p>
                  </a:txBody>
                  <a:tcPr marL="18288" marR="18288" marT="18288" marB="18288" anchor="ctr">
                    <a:lnL>
                      <a:noFill/>
                    </a:lnL>
                    <a:lnR>
                      <a:noFill/>
                    </a:lnR>
                    <a:lnT w="9525" cap="flat" cmpd="sng" algn="ctr">
                      <a:noFill/>
                      <a:prstDash val="solid"/>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1803519338"/>
                  </a:ext>
                </a:extLst>
              </a:tr>
              <a:tr h="694111">
                <a:tc>
                  <a:txBody>
                    <a:bodyPr/>
                    <a:lstStyle/>
                    <a:p>
                      <a:r>
                        <a:rPr lang="en-US" sz="1400" b="1">
                          <a:solidFill>
                            <a:srgbClr val="006C67"/>
                          </a:solidFill>
                        </a:rPr>
                        <a:t>Purpose</a:t>
                      </a:r>
                      <a:endParaRPr lang="en-US" sz="1400">
                        <a:solidFill>
                          <a:srgbClr val="006C67"/>
                        </a:solidFill>
                      </a:endParaRPr>
                    </a:p>
                  </a:txBody>
                  <a:tcPr marL="90000" marR="18288" marT="18288" marB="18288" anchor="ctr">
                    <a:lnL>
                      <a:noFill/>
                    </a:lnL>
                    <a:lnR>
                      <a:no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r>
                        <a:rPr lang="en-US" sz="1200"/>
                        <a:t>Sets the vision, objectives, roadmap, and KPIs</a:t>
                      </a:r>
                    </a:p>
                  </a:txBody>
                  <a:tcPr marL="18288" marR="18288" marT="18288" marB="18288" anchor="ctr">
                    <a:lnL>
                      <a:noFill/>
                    </a:lnL>
                    <a:lnR>
                      <a:no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r>
                        <a:rPr lang="en-US" sz="1200" dirty="0"/>
                        <a:t>Establishes overarching government principles and provides direction</a:t>
                      </a:r>
                    </a:p>
                  </a:txBody>
                  <a:tcPr marL="18288" marR="18288" marT="18288" marB="18288" anchor="ctr">
                    <a:lnL>
                      <a:noFill/>
                    </a:lnL>
                    <a:lnR>
                      <a:no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solidFill>
                      <a:srgbClr val="009A93">
                        <a:alpha val="10000"/>
                      </a:srgbClr>
                    </a:solidFill>
                  </a:tcPr>
                </a:tc>
                <a:tc>
                  <a:txBody>
                    <a:bodyPr/>
                    <a:lstStyle/>
                    <a:p>
                      <a:r>
                        <a:rPr lang="en-US" sz="1200"/>
                        <a:t>Ensures mandatory compliance through specific laws</a:t>
                      </a:r>
                    </a:p>
                  </a:txBody>
                  <a:tcPr marL="18288" marR="18288" marT="18288" marB="18288" anchor="ctr">
                    <a:lnL>
                      <a:noFill/>
                    </a:lnL>
                    <a:lnR>
                      <a:no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3866238824"/>
                  </a:ext>
                </a:extLst>
              </a:tr>
              <a:tr h="746257">
                <a:tc>
                  <a:txBody>
                    <a:bodyPr/>
                    <a:lstStyle/>
                    <a:p>
                      <a:r>
                        <a:rPr lang="en-US" sz="1400" b="1">
                          <a:solidFill>
                            <a:srgbClr val="006C67"/>
                          </a:solidFill>
                        </a:rPr>
                        <a:t>Approval authority</a:t>
                      </a:r>
                      <a:endParaRPr lang="en-US" sz="1400">
                        <a:solidFill>
                          <a:srgbClr val="006C67"/>
                        </a:solidFill>
                      </a:endParaRPr>
                    </a:p>
                  </a:txBody>
                  <a:tcPr marL="90000" marR="18288" marT="18288" marB="18288" anchor="ctr">
                    <a:lnL>
                      <a:noFill/>
                    </a:lnL>
                    <a:lnR>
                      <a:no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r>
                        <a:rPr lang="en-US" sz="1200"/>
                        <a:t>Council of Ministers or relevant ministries</a:t>
                      </a:r>
                    </a:p>
                  </a:txBody>
                  <a:tcPr marL="18288" marR="18288" marT="18288" marB="18288" anchor="ctr">
                    <a:lnL>
                      <a:noFill/>
                    </a:lnL>
                    <a:lnR>
                      <a:no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r>
                        <a:rPr lang="en-US" sz="1200"/>
                        <a:t>Council of Ministers and ratified by</a:t>
                      </a:r>
                      <a:br>
                        <a:rPr lang="en-US" sz="1200"/>
                      </a:br>
                      <a:r>
                        <a:rPr lang="en-US" sz="1200"/>
                        <a:t>Royal Decree (legally binding)</a:t>
                      </a:r>
                    </a:p>
                  </a:txBody>
                  <a:tcPr marL="18288" marR="18288" marT="18288" marB="18288" anchor="ctr">
                    <a:lnL>
                      <a:noFill/>
                    </a:lnL>
                    <a:lnR>
                      <a:no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solidFill>
                      <a:srgbClr val="009A93">
                        <a:alpha val="10000"/>
                      </a:srgbClr>
                    </a:solidFill>
                  </a:tcPr>
                </a:tc>
                <a:tc>
                  <a:txBody>
                    <a:bodyPr/>
                    <a:lstStyle/>
                    <a:p>
                      <a:r>
                        <a:rPr lang="en-US" sz="1200"/>
                        <a:t>Issued by ministries or competent</a:t>
                      </a:r>
                      <a:br>
                        <a:rPr lang="en-US" sz="1200"/>
                      </a:br>
                      <a:r>
                        <a:rPr lang="en-US" sz="1200"/>
                        <a:t>regulatory authorities, legally binding</a:t>
                      </a:r>
                      <a:br>
                        <a:rPr lang="en-US" sz="1200"/>
                      </a:br>
                      <a:r>
                        <a:rPr lang="en-US" sz="1200"/>
                        <a:t>once officially published</a:t>
                      </a:r>
                    </a:p>
                  </a:txBody>
                  <a:tcPr marL="18288" marR="18288" marT="18288" marB="18288" anchor="ctr">
                    <a:lnL>
                      <a:noFill/>
                    </a:lnL>
                    <a:lnR>
                      <a:no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1886656295"/>
                  </a:ext>
                </a:extLst>
              </a:tr>
              <a:tr h="694111">
                <a:tc>
                  <a:txBody>
                    <a:bodyPr/>
                    <a:lstStyle/>
                    <a:p>
                      <a:r>
                        <a:rPr lang="en-US" sz="1400" b="1">
                          <a:solidFill>
                            <a:srgbClr val="006C67"/>
                          </a:solidFill>
                        </a:rPr>
                        <a:t>Legal force</a:t>
                      </a:r>
                      <a:endParaRPr lang="en-US" sz="1400">
                        <a:solidFill>
                          <a:srgbClr val="006C67"/>
                        </a:solidFill>
                      </a:endParaRPr>
                    </a:p>
                  </a:txBody>
                  <a:tcPr marL="90000" marR="18288" marT="18288" marB="18288" anchor="ctr">
                    <a:lnL>
                      <a:noFill/>
                    </a:lnL>
                    <a:lnR>
                      <a:no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r>
                        <a:rPr lang="en-US" sz="1200"/>
                        <a:t>Not typically legally binding itself; provides roadmap for achieving policy intent</a:t>
                      </a:r>
                    </a:p>
                  </a:txBody>
                  <a:tcPr marL="18288" marR="18288" marT="18288" marB="18288" anchor="ctr">
                    <a:lnL>
                      <a:noFill/>
                    </a:lnL>
                    <a:lnR>
                      <a:no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r>
                        <a:rPr lang="en-US" sz="1200"/>
                        <a:t>Legally binding if formally approved by Council of Ministers and Royal Decree</a:t>
                      </a:r>
                    </a:p>
                  </a:txBody>
                  <a:tcPr marL="18288" marR="18288" marT="18288" marB="18288" anchor="ctr">
                    <a:lnL>
                      <a:noFill/>
                    </a:lnL>
                    <a:lnR>
                      <a:no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solidFill>
                      <a:srgbClr val="009A93">
                        <a:alpha val="10000"/>
                      </a:srgbClr>
                    </a:solidFill>
                  </a:tcPr>
                </a:tc>
                <a:tc>
                  <a:txBody>
                    <a:bodyPr/>
                    <a:lstStyle/>
                    <a:p>
                      <a:r>
                        <a:rPr lang="en-US" sz="1200"/>
                        <a:t>Always legally binding with specified compliance requirements and penalties</a:t>
                      </a:r>
                    </a:p>
                  </a:txBody>
                  <a:tcPr marL="18288" marR="18288" marT="18288" marB="18288" anchor="ctr">
                    <a:lnL>
                      <a:noFill/>
                    </a:lnL>
                    <a:lnR>
                      <a:no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1145967592"/>
                  </a:ext>
                </a:extLst>
              </a:tr>
              <a:tr h="746257">
                <a:tc>
                  <a:txBody>
                    <a:bodyPr/>
                    <a:lstStyle/>
                    <a:p>
                      <a:r>
                        <a:rPr lang="en-US" sz="1400" b="1">
                          <a:solidFill>
                            <a:srgbClr val="006C67"/>
                          </a:solidFill>
                        </a:rPr>
                        <a:t>Examples (KSA)</a:t>
                      </a:r>
                      <a:endParaRPr lang="en-US" sz="1400">
                        <a:solidFill>
                          <a:srgbClr val="006C67"/>
                        </a:solidFill>
                      </a:endParaRPr>
                    </a:p>
                  </a:txBody>
                  <a:tcPr marL="90000" marR="18288" marT="18288" marB="18288" anchor="ctr">
                    <a:lnL>
                      <a:noFill/>
                    </a:lnL>
                    <a:lnR>
                      <a:noFill/>
                    </a:lnR>
                    <a:lnT w="9525" cap="flat" cmpd="sng" algn="ctr">
                      <a:solidFill>
                        <a:srgbClr val="9A9A9A"/>
                      </a:solidFill>
                      <a:prstDash val="sysDot"/>
                      <a:round/>
                      <a:headEnd type="none" w="med" len="med"/>
                      <a:tailEnd type="none" w="med" len="med"/>
                    </a:lnT>
                    <a:lnB>
                      <a:noFill/>
                    </a:lnB>
                    <a:noFill/>
                  </a:tcPr>
                </a:tc>
                <a:tc>
                  <a:txBody>
                    <a:bodyPr/>
                    <a:lstStyle/>
                    <a:p>
                      <a:r>
                        <a:rPr lang="en-US" sz="1200">
                          <a:solidFill>
                            <a:srgbClr val="006C67"/>
                          </a:solidFill>
                        </a:rPr>
                        <a:t>Digital Government Strategy (2023)</a:t>
                      </a:r>
                      <a:r>
                        <a:rPr lang="en-US" sz="1200"/>
                        <a:t> outlines the national digital transformation vision and goals</a:t>
                      </a:r>
                    </a:p>
                  </a:txBody>
                  <a:tcPr marL="18288" marR="18288" marT="18288" marB="18288" anchor="ctr">
                    <a:lnL>
                      <a:noFill/>
                    </a:lnL>
                    <a:lnR>
                      <a:noFill/>
                    </a:lnR>
                    <a:lnT w="9525" cap="flat" cmpd="sng" algn="ctr">
                      <a:solidFill>
                        <a:srgbClr val="9A9A9A"/>
                      </a:solidFill>
                      <a:prstDash val="sysDot"/>
                      <a:round/>
                      <a:headEnd type="none" w="med" len="med"/>
                      <a:tailEnd type="none" w="med" len="med"/>
                    </a:lnT>
                    <a:lnB>
                      <a:noFill/>
                    </a:lnB>
                    <a:noFill/>
                  </a:tcPr>
                </a:tc>
                <a:tc>
                  <a:txBody>
                    <a:bodyPr/>
                    <a:lstStyle/>
                    <a:p>
                      <a:r>
                        <a:rPr lang="en-US" sz="1200">
                          <a:solidFill>
                            <a:srgbClr val="006C67"/>
                          </a:solidFill>
                        </a:rPr>
                        <a:t>KSA Cloud First Policy (2019) </a:t>
                      </a:r>
                      <a:r>
                        <a:rPr lang="en-US" sz="1200"/>
                        <a:t>mandates that government agencies prioritize cloud solutions</a:t>
                      </a:r>
                    </a:p>
                  </a:txBody>
                  <a:tcPr marL="18288" marR="18288" marT="18288" marB="18288" anchor="ctr">
                    <a:lnL>
                      <a:noFill/>
                    </a:lnL>
                    <a:lnR>
                      <a:noFill/>
                    </a:lnR>
                    <a:lnT w="9525" cap="flat" cmpd="sng" algn="ctr">
                      <a:solidFill>
                        <a:srgbClr val="9A9A9A"/>
                      </a:solidFill>
                      <a:prstDash val="sysDot"/>
                      <a:round/>
                      <a:headEnd type="none" w="med" len="med"/>
                      <a:tailEnd type="none" w="med" len="med"/>
                    </a:lnT>
                    <a:lnB>
                      <a:noFill/>
                    </a:lnB>
                    <a:solidFill>
                      <a:srgbClr val="009A93">
                        <a:alpha val="10000"/>
                      </a:srgbClr>
                    </a:solidFill>
                  </a:tcPr>
                </a:tc>
                <a:tc>
                  <a:txBody>
                    <a:bodyPr/>
                    <a:lstStyle/>
                    <a:p>
                      <a:r>
                        <a:rPr lang="en-US" sz="1200" dirty="0">
                          <a:solidFill>
                            <a:srgbClr val="006C67"/>
                          </a:solidFill>
                        </a:rPr>
                        <a:t>Cloud Computing Regulatory Framework (2018) </a:t>
                      </a:r>
                      <a:r>
                        <a:rPr lang="en-US" sz="1200" dirty="0"/>
                        <a:t>provides rules for cloud service providers in the Kingdom</a:t>
                      </a:r>
                      <a:endParaRPr lang="en-AE" sz="1200" dirty="0"/>
                    </a:p>
                  </a:txBody>
                  <a:tcPr marL="18288" marR="18288" marT="18288" marB="18288" anchor="ctr">
                    <a:lnL>
                      <a:noFill/>
                    </a:lnL>
                    <a:lnR>
                      <a:noFill/>
                    </a:lnR>
                    <a:lnT w="9525" cap="flat" cmpd="sng" algn="ctr">
                      <a:solidFill>
                        <a:srgbClr val="9A9A9A"/>
                      </a:solidFill>
                      <a:prstDash val="sysDot"/>
                      <a:round/>
                      <a:headEnd type="none" w="med" len="med"/>
                      <a:tailEnd type="none" w="med" len="med"/>
                    </a:lnT>
                    <a:lnB>
                      <a:noFill/>
                    </a:lnB>
                    <a:noFill/>
                  </a:tcPr>
                </a:tc>
                <a:extLst>
                  <a:ext uri="{0D108BD9-81ED-4DB2-BD59-A6C34878D82A}">
                    <a16:rowId xmlns:a16="http://schemas.microsoft.com/office/drawing/2014/main" val="3762323486"/>
                  </a:ext>
                </a:extLst>
              </a:tr>
            </a:tbl>
          </a:graphicData>
        </a:graphic>
      </p:graphicFrame>
      <p:sp>
        <p:nvSpPr>
          <p:cNvPr id="7" name="Rectangle: Rounded Corners 6">
            <a:extLst>
              <a:ext uri="{FF2B5EF4-FFF2-40B4-BE49-F238E27FC236}">
                <a16:creationId xmlns:a16="http://schemas.microsoft.com/office/drawing/2014/main" id="{40637E91-B35C-D2C4-F1CC-52EE740DB4E6}"/>
              </a:ext>
            </a:extLst>
          </p:cNvPr>
          <p:cNvSpPr/>
          <p:nvPr/>
        </p:nvSpPr>
        <p:spPr>
          <a:xfrm>
            <a:off x="5444747" y="2455737"/>
            <a:ext cx="3057778" cy="3887913"/>
          </a:xfrm>
          <a:prstGeom prst="roundRect">
            <a:avLst>
              <a:gd name="adj" fmla="val 2597"/>
            </a:avLst>
          </a:prstGeom>
          <a:noFill/>
          <a:ln w="12700" cap="rnd" cmpd="sng" algn="ctr">
            <a:solidFill>
              <a:srgbClr val="006C67"/>
            </a:solidFill>
            <a:prstDash val="sysDot"/>
            <a:round/>
            <a:headEnd type="none" w="med" len="med"/>
            <a:tailEnd type="none" w="med" len="med"/>
          </a:ln>
          <a:extLst>
            <a:ext uri="{909E8E84-426E-40DD-AFC4-6F175D3DCCD1}">
              <a14:hiddenFill xmlns:a14="http://schemas.microsoft.com/office/drawing/2010/main">
                <a:solidFill>
                  <a:srgbClr val="006C67"/>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15" name="TextBox 14">
            <a:extLst>
              <a:ext uri="{FF2B5EF4-FFF2-40B4-BE49-F238E27FC236}">
                <a16:creationId xmlns:a16="http://schemas.microsoft.com/office/drawing/2014/main" id="{4130D89A-5F48-4517-471B-36A48101419D}"/>
              </a:ext>
            </a:extLst>
          </p:cNvPr>
          <p:cNvSpPr txBox="1"/>
          <p:nvPr/>
        </p:nvSpPr>
        <p:spPr>
          <a:xfrm>
            <a:off x="6033910" y="6226926"/>
            <a:ext cx="1879453" cy="257175"/>
          </a:xfrm>
          <a:prstGeom prst="roundRect">
            <a:avLst>
              <a:gd name="adj" fmla="val 15075"/>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18288" rIns="18288" bIns="18288" numCol="1" spcCol="0" rtlCol="0" fromWordArt="0" anchor="ctr" anchorCtr="0" forceAA="0" compatLnSpc="1">
            <a:prstTxWarp prst="textNoShape">
              <a:avLst/>
            </a:prstTxWarp>
            <a:noAutofit/>
          </a:bodyPr>
          <a:lstStyle/>
          <a:p>
            <a:pPr algn="ctr"/>
            <a:r>
              <a:rPr lang="en-US" sz="1200" dirty="0">
                <a:solidFill>
                  <a:schemeClr val="bg1"/>
                </a:solidFill>
              </a:rPr>
              <a:t>Focus of this document</a:t>
            </a:r>
          </a:p>
        </p:txBody>
      </p:sp>
    </p:spTree>
    <p:extLst>
      <p:ext uri="{BB962C8B-B14F-4D97-AF65-F5344CB8AC3E}">
        <p14:creationId xmlns:p14="http://schemas.microsoft.com/office/powerpoint/2010/main" val="4456047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886A3-2EA9-EC7A-1D56-8BBAA6BBEDBC}"/>
            </a:ext>
          </a:extLst>
        </p:cNvPr>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5230C2A-5FD1-05F3-C3C5-714D71BC0932}"/>
              </a:ext>
            </a:extLst>
          </p:cNvPr>
          <p:cNvGraphicFramePr>
            <a:graphicFrameLocks noChangeAspect="1"/>
          </p:cNvGraphicFramePr>
          <p:nvPr>
            <p:custDataLst>
              <p:tags r:id="rId1"/>
            </p:custDataLst>
            <p:extLst>
              <p:ext uri="{D42A27DB-BD31-4B8C-83A1-F6EECF244321}">
                <p14:modId xmlns:p14="http://schemas.microsoft.com/office/powerpoint/2010/main" val="35161638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3" name="Object 2" hidden="1">
                        <a:extLst>
                          <a:ext uri="{FF2B5EF4-FFF2-40B4-BE49-F238E27FC236}">
                            <a16:creationId xmlns:a16="http://schemas.microsoft.com/office/drawing/2014/main" id="{25230C2A-5FD1-05F3-C3C5-714D71BC093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0" name="Title 59">
            <a:extLst>
              <a:ext uri="{FF2B5EF4-FFF2-40B4-BE49-F238E27FC236}">
                <a16:creationId xmlns:a16="http://schemas.microsoft.com/office/drawing/2014/main" id="{A993F3C0-3E30-3637-77AF-A9F0E065FF6E}"/>
              </a:ext>
            </a:extLst>
          </p:cNvPr>
          <p:cNvSpPr>
            <a:spLocks noGrp="1"/>
          </p:cNvSpPr>
          <p:nvPr>
            <p:ph type="title"/>
          </p:nvPr>
        </p:nvSpPr>
        <p:spPr>
          <a:xfrm>
            <a:off x="630238" y="622300"/>
            <a:ext cx="10933112" cy="387798"/>
          </a:xfrm>
        </p:spPr>
        <p:txBody>
          <a:bodyPr vert="horz"/>
          <a:lstStyle/>
          <a:p>
            <a:r>
              <a:rPr lang="en-US" sz="2800" dirty="0"/>
              <a:t>Policies define a strategic framework that is legally binding</a:t>
            </a:r>
          </a:p>
        </p:txBody>
      </p:sp>
      <p:sp>
        <p:nvSpPr>
          <p:cNvPr id="21" name="Rectangle: Rounded Corners 20">
            <a:extLst>
              <a:ext uri="{FF2B5EF4-FFF2-40B4-BE49-F238E27FC236}">
                <a16:creationId xmlns:a16="http://schemas.microsoft.com/office/drawing/2014/main" id="{CB339277-E8A8-4FB3-86AA-08B508BE9552}"/>
              </a:ext>
            </a:extLst>
          </p:cNvPr>
          <p:cNvSpPr/>
          <p:nvPr/>
        </p:nvSpPr>
        <p:spPr>
          <a:xfrm>
            <a:off x="722392" y="2087326"/>
            <a:ext cx="5191404" cy="4186474"/>
          </a:xfrm>
          <a:prstGeom prst="roundRect">
            <a:avLst>
              <a:gd name="adj" fmla="val 2102"/>
            </a:avLst>
          </a:prstGeom>
          <a:solidFill>
            <a:srgbClr val="006C67"/>
          </a:solidFill>
          <a:ln w="9525" cap="rnd" cmpd="sng" algn="ctr">
            <a:solidFill>
              <a:srgbClr val="009A93"/>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CO" sz="2200">
              <a:solidFill>
                <a:srgbClr val="FFFFFF"/>
              </a:solidFill>
            </a:endParaRPr>
          </a:p>
        </p:txBody>
      </p:sp>
      <p:sp>
        <p:nvSpPr>
          <p:cNvPr id="22" name="Rectangle: Rounded Corners 21">
            <a:extLst>
              <a:ext uri="{FF2B5EF4-FFF2-40B4-BE49-F238E27FC236}">
                <a16:creationId xmlns:a16="http://schemas.microsoft.com/office/drawing/2014/main" id="{51A3727A-EFFD-46ED-B0AD-38CE43F91FDA}"/>
              </a:ext>
            </a:extLst>
          </p:cNvPr>
          <p:cNvSpPr/>
          <p:nvPr/>
        </p:nvSpPr>
        <p:spPr>
          <a:xfrm>
            <a:off x="630001" y="2019300"/>
            <a:ext cx="5220418" cy="4206959"/>
          </a:xfrm>
          <a:prstGeom prst="roundRect">
            <a:avLst>
              <a:gd name="adj" fmla="val 2102"/>
            </a:avLst>
          </a:prstGeom>
          <a:solidFill>
            <a:srgbClr val="FFFFFF"/>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chemeClr val="accent4"/>
              </a:buClr>
            </a:pPr>
            <a:endParaRPr lang="es-CO" sz="2200">
              <a:solidFill>
                <a:srgbClr val="FFFFFF"/>
              </a:solidFill>
            </a:endParaRPr>
          </a:p>
        </p:txBody>
      </p:sp>
      <p:sp>
        <p:nvSpPr>
          <p:cNvPr id="23" name="Rectangle 22">
            <a:extLst>
              <a:ext uri="{FF2B5EF4-FFF2-40B4-BE49-F238E27FC236}">
                <a16:creationId xmlns:a16="http://schemas.microsoft.com/office/drawing/2014/main" id="{61543951-0051-4F31-B228-AF4B7C4533B6}"/>
              </a:ext>
            </a:extLst>
          </p:cNvPr>
          <p:cNvSpPr/>
          <p:nvPr/>
        </p:nvSpPr>
        <p:spPr>
          <a:xfrm>
            <a:off x="628650" y="2093747"/>
            <a:ext cx="5220418" cy="614707"/>
          </a:xfrm>
          <a:prstGeom prst="rect">
            <a:avLst/>
          </a:prstGeom>
          <a:solidFill>
            <a:srgbClr val="006C67"/>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2000" b="0" i="0" u="none" strike="noStrike" kern="0" cap="none" spc="0" normalizeH="0" baseline="0" noProof="0">
                <a:ln>
                  <a:noFill/>
                </a:ln>
                <a:solidFill>
                  <a:srgbClr val="FFFFFF"/>
                </a:solidFill>
                <a:effectLst/>
                <a:uLnTx/>
                <a:uFillTx/>
                <a:ea typeface="+mn-ea"/>
                <a:cs typeface="+mn-cs"/>
              </a:rPr>
              <a:t>What policy </a:t>
            </a:r>
            <a:r>
              <a:rPr kumimoji="0" lang="en-US" sz="2000" b="1" i="0" u="none" strike="noStrike" kern="0" cap="none" spc="0" normalizeH="0" baseline="0" noProof="0">
                <a:ln>
                  <a:noFill/>
                </a:ln>
                <a:solidFill>
                  <a:schemeClr val="bg1"/>
                </a:solidFill>
                <a:effectLst/>
                <a:uLnTx/>
                <a:uFillTx/>
                <a:ea typeface="+mn-ea"/>
                <a:cs typeface="+mn-cs"/>
              </a:rPr>
              <a:t>is</a:t>
            </a:r>
          </a:p>
        </p:txBody>
      </p:sp>
      <p:sp>
        <p:nvSpPr>
          <p:cNvPr id="41" name="Rectangle: Rounded Corners 40">
            <a:extLst>
              <a:ext uri="{FF2B5EF4-FFF2-40B4-BE49-F238E27FC236}">
                <a16:creationId xmlns:a16="http://schemas.microsoft.com/office/drawing/2014/main" id="{C4BC6ED5-7B1E-4AD1-942A-4F22D77408F2}"/>
              </a:ext>
            </a:extLst>
          </p:cNvPr>
          <p:cNvSpPr/>
          <p:nvPr/>
        </p:nvSpPr>
        <p:spPr>
          <a:xfrm>
            <a:off x="6371946" y="2087326"/>
            <a:ext cx="5191404" cy="4186474"/>
          </a:xfrm>
          <a:prstGeom prst="roundRect">
            <a:avLst>
              <a:gd name="adj" fmla="val 2102"/>
            </a:avLst>
          </a:prstGeom>
          <a:solidFill>
            <a:srgbClr val="9A9A9A"/>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CO" sz="2200">
              <a:solidFill>
                <a:srgbClr val="FFFFFF"/>
              </a:solidFill>
            </a:endParaRPr>
          </a:p>
        </p:txBody>
      </p:sp>
      <p:sp>
        <p:nvSpPr>
          <p:cNvPr id="42" name="Rectangle: Rounded Corners 41">
            <a:extLst>
              <a:ext uri="{FF2B5EF4-FFF2-40B4-BE49-F238E27FC236}">
                <a16:creationId xmlns:a16="http://schemas.microsoft.com/office/drawing/2014/main" id="{3C99FE61-D740-40D0-A18D-42DB9302B937}"/>
              </a:ext>
            </a:extLst>
          </p:cNvPr>
          <p:cNvSpPr/>
          <p:nvPr/>
        </p:nvSpPr>
        <p:spPr>
          <a:xfrm>
            <a:off x="6279555" y="2019300"/>
            <a:ext cx="5220418" cy="4206959"/>
          </a:xfrm>
          <a:prstGeom prst="roundRect">
            <a:avLst>
              <a:gd name="adj" fmla="val 2102"/>
            </a:avLst>
          </a:prstGeom>
          <a:solidFill>
            <a:srgbClr val="FFFFFF"/>
          </a:solidFill>
          <a:ln w="9525" cap="rnd" cmpd="sng" algn="ctr">
            <a:solidFill>
              <a:srgbClr val="9A9A9A"/>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CO" sz="2200">
              <a:solidFill>
                <a:srgbClr val="FFFFFF"/>
              </a:solidFill>
            </a:endParaRPr>
          </a:p>
        </p:txBody>
      </p:sp>
      <p:sp>
        <p:nvSpPr>
          <p:cNvPr id="43" name="Rectangle 42">
            <a:extLst>
              <a:ext uri="{FF2B5EF4-FFF2-40B4-BE49-F238E27FC236}">
                <a16:creationId xmlns:a16="http://schemas.microsoft.com/office/drawing/2014/main" id="{25340B3F-B42D-40F1-8487-954E3EA56D3D}"/>
              </a:ext>
            </a:extLst>
          </p:cNvPr>
          <p:cNvSpPr/>
          <p:nvPr/>
        </p:nvSpPr>
        <p:spPr>
          <a:xfrm>
            <a:off x="6279555" y="2093747"/>
            <a:ext cx="5220418" cy="614707"/>
          </a:xfrm>
          <a:prstGeom prst="rect">
            <a:avLst/>
          </a:prstGeom>
          <a:solidFill>
            <a:srgbClr val="9A9A9A"/>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2000" b="0" i="0" u="none" strike="noStrike" kern="0" cap="none" spc="0" normalizeH="0" baseline="0" noProof="0">
                <a:ln>
                  <a:noFill/>
                </a:ln>
                <a:solidFill>
                  <a:schemeClr val="bg1"/>
                </a:solidFill>
                <a:effectLst/>
                <a:uLnTx/>
                <a:uFillTx/>
              </a:rPr>
              <a:t>What policy </a:t>
            </a:r>
            <a:r>
              <a:rPr kumimoji="0" lang="en-US" sz="2000" b="1" i="0" u="none" strike="noStrike" kern="0" cap="none" spc="0" normalizeH="0" baseline="0" noProof="0">
                <a:ln>
                  <a:noFill/>
                </a:ln>
                <a:solidFill>
                  <a:schemeClr val="bg1"/>
                </a:solidFill>
                <a:effectLst/>
                <a:uLnTx/>
                <a:uFillTx/>
              </a:rPr>
              <a:t>is not</a:t>
            </a:r>
          </a:p>
        </p:txBody>
      </p:sp>
      <p:sp>
        <p:nvSpPr>
          <p:cNvPr id="16" name="Rectangle 15">
            <a:extLst>
              <a:ext uri="{FF2B5EF4-FFF2-40B4-BE49-F238E27FC236}">
                <a16:creationId xmlns:a16="http://schemas.microsoft.com/office/drawing/2014/main" id="{1B8F3127-96EB-F359-3A20-82FF6560ABF8}"/>
              </a:ext>
            </a:extLst>
          </p:cNvPr>
          <p:cNvSpPr/>
          <p:nvPr/>
        </p:nvSpPr>
        <p:spPr>
          <a:xfrm>
            <a:off x="755334" y="2859437"/>
            <a:ext cx="4967049" cy="3146554"/>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29BA74"/>
                </a:solidFill>
              </a14:hiddenFill>
            </a:ext>
            <a:ext uri="{91240B29-F687-4F45-9708-019B960494DF}">
              <a14:hiddenLine xmlns:a14="http://schemas.microsoft.com/office/drawing/2010/main" w="9525" cap="rnd" cmpd="sng" algn="ctr">
                <a:solidFill>
                  <a:srgbClr val="29BA74"/>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393750" lvl="1" indent="-285750">
              <a:spcAft>
                <a:spcPts val="1200"/>
              </a:spcAft>
              <a:buClr>
                <a:schemeClr val="tx2"/>
              </a:buClr>
              <a:buFont typeface="Arial" panose="020B0604020202020204" pitchFamily="34" charset="0"/>
              <a:buChar char="•"/>
              <a:defRPr/>
            </a:pPr>
            <a:r>
              <a:rPr lang="en-US" sz="1600" dirty="0">
                <a:solidFill>
                  <a:srgbClr val="006C67"/>
                </a:solidFill>
                <a:sym typeface="Trebuchet MS" panose="020B0603020202020204" pitchFamily="34" charset="0"/>
              </a:rPr>
              <a:t>Strategic directive </a:t>
            </a:r>
            <a:r>
              <a:rPr lang="en-US" sz="1600" dirty="0">
                <a:solidFill>
                  <a:schemeClr val="tx1"/>
                </a:solidFill>
                <a:sym typeface="Trebuchet MS" panose="020B0603020202020204" pitchFamily="34" charset="0"/>
              </a:rPr>
              <a:t>setting clear government intent and priorities</a:t>
            </a:r>
          </a:p>
          <a:p>
            <a:pPr marL="393750" lvl="1" indent="-285750">
              <a:spcAft>
                <a:spcPts val="1200"/>
              </a:spcAft>
              <a:buClr>
                <a:schemeClr val="tx2"/>
              </a:buClr>
              <a:buFont typeface="Arial" panose="020B0604020202020204" pitchFamily="34" charset="0"/>
              <a:buChar char="•"/>
              <a:defRPr/>
            </a:pPr>
            <a:r>
              <a:rPr lang="en-US" sz="1600" dirty="0">
                <a:solidFill>
                  <a:srgbClr val="006C67"/>
                </a:solidFill>
                <a:sym typeface="Trebuchet MS" panose="020B0603020202020204" pitchFamily="34" charset="0"/>
              </a:rPr>
              <a:t>High-level document </a:t>
            </a:r>
            <a:r>
              <a:rPr lang="en-US" sz="1600" dirty="0">
                <a:solidFill>
                  <a:schemeClr val="tx1"/>
                </a:solidFill>
                <a:sym typeface="Trebuchet MS" panose="020B0603020202020204" pitchFamily="34" charset="0"/>
              </a:rPr>
              <a:t>approved by the Council of Ministers and ratified by Royal Decree</a:t>
            </a:r>
          </a:p>
          <a:p>
            <a:pPr marL="393750" lvl="1" indent="-285750">
              <a:spcAft>
                <a:spcPts val="1200"/>
              </a:spcAft>
              <a:buClr>
                <a:schemeClr val="tx2"/>
              </a:buClr>
              <a:buFont typeface="Arial" panose="020B0604020202020204" pitchFamily="34" charset="0"/>
              <a:buChar char="•"/>
              <a:defRPr/>
            </a:pPr>
            <a:r>
              <a:rPr lang="en-US" sz="1600" dirty="0">
                <a:solidFill>
                  <a:srgbClr val="006C67"/>
                </a:solidFill>
                <a:sym typeface="Trebuchet MS" panose="020B0603020202020204" pitchFamily="34" charset="0"/>
              </a:rPr>
              <a:t>Legally binding document </a:t>
            </a:r>
            <a:r>
              <a:rPr lang="en-US" sz="1600" dirty="0">
                <a:solidFill>
                  <a:schemeClr val="tx1"/>
                </a:solidFill>
                <a:sym typeface="Trebuchet MS" panose="020B0603020202020204" pitchFamily="34" charset="0"/>
              </a:rPr>
              <a:t>once officially issued through proper channels </a:t>
            </a:r>
          </a:p>
          <a:p>
            <a:pPr marL="393750" lvl="1" indent="-285750">
              <a:spcAft>
                <a:spcPts val="1200"/>
              </a:spcAft>
              <a:buClr>
                <a:schemeClr val="tx2"/>
              </a:buClr>
              <a:buFont typeface="Arial" panose="020B0604020202020204" pitchFamily="34" charset="0"/>
              <a:buChar char="•"/>
              <a:defRPr/>
            </a:pPr>
            <a:r>
              <a:rPr lang="en-US" sz="1600" dirty="0">
                <a:solidFill>
                  <a:srgbClr val="006C67"/>
                </a:solidFill>
                <a:sym typeface="Trebuchet MS" panose="020B0603020202020204" pitchFamily="34" charset="0"/>
              </a:rPr>
              <a:t>Guiding framework </a:t>
            </a:r>
            <a:r>
              <a:rPr lang="en-US" sz="1600" dirty="0">
                <a:solidFill>
                  <a:schemeClr val="tx1"/>
                </a:solidFill>
                <a:sym typeface="Trebuchet MS" panose="020B0603020202020204" pitchFamily="34" charset="0"/>
              </a:rPr>
              <a:t>for the development of detailed regulations</a:t>
            </a:r>
          </a:p>
        </p:txBody>
      </p:sp>
      <p:sp>
        <p:nvSpPr>
          <p:cNvPr id="17" name="Rectangle 16">
            <a:extLst>
              <a:ext uri="{FF2B5EF4-FFF2-40B4-BE49-F238E27FC236}">
                <a16:creationId xmlns:a16="http://schemas.microsoft.com/office/drawing/2014/main" id="{8F0A97B9-856C-C8B7-D67C-8CFB4FC3A829}"/>
              </a:ext>
            </a:extLst>
          </p:cNvPr>
          <p:cNvSpPr/>
          <p:nvPr/>
        </p:nvSpPr>
        <p:spPr>
          <a:xfrm>
            <a:off x="6406240" y="2859437"/>
            <a:ext cx="4967049" cy="3146554"/>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29BA74"/>
                </a:solidFill>
              </a14:hiddenFill>
            </a:ext>
            <a:ext uri="{91240B29-F687-4F45-9708-019B960494DF}">
              <a14:hiddenLine xmlns:a14="http://schemas.microsoft.com/office/drawing/2010/main" w="9525" cap="rnd" cmpd="sng" algn="ctr">
                <a:solidFill>
                  <a:srgbClr val="29BA74"/>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324000" lvl="1" indent="-216000">
              <a:spcAft>
                <a:spcPts val="1200"/>
              </a:spcAft>
              <a:buClr>
                <a:schemeClr val="bg2">
                  <a:lumMod val="50000"/>
                </a:schemeClr>
              </a:buClr>
              <a:buFont typeface="Trebuchet MS" panose="020B0603020202020204" pitchFamily="34" charset="0"/>
              <a:buChar char="•"/>
              <a:defRPr/>
            </a:pPr>
            <a:r>
              <a:rPr lang="en-US" sz="1600">
                <a:solidFill>
                  <a:srgbClr val="7F7F7F"/>
                </a:solidFill>
                <a:sym typeface="Trebuchet MS" panose="020B0603020202020204" pitchFamily="34" charset="0"/>
              </a:rPr>
              <a:t>G</a:t>
            </a:r>
            <a:r>
              <a:rPr kumimoji="0" lang="en-US" sz="1600" b="0" i="0" u="none" strike="noStrike" kern="1200" cap="none" spc="0" normalizeH="0" baseline="0" noProof="0" err="1">
                <a:ln>
                  <a:noFill/>
                </a:ln>
                <a:solidFill>
                  <a:srgbClr val="7F7F7F"/>
                </a:solidFill>
                <a:effectLst/>
                <a:uLnTx/>
                <a:uFillTx/>
                <a:sym typeface="Trebuchet MS" panose="020B0603020202020204" pitchFamily="34" charset="0"/>
              </a:rPr>
              <a:t>eneral</a:t>
            </a:r>
            <a:r>
              <a:rPr kumimoji="0" lang="en-US" sz="1600" b="0" i="0" u="none" strike="noStrike" kern="1200" cap="none" spc="0" normalizeH="0" baseline="0" noProof="0">
                <a:ln>
                  <a:noFill/>
                </a:ln>
                <a:solidFill>
                  <a:srgbClr val="7F7F7F"/>
                </a:solidFill>
                <a:effectLst/>
                <a:uLnTx/>
                <a:uFillTx/>
                <a:sym typeface="Trebuchet MS" panose="020B0603020202020204" pitchFamily="34" charset="0"/>
              </a:rPr>
              <a:t> recommendation </a:t>
            </a:r>
            <a:r>
              <a:rPr kumimoji="0" lang="en-US" sz="1600" b="0" i="0" u="none" strike="noStrike" kern="1200" cap="none" spc="0" normalizeH="0" baseline="0" noProof="0">
                <a:ln>
                  <a:noFill/>
                </a:ln>
                <a:solidFill>
                  <a:schemeClr val="tx1"/>
                </a:solidFill>
                <a:effectLst/>
                <a:uLnTx/>
                <a:uFillTx/>
                <a:sym typeface="Trebuchet MS" panose="020B0603020202020204" pitchFamily="34" charset="0"/>
              </a:rPr>
              <a:t>without</a:t>
            </a:r>
            <a:br>
              <a:rPr kumimoji="0" lang="en-US" sz="1600" b="0" i="0" u="none" strike="noStrike" kern="1200" cap="none" spc="0" normalizeH="0" baseline="0" noProof="0">
                <a:ln>
                  <a:noFill/>
                </a:ln>
                <a:solidFill>
                  <a:schemeClr val="tx1"/>
                </a:solidFill>
                <a:effectLst/>
                <a:uLnTx/>
                <a:uFillTx/>
                <a:sym typeface="Trebuchet MS" panose="020B0603020202020204" pitchFamily="34" charset="0"/>
              </a:rPr>
            </a:br>
            <a:r>
              <a:rPr kumimoji="0" lang="en-US" sz="1600" b="0" i="0" u="none" strike="noStrike" kern="1200" cap="none" spc="0" normalizeH="0" baseline="0" noProof="0">
                <a:ln>
                  <a:noFill/>
                </a:ln>
                <a:solidFill>
                  <a:schemeClr val="tx1"/>
                </a:solidFill>
                <a:effectLst/>
                <a:uLnTx/>
                <a:uFillTx/>
                <a:sym typeface="Trebuchet MS" panose="020B0603020202020204" pitchFamily="34" charset="0"/>
              </a:rPr>
              <a:t>authoritative approval</a:t>
            </a:r>
          </a:p>
          <a:p>
            <a:pPr marL="324000" lvl="1" indent="-216000">
              <a:spcAft>
                <a:spcPts val="1200"/>
              </a:spcAft>
              <a:buClr>
                <a:schemeClr val="bg2">
                  <a:lumMod val="50000"/>
                </a:schemeClr>
              </a:buClr>
              <a:buFont typeface="Trebuchet MS" panose="020B0603020202020204" pitchFamily="34" charset="0"/>
              <a:buChar char="•"/>
              <a:defRPr/>
            </a:pPr>
            <a:r>
              <a:rPr lang="en-US" sz="1600">
                <a:solidFill>
                  <a:srgbClr val="7F7F7F"/>
                </a:solidFill>
                <a:sym typeface="Trebuchet MS" panose="020B0603020202020204" pitchFamily="34" charset="0"/>
              </a:rPr>
              <a:t>D</a:t>
            </a:r>
            <a:r>
              <a:rPr kumimoji="0" lang="en-US" sz="1600" b="0" i="0" u="none" strike="noStrike" kern="1200" cap="none" spc="0" normalizeH="0" baseline="0" noProof="0" err="1">
                <a:ln>
                  <a:noFill/>
                </a:ln>
                <a:solidFill>
                  <a:srgbClr val="7F7F7F"/>
                </a:solidFill>
                <a:effectLst/>
                <a:uLnTx/>
                <a:uFillTx/>
                <a:sym typeface="Trebuchet MS" panose="020B0603020202020204" pitchFamily="34" charset="0"/>
              </a:rPr>
              <a:t>etailed</a:t>
            </a:r>
            <a:r>
              <a:rPr kumimoji="0" lang="en-US" sz="1600" b="0" i="0" u="none" strike="noStrike" kern="1200" cap="none" spc="0" normalizeH="0" baseline="0" noProof="0">
                <a:ln>
                  <a:noFill/>
                </a:ln>
                <a:solidFill>
                  <a:srgbClr val="7F7F7F"/>
                </a:solidFill>
                <a:effectLst/>
                <a:uLnTx/>
                <a:uFillTx/>
                <a:sym typeface="Trebuchet MS" panose="020B0603020202020204" pitchFamily="34" charset="0"/>
              </a:rPr>
              <a:t> operational procedure </a:t>
            </a:r>
            <a:r>
              <a:rPr kumimoji="0" lang="en-US" sz="1600" b="0" i="0" u="none" strike="noStrike" kern="1200" cap="none" spc="0" normalizeH="0" baseline="0" noProof="0">
                <a:ln>
                  <a:noFill/>
                </a:ln>
                <a:solidFill>
                  <a:schemeClr val="tx1"/>
                </a:solidFill>
                <a:effectLst/>
                <a:uLnTx/>
                <a:uFillTx/>
                <a:sym typeface="Trebuchet MS" panose="020B0603020202020204" pitchFamily="34" charset="0"/>
              </a:rPr>
              <a:t>or </a:t>
            </a:r>
            <a:r>
              <a:rPr kumimoji="0" lang="en-US" sz="1600" b="0" i="0" u="none" strike="noStrike" kern="1200" cap="none" spc="0" normalizeH="0" baseline="0" noProof="0">
                <a:ln>
                  <a:noFill/>
                </a:ln>
                <a:solidFill>
                  <a:srgbClr val="7F7F7F"/>
                </a:solidFill>
                <a:effectLst/>
                <a:uLnTx/>
                <a:uFillTx/>
                <a:sym typeface="Trebuchet MS" panose="020B0603020202020204" pitchFamily="34" charset="0"/>
              </a:rPr>
              <a:t>manual </a:t>
            </a:r>
          </a:p>
          <a:p>
            <a:pPr marL="324000" lvl="1" indent="-216000">
              <a:spcAft>
                <a:spcPts val="1200"/>
              </a:spcAft>
              <a:buClr>
                <a:schemeClr val="bg2">
                  <a:lumMod val="50000"/>
                </a:schemeClr>
              </a:buClr>
              <a:buFont typeface="Trebuchet MS" panose="020B0603020202020204" pitchFamily="34" charset="0"/>
              <a:buChar char="•"/>
              <a:defRPr/>
            </a:pPr>
            <a:r>
              <a:rPr lang="en-US" sz="1600">
                <a:solidFill>
                  <a:srgbClr val="7F7F7F"/>
                </a:solidFill>
                <a:sym typeface="Trebuchet MS" panose="020B0603020202020204" pitchFamily="34" charset="0"/>
              </a:rPr>
              <a:t>R</a:t>
            </a:r>
            <a:r>
              <a:rPr kumimoji="0" lang="en-US" sz="1600" b="0" i="0" u="none" strike="noStrike" kern="1200" cap="none" spc="0" normalizeH="0" baseline="0" noProof="0" err="1">
                <a:ln>
                  <a:noFill/>
                </a:ln>
                <a:solidFill>
                  <a:srgbClr val="7F7F7F"/>
                </a:solidFill>
                <a:effectLst/>
                <a:uLnTx/>
                <a:uFillTx/>
                <a:sym typeface="Trebuchet MS" panose="020B0603020202020204" pitchFamily="34" charset="0"/>
              </a:rPr>
              <a:t>egulation</a:t>
            </a:r>
            <a:r>
              <a:rPr kumimoji="0" lang="en-US" sz="1600" b="0" i="0" u="none" strike="noStrike" kern="1200" cap="none" spc="0" normalizeH="0" baseline="0" noProof="0">
                <a:ln>
                  <a:noFill/>
                </a:ln>
                <a:solidFill>
                  <a:schemeClr val="tx1"/>
                </a:solidFill>
                <a:effectLst/>
                <a:uLnTx/>
                <a:uFillTx/>
                <a:sym typeface="Trebuchet MS" panose="020B0603020202020204" pitchFamily="34" charset="0"/>
              </a:rPr>
              <a:t> detailing specific compliance mechanisms or penalties</a:t>
            </a:r>
          </a:p>
          <a:p>
            <a:pPr marL="324000" lvl="1" indent="-216000">
              <a:spcAft>
                <a:spcPts val="1200"/>
              </a:spcAft>
              <a:buClr>
                <a:schemeClr val="bg2">
                  <a:lumMod val="50000"/>
                </a:schemeClr>
              </a:buClr>
              <a:buFont typeface="Trebuchet MS" panose="020B0603020202020204" pitchFamily="34" charset="0"/>
              <a:buChar char="•"/>
              <a:defRPr/>
            </a:pPr>
            <a:r>
              <a:rPr lang="en-US" sz="1600">
                <a:solidFill>
                  <a:srgbClr val="7F7F7F"/>
                </a:solidFill>
                <a:sym typeface="Trebuchet MS" panose="020B0603020202020204" pitchFamily="34" charset="0"/>
              </a:rPr>
              <a:t>S</a:t>
            </a:r>
            <a:r>
              <a:rPr kumimoji="0" lang="en-US" sz="1600" b="0" i="0" u="none" strike="noStrike" kern="1200" cap="none" spc="0" normalizeH="0" baseline="0" noProof="0" err="1">
                <a:ln>
                  <a:noFill/>
                </a:ln>
                <a:solidFill>
                  <a:srgbClr val="7F7F7F"/>
                </a:solidFill>
                <a:effectLst/>
                <a:uLnTx/>
                <a:uFillTx/>
                <a:sym typeface="Trebuchet MS" panose="020B0603020202020204" pitchFamily="34" charset="0"/>
              </a:rPr>
              <a:t>tandalone</a:t>
            </a:r>
            <a:r>
              <a:rPr kumimoji="0" lang="en-US" sz="1600" b="0" i="0" u="none" strike="noStrike" kern="1200" cap="none" spc="0" normalizeH="0" baseline="0" noProof="0">
                <a:ln>
                  <a:noFill/>
                </a:ln>
                <a:solidFill>
                  <a:srgbClr val="7F7F7F"/>
                </a:solidFill>
                <a:effectLst/>
                <a:uLnTx/>
                <a:uFillTx/>
                <a:sym typeface="Trebuchet MS" panose="020B0603020202020204" pitchFamily="34" charset="0"/>
              </a:rPr>
              <a:t> vision document </a:t>
            </a:r>
            <a:r>
              <a:rPr kumimoji="0" lang="en-US" sz="1600" b="0" i="0" u="none" strike="noStrike" kern="1200" cap="none" spc="0" normalizeH="0" baseline="0" noProof="0">
                <a:ln>
                  <a:noFill/>
                </a:ln>
                <a:solidFill>
                  <a:schemeClr val="tx1"/>
                </a:solidFill>
                <a:effectLst/>
                <a:uLnTx/>
                <a:uFillTx/>
                <a:sym typeface="Trebuchet MS" panose="020B0603020202020204" pitchFamily="34" charset="0"/>
              </a:rPr>
              <a:t>without formal approval or Royal ratification</a:t>
            </a:r>
          </a:p>
          <a:p>
            <a:pPr marL="324000" lvl="1" indent="-216000">
              <a:spcAft>
                <a:spcPts val="1200"/>
              </a:spcAft>
              <a:buClr>
                <a:schemeClr val="bg2">
                  <a:lumMod val="50000"/>
                </a:schemeClr>
              </a:buClr>
              <a:buFont typeface="Trebuchet MS" panose="020B0603020202020204" pitchFamily="34" charset="0"/>
              <a:buChar char="•"/>
              <a:defRPr/>
            </a:pPr>
            <a:r>
              <a:rPr lang="en-US" sz="1600">
                <a:solidFill>
                  <a:srgbClr val="7F7F7F"/>
                </a:solidFill>
                <a:sym typeface="Trebuchet MS" panose="020B0603020202020204" pitchFamily="34" charset="0"/>
              </a:rPr>
              <a:t>I</a:t>
            </a:r>
            <a:r>
              <a:rPr kumimoji="0" lang="en-US" sz="1600" b="0" i="0" u="none" strike="noStrike" kern="1200" cap="none" spc="0" normalizeH="0" baseline="0" noProof="0" err="1">
                <a:ln>
                  <a:noFill/>
                </a:ln>
                <a:solidFill>
                  <a:srgbClr val="7F7F7F"/>
                </a:solidFill>
                <a:effectLst/>
                <a:uLnTx/>
                <a:uFillTx/>
                <a:sym typeface="Trebuchet MS" panose="020B0603020202020204" pitchFamily="34" charset="0"/>
              </a:rPr>
              <a:t>nternally</a:t>
            </a:r>
            <a:r>
              <a:rPr kumimoji="0" lang="en-US" sz="1600" b="0" i="0" u="none" strike="noStrike" kern="1200" cap="none" spc="0" normalizeH="0" baseline="0" noProof="0">
                <a:ln>
                  <a:noFill/>
                </a:ln>
                <a:solidFill>
                  <a:srgbClr val="7F7F7F"/>
                </a:solidFill>
                <a:effectLst/>
                <a:uLnTx/>
                <a:uFillTx/>
                <a:sym typeface="Trebuchet MS" panose="020B0603020202020204" pitchFamily="34" charset="0"/>
              </a:rPr>
              <a:t> issued guideline in the ministries </a:t>
            </a:r>
            <a:r>
              <a:rPr kumimoji="0" lang="en-US" sz="1600" b="0" i="0" u="none" strike="noStrike" kern="1200" cap="none" spc="0" normalizeH="0" baseline="0" noProof="0">
                <a:ln>
                  <a:noFill/>
                </a:ln>
                <a:solidFill>
                  <a:schemeClr val="tx1"/>
                </a:solidFill>
                <a:effectLst/>
                <a:uLnTx/>
                <a:uFillTx/>
                <a:sym typeface="Trebuchet MS" panose="020B0603020202020204" pitchFamily="34" charset="0"/>
              </a:rPr>
              <a:t>without Council of Ministers approval/Royal endorsement</a:t>
            </a:r>
          </a:p>
        </p:txBody>
      </p:sp>
    </p:spTree>
    <p:extLst>
      <p:ext uri="{BB962C8B-B14F-4D97-AF65-F5344CB8AC3E}">
        <p14:creationId xmlns:p14="http://schemas.microsoft.com/office/powerpoint/2010/main" val="37663193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D2314-0EB4-7F79-8728-E645ADA694DC}"/>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193AF6B-2F66-7EA5-5ACB-62D48CE8BE9F}"/>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4" name="think-cell data - do not delete" hidden="1">
                        <a:extLst>
                          <a:ext uri="{FF2B5EF4-FFF2-40B4-BE49-F238E27FC236}">
                            <a16:creationId xmlns:a16="http://schemas.microsoft.com/office/drawing/2014/main" id="{5193AF6B-2F66-7EA5-5ACB-62D48CE8BE9F}"/>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34" name="ee4pFootnotes">
            <a:extLst>
              <a:ext uri="{FF2B5EF4-FFF2-40B4-BE49-F238E27FC236}">
                <a16:creationId xmlns:a16="http://schemas.microsoft.com/office/drawing/2014/main" id="{A6F27529-BFD6-E6A6-9BA0-A1311650376D}"/>
              </a:ext>
            </a:extLst>
          </p:cNvPr>
          <p:cNvSpPr>
            <a:spLocks noChangeArrowheads="1"/>
          </p:cNvSpPr>
          <p:nvPr/>
        </p:nvSpPr>
        <p:spPr bwMode="auto">
          <a:xfrm>
            <a:off x="3988971" y="6421441"/>
            <a:ext cx="5671942" cy="138499"/>
          </a:xfrm>
          <a:prstGeom prst="rect">
            <a:avLst/>
          </a:prstGeom>
          <a:noFill/>
          <a:ln w="9525" algn="ctr">
            <a:noFill/>
            <a:miter lim="800000"/>
            <a:headEnd type="none" w="lg" len="lg"/>
            <a:tailEnd type="none" w="lg" len="lg"/>
          </a:ln>
        </p:spPr>
        <p:txBody>
          <a:bodyPr vert="horz" wrap="square" lIns="0" tIns="0" rIns="0" bIns="0" anchor="b" anchorCtr="0">
            <a:noAutofit/>
          </a:bodyPr>
          <a:lstStyle/>
          <a:p>
            <a:pPr>
              <a:lnSpc>
                <a:spcPct val="90000"/>
              </a:lnSpc>
            </a:pPr>
            <a:r>
              <a:rPr lang="en-US" sz="1000" dirty="0">
                <a:solidFill>
                  <a:schemeClr val="bg1">
                    <a:lumMod val="50000"/>
                  </a:schemeClr>
                </a:solidFill>
                <a:cs typeface="Arial" pitchFamily="34" charset="0"/>
              </a:rPr>
              <a:t>Source: OECD, desktop research</a:t>
            </a:r>
          </a:p>
        </p:txBody>
      </p:sp>
      <p:sp>
        <p:nvSpPr>
          <p:cNvPr id="12" name="Rectangle 11">
            <a:extLst>
              <a:ext uri="{FF2B5EF4-FFF2-40B4-BE49-F238E27FC236}">
                <a16:creationId xmlns:a16="http://schemas.microsoft.com/office/drawing/2014/main" id="{7A235989-33AB-F26A-25DA-8E01A47808FE}"/>
              </a:ext>
            </a:extLst>
          </p:cNvPr>
          <p:cNvSpPr/>
          <p:nvPr/>
        </p:nvSpPr>
        <p:spPr>
          <a:xfrm>
            <a:off x="0" y="0"/>
            <a:ext cx="7429500" cy="6858000"/>
          </a:xfrm>
          <a:custGeom>
            <a:avLst/>
            <a:gdLst>
              <a:gd name="connsiteX0" fmla="*/ 0 w 8172450"/>
              <a:gd name="connsiteY0" fmla="*/ 0 h 6858000"/>
              <a:gd name="connsiteX1" fmla="*/ 8172450 w 8172450"/>
              <a:gd name="connsiteY1" fmla="*/ 0 h 6858000"/>
              <a:gd name="connsiteX2" fmla="*/ 8172450 w 8172450"/>
              <a:gd name="connsiteY2" fmla="*/ 6858000 h 6858000"/>
              <a:gd name="connsiteX3" fmla="*/ 0 w 8172450"/>
              <a:gd name="connsiteY3" fmla="*/ 6858000 h 6858000"/>
              <a:gd name="connsiteX4" fmla="*/ 0 w 8172450"/>
              <a:gd name="connsiteY4" fmla="*/ 0 h 6858000"/>
              <a:gd name="connsiteX0" fmla="*/ 0 w 8172450"/>
              <a:gd name="connsiteY0" fmla="*/ 0 h 6858000"/>
              <a:gd name="connsiteX1" fmla="*/ 8172450 w 8172450"/>
              <a:gd name="connsiteY1" fmla="*/ 0 h 6858000"/>
              <a:gd name="connsiteX2" fmla="*/ 8172450 w 8172450"/>
              <a:gd name="connsiteY2" fmla="*/ 6858000 h 6858000"/>
              <a:gd name="connsiteX3" fmla="*/ 2828925 w 8172450"/>
              <a:gd name="connsiteY3" fmla="*/ 6858000 h 6858000"/>
              <a:gd name="connsiteX4" fmla="*/ 0 w 8172450"/>
              <a:gd name="connsiteY4" fmla="*/ 6858000 h 6858000"/>
              <a:gd name="connsiteX5" fmla="*/ 0 w 8172450"/>
              <a:gd name="connsiteY5" fmla="*/ 0 h 6858000"/>
              <a:gd name="connsiteX0" fmla="*/ 0 w 8172450"/>
              <a:gd name="connsiteY0" fmla="*/ 0 h 6858000"/>
              <a:gd name="connsiteX1" fmla="*/ 8172450 w 8172450"/>
              <a:gd name="connsiteY1" fmla="*/ 0 h 6858000"/>
              <a:gd name="connsiteX2" fmla="*/ 2828925 w 8172450"/>
              <a:gd name="connsiteY2" fmla="*/ 6858000 h 6858000"/>
              <a:gd name="connsiteX3" fmla="*/ 0 w 8172450"/>
              <a:gd name="connsiteY3" fmla="*/ 6858000 h 6858000"/>
              <a:gd name="connsiteX4" fmla="*/ 0 w 8172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72450" h="6858000">
                <a:moveTo>
                  <a:pt x="0" y="0"/>
                </a:moveTo>
                <a:lnTo>
                  <a:pt x="8172450" y="0"/>
                </a:lnTo>
                <a:lnTo>
                  <a:pt x="2828925" y="6858000"/>
                </a:lnTo>
                <a:lnTo>
                  <a:pt x="0" y="6858000"/>
                </a:lnTo>
                <a:lnTo>
                  <a:pt x="0" y="0"/>
                </a:lnTo>
                <a:close/>
              </a:path>
            </a:pathLst>
          </a:cu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2" name="Title 1">
            <a:extLst>
              <a:ext uri="{FF2B5EF4-FFF2-40B4-BE49-F238E27FC236}">
                <a16:creationId xmlns:a16="http://schemas.microsoft.com/office/drawing/2014/main" id="{CC96B4CB-AC05-20B6-AB32-CD95E5AE46C3}"/>
              </a:ext>
            </a:extLst>
          </p:cNvPr>
          <p:cNvSpPr>
            <a:spLocks noGrp="1"/>
          </p:cNvSpPr>
          <p:nvPr>
            <p:ph type="title"/>
          </p:nvPr>
        </p:nvSpPr>
        <p:spPr>
          <a:xfrm>
            <a:off x="630000" y="1527208"/>
            <a:ext cx="4261177" cy="1772793"/>
          </a:xfrm>
        </p:spPr>
        <p:txBody>
          <a:bodyPr vert="horz"/>
          <a:lstStyle/>
          <a:p>
            <a:r>
              <a:rPr lang="en-US" dirty="0">
                <a:solidFill>
                  <a:srgbClr val="FFFFFF"/>
                </a:solidFill>
              </a:rPr>
              <a:t>Best practices for policy development follow 5 guiding principles</a:t>
            </a:r>
          </a:p>
        </p:txBody>
      </p:sp>
      <p:sp>
        <p:nvSpPr>
          <p:cNvPr id="66" name="ee4pContent1">
            <a:extLst>
              <a:ext uri="{FF2B5EF4-FFF2-40B4-BE49-F238E27FC236}">
                <a16:creationId xmlns:a16="http://schemas.microsoft.com/office/drawing/2014/main" id="{3A705AFC-DEFA-18B3-7205-9BB6BFD24ADF}"/>
              </a:ext>
            </a:extLst>
          </p:cNvPr>
          <p:cNvSpPr txBox="1"/>
          <p:nvPr/>
        </p:nvSpPr>
        <p:spPr>
          <a:xfrm>
            <a:off x="7258050" y="612497"/>
            <a:ext cx="4305299" cy="1107996"/>
          </a:xfrm>
          <a:prstGeom prst="rect">
            <a:avLst/>
          </a:prstGeom>
          <a:ln cap="rnd">
            <a:noFill/>
          </a:ln>
        </p:spPr>
        <p:txBody>
          <a:bodyPr vert="horz" wrap="square" lIns="0" tIns="0" rIns="0" bIns="0" rtlCol="0" anchor="ctr">
            <a:noAutofit/>
          </a:bodyPr>
          <a:lstStyle>
            <a:lvl1pPr lvl="0" indent="0">
              <a:lnSpc>
                <a:spcPct val="100000"/>
              </a:lnSpc>
              <a:spcBef>
                <a:spcPts val="0"/>
              </a:spcBef>
              <a:spcAft>
                <a:spcPts val="0"/>
              </a:spcAft>
              <a:buFont typeface="Trebuchet MS" panose="020B0603020202020204" pitchFamily="34" charset="0"/>
              <a:buChar char="​"/>
              <a:defRPr sz="2000">
                <a:latin typeface="Trebuchet MS" panose="020B0603020202020204" pitchFamily="34" charset="0"/>
                <a:sym typeface="Trebuchet MS" panose="020B0603020202020204" pitchFamily="34" charset="0"/>
              </a:defRPr>
            </a:lvl1pPr>
            <a:lvl2pPr marL="324000" lvl="1" indent="-216000">
              <a:lnSpc>
                <a:spcPct val="100000"/>
              </a:lnSpc>
              <a:spcBef>
                <a:spcPts val="0"/>
              </a:spcBef>
              <a:spcAft>
                <a:spcPts val="0"/>
              </a:spcAft>
              <a:buClr>
                <a:schemeClr val="tx2"/>
              </a:buClr>
              <a:buFont typeface="Trebuchet MS" panose="020B0603020202020204" pitchFamily="34" charset="0"/>
              <a:buChar char="•"/>
              <a:defRPr sz="2000">
                <a:latin typeface="Trebuchet MS" panose="020B0603020202020204" pitchFamily="34" charset="0"/>
                <a:sym typeface="Trebuchet MS" panose="020B0603020202020204" pitchFamily="34" charset="0"/>
              </a:defRPr>
            </a:lvl2pPr>
            <a:lvl3pPr marL="648000" lvl="2" indent="-216000">
              <a:lnSpc>
                <a:spcPct val="100000"/>
              </a:lnSpc>
              <a:spcBef>
                <a:spcPts val="0"/>
              </a:spcBef>
              <a:spcAft>
                <a:spcPts val="0"/>
              </a:spcAft>
              <a:buClr>
                <a:schemeClr val="tx2"/>
              </a:buClr>
              <a:buFont typeface="Trebuchet MS" panose="020B0603020202020204" pitchFamily="34" charset="0"/>
              <a:buChar char="–"/>
              <a:defRPr sz="2000">
                <a:latin typeface="Trebuchet MS" panose="020B0603020202020204" pitchFamily="34" charset="0"/>
                <a:sym typeface="Trebuchet MS" panose="020B0603020202020204" pitchFamily="34" charset="0"/>
              </a:defRPr>
            </a:lvl3pPr>
            <a:lvl4pPr marL="0" lvl="3" indent="0">
              <a:lnSpc>
                <a:spcPct val="100000"/>
              </a:lnSpc>
              <a:spcBef>
                <a:spcPts val="0"/>
              </a:spcBef>
              <a:spcAft>
                <a:spcPts val="0"/>
              </a:spcAft>
              <a:buClr>
                <a:schemeClr val="tx2"/>
              </a:buClr>
              <a:buFont typeface="Trebuchet MS" panose="020B0603020202020204" pitchFamily="34" charset="0"/>
              <a:buChar char="​"/>
              <a:defRPr sz="2400">
                <a:solidFill>
                  <a:schemeClr val="tx2"/>
                </a:solidFill>
                <a:latin typeface="Trebuchet MS" panose="020B0603020202020204" pitchFamily="34" charset="0"/>
                <a:sym typeface="Trebuchet MS" panose="020B0603020202020204" pitchFamily="34" charset="0"/>
              </a:defRPr>
            </a:lvl4pPr>
            <a:lvl5pPr marL="0" lvl="4" indent="0">
              <a:lnSpc>
                <a:spcPct val="100000"/>
              </a:lnSpc>
              <a:spcBef>
                <a:spcPts val="0"/>
              </a:spcBef>
              <a:spcAft>
                <a:spcPts val="0"/>
              </a:spcAft>
              <a:buClrTx/>
              <a:buFont typeface="Trebuchet MS" panose="020B0603020202020204" pitchFamily="34" charset="0"/>
              <a:buChar char="​"/>
              <a:defRPr sz="2400" b="1">
                <a:latin typeface="Trebuchet MS" panose="020B0603020202020204" pitchFamily="34" charset="0"/>
                <a:sym typeface="Trebuchet MS" panose="020B0603020202020204" pitchFamily="34" charset="0"/>
              </a:defRPr>
            </a:lvl5pPr>
            <a:lvl6pPr marL="324000" lvl="5" indent="-216000">
              <a:lnSpc>
                <a:spcPct val="100000"/>
              </a:lnSpc>
              <a:spcBef>
                <a:spcPts val="0"/>
              </a:spcBef>
              <a:spcAft>
                <a:spcPts val="0"/>
              </a:spcAft>
              <a:buClr>
                <a:schemeClr val="tx2"/>
              </a:buClr>
              <a:buFont typeface="Trebuchet MS" panose="020B0603020202020204" pitchFamily="34" charset="0"/>
              <a:buChar char="•"/>
              <a:defRPr sz="2400">
                <a:latin typeface="Trebuchet MS" panose="020B0603020202020204" pitchFamily="34" charset="0"/>
                <a:sym typeface="Trebuchet MS" panose="020B0603020202020204" pitchFamily="34" charset="0"/>
              </a:defRPr>
            </a:lvl6pPr>
            <a:lvl7pPr marL="0" lvl="6" indent="0">
              <a:lnSpc>
                <a:spcPct val="100000"/>
              </a:lnSpc>
              <a:spcBef>
                <a:spcPts val="0"/>
              </a:spcBef>
              <a:spcAft>
                <a:spcPts val="0"/>
              </a:spcAft>
              <a:buFont typeface="Trebuchet MS" panose="020B0603020202020204" pitchFamily="34" charset="0"/>
              <a:buChar char="​"/>
              <a:defRPr sz="5400" baseline="0">
                <a:latin typeface="Trebuchet MS" panose="020B0603020202020204" pitchFamily="34" charset="0"/>
                <a:sym typeface="Trebuchet MS" panose="020B0603020202020204" pitchFamily="34" charset="0"/>
              </a:defRPr>
            </a:lvl7pPr>
            <a:lvl8pPr marL="0" lvl="7" indent="0">
              <a:lnSpc>
                <a:spcPct val="100000"/>
              </a:lnSpc>
              <a:spcBef>
                <a:spcPts val="0"/>
              </a:spcBef>
              <a:spcAft>
                <a:spcPts val="0"/>
              </a:spcAft>
              <a:buFont typeface="Trebuchet MS" panose="020B0603020202020204" pitchFamily="34" charset="0"/>
              <a:buChar char="​"/>
              <a:defRPr sz="6600">
                <a:solidFill>
                  <a:schemeClr val="tx2"/>
                </a:solidFill>
                <a:latin typeface="Trebuchet MS" panose="020B0603020202020204" pitchFamily="34" charset="0"/>
                <a:sym typeface="Trebuchet MS" panose="020B0603020202020204" pitchFamily="34" charset="0"/>
              </a:defRPr>
            </a:lvl8pPr>
            <a:lvl9pPr marL="0" lvl="8" indent="0">
              <a:lnSpc>
                <a:spcPct val="100000"/>
              </a:lnSpc>
              <a:spcBef>
                <a:spcPts val="0"/>
              </a:spcBef>
              <a:spcAft>
                <a:spcPts val="0"/>
              </a:spcAft>
              <a:buFont typeface="Trebuchet MS" panose="020B0603020202020204" pitchFamily="34" charset="0"/>
              <a:buChar char="​"/>
              <a:defRPr sz="4400">
                <a:solidFill>
                  <a:schemeClr val="tx2"/>
                </a:solidFill>
                <a:latin typeface="Trebuchet MS" panose="020B0603020202020204" pitchFamily="34" charset="0"/>
                <a:sym typeface="Trebuchet MS" panose="020B0603020202020204" pitchFamily="34" charset="0"/>
              </a:defRPr>
            </a:lvl9pPr>
          </a:lstStyle>
          <a:p>
            <a:pPr>
              <a:buClr>
                <a:srgbClr val="006C67"/>
              </a:buClr>
              <a:buFont typeface="Trebuchet MS" panose="020B0603020202020204" pitchFamily="34" charset="0"/>
              <a:buChar char="​"/>
              <a:defRPr/>
            </a:pPr>
            <a:r>
              <a:rPr lang="en-US" sz="1800" dirty="0">
                <a:solidFill>
                  <a:schemeClr val="tx2"/>
                </a:solidFill>
                <a:latin typeface="+mn-lt"/>
              </a:rPr>
              <a:t>Process, responsibilities </a:t>
            </a:r>
            <a:r>
              <a:rPr lang="en-US" sz="1800" dirty="0">
                <a:solidFill>
                  <a:srgbClr val="000000"/>
                </a:solidFill>
                <a:latin typeface="+mn-lt"/>
              </a:rPr>
              <a:t>and </a:t>
            </a:r>
            <a:r>
              <a:rPr lang="en-US" sz="1800" dirty="0">
                <a:solidFill>
                  <a:schemeClr val="tx2"/>
                </a:solidFill>
                <a:latin typeface="+mn-lt"/>
              </a:rPr>
              <a:t>timelines</a:t>
            </a:r>
            <a:br>
              <a:rPr lang="en-US" sz="1800" dirty="0">
                <a:solidFill>
                  <a:schemeClr val="tx2"/>
                </a:solidFill>
                <a:latin typeface="+mn-lt"/>
              </a:rPr>
            </a:br>
            <a:r>
              <a:rPr lang="en-US" sz="1800" dirty="0">
                <a:solidFill>
                  <a:schemeClr val="tx2"/>
                </a:solidFill>
                <a:latin typeface="+mn-lt"/>
              </a:rPr>
              <a:t>of policy development </a:t>
            </a:r>
            <a:r>
              <a:rPr lang="en-US" sz="1800" dirty="0">
                <a:solidFill>
                  <a:srgbClr val="000000"/>
                </a:solidFill>
                <a:latin typeface="+mn-lt"/>
              </a:rPr>
              <a:t>should be</a:t>
            </a:r>
            <a:br>
              <a:rPr lang="en-US" sz="1800" dirty="0">
                <a:solidFill>
                  <a:srgbClr val="000000"/>
                </a:solidFill>
                <a:latin typeface="+mn-lt"/>
              </a:rPr>
            </a:br>
            <a:r>
              <a:rPr lang="en-US" sz="1800" dirty="0">
                <a:solidFill>
                  <a:srgbClr val="000000"/>
                </a:solidFill>
                <a:latin typeface="+mn-lt"/>
              </a:rPr>
              <a:t>clearly defined and transparently communicated to the organization</a:t>
            </a:r>
          </a:p>
        </p:txBody>
      </p:sp>
      <p:sp>
        <p:nvSpPr>
          <p:cNvPr id="67" name="ee4pContent1">
            <a:extLst>
              <a:ext uri="{FF2B5EF4-FFF2-40B4-BE49-F238E27FC236}">
                <a16:creationId xmlns:a16="http://schemas.microsoft.com/office/drawing/2014/main" id="{39C6F0BD-E33E-4F4A-E807-2F371D3A345B}"/>
              </a:ext>
            </a:extLst>
          </p:cNvPr>
          <p:cNvSpPr txBox="1"/>
          <p:nvPr/>
        </p:nvSpPr>
        <p:spPr>
          <a:xfrm>
            <a:off x="6440780" y="1773017"/>
            <a:ext cx="5122569" cy="1107996"/>
          </a:xfrm>
          <a:prstGeom prst="rect">
            <a:avLst/>
          </a:prstGeom>
          <a:ln cap="rnd">
            <a:noFill/>
          </a:ln>
        </p:spPr>
        <p:txBody>
          <a:bodyPr vert="horz" wrap="square" lIns="0" tIns="0" rIns="0" bIns="0" rtlCol="0" anchor="ctr">
            <a:noAutofit/>
          </a:bodyPr>
          <a:lstStyle>
            <a:lvl1pPr lvl="0" indent="0">
              <a:lnSpc>
                <a:spcPct val="100000"/>
              </a:lnSpc>
              <a:spcBef>
                <a:spcPts val="0"/>
              </a:spcBef>
              <a:spcAft>
                <a:spcPts val="0"/>
              </a:spcAft>
              <a:buFont typeface="Trebuchet MS" panose="020B0603020202020204" pitchFamily="34" charset="0"/>
              <a:buChar char="​"/>
              <a:defRPr sz="2000">
                <a:latin typeface="Trebuchet MS" panose="020B0603020202020204" pitchFamily="34" charset="0"/>
                <a:sym typeface="Trebuchet MS" panose="020B0603020202020204" pitchFamily="34" charset="0"/>
              </a:defRPr>
            </a:lvl1pPr>
            <a:lvl2pPr marL="324000" lvl="1" indent="-216000">
              <a:lnSpc>
                <a:spcPct val="100000"/>
              </a:lnSpc>
              <a:spcBef>
                <a:spcPts val="0"/>
              </a:spcBef>
              <a:spcAft>
                <a:spcPts val="0"/>
              </a:spcAft>
              <a:buClr>
                <a:schemeClr val="tx2"/>
              </a:buClr>
              <a:buFont typeface="Trebuchet MS" panose="020B0603020202020204" pitchFamily="34" charset="0"/>
              <a:buChar char="•"/>
              <a:defRPr sz="2000">
                <a:latin typeface="Trebuchet MS" panose="020B0603020202020204" pitchFamily="34" charset="0"/>
                <a:sym typeface="Trebuchet MS" panose="020B0603020202020204" pitchFamily="34" charset="0"/>
              </a:defRPr>
            </a:lvl2pPr>
            <a:lvl3pPr marL="648000" lvl="2" indent="-216000">
              <a:lnSpc>
                <a:spcPct val="100000"/>
              </a:lnSpc>
              <a:spcBef>
                <a:spcPts val="0"/>
              </a:spcBef>
              <a:spcAft>
                <a:spcPts val="0"/>
              </a:spcAft>
              <a:buClr>
                <a:schemeClr val="tx2"/>
              </a:buClr>
              <a:buFont typeface="Trebuchet MS" panose="020B0603020202020204" pitchFamily="34" charset="0"/>
              <a:buChar char="–"/>
              <a:defRPr sz="2000">
                <a:latin typeface="Trebuchet MS" panose="020B0603020202020204" pitchFamily="34" charset="0"/>
                <a:sym typeface="Trebuchet MS" panose="020B0603020202020204" pitchFamily="34" charset="0"/>
              </a:defRPr>
            </a:lvl3pPr>
            <a:lvl4pPr marL="0" lvl="3" indent="0">
              <a:lnSpc>
                <a:spcPct val="100000"/>
              </a:lnSpc>
              <a:spcBef>
                <a:spcPts val="0"/>
              </a:spcBef>
              <a:spcAft>
                <a:spcPts val="0"/>
              </a:spcAft>
              <a:buClr>
                <a:schemeClr val="tx2"/>
              </a:buClr>
              <a:buFont typeface="Trebuchet MS" panose="020B0603020202020204" pitchFamily="34" charset="0"/>
              <a:buChar char="​"/>
              <a:defRPr sz="2400">
                <a:solidFill>
                  <a:schemeClr val="tx2"/>
                </a:solidFill>
                <a:latin typeface="Trebuchet MS" panose="020B0603020202020204" pitchFamily="34" charset="0"/>
                <a:sym typeface="Trebuchet MS" panose="020B0603020202020204" pitchFamily="34" charset="0"/>
              </a:defRPr>
            </a:lvl4pPr>
            <a:lvl5pPr marL="0" lvl="4" indent="0">
              <a:lnSpc>
                <a:spcPct val="100000"/>
              </a:lnSpc>
              <a:spcBef>
                <a:spcPts val="0"/>
              </a:spcBef>
              <a:spcAft>
                <a:spcPts val="0"/>
              </a:spcAft>
              <a:buClrTx/>
              <a:buFont typeface="Trebuchet MS" panose="020B0603020202020204" pitchFamily="34" charset="0"/>
              <a:buChar char="​"/>
              <a:defRPr sz="2400" b="1">
                <a:latin typeface="Trebuchet MS" panose="020B0603020202020204" pitchFamily="34" charset="0"/>
                <a:sym typeface="Trebuchet MS" panose="020B0603020202020204" pitchFamily="34" charset="0"/>
              </a:defRPr>
            </a:lvl5pPr>
            <a:lvl6pPr marL="324000" lvl="5" indent="-216000">
              <a:lnSpc>
                <a:spcPct val="100000"/>
              </a:lnSpc>
              <a:spcBef>
                <a:spcPts val="0"/>
              </a:spcBef>
              <a:spcAft>
                <a:spcPts val="0"/>
              </a:spcAft>
              <a:buClr>
                <a:schemeClr val="tx2"/>
              </a:buClr>
              <a:buFont typeface="Trebuchet MS" panose="020B0603020202020204" pitchFamily="34" charset="0"/>
              <a:buChar char="•"/>
              <a:defRPr sz="2400">
                <a:latin typeface="Trebuchet MS" panose="020B0603020202020204" pitchFamily="34" charset="0"/>
                <a:sym typeface="Trebuchet MS" panose="020B0603020202020204" pitchFamily="34" charset="0"/>
              </a:defRPr>
            </a:lvl6pPr>
            <a:lvl7pPr marL="0" lvl="6" indent="0">
              <a:lnSpc>
                <a:spcPct val="100000"/>
              </a:lnSpc>
              <a:spcBef>
                <a:spcPts val="0"/>
              </a:spcBef>
              <a:spcAft>
                <a:spcPts val="0"/>
              </a:spcAft>
              <a:buFont typeface="Trebuchet MS" panose="020B0603020202020204" pitchFamily="34" charset="0"/>
              <a:buChar char="​"/>
              <a:defRPr sz="5400" baseline="0">
                <a:latin typeface="Trebuchet MS" panose="020B0603020202020204" pitchFamily="34" charset="0"/>
                <a:sym typeface="Trebuchet MS" panose="020B0603020202020204" pitchFamily="34" charset="0"/>
              </a:defRPr>
            </a:lvl7pPr>
            <a:lvl8pPr marL="0" lvl="7" indent="0">
              <a:lnSpc>
                <a:spcPct val="100000"/>
              </a:lnSpc>
              <a:spcBef>
                <a:spcPts val="0"/>
              </a:spcBef>
              <a:spcAft>
                <a:spcPts val="0"/>
              </a:spcAft>
              <a:buFont typeface="Trebuchet MS" panose="020B0603020202020204" pitchFamily="34" charset="0"/>
              <a:buChar char="​"/>
              <a:defRPr sz="6600">
                <a:solidFill>
                  <a:schemeClr val="tx2"/>
                </a:solidFill>
                <a:latin typeface="Trebuchet MS" panose="020B0603020202020204" pitchFamily="34" charset="0"/>
                <a:sym typeface="Trebuchet MS" panose="020B0603020202020204" pitchFamily="34" charset="0"/>
              </a:defRPr>
            </a:lvl8pPr>
            <a:lvl9pPr marL="0" lvl="8" indent="0">
              <a:lnSpc>
                <a:spcPct val="100000"/>
              </a:lnSpc>
              <a:spcBef>
                <a:spcPts val="0"/>
              </a:spcBef>
              <a:spcAft>
                <a:spcPts val="0"/>
              </a:spcAft>
              <a:buFont typeface="Trebuchet MS" panose="020B0603020202020204" pitchFamily="34" charset="0"/>
              <a:buChar char="​"/>
              <a:defRPr sz="4400">
                <a:solidFill>
                  <a:schemeClr val="tx2"/>
                </a:solidFill>
                <a:latin typeface="Trebuchet MS" panose="020B0603020202020204" pitchFamily="34" charset="0"/>
                <a:sym typeface="Trebuchet MS" panose="020B0603020202020204" pitchFamily="34" charset="0"/>
              </a:defRPr>
            </a:lvl9pPr>
          </a:lstStyle>
          <a:p>
            <a:pPr>
              <a:buClr>
                <a:srgbClr val="006C67"/>
              </a:buClr>
              <a:buFont typeface="Trebuchet MS" panose="020B0603020202020204" pitchFamily="34" charset="0"/>
              <a:buChar char="​"/>
              <a:defRPr/>
            </a:pPr>
            <a:r>
              <a:rPr lang="en-US" sz="1800" dirty="0">
                <a:solidFill>
                  <a:schemeClr val="tx2"/>
                </a:solidFill>
                <a:latin typeface="+mn-lt"/>
              </a:rPr>
              <a:t>Stakeholders should be engaged early </a:t>
            </a:r>
            <a:r>
              <a:rPr lang="en-US" sz="1800" dirty="0">
                <a:latin typeface="+mn-lt"/>
              </a:rPr>
              <a:t>and</a:t>
            </a:r>
            <a:br>
              <a:rPr lang="en-US" sz="1800" dirty="0">
                <a:latin typeface="+mn-lt"/>
              </a:rPr>
            </a:br>
            <a:r>
              <a:rPr lang="en-US" sz="1800" dirty="0">
                <a:latin typeface="+mn-lt"/>
              </a:rPr>
              <a:t>their feedback considered to drive quality</a:t>
            </a:r>
            <a:br>
              <a:rPr lang="en-US" sz="1800" dirty="0">
                <a:latin typeface="+mn-lt"/>
              </a:rPr>
            </a:br>
            <a:r>
              <a:rPr lang="en-US" sz="1800" dirty="0">
                <a:latin typeface="+mn-lt"/>
              </a:rPr>
              <a:t>and legitimacy of the policy</a:t>
            </a:r>
          </a:p>
        </p:txBody>
      </p:sp>
      <p:sp>
        <p:nvSpPr>
          <p:cNvPr id="68" name="ee4pContent1">
            <a:extLst>
              <a:ext uri="{FF2B5EF4-FFF2-40B4-BE49-F238E27FC236}">
                <a16:creationId xmlns:a16="http://schemas.microsoft.com/office/drawing/2014/main" id="{39252678-B3C2-4BB8-AA89-AE4F45E25669}"/>
              </a:ext>
            </a:extLst>
          </p:cNvPr>
          <p:cNvSpPr txBox="1"/>
          <p:nvPr/>
        </p:nvSpPr>
        <p:spPr>
          <a:xfrm>
            <a:off x="5623511" y="2933537"/>
            <a:ext cx="5939838" cy="1107996"/>
          </a:xfrm>
          <a:prstGeom prst="rect">
            <a:avLst/>
          </a:prstGeom>
          <a:ln cap="rnd">
            <a:noFill/>
          </a:ln>
        </p:spPr>
        <p:txBody>
          <a:bodyPr vert="horz" wrap="square" lIns="0" tIns="0" rIns="0" bIns="0" rtlCol="0" anchor="ctr">
            <a:noAutofit/>
          </a:bodyPr>
          <a:lstStyle>
            <a:lvl1pPr lvl="0" indent="0">
              <a:lnSpc>
                <a:spcPct val="100000"/>
              </a:lnSpc>
              <a:spcBef>
                <a:spcPts val="0"/>
              </a:spcBef>
              <a:spcAft>
                <a:spcPts val="0"/>
              </a:spcAft>
              <a:buFont typeface="Trebuchet MS" panose="020B0603020202020204" pitchFamily="34" charset="0"/>
              <a:buChar char="​"/>
              <a:defRPr sz="2000">
                <a:latin typeface="Trebuchet MS" panose="020B0603020202020204" pitchFamily="34" charset="0"/>
                <a:sym typeface="Trebuchet MS" panose="020B0603020202020204" pitchFamily="34" charset="0"/>
              </a:defRPr>
            </a:lvl1pPr>
            <a:lvl2pPr marL="324000" lvl="1" indent="-216000">
              <a:lnSpc>
                <a:spcPct val="100000"/>
              </a:lnSpc>
              <a:spcBef>
                <a:spcPts val="0"/>
              </a:spcBef>
              <a:spcAft>
                <a:spcPts val="0"/>
              </a:spcAft>
              <a:buClr>
                <a:schemeClr val="tx2"/>
              </a:buClr>
              <a:buFont typeface="Trebuchet MS" panose="020B0603020202020204" pitchFamily="34" charset="0"/>
              <a:buChar char="•"/>
              <a:defRPr sz="2000">
                <a:latin typeface="Trebuchet MS" panose="020B0603020202020204" pitchFamily="34" charset="0"/>
                <a:sym typeface="Trebuchet MS" panose="020B0603020202020204" pitchFamily="34" charset="0"/>
              </a:defRPr>
            </a:lvl2pPr>
            <a:lvl3pPr marL="648000" lvl="2" indent="-216000">
              <a:lnSpc>
                <a:spcPct val="100000"/>
              </a:lnSpc>
              <a:spcBef>
                <a:spcPts val="0"/>
              </a:spcBef>
              <a:spcAft>
                <a:spcPts val="0"/>
              </a:spcAft>
              <a:buClr>
                <a:schemeClr val="tx2"/>
              </a:buClr>
              <a:buFont typeface="Trebuchet MS" panose="020B0603020202020204" pitchFamily="34" charset="0"/>
              <a:buChar char="–"/>
              <a:defRPr sz="2000">
                <a:latin typeface="Trebuchet MS" panose="020B0603020202020204" pitchFamily="34" charset="0"/>
                <a:sym typeface="Trebuchet MS" panose="020B0603020202020204" pitchFamily="34" charset="0"/>
              </a:defRPr>
            </a:lvl3pPr>
            <a:lvl4pPr marL="0" lvl="3" indent="0">
              <a:lnSpc>
                <a:spcPct val="100000"/>
              </a:lnSpc>
              <a:spcBef>
                <a:spcPts val="0"/>
              </a:spcBef>
              <a:spcAft>
                <a:spcPts val="0"/>
              </a:spcAft>
              <a:buClr>
                <a:schemeClr val="tx2"/>
              </a:buClr>
              <a:buFont typeface="Trebuchet MS" panose="020B0603020202020204" pitchFamily="34" charset="0"/>
              <a:buChar char="​"/>
              <a:defRPr sz="2400">
                <a:solidFill>
                  <a:schemeClr val="tx2"/>
                </a:solidFill>
                <a:latin typeface="Trebuchet MS" panose="020B0603020202020204" pitchFamily="34" charset="0"/>
                <a:sym typeface="Trebuchet MS" panose="020B0603020202020204" pitchFamily="34" charset="0"/>
              </a:defRPr>
            </a:lvl4pPr>
            <a:lvl5pPr marL="0" lvl="4" indent="0">
              <a:lnSpc>
                <a:spcPct val="100000"/>
              </a:lnSpc>
              <a:spcBef>
                <a:spcPts val="0"/>
              </a:spcBef>
              <a:spcAft>
                <a:spcPts val="0"/>
              </a:spcAft>
              <a:buClrTx/>
              <a:buFont typeface="Trebuchet MS" panose="020B0603020202020204" pitchFamily="34" charset="0"/>
              <a:buChar char="​"/>
              <a:defRPr sz="2400" b="1">
                <a:latin typeface="Trebuchet MS" panose="020B0603020202020204" pitchFamily="34" charset="0"/>
                <a:sym typeface="Trebuchet MS" panose="020B0603020202020204" pitchFamily="34" charset="0"/>
              </a:defRPr>
            </a:lvl5pPr>
            <a:lvl6pPr marL="324000" lvl="5" indent="-216000">
              <a:lnSpc>
                <a:spcPct val="100000"/>
              </a:lnSpc>
              <a:spcBef>
                <a:spcPts val="0"/>
              </a:spcBef>
              <a:spcAft>
                <a:spcPts val="0"/>
              </a:spcAft>
              <a:buClr>
                <a:schemeClr val="tx2"/>
              </a:buClr>
              <a:buFont typeface="Trebuchet MS" panose="020B0603020202020204" pitchFamily="34" charset="0"/>
              <a:buChar char="•"/>
              <a:defRPr sz="2400">
                <a:latin typeface="Trebuchet MS" panose="020B0603020202020204" pitchFamily="34" charset="0"/>
                <a:sym typeface="Trebuchet MS" panose="020B0603020202020204" pitchFamily="34" charset="0"/>
              </a:defRPr>
            </a:lvl6pPr>
            <a:lvl7pPr marL="0" lvl="6" indent="0">
              <a:lnSpc>
                <a:spcPct val="100000"/>
              </a:lnSpc>
              <a:spcBef>
                <a:spcPts val="0"/>
              </a:spcBef>
              <a:spcAft>
                <a:spcPts val="0"/>
              </a:spcAft>
              <a:buFont typeface="Trebuchet MS" panose="020B0603020202020204" pitchFamily="34" charset="0"/>
              <a:buChar char="​"/>
              <a:defRPr sz="5400" baseline="0">
                <a:latin typeface="Trebuchet MS" panose="020B0603020202020204" pitchFamily="34" charset="0"/>
                <a:sym typeface="Trebuchet MS" panose="020B0603020202020204" pitchFamily="34" charset="0"/>
              </a:defRPr>
            </a:lvl7pPr>
            <a:lvl8pPr marL="0" lvl="7" indent="0">
              <a:lnSpc>
                <a:spcPct val="100000"/>
              </a:lnSpc>
              <a:spcBef>
                <a:spcPts val="0"/>
              </a:spcBef>
              <a:spcAft>
                <a:spcPts val="0"/>
              </a:spcAft>
              <a:buFont typeface="Trebuchet MS" panose="020B0603020202020204" pitchFamily="34" charset="0"/>
              <a:buChar char="​"/>
              <a:defRPr sz="6600">
                <a:solidFill>
                  <a:schemeClr val="tx2"/>
                </a:solidFill>
                <a:latin typeface="Trebuchet MS" panose="020B0603020202020204" pitchFamily="34" charset="0"/>
                <a:sym typeface="Trebuchet MS" panose="020B0603020202020204" pitchFamily="34" charset="0"/>
              </a:defRPr>
            </a:lvl8pPr>
            <a:lvl9pPr marL="0" lvl="8" indent="0">
              <a:lnSpc>
                <a:spcPct val="100000"/>
              </a:lnSpc>
              <a:spcBef>
                <a:spcPts val="0"/>
              </a:spcBef>
              <a:spcAft>
                <a:spcPts val="0"/>
              </a:spcAft>
              <a:buFont typeface="Trebuchet MS" panose="020B0603020202020204" pitchFamily="34" charset="0"/>
              <a:buChar char="​"/>
              <a:defRPr sz="4400">
                <a:solidFill>
                  <a:schemeClr val="tx2"/>
                </a:solidFill>
                <a:latin typeface="Trebuchet MS" panose="020B0603020202020204" pitchFamily="34" charset="0"/>
                <a:sym typeface="Trebuchet MS" panose="020B0603020202020204" pitchFamily="34" charset="0"/>
              </a:defRPr>
            </a:lvl9pPr>
          </a:lstStyle>
          <a:p>
            <a:pPr>
              <a:buClr>
                <a:srgbClr val="006C67"/>
              </a:buClr>
              <a:buFont typeface="Trebuchet MS" panose="020B0603020202020204" pitchFamily="34" charset="0"/>
              <a:buChar char="​"/>
              <a:defRPr/>
            </a:pPr>
            <a:r>
              <a:rPr lang="en-US" sz="1800" dirty="0">
                <a:solidFill>
                  <a:schemeClr val="tx2"/>
                </a:solidFill>
                <a:latin typeface="+mn-lt"/>
              </a:rPr>
              <a:t>Policies should be aligned among them </a:t>
            </a:r>
            <a:r>
              <a:rPr lang="en-US" sz="1800" dirty="0">
                <a:latin typeface="+mn-lt"/>
              </a:rPr>
              <a:t>to avoid regulatory conflicts and potential implementation issues </a:t>
            </a:r>
          </a:p>
        </p:txBody>
      </p:sp>
      <p:sp>
        <p:nvSpPr>
          <p:cNvPr id="73" name="ee4pContent1">
            <a:extLst>
              <a:ext uri="{FF2B5EF4-FFF2-40B4-BE49-F238E27FC236}">
                <a16:creationId xmlns:a16="http://schemas.microsoft.com/office/drawing/2014/main" id="{E55F9D47-15B3-4378-2DE9-539EBC0D72C7}"/>
              </a:ext>
            </a:extLst>
          </p:cNvPr>
          <p:cNvSpPr txBox="1"/>
          <p:nvPr/>
        </p:nvSpPr>
        <p:spPr>
          <a:xfrm>
            <a:off x="4806242" y="4094057"/>
            <a:ext cx="6757109" cy="1107996"/>
          </a:xfrm>
          <a:prstGeom prst="rect">
            <a:avLst/>
          </a:prstGeom>
          <a:ln cap="rnd">
            <a:noFill/>
          </a:ln>
        </p:spPr>
        <p:txBody>
          <a:bodyPr vert="horz" wrap="square" lIns="0" tIns="0" rIns="0" bIns="0" rtlCol="0" anchor="ctr">
            <a:noAutofit/>
          </a:bodyPr>
          <a:lstStyle>
            <a:lvl1pPr lvl="0" indent="0">
              <a:lnSpc>
                <a:spcPct val="100000"/>
              </a:lnSpc>
              <a:spcBef>
                <a:spcPts val="0"/>
              </a:spcBef>
              <a:spcAft>
                <a:spcPts val="0"/>
              </a:spcAft>
              <a:buFont typeface="Trebuchet MS" panose="020B0603020202020204" pitchFamily="34" charset="0"/>
              <a:buChar char="​"/>
              <a:defRPr sz="2000">
                <a:latin typeface="Trebuchet MS" panose="020B0603020202020204" pitchFamily="34" charset="0"/>
                <a:sym typeface="Trebuchet MS" panose="020B0603020202020204" pitchFamily="34" charset="0"/>
              </a:defRPr>
            </a:lvl1pPr>
            <a:lvl2pPr marL="324000" lvl="1" indent="-216000">
              <a:lnSpc>
                <a:spcPct val="100000"/>
              </a:lnSpc>
              <a:spcBef>
                <a:spcPts val="0"/>
              </a:spcBef>
              <a:spcAft>
                <a:spcPts val="0"/>
              </a:spcAft>
              <a:buClr>
                <a:schemeClr val="tx2"/>
              </a:buClr>
              <a:buFont typeface="Trebuchet MS" panose="020B0603020202020204" pitchFamily="34" charset="0"/>
              <a:buChar char="•"/>
              <a:defRPr sz="2000">
                <a:latin typeface="Trebuchet MS" panose="020B0603020202020204" pitchFamily="34" charset="0"/>
                <a:sym typeface="Trebuchet MS" panose="020B0603020202020204" pitchFamily="34" charset="0"/>
              </a:defRPr>
            </a:lvl2pPr>
            <a:lvl3pPr marL="648000" lvl="2" indent="-216000">
              <a:lnSpc>
                <a:spcPct val="100000"/>
              </a:lnSpc>
              <a:spcBef>
                <a:spcPts val="0"/>
              </a:spcBef>
              <a:spcAft>
                <a:spcPts val="0"/>
              </a:spcAft>
              <a:buClr>
                <a:schemeClr val="tx2"/>
              </a:buClr>
              <a:buFont typeface="Trebuchet MS" panose="020B0603020202020204" pitchFamily="34" charset="0"/>
              <a:buChar char="–"/>
              <a:defRPr sz="2000">
                <a:latin typeface="Trebuchet MS" panose="020B0603020202020204" pitchFamily="34" charset="0"/>
                <a:sym typeface="Trebuchet MS" panose="020B0603020202020204" pitchFamily="34" charset="0"/>
              </a:defRPr>
            </a:lvl3pPr>
            <a:lvl4pPr marL="0" lvl="3" indent="0">
              <a:lnSpc>
                <a:spcPct val="100000"/>
              </a:lnSpc>
              <a:spcBef>
                <a:spcPts val="0"/>
              </a:spcBef>
              <a:spcAft>
                <a:spcPts val="0"/>
              </a:spcAft>
              <a:buClr>
                <a:schemeClr val="tx2"/>
              </a:buClr>
              <a:buFont typeface="Trebuchet MS" panose="020B0603020202020204" pitchFamily="34" charset="0"/>
              <a:buChar char="​"/>
              <a:defRPr sz="2400">
                <a:solidFill>
                  <a:schemeClr val="tx2"/>
                </a:solidFill>
                <a:latin typeface="Trebuchet MS" panose="020B0603020202020204" pitchFamily="34" charset="0"/>
                <a:sym typeface="Trebuchet MS" panose="020B0603020202020204" pitchFamily="34" charset="0"/>
              </a:defRPr>
            </a:lvl4pPr>
            <a:lvl5pPr marL="0" lvl="4" indent="0">
              <a:lnSpc>
                <a:spcPct val="100000"/>
              </a:lnSpc>
              <a:spcBef>
                <a:spcPts val="0"/>
              </a:spcBef>
              <a:spcAft>
                <a:spcPts val="0"/>
              </a:spcAft>
              <a:buClrTx/>
              <a:buFont typeface="Trebuchet MS" panose="020B0603020202020204" pitchFamily="34" charset="0"/>
              <a:buChar char="​"/>
              <a:defRPr sz="2400" b="1">
                <a:latin typeface="Trebuchet MS" panose="020B0603020202020204" pitchFamily="34" charset="0"/>
                <a:sym typeface="Trebuchet MS" panose="020B0603020202020204" pitchFamily="34" charset="0"/>
              </a:defRPr>
            </a:lvl5pPr>
            <a:lvl6pPr marL="324000" lvl="5" indent="-216000">
              <a:lnSpc>
                <a:spcPct val="100000"/>
              </a:lnSpc>
              <a:spcBef>
                <a:spcPts val="0"/>
              </a:spcBef>
              <a:spcAft>
                <a:spcPts val="0"/>
              </a:spcAft>
              <a:buClr>
                <a:schemeClr val="tx2"/>
              </a:buClr>
              <a:buFont typeface="Trebuchet MS" panose="020B0603020202020204" pitchFamily="34" charset="0"/>
              <a:buChar char="•"/>
              <a:defRPr sz="2400">
                <a:latin typeface="Trebuchet MS" panose="020B0603020202020204" pitchFamily="34" charset="0"/>
                <a:sym typeface="Trebuchet MS" panose="020B0603020202020204" pitchFamily="34" charset="0"/>
              </a:defRPr>
            </a:lvl6pPr>
            <a:lvl7pPr marL="0" lvl="6" indent="0">
              <a:lnSpc>
                <a:spcPct val="100000"/>
              </a:lnSpc>
              <a:spcBef>
                <a:spcPts val="0"/>
              </a:spcBef>
              <a:spcAft>
                <a:spcPts val="0"/>
              </a:spcAft>
              <a:buFont typeface="Trebuchet MS" panose="020B0603020202020204" pitchFamily="34" charset="0"/>
              <a:buChar char="​"/>
              <a:defRPr sz="5400" baseline="0">
                <a:latin typeface="Trebuchet MS" panose="020B0603020202020204" pitchFamily="34" charset="0"/>
                <a:sym typeface="Trebuchet MS" panose="020B0603020202020204" pitchFamily="34" charset="0"/>
              </a:defRPr>
            </a:lvl7pPr>
            <a:lvl8pPr marL="0" lvl="7" indent="0">
              <a:lnSpc>
                <a:spcPct val="100000"/>
              </a:lnSpc>
              <a:spcBef>
                <a:spcPts val="0"/>
              </a:spcBef>
              <a:spcAft>
                <a:spcPts val="0"/>
              </a:spcAft>
              <a:buFont typeface="Trebuchet MS" panose="020B0603020202020204" pitchFamily="34" charset="0"/>
              <a:buChar char="​"/>
              <a:defRPr sz="6600">
                <a:solidFill>
                  <a:schemeClr val="tx2"/>
                </a:solidFill>
                <a:latin typeface="Trebuchet MS" panose="020B0603020202020204" pitchFamily="34" charset="0"/>
                <a:sym typeface="Trebuchet MS" panose="020B0603020202020204" pitchFamily="34" charset="0"/>
              </a:defRPr>
            </a:lvl8pPr>
            <a:lvl9pPr marL="0" lvl="8" indent="0">
              <a:lnSpc>
                <a:spcPct val="100000"/>
              </a:lnSpc>
              <a:spcBef>
                <a:spcPts val="0"/>
              </a:spcBef>
              <a:spcAft>
                <a:spcPts val="0"/>
              </a:spcAft>
              <a:buFont typeface="Trebuchet MS" panose="020B0603020202020204" pitchFamily="34" charset="0"/>
              <a:buChar char="​"/>
              <a:defRPr sz="4400">
                <a:solidFill>
                  <a:schemeClr val="tx2"/>
                </a:solidFill>
                <a:latin typeface="Trebuchet MS" panose="020B0603020202020204" pitchFamily="34" charset="0"/>
                <a:sym typeface="Trebuchet MS" panose="020B0603020202020204" pitchFamily="34" charset="0"/>
              </a:defRPr>
            </a:lvl9pPr>
          </a:lstStyle>
          <a:p>
            <a:pPr>
              <a:buClr>
                <a:srgbClr val="006C67"/>
              </a:buClr>
              <a:buFont typeface="Trebuchet MS" panose="020B0603020202020204" pitchFamily="34" charset="0"/>
              <a:buChar char="​"/>
              <a:defRPr/>
            </a:pPr>
            <a:r>
              <a:rPr lang="en-US" sz="1800" dirty="0">
                <a:solidFill>
                  <a:schemeClr val="tx2"/>
                </a:solidFill>
                <a:latin typeface="+mn-lt"/>
              </a:rPr>
              <a:t>Impact and feasibility assessment </a:t>
            </a:r>
            <a:r>
              <a:rPr lang="en-US" sz="1800" dirty="0">
                <a:latin typeface="+mn-lt"/>
              </a:rPr>
              <a:t>(incl. trade offs and implementation costs) should be </a:t>
            </a:r>
            <a:r>
              <a:rPr lang="en-US" sz="1800" dirty="0">
                <a:solidFill>
                  <a:schemeClr val="tx2"/>
                </a:solidFill>
                <a:latin typeface="+mn-lt"/>
              </a:rPr>
              <a:t>part of policy development</a:t>
            </a:r>
          </a:p>
        </p:txBody>
      </p:sp>
      <p:cxnSp>
        <p:nvCxnSpPr>
          <p:cNvPr id="75" name="Straight Connector 74">
            <a:extLst>
              <a:ext uri="{FF2B5EF4-FFF2-40B4-BE49-F238E27FC236}">
                <a16:creationId xmlns:a16="http://schemas.microsoft.com/office/drawing/2014/main" id="{B0E82C25-BE9F-F5B8-CD80-2CBCEA15E271}"/>
              </a:ext>
            </a:extLst>
          </p:cNvPr>
          <p:cNvCxnSpPr/>
          <p:nvPr/>
        </p:nvCxnSpPr>
        <p:spPr>
          <a:xfrm>
            <a:off x="7258050" y="1746755"/>
            <a:ext cx="430529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EC88EBB6-A1F9-0AD7-BBA1-7B64FD15AC08}"/>
              </a:ext>
            </a:extLst>
          </p:cNvPr>
          <p:cNvCxnSpPr/>
          <p:nvPr/>
        </p:nvCxnSpPr>
        <p:spPr>
          <a:xfrm>
            <a:off x="6440780" y="2907275"/>
            <a:ext cx="512256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921AAB08-C7CE-0EE8-CA89-B7C36FFBF3BC}"/>
              </a:ext>
            </a:extLst>
          </p:cNvPr>
          <p:cNvCxnSpPr/>
          <p:nvPr/>
        </p:nvCxnSpPr>
        <p:spPr>
          <a:xfrm>
            <a:off x="5623511" y="4067795"/>
            <a:ext cx="5939837"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sp>
        <p:nvSpPr>
          <p:cNvPr id="74" name="ee4pContent1">
            <a:extLst>
              <a:ext uri="{FF2B5EF4-FFF2-40B4-BE49-F238E27FC236}">
                <a16:creationId xmlns:a16="http://schemas.microsoft.com/office/drawing/2014/main" id="{D0B5BBDE-4E56-476D-81F8-5AD9F92CA065}"/>
              </a:ext>
            </a:extLst>
          </p:cNvPr>
          <p:cNvSpPr txBox="1"/>
          <p:nvPr/>
        </p:nvSpPr>
        <p:spPr>
          <a:xfrm>
            <a:off x="3988971" y="5254574"/>
            <a:ext cx="7574378" cy="1107996"/>
          </a:xfrm>
          <a:prstGeom prst="rect">
            <a:avLst/>
          </a:prstGeom>
          <a:ln cap="rnd">
            <a:noFill/>
          </a:ln>
        </p:spPr>
        <p:txBody>
          <a:bodyPr vert="horz" wrap="square" lIns="0" tIns="0" rIns="0" bIns="0" rtlCol="0" anchor="ctr">
            <a:noAutofit/>
          </a:bodyPr>
          <a:lstStyle>
            <a:lvl1pPr lvl="0" indent="0">
              <a:lnSpc>
                <a:spcPct val="100000"/>
              </a:lnSpc>
              <a:spcBef>
                <a:spcPts val="0"/>
              </a:spcBef>
              <a:spcAft>
                <a:spcPts val="0"/>
              </a:spcAft>
              <a:buFont typeface="Trebuchet MS" panose="020B0603020202020204" pitchFamily="34" charset="0"/>
              <a:buChar char="​"/>
              <a:defRPr sz="2000">
                <a:latin typeface="Trebuchet MS" panose="020B0603020202020204" pitchFamily="34" charset="0"/>
                <a:sym typeface="Trebuchet MS" panose="020B0603020202020204" pitchFamily="34" charset="0"/>
              </a:defRPr>
            </a:lvl1pPr>
            <a:lvl2pPr marL="324000" lvl="1" indent="-216000">
              <a:lnSpc>
                <a:spcPct val="100000"/>
              </a:lnSpc>
              <a:spcBef>
                <a:spcPts val="0"/>
              </a:spcBef>
              <a:spcAft>
                <a:spcPts val="0"/>
              </a:spcAft>
              <a:buClr>
                <a:schemeClr val="tx2"/>
              </a:buClr>
              <a:buFont typeface="Trebuchet MS" panose="020B0603020202020204" pitchFamily="34" charset="0"/>
              <a:buChar char="•"/>
              <a:defRPr sz="2000">
                <a:latin typeface="Trebuchet MS" panose="020B0603020202020204" pitchFamily="34" charset="0"/>
                <a:sym typeface="Trebuchet MS" panose="020B0603020202020204" pitchFamily="34" charset="0"/>
              </a:defRPr>
            </a:lvl2pPr>
            <a:lvl3pPr marL="648000" lvl="2" indent="-216000">
              <a:lnSpc>
                <a:spcPct val="100000"/>
              </a:lnSpc>
              <a:spcBef>
                <a:spcPts val="0"/>
              </a:spcBef>
              <a:spcAft>
                <a:spcPts val="0"/>
              </a:spcAft>
              <a:buClr>
                <a:schemeClr val="tx2"/>
              </a:buClr>
              <a:buFont typeface="Trebuchet MS" panose="020B0603020202020204" pitchFamily="34" charset="0"/>
              <a:buChar char="–"/>
              <a:defRPr sz="2000">
                <a:latin typeface="Trebuchet MS" panose="020B0603020202020204" pitchFamily="34" charset="0"/>
                <a:sym typeface="Trebuchet MS" panose="020B0603020202020204" pitchFamily="34" charset="0"/>
              </a:defRPr>
            </a:lvl3pPr>
            <a:lvl4pPr marL="0" lvl="3" indent="0">
              <a:lnSpc>
                <a:spcPct val="100000"/>
              </a:lnSpc>
              <a:spcBef>
                <a:spcPts val="0"/>
              </a:spcBef>
              <a:spcAft>
                <a:spcPts val="0"/>
              </a:spcAft>
              <a:buClr>
                <a:schemeClr val="tx2"/>
              </a:buClr>
              <a:buFont typeface="Trebuchet MS" panose="020B0603020202020204" pitchFamily="34" charset="0"/>
              <a:buChar char="​"/>
              <a:defRPr sz="2400">
                <a:solidFill>
                  <a:schemeClr val="tx2"/>
                </a:solidFill>
                <a:latin typeface="Trebuchet MS" panose="020B0603020202020204" pitchFamily="34" charset="0"/>
                <a:sym typeface="Trebuchet MS" panose="020B0603020202020204" pitchFamily="34" charset="0"/>
              </a:defRPr>
            </a:lvl4pPr>
            <a:lvl5pPr marL="0" lvl="4" indent="0">
              <a:lnSpc>
                <a:spcPct val="100000"/>
              </a:lnSpc>
              <a:spcBef>
                <a:spcPts val="0"/>
              </a:spcBef>
              <a:spcAft>
                <a:spcPts val="0"/>
              </a:spcAft>
              <a:buClrTx/>
              <a:buFont typeface="Trebuchet MS" panose="020B0603020202020204" pitchFamily="34" charset="0"/>
              <a:buChar char="​"/>
              <a:defRPr sz="2400" b="1">
                <a:latin typeface="Trebuchet MS" panose="020B0603020202020204" pitchFamily="34" charset="0"/>
                <a:sym typeface="Trebuchet MS" panose="020B0603020202020204" pitchFamily="34" charset="0"/>
              </a:defRPr>
            </a:lvl5pPr>
            <a:lvl6pPr marL="324000" lvl="5" indent="-216000">
              <a:lnSpc>
                <a:spcPct val="100000"/>
              </a:lnSpc>
              <a:spcBef>
                <a:spcPts val="0"/>
              </a:spcBef>
              <a:spcAft>
                <a:spcPts val="0"/>
              </a:spcAft>
              <a:buClr>
                <a:schemeClr val="tx2"/>
              </a:buClr>
              <a:buFont typeface="Trebuchet MS" panose="020B0603020202020204" pitchFamily="34" charset="0"/>
              <a:buChar char="•"/>
              <a:defRPr sz="2400">
                <a:latin typeface="Trebuchet MS" panose="020B0603020202020204" pitchFamily="34" charset="0"/>
                <a:sym typeface="Trebuchet MS" panose="020B0603020202020204" pitchFamily="34" charset="0"/>
              </a:defRPr>
            </a:lvl6pPr>
            <a:lvl7pPr marL="0" lvl="6" indent="0">
              <a:lnSpc>
                <a:spcPct val="100000"/>
              </a:lnSpc>
              <a:spcBef>
                <a:spcPts val="0"/>
              </a:spcBef>
              <a:spcAft>
                <a:spcPts val="0"/>
              </a:spcAft>
              <a:buFont typeface="Trebuchet MS" panose="020B0603020202020204" pitchFamily="34" charset="0"/>
              <a:buChar char="​"/>
              <a:defRPr sz="5400" baseline="0">
                <a:latin typeface="Trebuchet MS" panose="020B0603020202020204" pitchFamily="34" charset="0"/>
                <a:sym typeface="Trebuchet MS" panose="020B0603020202020204" pitchFamily="34" charset="0"/>
              </a:defRPr>
            </a:lvl7pPr>
            <a:lvl8pPr marL="0" lvl="7" indent="0">
              <a:lnSpc>
                <a:spcPct val="100000"/>
              </a:lnSpc>
              <a:spcBef>
                <a:spcPts val="0"/>
              </a:spcBef>
              <a:spcAft>
                <a:spcPts val="0"/>
              </a:spcAft>
              <a:buFont typeface="Trebuchet MS" panose="020B0603020202020204" pitchFamily="34" charset="0"/>
              <a:buChar char="​"/>
              <a:defRPr sz="6600">
                <a:solidFill>
                  <a:schemeClr val="tx2"/>
                </a:solidFill>
                <a:latin typeface="Trebuchet MS" panose="020B0603020202020204" pitchFamily="34" charset="0"/>
                <a:sym typeface="Trebuchet MS" panose="020B0603020202020204" pitchFamily="34" charset="0"/>
              </a:defRPr>
            </a:lvl8pPr>
            <a:lvl9pPr marL="0" lvl="8" indent="0">
              <a:lnSpc>
                <a:spcPct val="100000"/>
              </a:lnSpc>
              <a:spcBef>
                <a:spcPts val="0"/>
              </a:spcBef>
              <a:spcAft>
                <a:spcPts val="0"/>
              </a:spcAft>
              <a:buFont typeface="Trebuchet MS" panose="020B0603020202020204" pitchFamily="34" charset="0"/>
              <a:buChar char="​"/>
              <a:defRPr sz="4400">
                <a:solidFill>
                  <a:schemeClr val="tx2"/>
                </a:solidFill>
                <a:latin typeface="Trebuchet MS" panose="020B0603020202020204" pitchFamily="34" charset="0"/>
                <a:sym typeface="Trebuchet MS" panose="020B0603020202020204" pitchFamily="34" charset="0"/>
              </a:defRPr>
            </a:lvl9pPr>
          </a:lstStyle>
          <a:p>
            <a:pPr>
              <a:buClr>
                <a:srgbClr val="006C67"/>
              </a:buClr>
              <a:buFont typeface="Trebuchet MS" panose="020B0603020202020204" pitchFamily="34" charset="0"/>
              <a:buChar char="​"/>
              <a:defRPr/>
            </a:pPr>
            <a:r>
              <a:rPr lang="en-US" sz="1800" dirty="0">
                <a:solidFill>
                  <a:srgbClr val="006C67"/>
                </a:solidFill>
                <a:latin typeface="+mn-lt"/>
              </a:rPr>
              <a:t>Policy review should be phased out </a:t>
            </a:r>
            <a:r>
              <a:rPr lang="en-US" sz="1800" dirty="0">
                <a:latin typeface="+mn-lt"/>
              </a:rPr>
              <a:t>(i.e., split into phases) </a:t>
            </a:r>
            <a:r>
              <a:rPr lang="en-US" sz="1800" dirty="0">
                <a:solidFill>
                  <a:srgbClr val="006C67"/>
                </a:solidFill>
                <a:latin typeface="+mn-lt"/>
              </a:rPr>
              <a:t>across the key steps of the policy development process </a:t>
            </a:r>
            <a:r>
              <a:rPr lang="en-US" sz="1800" dirty="0">
                <a:latin typeface="+mn-lt"/>
              </a:rPr>
              <a:t>to ensure alignment and buy-in throughout the process</a:t>
            </a:r>
          </a:p>
        </p:txBody>
      </p:sp>
      <p:grpSp>
        <p:nvGrpSpPr>
          <p:cNvPr id="77" name="Group 76">
            <a:extLst>
              <a:ext uri="{FF2B5EF4-FFF2-40B4-BE49-F238E27FC236}">
                <a16:creationId xmlns:a16="http://schemas.microsoft.com/office/drawing/2014/main" id="{40A13F53-4803-4036-8636-773331DD68C7}"/>
              </a:ext>
            </a:extLst>
          </p:cNvPr>
          <p:cNvGrpSpPr/>
          <p:nvPr/>
        </p:nvGrpSpPr>
        <p:grpSpPr>
          <a:xfrm>
            <a:off x="5958105" y="595841"/>
            <a:ext cx="1157930" cy="1141308"/>
            <a:chOff x="6313634" y="622800"/>
            <a:chExt cx="796290" cy="784859"/>
          </a:xfrm>
        </p:grpSpPr>
        <p:sp>
          <p:nvSpPr>
            <p:cNvPr id="78" name="Oval 77">
              <a:extLst>
                <a:ext uri="{FF2B5EF4-FFF2-40B4-BE49-F238E27FC236}">
                  <a16:creationId xmlns:a16="http://schemas.microsoft.com/office/drawing/2014/main" id="{6B6D553B-664B-4D89-8235-DEE5C854FF3A}"/>
                </a:ext>
              </a:extLst>
            </p:cNvPr>
            <p:cNvSpPr/>
            <p:nvPr/>
          </p:nvSpPr>
          <p:spPr>
            <a:xfrm>
              <a:off x="6365161" y="673587"/>
              <a:ext cx="693238" cy="683286"/>
            </a:xfrm>
            <a:prstGeom prst="ellipse">
              <a:avLst/>
            </a:prstGeom>
            <a:solidFill>
              <a:srgbClr val="F2F2F2"/>
            </a:solidFill>
            <a:ln w="9525" cap="rnd" cmpd="sng" algn="ctr">
              <a:solidFill>
                <a:srgbClr val="006C67"/>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grpSp>
          <p:nvGrpSpPr>
            <p:cNvPr id="79" name="Group 78">
              <a:extLst>
                <a:ext uri="{FF2B5EF4-FFF2-40B4-BE49-F238E27FC236}">
                  <a16:creationId xmlns:a16="http://schemas.microsoft.com/office/drawing/2014/main" id="{D13D048D-7635-4D30-B1C6-05BFA2FA7387}"/>
                </a:ext>
              </a:extLst>
            </p:cNvPr>
            <p:cNvGrpSpPr/>
            <p:nvPr/>
          </p:nvGrpSpPr>
          <p:grpSpPr>
            <a:xfrm>
              <a:off x="6313634" y="622800"/>
              <a:ext cx="796290" cy="784859"/>
              <a:chOff x="661560" y="1101342"/>
              <a:chExt cx="3108338" cy="3064070"/>
            </a:xfrm>
          </p:grpSpPr>
          <p:grpSp>
            <p:nvGrpSpPr>
              <p:cNvPr id="80" name="Group 79">
                <a:extLst>
                  <a:ext uri="{FF2B5EF4-FFF2-40B4-BE49-F238E27FC236}">
                    <a16:creationId xmlns:a16="http://schemas.microsoft.com/office/drawing/2014/main" id="{DBE8C885-0F3D-4435-BA86-4D0D5FF3EA46}"/>
                  </a:ext>
                </a:extLst>
              </p:cNvPr>
              <p:cNvGrpSpPr/>
              <p:nvPr/>
            </p:nvGrpSpPr>
            <p:grpSpPr>
              <a:xfrm>
                <a:off x="661560" y="1101342"/>
                <a:ext cx="3108338" cy="3064070"/>
                <a:chOff x="661560" y="1101342"/>
                <a:chExt cx="3608900" cy="3557501"/>
              </a:xfrm>
            </p:grpSpPr>
            <p:sp>
              <p:nvSpPr>
                <p:cNvPr id="83" name="Freeform: Shape 82">
                  <a:extLst>
                    <a:ext uri="{FF2B5EF4-FFF2-40B4-BE49-F238E27FC236}">
                      <a16:creationId xmlns:a16="http://schemas.microsoft.com/office/drawing/2014/main" id="{737766C7-1838-4429-A593-FD040943153F}"/>
                    </a:ext>
                  </a:extLst>
                </p:cNvPr>
                <p:cNvSpPr/>
                <p:nvPr/>
              </p:nvSpPr>
              <p:spPr>
                <a:xfrm>
                  <a:off x="661560" y="1129209"/>
                  <a:ext cx="1267862" cy="2122179"/>
                </a:xfrm>
                <a:custGeom>
                  <a:avLst/>
                  <a:gdLst>
                    <a:gd name="connsiteX0" fmla="*/ 1376184 w 1376184"/>
                    <a:gd name="connsiteY0" fmla="*/ 0 h 2150046"/>
                    <a:gd name="connsiteX1" fmla="*/ 45422 w 1376184"/>
                    <a:gd name="connsiteY1" fmla="*/ 2150046 h 2150046"/>
                    <a:gd name="connsiteX2" fmla="*/ 36660 w 1376184"/>
                    <a:gd name="connsiteY2" fmla="*/ 2115951 h 2150046"/>
                    <a:gd name="connsiteX3" fmla="*/ 0 w 1376184"/>
                    <a:gd name="connsiteY3" fmla="*/ 1752100 h 2150046"/>
                    <a:gd name="connsiteX4" fmla="*/ 1267862 w 1376184"/>
                    <a:gd name="connsiteY4" fmla="*/ 27867 h 2150046"/>
                    <a:gd name="connsiteX5" fmla="*/ 1376184 w 1376184"/>
                    <a:gd name="connsiteY5" fmla="*/ 0 h 2150046"/>
                    <a:gd name="connsiteX0" fmla="*/ 1376184 w 1467624"/>
                    <a:gd name="connsiteY0" fmla="*/ 0 h 2150046"/>
                    <a:gd name="connsiteX1" fmla="*/ 45422 w 1467624"/>
                    <a:gd name="connsiteY1" fmla="*/ 2150046 h 2150046"/>
                    <a:gd name="connsiteX2" fmla="*/ 36660 w 1467624"/>
                    <a:gd name="connsiteY2" fmla="*/ 2115951 h 2150046"/>
                    <a:gd name="connsiteX3" fmla="*/ 0 w 1467624"/>
                    <a:gd name="connsiteY3" fmla="*/ 1752100 h 2150046"/>
                    <a:gd name="connsiteX4" fmla="*/ 1267862 w 1467624"/>
                    <a:gd name="connsiteY4" fmla="*/ 27867 h 2150046"/>
                    <a:gd name="connsiteX5" fmla="*/ 1467624 w 1467624"/>
                    <a:gd name="connsiteY5" fmla="*/ 91440 h 2150046"/>
                    <a:gd name="connsiteX0" fmla="*/ 1376184 w 1376184"/>
                    <a:gd name="connsiteY0" fmla="*/ 0 h 2150046"/>
                    <a:gd name="connsiteX1" fmla="*/ 45422 w 1376184"/>
                    <a:gd name="connsiteY1" fmla="*/ 2150046 h 2150046"/>
                    <a:gd name="connsiteX2" fmla="*/ 36660 w 1376184"/>
                    <a:gd name="connsiteY2" fmla="*/ 2115951 h 2150046"/>
                    <a:gd name="connsiteX3" fmla="*/ 0 w 1376184"/>
                    <a:gd name="connsiteY3" fmla="*/ 1752100 h 2150046"/>
                    <a:gd name="connsiteX4" fmla="*/ 1267862 w 1376184"/>
                    <a:gd name="connsiteY4" fmla="*/ 27867 h 2150046"/>
                    <a:gd name="connsiteX0" fmla="*/ 45422 w 1267862"/>
                    <a:gd name="connsiteY0" fmla="*/ 2122179 h 2122179"/>
                    <a:gd name="connsiteX1" fmla="*/ 36660 w 1267862"/>
                    <a:gd name="connsiteY1" fmla="*/ 2088084 h 2122179"/>
                    <a:gd name="connsiteX2" fmla="*/ 0 w 1267862"/>
                    <a:gd name="connsiteY2" fmla="*/ 1724233 h 2122179"/>
                    <a:gd name="connsiteX3" fmla="*/ 1267862 w 1267862"/>
                    <a:gd name="connsiteY3" fmla="*/ 0 h 2122179"/>
                  </a:gdLst>
                  <a:ahLst/>
                  <a:cxnLst>
                    <a:cxn ang="0">
                      <a:pos x="connsiteX0" y="connsiteY0"/>
                    </a:cxn>
                    <a:cxn ang="0">
                      <a:pos x="connsiteX1" y="connsiteY1"/>
                    </a:cxn>
                    <a:cxn ang="0">
                      <a:pos x="connsiteX2" y="connsiteY2"/>
                    </a:cxn>
                    <a:cxn ang="0">
                      <a:pos x="connsiteX3" y="connsiteY3"/>
                    </a:cxn>
                  </a:cxnLst>
                  <a:rect l="l" t="t" r="r" b="b"/>
                  <a:pathLst>
                    <a:path w="1267862" h="2122179">
                      <a:moveTo>
                        <a:pt x="45422" y="2122179"/>
                      </a:moveTo>
                      <a:lnTo>
                        <a:pt x="36660" y="2088084"/>
                      </a:lnTo>
                      <a:cubicBezTo>
                        <a:pt x="12623" y="1970557"/>
                        <a:pt x="0" y="1848870"/>
                        <a:pt x="0" y="1724233"/>
                      </a:cubicBezTo>
                      <a:cubicBezTo>
                        <a:pt x="0" y="914093"/>
                        <a:pt x="533327" y="228585"/>
                        <a:pt x="1267862" y="0"/>
                      </a:cubicBezTo>
                    </a:path>
                  </a:pathLst>
                </a:custGeom>
                <a:noFill/>
                <a:ln w="9525" cap="rnd" cmpd="sng" algn="ctr">
                  <a:solidFill>
                    <a:schemeClr val="accent3"/>
                  </a:solidFill>
                  <a:prstDash val="solid"/>
                  <a:round/>
                  <a:headEnd type="none" w="med" len="med"/>
                  <a:tailEnd type="none" w="med" len="med"/>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84" name="Freeform: Shape 83">
                  <a:extLst>
                    <a:ext uri="{FF2B5EF4-FFF2-40B4-BE49-F238E27FC236}">
                      <a16:creationId xmlns:a16="http://schemas.microsoft.com/office/drawing/2014/main" id="{12CA6995-81BA-4504-A31F-435321C4AC36}"/>
                    </a:ext>
                  </a:extLst>
                </p:cNvPr>
                <p:cNvSpPr/>
                <p:nvPr/>
              </p:nvSpPr>
              <p:spPr>
                <a:xfrm>
                  <a:off x="2894276" y="1101342"/>
                  <a:ext cx="1376184" cy="2150046"/>
                </a:xfrm>
                <a:custGeom>
                  <a:avLst/>
                  <a:gdLst>
                    <a:gd name="connsiteX0" fmla="*/ 0 w 1376184"/>
                    <a:gd name="connsiteY0" fmla="*/ 0 h 2150046"/>
                    <a:gd name="connsiteX1" fmla="*/ 108322 w 1376184"/>
                    <a:gd name="connsiteY1" fmla="*/ 27867 h 2150046"/>
                    <a:gd name="connsiteX2" fmla="*/ 1376184 w 1376184"/>
                    <a:gd name="connsiteY2" fmla="*/ 1752100 h 2150046"/>
                    <a:gd name="connsiteX3" fmla="*/ 1339524 w 1376184"/>
                    <a:gd name="connsiteY3" fmla="*/ 2115951 h 2150046"/>
                    <a:gd name="connsiteX4" fmla="*/ 1330762 w 1376184"/>
                    <a:gd name="connsiteY4" fmla="*/ 2150046 h 2150046"/>
                    <a:gd name="connsiteX5" fmla="*/ 0 w 1376184"/>
                    <a:gd name="connsiteY5" fmla="*/ 0 h 2150046"/>
                    <a:gd name="connsiteX0" fmla="*/ 0 w 1376184"/>
                    <a:gd name="connsiteY0" fmla="*/ 0 h 2150046"/>
                    <a:gd name="connsiteX1" fmla="*/ 108322 w 1376184"/>
                    <a:gd name="connsiteY1" fmla="*/ 27867 h 2150046"/>
                    <a:gd name="connsiteX2" fmla="*/ 1376184 w 1376184"/>
                    <a:gd name="connsiteY2" fmla="*/ 1752100 h 2150046"/>
                    <a:gd name="connsiteX3" fmla="*/ 1339524 w 1376184"/>
                    <a:gd name="connsiteY3" fmla="*/ 2115951 h 2150046"/>
                    <a:gd name="connsiteX4" fmla="*/ 1330762 w 1376184"/>
                    <a:gd name="connsiteY4" fmla="*/ 2150046 h 2150046"/>
                    <a:gd name="connsiteX5" fmla="*/ 91440 w 1376184"/>
                    <a:gd name="connsiteY5" fmla="*/ 91440 h 2150046"/>
                    <a:gd name="connsiteX0" fmla="*/ 0 w 1376184"/>
                    <a:gd name="connsiteY0" fmla="*/ 0 h 2150046"/>
                    <a:gd name="connsiteX1" fmla="*/ 108322 w 1376184"/>
                    <a:gd name="connsiteY1" fmla="*/ 27867 h 2150046"/>
                    <a:gd name="connsiteX2" fmla="*/ 1376184 w 1376184"/>
                    <a:gd name="connsiteY2" fmla="*/ 1752100 h 2150046"/>
                    <a:gd name="connsiteX3" fmla="*/ 1339524 w 1376184"/>
                    <a:gd name="connsiteY3" fmla="*/ 2115951 h 2150046"/>
                    <a:gd name="connsiteX4" fmla="*/ 1330762 w 1376184"/>
                    <a:gd name="connsiteY4" fmla="*/ 2150046 h 21500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6184" h="2150046">
                      <a:moveTo>
                        <a:pt x="0" y="0"/>
                      </a:moveTo>
                      <a:lnTo>
                        <a:pt x="108322" y="27867"/>
                      </a:lnTo>
                      <a:cubicBezTo>
                        <a:pt x="842857" y="256452"/>
                        <a:pt x="1376184" y="941960"/>
                        <a:pt x="1376184" y="1752100"/>
                      </a:cubicBezTo>
                      <a:cubicBezTo>
                        <a:pt x="1376184" y="1876737"/>
                        <a:pt x="1363561" y="1998424"/>
                        <a:pt x="1339524" y="2115951"/>
                      </a:cubicBezTo>
                      <a:lnTo>
                        <a:pt x="1330762" y="2150046"/>
                      </a:lnTo>
                    </a:path>
                  </a:pathLst>
                </a:custGeom>
                <a:noFill/>
                <a:ln w="9525" cap="rnd" cmpd="sng" algn="ctr">
                  <a:solidFill>
                    <a:schemeClr val="accent3"/>
                  </a:solidFill>
                  <a:prstDash val="solid"/>
                  <a:round/>
                  <a:headEnd type="none" w="med" len="med"/>
                  <a:tailEnd type="none" w="med" len="med"/>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85" name="Freeform: Shape 84">
                  <a:extLst>
                    <a:ext uri="{FF2B5EF4-FFF2-40B4-BE49-F238E27FC236}">
                      <a16:creationId xmlns:a16="http://schemas.microsoft.com/office/drawing/2014/main" id="{372993A1-F33A-4A04-B931-ACDF175159E2}"/>
                    </a:ext>
                  </a:extLst>
                </p:cNvPr>
                <p:cNvSpPr/>
                <p:nvPr/>
              </p:nvSpPr>
              <p:spPr>
                <a:xfrm>
                  <a:off x="1090295" y="4020214"/>
                  <a:ext cx="2751430" cy="638629"/>
                </a:xfrm>
                <a:custGeom>
                  <a:avLst/>
                  <a:gdLst>
                    <a:gd name="connsiteX0" fmla="*/ 0 w 2751430"/>
                    <a:gd name="connsiteY0" fmla="*/ 0 h 638629"/>
                    <a:gd name="connsiteX1" fmla="*/ 2751430 w 2751430"/>
                    <a:gd name="connsiteY1" fmla="*/ 0 h 638629"/>
                    <a:gd name="connsiteX2" fmla="*/ 2651654 w 2751430"/>
                    <a:gd name="connsiteY2" fmla="*/ 109840 h 638629"/>
                    <a:gd name="connsiteX3" fmla="*/ 1375715 w 2751430"/>
                    <a:gd name="connsiteY3" fmla="*/ 638629 h 638629"/>
                    <a:gd name="connsiteX4" fmla="*/ 99776 w 2751430"/>
                    <a:gd name="connsiteY4" fmla="*/ 109840 h 638629"/>
                    <a:gd name="connsiteX5" fmla="*/ 0 w 2751430"/>
                    <a:gd name="connsiteY5" fmla="*/ 0 h 638629"/>
                    <a:gd name="connsiteX0" fmla="*/ 2751430 w 2842870"/>
                    <a:gd name="connsiteY0" fmla="*/ 0 h 638629"/>
                    <a:gd name="connsiteX1" fmla="*/ 2651654 w 2842870"/>
                    <a:gd name="connsiteY1" fmla="*/ 109840 h 638629"/>
                    <a:gd name="connsiteX2" fmla="*/ 1375715 w 2842870"/>
                    <a:gd name="connsiteY2" fmla="*/ 638629 h 638629"/>
                    <a:gd name="connsiteX3" fmla="*/ 99776 w 2842870"/>
                    <a:gd name="connsiteY3" fmla="*/ 109840 h 638629"/>
                    <a:gd name="connsiteX4" fmla="*/ 0 w 2842870"/>
                    <a:gd name="connsiteY4" fmla="*/ 0 h 638629"/>
                    <a:gd name="connsiteX5" fmla="*/ 2842870 w 2842870"/>
                    <a:gd name="connsiteY5" fmla="*/ 91440 h 638629"/>
                    <a:gd name="connsiteX0" fmla="*/ 2751430 w 2751430"/>
                    <a:gd name="connsiteY0" fmla="*/ 0 h 638629"/>
                    <a:gd name="connsiteX1" fmla="*/ 2651654 w 2751430"/>
                    <a:gd name="connsiteY1" fmla="*/ 109840 h 638629"/>
                    <a:gd name="connsiteX2" fmla="*/ 1375715 w 2751430"/>
                    <a:gd name="connsiteY2" fmla="*/ 638629 h 638629"/>
                    <a:gd name="connsiteX3" fmla="*/ 99776 w 2751430"/>
                    <a:gd name="connsiteY3" fmla="*/ 109840 h 638629"/>
                    <a:gd name="connsiteX4" fmla="*/ 0 w 2751430"/>
                    <a:gd name="connsiteY4" fmla="*/ 0 h 638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51430" h="638629">
                      <a:moveTo>
                        <a:pt x="2751430" y="0"/>
                      </a:moveTo>
                      <a:lnTo>
                        <a:pt x="2651654" y="109840"/>
                      </a:lnTo>
                      <a:cubicBezTo>
                        <a:pt x="2325112" y="436553"/>
                        <a:pt x="1874000" y="638629"/>
                        <a:pt x="1375715" y="638629"/>
                      </a:cubicBezTo>
                      <a:cubicBezTo>
                        <a:pt x="877430" y="638629"/>
                        <a:pt x="426318" y="436553"/>
                        <a:pt x="99776" y="109840"/>
                      </a:cubicBezTo>
                      <a:lnTo>
                        <a:pt x="0" y="0"/>
                      </a:lnTo>
                    </a:path>
                  </a:pathLst>
                </a:custGeom>
                <a:noFill/>
                <a:ln w="9525" cap="rnd" cmpd="sng" algn="ctr">
                  <a:solidFill>
                    <a:schemeClr val="accent3"/>
                  </a:solidFill>
                  <a:prstDash val="solid"/>
                  <a:round/>
                  <a:headEnd type="none" w="med" len="med"/>
                  <a:tailEnd type="none" w="med" len="med"/>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sp>
            <p:nvSpPr>
              <p:cNvPr id="81" name="Freeform: Shape 80">
                <a:extLst>
                  <a:ext uri="{FF2B5EF4-FFF2-40B4-BE49-F238E27FC236}">
                    <a16:creationId xmlns:a16="http://schemas.microsoft.com/office/drawing/2014/main" id="{0BB511B9-B73F-4BB3-9B71-27D4A429E055}"/>
                  </a:ext>
                </a:extLst>
              </p:cNvPr>
              <p:cNvSpPr/>
              <p:nvPr/>
            </p:nvSpPr>
            <p:spPr>
              <a:xfrm>
                <a:off x="1875086" y="1249604"/>
                <a:ext cx="1698701" cy="2717543"/>
              </a:xfrm>
              <a:custGeom>
                <a:avLst/>
                <a:gdLst>
                  <a:gd name="connsiteX0" fmla="*/ 395501 w 1972257"/>
                  <a:gd name="connsiteY0" fmla="*/ 0 h 3155172"/>
                  <a:gd name="connsiteX1" fmla="*/ 1972257 w 1972257"/>
                  <a:gd name="connsiteY1" fmla="*/ 1577586 h 3155172"/>
                  <a:gd name="connsiteX2" fmla="*/ 395501 w 1972257"/>
                  <a:gd name="connsiteY2" fmla="*/ 3155172 h 3155172"/>
                  <a:gd name="connsiteX3" fmla="*/ 77730 w 1972257"/>
                  <a:gd name="connsiteY3" fmla="*/ 3123121 h 3155172"/>
                  <a:gd name="connsiteX4" fmla="*/ 0 w 1972257"/>
                  <a:gd name="connsiteY4" fmla="*/ 3103124 h 3155172"/>
                  <a:gd name="connsiteX5" fmla="*/ 0 w 1972257"/>
                  <a:gd name="connsiteY5" fmla="*/ 52048 h 3155172"/>
                  <a:gd name="connsiteX6" fmla="*/ 77730 w 1972257"/>
                  <a:gd name="connsiteY6" fmla="*/ 32051 h 3155172"/>
                  <a:gd name="connsiteX7" fmla="*/ 395501 w 1972257"/>
                  <a:gd name="connsiteY7" fmla="*/ 0 h 3155172"/>
                  <a:gd name="connsiteX0" fmla="*/ 0 w 1972257"/>
                  <a:gd name="connsiteY0" fmla="*/ 52048 h 3155172"/>
                  <a:gd name="connsiteX1" fmla="*/ 77730 w 1972257"/>
                  <a:gd name="connsiteY1" fmla="*/ 32051 h 3155172"/>
                  <a:gd name="connsiteX2" fmla="*/ 395501 w 1972257"/>
                  <a:gd name="connsiteY2" fmla="*/ 0 h 3155172"/>
                  <a:gd name="connsiteX3" fmla="*/ 1972257 w 1972257"/>
                  <a:gd name="connsiteY3" fmla="*/ 1577586 h 3155172"/>
                  <a:gd name="connsiteX4" fmla="*/ 395501 w 1972257"/>
                  <a:gd name="connsiteY4" fmla="*/ 3155172 h 3155172"/>
                  <a:gd name="connsiteX5" fmla="*/ 77730 w 1972257"/>
                  <a:gd name="connsiteY5" fmla="*/ 3123121 h 3155172"/>
                  <a:gd name="connsiteX6" fmla="*/ 0 w 1972257"/>
                  <a:gd name="connsiteY6" fmla="*/ 3103124 h 3155172"/>
                  <a:gd name="connsiteX7" fmla="*/ 91440 w 1972257"/>
                  <a:gd name="connsiteY7" fmla="*/ 143488 h 3155172"/>
                  <a:gd name="connsiteX0" fmla="*/ 0 w 1972257"/>
                  <a:gd name="connsiteY0" fmla="*/ 52048 h 3155172"/>
                  <a:gd name="connsiteX1" fmla="*/ 77730 w 1972257"/>
                  <a:gd name="connsiteY1" fmla="*/ 32051 h 3155172"/>
                  <a:gd name="connsiteX2" fmla="*/ 395501 w 1972257"/>
                  <a:gd name="connsiteY2" fmla="*/ 0 h 3155172"/>
                  <a:gd name="connsiteX3" fmla="*/ 1972257 w 1972257"/>
                  <a:gd name="connsiteY3" fmla="*/ 1577586 h 3155172"/>
                  <a:gd name="connsiteX4" fmla="*/ 395501 w 1972257"/>
                  <a:gd name="connsiteY4" fmla="*/ 3155172 h 3155172"/>
                  <a:gd name="connsiteX5" fmla="*/ 77730 w 1972257"/>
                  <a:gd name="connsiteY5" fmla="*/ 3123121 h 3155172"/>
                  <a:gd name="connsiteX6" fmla="*/ 0 w 1972257"/>
                  <a:gd name="connsiteY6" fmla="*/ 3103124 h 3155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2257" h="3155172">
                    <a:moveTo>
                      <a:pt x="0" y="52048"/>
                    </a:moveTo>
                    <a:lnTo>
                      <a:pt x="77730" y="32051"/>
                    </a:lnTo>
                    <a:cubicBezTo>
                      <a:pt x="180373" y="11036"/>
                      <a:pt x="286649" y="0"/>
                      <a:pt x="395501" y="0"/>
                    </a:cubicBezTo>
                    <a:cubicBezTo>
                      <a:pt x="1266319" y="0"/>
                      <a:pt x="1972257" y="706309"/>
                      <a:pt x="1972257" y="1577586"/>
                    </a:cubicBezTo>
                    <a:cubicBezTo>
                      <a:pt x="1972257" y="2448863"/>
                      <a:pt x="1266319" y="3155172"/>
                      <a:pt x="395501" y="3155172"/>
                    </a:cubicBezTo>
                    <a:cubicBezTo>
                      <a:pt x="286649" y="3155172"/>
                      <a:pt x="180373" y="3144136"/>
                      <a:pt x="77730" y="3123121"/>
                    </a:cubicBezTo>
                    <a:lnTo>
                      <a:pt x="0" y="3103124"/>
                    </a:lnTo>
                  </a:path>
                </a:pathLst>
              </a:custGeom>
              <a:noFill/>
              <a:ln w="28575" cap="rnd" cmpd="sng" algn="ctr">
                <a:solidFill>
                  <a:schemeClr val="accent3"/>
                </a:solidFill>
                <a:prstDash val="solid"/>
                <a:round/>
                <a:headEnd type="none" w="med" len="med"/>
                <a:tailEnd type="none" w="med" len="med"/>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82" name="Freeform: Shape 81">
                <a:extLst>
                  <a:ext uri="{FF2B5EF4-FFF2-40B4-BE49-F238E27FC236}">
                    <a16:creationId xmlns:a16="http://schemas.microsoft.com/office/drawing/2014/main" id="{A752D2BC-0C0D-42C8-A9BF-3DA1A7F8A99F}"/>
                  </a:ext>
                </a:extLst>
              </p:cNvPr>
              <p:cNvSpPr/>
              <p:nvPr/>
            </p:nvSpPr>
            <p:spPr>
              <a:xfrm>
                <a:off x="857672" y="1608348"/>
                <a:ext cx="440909" cy="1960825"/>
              </a:xfrm>
              <a:custGeom>
                <a:avLst/>
                <a:gdLst>
                  <a:gd name="connsiteX0" fmla="*/ 511912 w 511912"/>
                  <a:gd name="connsiteY0" fmla="*/ 0 h 2322143"/>
                  <a:gd name="connsiteX1" fmla="*/ 511912 w 511912"/>
                  <a:gd name="connsiteY1" fmla="*/ 2322143 h 2322143"/>
                  <a:gd name="connsiteX2" fmla="*/ 461821 w 511912"/>
                  <a:gd name="connsiteY2" fmla="*/ 2276593 h 2322143"/>
                  <a:gd name="connsiteX3" fmla="*/ 0 w 511912"/>
                  <a:gd name="connsiteY3" fmla="*/ 1161071 h 2322143"/>
                  <a:gd name="connsiteX4" fmla="*/ 461821 w 511912"/>
                  <a:gd name="connsiteY4" fmla="*/ 45549 h 2322143"/>
                  <a:gd name="connsiteX5" fmla="*/ 511912 w 511912"/>
                  <a:gd name="connsiteY5" fmla="*/ 0 h 2322143"/>
                  <a:gd name="connsiteX0" fmla="*/ 461821 w 553261"/>
                  <a:gd name="connsiteY0" fmla="*/ 2276593 h 2368033"/>
                  <a:gd name="connsiteX1" fmla="*/ 0 w 553261"/>
                  <a:gd name="connsiteY1" fmla="*/ 1161071 h 2368033"/>
                  <a:gd name="connsiteX2" fmla="*/ 461821 w 553261"/>
                  <a:gd name="connsiteY2" fmla="*/ 45549 h 2368033"/>
                  <a:gd name="connsiteX3" fmla="*/ 511912 w 553261"/>
                  <a:gd name="connsiteY3" fmla="*/ 0 h 2368033"/>
                  <a:gd name="connsiteX4" fmla="*/ 511912 w 553261"/>
                  <a:gd name="connsiteY4" fmla="*/ 2322143 h 2368033"/>
                  <a:gd name="connsiteX5" fmla="*/ 553261 w 553261"/>
                  <a:gd name="connsiteY5" fmla="*/ 2368033 h 2368033"/>
                  <a:gd name="connsiteX0" fmla="*/ 461821 w 511912"/>
                  <a:gd name="connsiteY0" fmla="*/ 2276593 h 2322143"/>
                  <a:gd name="connsiteX1" fmla="*/ 0 w 511912"/>
                  <a:gd name="connsiteY1" fmla="*/ 1161071 h 2322143"/>
                  <a:gd name="connsiteX2" fmla="*/ 461821 w 511912"/>
                  <a:gd name="connsiteY2" fmla="*/ 45549 h 2322143"/>
                  <a:gd name="connsiteX3" fmla="*/ 511912 w 511912"/>
                  <a:gd name="connsiteY3" fmla="*/ 0 h 2322143"/>
                  <a:gd name="connsiteX4" fmla="*/ 511912 w 511912"/>
                  <a:gd name="connsiteY4" fmla="*/ 2322143 h 2322143"/>
                  <a:gd name="connsiteX0" fmla="*/ 461821 w 511912"/>
                  <a:gd name="connsiteY0" fmla="*/ 2276593 h 2276593"/>
                  <a:gd name="connsiteX1" fmla="*/ 0 w 511912"/>
                  <a:gd name="connsiteY1" fmla="*/ 1161071 h 2276593"/>
                  <a:gd name="connsiteX2" fmla="*/ 461821 w 511912"/>
                  <a:gd name="connsiteY2" fmla="*/ 45549 h 2276593"/>
                  <a:gd name="connsiteX3" fmla="*/ 511912 w 511912"/>
                  <a:gd name="connsiteY3" fmla="*/ 0 h 2276593"/>
                </a:gdLst>
                <a:ahLst/>
                <a:cxnLst>
                  <a:cxn ang="0">
                    <a:pos x="connsiteX0" y="connsiteY0"/>
                  </a:cxn>
                  <a:cxn ang="0">
                    <a:pos x="connsiteX1" y="connsiteY1"/>
                  </a:cxn>
                  <a:cxn ang="0">
                    <a:pos x="connsiteX2" y="connsiteY2"/>
                  </a:cxn>
                  <a:cxn ang="0">
                    <a:pos x="connsiteX3" y="connsiteY3"/>
                  </a:cxn>
                </a:cxnLst>
                <a:rect l="l" t="t" r="r" b="b"/>
                <a:pathLst>
                  <a:path w="511912" h="2276593">
                    <a:moveTo>
                      <a:pt x="461821" y="2276593"/>
                    </a:moveTo>
                    <a:cubicBezTo>
                      <a:pt x="176485" y="1991106"/>
                      <a:pt x="0" y="1596710"/>
                      <a:pt x="0" y="1161071"/>
                    </a:cubicBezTo>
                    <a:cubicBezTo>
                      <a:pt x="0" y="725433"/>
                      <a:pt x="176485" y="331036"/>
                      <a:pt x="461821" y="45549"/>
                    </a:cubicBezTo>
                    <a:lnTo>
                      <a:pt x="511912" y="0"/>
                    </a:lnTo>
                  </a:path>
                </a:pathLst>
              </a:custGeom>
              <a:noFill/>
              <a:ln w="28575" cap="rnd" cmpd="sng" algn="ctr">
                <a:solidFill>
                  <a:schemeClr val="accent3"/>
                </a:solidFill>
                <a:prstDash val="solid"/>
                <a:round/>
                <a:headEnd type="none" w="med" len="med"/>
                <a:tailEnd type="none" w="med" len="med"/>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grpSp>
      <p:grpSp>
        <p:nvGrpSpPr>
          <p:cNvPr id="86" name="Group 85">
            <a:extLst>
              <a:ext uri="{FF2B5EF4-FFF2-40B4-BE49-F238E27FC236}">
                <a16:creationId xmlns:a16="http://schemas.microsoft.com/office/drawing/2014/main" id="{C80DAC20-3708-4192-A34A-AADEDE3AC2CA}"/>
              </a:ext>
            </a:extLst>
          </p:cNvPr>
          <p:cNvGrpSpPr/>
          <p:nvPr/>
        </p:nvGrpSpPr>
        <p:grpSpPr>
          <a:xfrm>
            <a:off x="5140836" y="1756360"/>
            <a:ext cx="1157930" cy="1141308"/>
            <a:chOff x="6313634" y="622800"/>
            <a:chExt cx="796290" cy="784859"/>
          </a:xfrm>
        </p:grpSpPr>
        <p:sp>
          <p:nvSpPr>
            <p:cNvPr id="87" name="Oval 86">
              <a:extLst>
                <a:ext uri="{FF2B5EF4-FFF2-40B4-BE49-F238E27FC236}">
                  <a16:creationId xmlns:a16="http://schemas.microsoft.com/office/drawing/2014/main" id="{5D8D4C25-95C6-434C-9429-564D62C0594A}"/>
                </a:ext>
              </a:extLst>
            </p:cNvPr>
            <p:cNvSpPr/>
            <p:nvPr/>
          </p:nvSpPr>
          <p:spPr>
            <a:xfrm>
              <a:off x="6365161" y="673587"/>
              <a:ext cx="693238" cy="683286"/>
            </a:xfrm>
            <a:prstGeom prst="ellipse">
              <a:avLst/>
            </a:prstGeom>
            <a:solidFill>
              <a:srgbClr val="F2F2F2"/>
            </a:solidFill>
            <a:ln w="9525" cap="rnd" cmpd="sng" algn="ctr">
              <a:solidFill>
                <a:srgbClr val="006C67"/>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grpSp>
          <p:nvGrpSpPr>
            <p:cNvPr id="88" name="Group 87">
              <a:extLst>
                <a:ext uri="{FF2B5EF4-FFF2-40B4-BE49-F238E27FC236}">
                  <a16:creationId xmlns:a16="http://schemas.microsoft.com/office/drawing/2014/main" id="{5AC4B910-BE92-44C5-9D9D-14C9B0509FE8}"/>
                </a:ext>
              </a:extLst>
            </p:cNvPr>
            <p:cNvGrpSpPr/>
            <p:nvPr/>
          </p:nvGrpSpPr>
          <p:grpSpPr>
            <a:xfrm>
              <a:off x="6313634" y="622800"/>
              <a:ext cx="796290" cy="784859"/>
              <a:chOff x="661560" y="1101342"/>
              <a:chExt cx="3108338" cy="3064070"/>
            </a:xfrm>
          </p:grpSpPr>
          <p:grpSp>
            <p:nvGrpSpPr>
              <p:cNvPr id="89" name="Group 88">
                <a:extLst>
                  <a:ext uri="{FF2B5EF4-FFF2-40B4-BE49-F238E27FC236}">
                    <a16:creationId xmlns:a16="http://schemas.microsoft.com/office/drawing/2014/main" id="{8FA2DB19-8E81-4CD9-8332-A67693BFA4F8}"/>
                  </a:ext>
                </a:extLst>
              </p:cNvPr>
              <p:cNvGrpSpPr/>
              <p:nvPr/>
            </p:nvGrpSpPr>
            <p:grpSpPr>
              <a:xfrm>
                <a:off x="661560" y="1101342"/>
                <a:ext cx="3108338" cy="3064070"/>
                <a:chOff x="661560" y="1101342"/>
                <a:chExt cx="3608900" cy="3557501"/>
              </a:xfrm>
            </p:grpSpPr>
            <p:sp>
              <p:nvSpPr>
                <p:cNvPr id="93" name="Freeform: Shape 92">
                  <a:extLst>
                    <a:ext uri="{FF2B5EF4-FFF2-40B4-BE49-F238E27FC236}">
                      <a16:creationId xmlns:a16="http://schemas.microsoft.com/office/drawing/2014/main" id="{CDB4A3E4-0C01-4CDC-BC86-1E430B7E82CA}"/>
                    </a:ext>
                  </a:extLst>
                </p:cNvPr>
                <p:cNvSpPr/>
                <p:nvPr/>
              </p:nvSpPr>
              <p:spPr>
                <a:xfrm>
                  <a:off x="661560" y="1129209"/>
                  <a:ext cx="1267862" cy="2122179"/>
                </a:xfrm>
                <a:custGeom>
                  <a:avLst/>
                  <a:gdLst>
                    <a:gd name="connsiteX0" fmla="*/ 1376184 w 1376184"/>
                    <a:gd name="connsiteY0" fmla="*/ 0 h 2150046"/>
                    <a:gd name="connsiteX1" fmla="*/ 45422 w 1376184"/>
                    <a:gd name="connsiteY1" fmla="*/ 2150046 h 2150046"/>
                    <a:gd name="connsiteX2" fmla="*/ 36660 w 1376184"/>
                    <a:gd name="connsiteY2" fmla="*/ 2115951 h 2150046"/>
                    <a:gd name="connsiteX3" fmla="*/ 0 w 1376184"/>
                    <a:gd name="connsiteY3" fmla="*/ 1752100 h 2150046"/>
                    <a:gd name="connsiteX4" fmla="*/ 1267862 w 1376184"/>
                    <a:gd name="connsiteY4" fmla="*/ 27867 h 2150046"/>
                    <a:gd name="connsiteX5" fmla="*/ 1376184 w 1376184"/>
                    <a:gd name="connsiteY5" fmla="*/ 0 h 2150046"/>
                    <a:gd name="connsiteX0" fmla="*/ 1376184 w 1467624"/>
                    <a:gd name="connsiteY0" fmla="*/ 0 h 2150046"/>
                    <a:gd name="connsiteX1" fmla="*/ 45422 w 1467624"/>
                    <a:gd name="connsiteY1" fmla="*/ 2150046 h 2150046"/>
                    <a:gd name="connsiteX2" fmla="*/ 36660 w 1467624"/>
                    <a:gd name="connsiteY2" fmla="*/ 2115951 h 2150046"/>
                    <a:gd name="connsiteX3" fmla="*/ 0 w 1467624"/>
                    <a:gd name="connsiteY3" fmla="*/ 1752100 h 2150046"/>
                    <a:gd name="connsiteX4" fmla="*/ 1267862 w 1467624"/>
                    <a:gd name="connsiteY4" fmla="*/ 27867 h 2150046"/>
                    <a:gd name="connsiteX5" fmla="*/ 1467624 w 1467624"/>
                    <a:gd name="connsiteY5" fmla="*/ 91440 h 2150046"/>
                    <a:gd name="connsiteX0" fmla="*/ 1376184 w 1376184"/>
                    <a:gd name="connsiteY0" fmla="*/ 0 h 2150046"/>
                    <a:gd name="connsiteX1" fmla="*/ 45422 w 1376184"/>
                    <a:gd name="connsiteY1" fmla="*/ 2150046 h 2150046"/>
                    <a:gd name="connsiteX2" fmla="*/ 36660 w 1376184"/>
                    <a:gd name="connsiteY2" fmla="*/ 2115951 h 2150046"/>
                    <a:gd name="connsiteX3" fmla="*/ 0 w 1376184"/>
                    <a:gd name="connsiteY3" fmla="*/ 1752100 h 2150046"/>
                    <a:gd name="connsiteX4" fmla="*/ 1267862 w 1376184"/>
                    <a:gd name="connsiteY4" fmla="*/ 27867 h 2150046"/>
                    <a:gd name="connsiteX0" fmla="*/ 45422 w 1267862"/>
                    <a:gd name="connsiteY0" fmla="*/ 2122179 h 2122179"/>
                    <a:gd name="connsiteX1" fmla="*/ 36660 w 1267862"/>
                    <a:gd name="connsiteY1" fmla="*/ 2088084 h 2122179"/>
                    <a:gd name="connsiteX2" fmla="*/ 0 w 1267862"/>
                    <a:gd name="connsiteY2" fmla="*/ 1724233 h 2122179"/>
                    <a:gd name="connsiteX3" fmla="*/ 1267862 w 1267862"/>
                    <a:gd name="connsiteY3" fmla="*/ 0 h 2122179"/>
                  </a:gdLst>
                  <a:ahLst/>
                  <a:cxnLst>
                    <a:cxn ang="0">
                      <a:pos x="connsiteX0" y="connsiteY0"/>
                    </a:cxn>
                    <a:cxn ang="0">
                      <a:pos x="connsiteX1" y="connsiteY1"/>
                    </a:cxn>
                    <a:cxn ang="0">
                      <a:pos x="connsiteX2" y="connsiteY2"/>
                    </a:cxn>
                    <a:cxn ang="0">
                      <a:pos x="connsiteX3" y="connsiteY3"/>
                    </a:cxn>
                  </a:cxnLst>
                  <a:rect l="l" t="t" r="r" b="b"/>
                  <a:pathLst>
                    <a:path w="1267862" h="2122179">
                      <a:moveTo>
                        <a:pt x="45422" y="2122179"/>
                      </a:moveTo>
                      <a:lnTo>
                        <a:pt x="36660" y="2088084"/>
                      </a:lnTo>
                      <a:cubicBezTo>
                        <a:pt x="12623" y="1970557"/>
                        <a:pt x="0" y="1848870"/>
                        <a:pt x="0" y="1724233"/>
                      </a:cubicBezTo>
                      <a:cubicBezTo>
                        <a:pt x="0" y="914093"/>
                        <a:pt x="533327" y="228585"/>
                        <a:pt x="1267862" y="0"/>
                      </a:cubicBezTo>
                    </a:path>
                  </a:pathLst>
                </a:custGeom>
                <a:noFill/>
                <a:ln w="9525" cap="rnd" cmpd="sng" algn="ctr">
                  <a:solidFill>
                    <a:schemeClr val="accent3"/>
                  </a:solidFill>
                  <a:prstDash val="solid"/>
                  <a:round/>
                  <a:headEnd type="none" w="med" len="med"/>
                  <a:tailEnd type="none" w="med" len="med"/>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94" name="Freeform: Shape 93">
                  <a:extLst>
                    <a:ext uri="{FF2B5EF4-FFF2-40B4-BE49-F238E27FC236}">
                      <a16:creationId xmlns:a16="http://schemas.microsoft.com/office/drawing/2014/main" id="{0BA4B2D0-A9CA-4A38-8BF4-9AD0FD4DF73D}"/>
                    </a:ext>
                  </a:extLst>
                </p:cNvPr>
                <p:cNvSpPr/>
                <p:nvPr/>
              </p:nvSpPr>
              <p:spPr>
                <a:xfrm>
                  <a:off x="2894276" y="1101342"/>
                  <a:ext cx="1376184" cy="2150046"/>
                </a:xfrm>
                <a:custGeom>
                  <a:avLst/>
                  <a:gdLst>
                    <a:gd name="connsiteX0" fmla="*/ 0 w 1376184"/>
                    <a:gd name="connsiteY0" fmla="*/ 0 h 2150046"/>
                    <a:gd name="connsiteX1" fmla="*/ 108322 w 1376184"/>
                    <a:gd name="connsiteY1" fmla="*/ 27867 h 2150046"/>
                    <a:gd name="connsiteX2" fmla="*/ 1376184 w 1376184"/>
                    <a:gd name="connsiteY2" fmla="*/ 1752100 h 2150046"/>
                    <a:gd name="connsiteX3" fmla="*/ 1339524 w 1376184"/>
                    <a:gd name="connsiteY3" fmla="*/ 2115951 h 2150046"/>
                    <a:gd name="connsiteX4" fmla="*/ 1330762 w 1376184"/>
                    <a:gd name="connsiteY4" fmla="*/ 2150046 h 2150046"/>
                    <a:gd name="connsiteX5" fmla="*/ 0 w 1376184"/>
                    <a:gd name="connsiteY5" fmla="*/ 0 h 2150046"/>
                    <a:gd name="connsiteX0" fmla="*/ 0 w 1376184"/>
                    <a:gd name="connsiteY0" fmla="*/ 0 h 2150046"/>
                    <a:gd name="connsiteX1" fmla="*/ 108322 w 1376184"/>
                    <a:gd name="connsiteY1" fmla="*/ 27867 h 2150046"/>
                    <a:gd name="connsiteX2" fmla="*/ 1376184 w 1376184"/>
                    <a:gd name="connsiteY2" fmla="*/ 1752100 h 2150046"/>
                    <a:gd name="connsiteX3" fmla="*/ 1339524 w 1376184"/>
                    <a:gd name="connsiteY3" fmla="*/ 2115951 h 2150046"/>
                    <a:gd name="connsiteX4" fmla="*/ 1330762 w 1376184"/>
                    <a:gd name="connsiteY4" fmla="*/ 2150046 h 2150046"/>
                    <a:gd name="connsiteX5" fmla="*/ 91440 w 1376184"/>
                    <a:gd name="connsiteY5" fmla="*/ 91440 h 2150046"/>
                    <a:gd name="connsiteX0" fmla="*/ 0 w 1376184"/>
                    <a:gd name="connsiteY0" fmla="*/ 0 h 2150046"/>
                    <a:gd name="connsiteX1" fmla="*/ 108322 w 1376184"/>
                    <a:gd name="connsiteY1" fmla="*/ 27867 h 2150046"/>
                    <a:gd name="connsiteX2" fmla="*/ 1376184 w 1376184"/>
                    <a:gd name="connsiteY2" fmla="*/ 1752100 h 2150046"/>
                    <a:gd name="connsiteX3" fmla="*/ 1339524 w 1376184"/>
                    <a:gd name="connsiteY3" fmla="*/ 2115951 h 2150046"/>
                    <a:gd name="connsiteX4" fmla="*/ 1330762 w 1376184"/>
                    <a:gd name="connsiteY4" fmla="*/ 2150046 h 21500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6184" h="2150046">
                      <a:moveTo>
                        <a:pt x="0" y="0"/>
                      </a:moveTo>
                      <a:lnTo>
                        <a:pt x="108322" y="27867"/>
                      </a:lnTo>
                      <a:cubicBezTo>
                        <a:pt x="842857" y="256452"/>
                        <a:pt x="1376184" y="941960"/>
                        <a:pt x="1376184" y="1752100"/>
                      </a:cubicBezTo>
                      <a:cubicBezTo>
                        <a:pt x="1376184" y="1876737"/>
                        <a:pt x="1363561" y="1998424"/>
                        <a:pt x="1339524" y="2115951"/>
                      </a:cubicBezTo>
                      <a:lnTo>
                        <a:pt x="1330762" y="2150046"/>
                      </a:lnTo>
                    </a:path>
                  </a:pathLst>
                </a:custGeom>
                <a:noFill/>
                <a:ln w="9525" cap="rnd" cmpd="sng" algn="ctr">
                  <a:solidFill>
                    <a:schemeClr val="accent3"/>
                  </a:solidFill>
                  <a:prstDash val="solid"/>
                  <a:round/>
                  <a:headEnd type="none" w="med" len="med"/>
                  <a:tailEnd type="none" w="med" len="med"/>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95" name="Freeform: Shape 94">
                  <a:extLst>
                    <a:ext uri="{FF2B5EF4-FFF2-40B4-BE49-F238E27FC236}">
                      <a16:creationId xmlns:a16="http://schemas.microsoft.com/office/drawing/2014/main" id="{3A1793AE-03FF-44ED-B896-D8EE1D89BC1D}"/>
                    </a:ext>
                  </a:extLst>
                </p:cNvPr>
                <p:cNvSpPr/>
                <p:nvPr/>
              </p:nvSpPr>
              <p:spPr>
                <a:xfrm>
                  <a:off x="1090295" y="4020214"/>
                  <a:ext cx="2751430" cy="638629"/>
                </a:xfrm>
                <a:custGeom>
                  <a:avLst/>
                  <a:gdLst>
                    <a:gd name="connsiteX0" fmla="*/ 0 w 2751430"/>
                    <a:gd name="connsiteY0" fmla="*/ 0 h 638629"/>
                    <a:gd name="connsiteX1" fmla="*/ 2751430 w 2751430"/>
                    <a:gd name="connsiteY1" fmla="*/ 0 h 638629"/>
                    <a:gd name="connsiteX2" fmla="*/ 2651654 w 2751430"/>
                    <a:gd name="connsiteY2" fmla="*/ 109840 h 638629"/>
                    <a:gd name="connsiteX3" fmla="*/ 1375715 w 2751430"/>
                    <a:gd name="connsiteY3" fmla="*/ 638629 h 638629"/>
                    <a:gd name="connsiteX4" fmla="*/ 99776 w 2751430"/>
                    <a:gd name="connsiteY4" fmla="*/ 109840 h 638629"/>
                    <a:gd name="connsiteX5" fmla="*/ 0 w 2751430"/>
                    <a:gd name="connsiteY5" fmla="*/ 0 h 638629"/>
                    <a:gd name="connsiteX0" fmla="*/ 2751430 w 2842870"/>
                    <a:gd name="connsiteY0" fmla="*/ 0 h 638629"/>
                    <a:gd name="connsiteX1" fmla="*/ 2651654 w 2842870"/>
                    <a:gd name="connsiteY1" fmla="*/ 109840 h 638629"/>
                    <a:gd name="connsiteX2" fmla="*/ 1375715 w 2842870"/>
                    <a:gd name="connsiteY2" fmla="*/ 638629 h 638629"/>
                    <a:gd name="connsiteX3" fmla="*/ 99776 w 2842870"/>
                    <a:gd name="connsiteY3" fmla="*/ 109840 h 638629"/>
                    <a:gd name="connsiteX4" fmla="*/ 0 w 2842870"/>
                    <a:gd name="connsiteY4" fmla="*/ 0 h 638629"/>
                    <a:gd name="connsiteX5" fmla="*/ 2842870 w 2842870"/>
                    <a:gd name="connsiteY5" fmla="*/ 91440 h 638629"/>
                    <a:gd name="connsiteX0" fmla="*/ 2751430 w 2751430"/>
                    <a:gd name="connsiteY0" fmla="*/ 0 h 638629"/>
                    <a:gd name="connsiteX1" fmla="*/ 2651654 w 2751430"/>
                    <a:gd name="connsiteY1" fmla="*/ 109840 h 638629"/>
                    <a:gd name="connsiteX2" fmla="*/ 1375715 w 2751430"/>
                    <a:gd name="connsiteY2" fmla="*/ 638629 h 638629"/>
                    <a:gd name="connsiteX3" fmla="*/ 99776 w 2751430"/>
                    <a:gd name="connsiteY3" fmla="*/ 109840 h 638629"/>
                    <a:gd name="connsiteX4" fmla="*/ 0 w 2751430"/>
                    <a:gd name="connsiteY4" fmla="*/ 0 h 638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51430" h="638629">
                      <a:moveTo>
                        <a:pt x="2751430" y="0"/>
                      </a:moveTo>
                      <a:lnTo>
                        <a:pt x="2651654" y="109840"/>
                      </a:lnTo>
                      <a:cubicBezTo>
                        <a:pt x="2325112" y="436553"/>
                        <a:pt x="1874000" y="638629"/>
                        <a:pt x="1375715" y="638629"/>
                      </a:cubicBezTo>
                      <a:cubicBezTo>
                        <a:pt x="877430" y="638629"/>
                        <a:pt x="426318" y="436553"/>
                        <a:pt x="99776" y="109840"/>
                      </a:cubicBezTo>
                      <a:lnTo>
                        <a:pt x="0" y="0"/>
                      </a:lnTo>
                    </a:path>
                  </a:pathLst>
                </a:custGeom>
                <a:noFill/>
                <a:ln w="9525" cap="rnd" cmpd="sng" algn="ctr">
                  <a:solidFill>
                    <a:schemeClr val="accent3"/>
                  </a:solidFill>
                  <a:prstDash val="solid"/>
                  <a:round/>
                  <a:headEnd type="none" w="med" len="med"/>
                  <a:tailEnd type="none" w="med" len="med"/>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sp>
            <p:nvSpPr>
              <p:cNvPr id="90" name="Freeform: Shape 89">
                <a:extLst>
                  <a:ext uri="{FF2B5EF4-FFF2-40B4-BE49-F238E27FC236}">
                    <a16:creationId xmlns:a16="http://schemas.microsoft.com/office/drawing/2014/main" id="{0905DC28-609D-403E-8BDD-B9DDE0F2FDA0}"/>
                  </a:ext>
                </a:extLst>
              </p:cNvPr>
              <p:cNvSpPr/>
              <p:nvPr/>
            </p:nvSpPr>
            <p:spPr>
              <a:xfrm>
                <a:off x="1875086" y="1249604"/>
                <a:ext cx="1698701" cy="2717543"/>
              </a:xfrm>
              <a:custGeom>
                <a:avLst/>
                <a:gdLst>
                  <a:gd name="connsiteX0" fmla="*/ 395501 w 1972257"/>
                  <a:gd name="connsiteY0" fmla="*/ 0 h 3155172"/>
                  <a:gd name="connsiteX1" fmla="*/ 1972257 w 1972257"/>
                  <a:gd name="connsiteY1" fmla="*/ 1577586 h 3155172"/>
                  <a:gd name="connsiteX2" fmla="*/ 395501 w 1972257"/>
                  <a:gd name="connsiteY2" fmla="*/ 3155172 h 3155172"/>
                  <a:gd name="connsiteX3" fmla="*/ 77730 w 1972257"/>
                  <a:gd name="connsiteY3" fmla="*/ 3123121 h 3155172"/>
                  <a:gd name="connsiteX4" fmla="*/ 0 w 1972257"/>
                  <a:gd name="connsiteY4" fmla="*/ 3103124 h 3155172"/>
                  <a:gd name="connsiteX5" fmla="*/ 0 w 1972257"/>
                  <a:gd name="connsiteY5" fmla="*/ 52048 h 3155172"/>
                  <a:gd name="connsiteX6" fmla="*/ 77730 w 1972257"/>
                  <a:gd name="connsiteY6" fmla="*/ 32051 h 3155172"/>
                  <a:gd name="connsiteX7" fmla="*/ 395501 w 1972257"/>
                  <a:gd name="connsiteY7" fmla="*/ 0 h 3155172"/>
                  <a:gd name="connsiteX0" fmla="*/ 0 w 1972257"/>
                  <a:gd name="connsiteY0" fmla="*/ 52048 h 3155172"/>
                  <a:gd name="connsiteX1" fmla="*/ 77730 w 1972257"/>
                  <a:gd name="connsiteY1" fmla="*/ 32051 h 3155172"/>
                  <a:gd name="connsiteX2" fmla="*/ 395501 w 1972257"/>
                  <a:gd name="connsiteY2" fmla="*/ 0 h 3155172"/>
                  <a:gd name="connsiteX3" fmla="*/ 1972257 w 1972257"/>
                  <a:gd name="connsiteY3" fmla="*/ 1577586 h 3155172"/>
                  <a:gd name="connsiteX4" fmla="*/ 395501 w 1972257"/>
                  <a:gd name="connsiteY4" fmla="*/ 3155172 h 3155172"/>
                  <a:gd name="connsiteX5" fmla="*/ 77730 w 1972257"/>
                  <a:gd name="connsiteY5" fmla="*/ 3123121 h 3155172"/>
                  <a:gd name="connsiteX6" fmla="*/ 0 w 1972257"/>
                  <a:gd name="connsiteY6" fmla="*/ 3103124 h 3155172"/>
                  <a:gd name="connsiteX7" fmla="*/ 91440 w 1972257"/>
                  <a:gd name="connsiteY7" fmla="*/ 143488 h 3155172"/>
                  <a:gd name="connsiteX0" fmla="*/ 0 w 1972257"/>
                  <a:gd name="connsiteY0" fmla="*/ 52048 h 3155172"/>
                  <a:gd name="connsiteX1" fmla="*/ 77730 w 1972257"/>
                  <a:gd name="connsiteY1" fmla="*/ 32051 h 3155172"/>
                  <a:gd name="connsiteX2" fmla="*/ 395501 w 1972257"/>
                  <a:gd name="connsiteY2" fmla="*/ 0 h 3155172"/>
                  <a:gd name="connsiteX3" fmla="*/ 1972257 w 1972257"/>
                  <a:gd name="connsiteY3" fmla="*/ 1577586 h 3155172"/>
                  <a:gd name="connsiteX4" fmla="*/ 395501 w 1972257"/>
                  <a:gd name="connsiteY4" fmla="*/ 3155172 h 3155172"/>
                  <a:gd name="connsiteX5" fmla="*/ 77730 w 1972257"/>
                  <a:gd name="connsiteY5" fmla="*/ 3123121 h 3155172"/>
                  <a:gd name="connsiteX6" fmla="*/ 0 w 1972257"/>
                  <a:gd name="connsiteY6" fmla="*/ 3103124 h 3155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2257" h="3155172">
                    <a:moveTo>
                      <a:pt x="0" y="52048"/>
                    </a:moveTo>
                    <a:lnTo>
                      <a:pt x="77730" y="32051"/>
                    </a:lnTo>
                    <a:cubicBezTo>
                      <a:pt x="180373" y="11036"/>
                      <a:pt x="286649" y="0"/>
                      <a:pt x="395501" y="0"/>
                    </a:cubicBezTo>
                    <a:cubicBezTo>
                      <a:pt x="1266319" y="0"/>
                      <a:pt x="1972257" y="706309"/>
                      <a:pt x="1972257" y="1577586"/>
                    </a:cubicBezTo>
                    <a:cubicBezTo>
                      <a:pt x="1972257" y="2448863"/>
                      <a:pt x="1266319" y="3155172"/>
                      <a:pt x="395501" y="3155172"/>
                    </a:cubicBezTo>
                    <a:cubicBezTo>
                      <a:pt x="286649" y="3155172"/>
                      <a:pt x="180373" y="3144136"/>
                      <a:pt x="77730" y="3123121"/>
                    </a:cubicBezTo>
                    <a:lnTo>
                      <a:pt x="0" y="3103124"/>
                    </a:lnTo>
                  </a:path>
                </a:pathLst>
              </a:custGeom>
              <a:noFill/>
              <a:ln w="28575" cap="rnd" cmpd="sng" algn="ctr">
                <a:solidFill>
                  <a:schemeClr val="accent3"/>
                </a:solidFill>
                <a:prstDash val="solid"/>
                <a:round/>
                <a:headEnd type="none" w="med" len="med"/>
                <a:tailEnd type="none" w="med" len="med"/>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92" name="Freeform: Shape 91">
                <a:extLst>
                  <a:ext uri="{FF2B5EF4-FFF2-40B4-BE49-F238E27FC236}">
                    <a16:creationId xmlns:a16="http://schemas.microsoft.com/office/drawing/2014/main" id="{A6684FDF-4934-4088-8431-3078A85461CB}"/>
                  </a:ext>
                </a:extLst>
              </p:cNvPr>
              <p:cNvSpPr/>
              <p:nvPr/>
            </p:nvSpPr>
            <p:spPr>
              <a:xfrm>
                <a:off x="857672" y="1608348"/>
                <a:ext cx="440909" cy="1960825"/>
              </a:xfrm>
              <a:custGeom>
                <a:avLst/>
                <a:gdLst>
                  <a:gd name="connsiteX0" fmla="*/ 511912 w 511912"/>
                  <a:gd name="connsiteY0" fmla="*/ 0 h 2322143"/>
                  <a:gd name="connsiteX1" fmla="*/ 511912 w 511912"/>
                  <a:gd name="connsiteY1" fmla="*/ 2322143 h 2322143"/>
                  <a:gd name="connsiteX2" fmla="*/ 461821 w 511912"/>
                  <a:gd name="connsiteY2" fmla="*/ 2276593 h 2322143"/>
                  <a:gd name="connsiteX3" fmla="*/ 0 w 511912"/>
                  <a:gd name="connsiteY3" fmla="*/ 1161071 h 2322143"/>
                  <a:gd name="connsiteX4" fmla="*/ 461821 w 511912"/>
                  <a:gd name="connsiteY4" fmla="*/ 45549 h 2322143"/>
                  <a:gd name="connsiteX5" fmla="*/ 511912 w 511912"/>
                  <a:gd name="connsiteY5" fmla="*/ 0 h 2322143"/>
                  <a:gd name="connsiteX0" fmla="*/ 461821 w 553261"/>
                  <a:gd name="connsiteY0" fmla="*/ 2276593 h 2368033"/>
                  <a:gd name="connsiteX1" fmla="*/ 0 w 553261"/>
                  <a:gd name="connsiteY1" fmla="*/ 1161071 h 2368033"/>
                  <a:gd name="connsiteX2" fmla="*/ 461821 w 553261"/>
                  <a:gd name="connsiteY2" fmla="*/ 45549 h 2368033"/>
                  <a:gd name="connsiteX3" fmla="*/ 511912 w 553261"/>
                  <a:gd name="connsiteY3" fmla="*/ 0 h 2368033"/>
                  <a:gd name="connsiteX4" fmla="*/ 511912 w 553261"/>
                  <a:gd name="connsiteY4" fmla="*/ 2322143 h 2368033"/>
                  <a:gd name="connsiteX5" fmla="*/ 553261 w 553261"/>
                  <a:gd name="connsiteY5" fmla="*/ 2368033 h 2368033"/>
                  <a:gd name="connsiteX0" fmla="*/ 461821 w 511912"/>
                  <a:gd name="connsiteY0" fmla="*/ 2276593 h 2322143"/>
                  <a:gd name="connsiteX1" fmla="*/ 0 w 511912"/>
                  <a:gd name="connsiteY1" fmla="*/ 1161071 h 2322143"/>
                  <a:gd name="connsiteX2" fmla="*/ 461821 w 511912"/>
                  <a:gd name="connsiteY2" fmla="*/ 45549 h 2322143"/>
                  <a:gd name="connsiteX3" fmla="*/ 511912 w 511912"/>
                  <a:gd name="connsiteY3" fmla="*/ 0 h 2322143"/>
                  <a:gd name="connsiteX4" fmla="*/ 511912 w 511912"/>
                  <a:gd name="connsiteY4" fmla="*/ 2322143 h 2322143"/>
                  <a:gd name="connsiteX0" fmla="*/ 461821 w 511912"/>
                  <a:gd name="connsiteY0" fmla="*/ 2276593 h 2276593"/>
                  <a:gd name="connsiteX1" fmla="*/ 0 w 511912"/>
                  <a:gd name="connsiteY1" fmla="*/ 1161071 h 2276593"/>
                  <a:gd name="connsiteX2" fmla="*/ 461821 w 511912"/>
                  <a:gd name="connsiteY2" fmla="*/ 45549 h 2276593"/>
                  <a:gd name="connsiteX3" fmla="*/ 511912 w 511912"/>
                  <a:gd name="connsiteY3" fmla="*/ 0 h 2276593"/>
                </a:gdLst>
                <a:ahLst/>
                <a:cxnLst>
                  <a:cxn ang="0">
                    <a:pos x="connsiteX0" y="connsiteY0"/>
                  </a:cxn>
                  <a:cxn ang="0">
                    <a:pos x="connsiteX1" y="connsiteY1"/>
                  </a:cxn>
                  <a:cxn ang="0">
                    <a:pos x="connsiteX2" y="connsiteY2"/>
                  </a:cxn>
                  <a:cxn ang="0">
                    <a:pos x="connsiteX3" y="connsiteY3"/>
                  </a:cxn>
                </a:cxnLst>
                <a:rect l="l" t="t" r="r" b="b"/>
                <a:pathLst>
                  <a:path w="511912" h="2276593">
                    <a:moveTo>
                      <a:pt x="461821" y="2276593"/>
                    </a:moveTo>
                    <a:cubicBezTo>
                      <a:pt x="176485" y="1991106"/>
                      <a:pt x="0" y="1596710"/>
                      <a:pt x="0" y="1161071"/>
                    </a:cubicBezTo>
                    <a:cubicBezTo>
                      <a:pt x="0" y="725433"/>
                      <a:pt x="176485" y="331036"/>
                      <a:pt x="461821" y="45549"/>
                    </a:cubicBezTo>
                    <a:lnTo>
                      <a:pt x="511912" y="0"/>
                    </a:lnTo>
                  </a:path>
                </a:pathLst>
              </a:custGeom>
              <a:noFill/>
              <a:ln w="28575" cap="rnd" cmpd="sng" algn="ctr">
                <a:solidFill>
                  <a:schemeClr val="accent3"/>
                </a:solidFill>
                <a:prstDash val="solid"/>
                <a:round/>
                <a:headEnd type="none" w="med" len="med"/>
                <a:tailEnd type="none" w="med" len="med"/>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grpSp>
      <p:cxnSp>
        <p:nvCxnSpPr>
          <p:cNvPr id="96" name="Straight Connector 95">
            <a:extLst>
              <a:ext uri="{FF2B5EF4-FFF2-40B4-BE49-F238E27FC236}">
                <a16:creationId xmlns:a16="http://schemas.microsoft.com/office/drawing/2014/main" id="{BFFA7470-8B82-4127-9F3A-D0CC09E8B04E}"/>
              </a:ext>
            </a:extLst>
          </p:cNvPr>
          <p:cNvCxnSpPr/>
          <p:nvPr/>
        </p:nvCxnSpPr>
        <p:spPr>
          <a:xfrm>
            <a:off x="4806242" y="5228315"/>
            <a:ext cx="6757107"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grpSp>
        <p:nvGrpSpPr>
          <p:cNvPr id="100" name="Group 99">
            <a:extLst>
              <a:ext uri="{FF2B5EF4-FFF2-40B4-BE49-F238E27FC236}">
                <a16:creationId xmlns:a16="http://schemas.microsoft.com/office/drawing/2014/main" id="{6D59C81E-A7B7-4706-B705-CF292FCB58F5}"/>
              </a:ext>
            </a:extLst>
          </p:cNvPr>
          <p:cNvGrpSpPr/>
          <p:nvPr/>
        </p:nvGrpSpPr>
        <p:grpSpPr>
          <a:xfrm>
            <a:off x="4323566" y="2916879"/>
            <a:ext cx="1157930" cy="1141308"/>
            <a:chOff x="6313634" y="622800"/>
            <a:chExt cx="796290" cy="784859"/>
          </a:xfrm>
        </p:grpSpPr>
        <p:sp>
          <p:nvSpPr>
            <p:cNvPr id="101" name="Oval 100">
              <a:extLst>
                <a:ext uri="{FF2B5EF4-FFF2-40B4-BE49-F238E27FC236}">
                  <a16:creationId xmlns:a16="http://schemas.microsoft.com/office/drawing/2014/main" id="{5468FDD3-E07A-4E81-BBF4-687956909FD5}"/>
                </a:ext>
              </a:extLst>
            </p:cNvPr>
            <p:cNvSpPr/>
            <p:nvPr/>
          </p:nvSpPr>
          <p:spPr>
            <a:xfrm>
              <a:off x="6365161" y="673587"/>
              <a:ext cx="693238" cy="683286"/>
            </a:xfrm>
            <a:prstGeom prst="ellipse">
              <a:avLst/>
            </a:prstGeom>
            <a:solidFill>
              <a:srgbClr val="F2F2F2"/>
            </a:solidFill>
            <a:ln w="9525" cap="rnd" cmpd="sng" algn="ctr">
              <a:solidFill>
                <a:srgbClr val="006C67"/>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grpSp>
          <p:nvGrpSpPr>
            <p:cNvPr id="106" name="Group 105">
              <a:extLst>
                <a:ext uri="{FF2B5EF4-FFF2-40B4-BE49-F238E27FC236}">
                  <a16:creationId xmlns:a16="http://schemas.microsoft.com/office/drawing/2014/main" id="{4D6B64B4-0E68-482F-B0BE-5C663C5146A5}"/>
                </a:ext>
              </a:extLst>
            </p:cNvPr>
            <p:cNvGrpSpPr/>
            <p:nvPr/>
          </p:nvGrpSpPr>
          <p:grpSpPr>
            <a:xfrm>
              <a:off x="6313634" y="622800"/>
              <a:ext cx="796290" cy="784859"/>
              <a:chOff x="661560" y="1101342"/>
              <a:chExt cx="3108338" cy="3064070"/>
            </a:xfrm>
          </p:grpSpPr>
          <p:grpSp>
            <p:nvGrpSpPr>
              <p:cNvPr id="107" name="Group 106">
                <a:extLst>
                  <a:ext uri="{FF2B5EF4-FFF2-40B4-BE49-F238E27FC236}">
                    <a16:creationId xmlns:a16="http://schemas.microsoft.com/office/drawing/2014/main" id="{B3CF2340-4EC4-4BB4-93C0-A3C07E9F80A5}"/>
                  </a:ext>
                </a:extLst>
              </p:cNvPr>
              <p:cNvGrpSpPr/>
              <p:nvPr/>
            </p:nvGrpSpPr>
            <p:grpSpPr>
              <a:xfrm>
                <a:off x="661560" y="1101342"/>
                <a:ext cx="3108338" cy="3064070"/>
                <a:chOff x="661560" y="1101342"/>
                <a:chExt cx="3608900" cy="3557501"/>
              </a:xfrm>
            </p:grpSpPr>
            <p:sp>
              <p:nvSpPr>
                <p:cNvPr id="110" name="Freeform: Shape 109">
                  <a:extLst>
                    <a:ext uri="{FF2B5EF4-FFF2-40B4-BE49-F238E27FC236}">
                      <a16:creationId xmlns:a16="http://schemas.microsoft.com/office/drawing/2014/main" id="{E014DE04-C732-4E14-922A-A709818BA7E9}"/>
                    </a:ext>
                  </a:extLst>
                </p:cNvPr>
                <p:cNvSpPr/>
                <p:nvPr/>
              </p:nvSpPr>
              <p:spPr>
                <a:xfrm>
                  <a:off x="661560" y="1129209"/>
                  <a:ext cx="1267862" cy="2122179"/>
                </a:xfrm>
                <a:custGeom>
                  <a:avLst/>
                  <a:gdLst>
                    <a:gd name="connsiteX0" fmla="*/ 1376184 w 1376184"/>
                    <a:gd name="connsiteY0" fmla="*/ 0 h 2150046"/>
                    <a:gd name="connsiteX1" fmla="*/ 45422 w 1376184"/>
                    <a:gd name="connsiteY1" fmla="*/ 2150046 h 2150046"/>
                    <a:gd name="connsiteX2" fmla="*/ 36660 w 1376184"/>
                    <a:gd name="connsiteY2" fmla="*/ 2115951 h 2150046"/>
                    <a:gd name="connsiteX3" fmla="*/ 0 w 1376184"/>
                    <a:gd name="connsiteY3" fmla="*/ 1752100 h 2150046"/>
                    <a:gd name="connsiteX4" fmla="*/ 1267862 w 1376184"/>
                    <a:gd name="connsiteY4" fmla="*/ 27867 h 2150046"/>
                    <a:gd name="connsiteX5" fmla="*/ 1376184 w 1376184"/>
                    <a:gd name="connsiteY5" fmla="*/ 0 h 2150046"/>
                    <a:gd name="connsiteX0" fmla="*/ 1376184 w 1467624"/>
                    <a:gd name="connsiteY0" fmla="*/ 0 h 2150046"/>
                    <a:gd name="connsiteX1" fmla="*/ 45422 w 1467624"/>
                    <a:gd name="connsiteY1" fmla="*/ 2150046 h 2150046"/>
                    <a:gd name="connsiteX2" fmla="*/ 36660 w 1467624"/>
                    <a:gd name="connsiteY2" fmla="*/ 2115951 h 2150046"/>
                    <a:gd name="connsiteX3" fmla="*/ 0 w 1467624"/>
                    <a:gd name="connsiteY3" fmla="*/ 1752100 h 2150046"/>
                    <a:gd name="connsiteX4" fmla="*/ 1267862 w 1467624"/>
                    <a:gd name="connsiteY4" fmla="*/ 27867 h 2150046"/>
                    <a:gd name="connsiteX5" fmla="*/ 1467624 w 1467624"/>
                    <a:gd name="connsiteY5" fmla="*/ 91440 h 2150046"/>
                    <a:gd name="connsiteX0" fmla="*/ 1376184 w 1376184"/>
                    <a:gd name="connsiteY0" fmla="*/ 0 h 2150046"/>
                    <a:gd name="connsiteX1" fmla="*/ 45422 w 1376184"/>
                    <a:gd name="connsiteY1" fmla="*/ 2150046 h 2150046"/>
                    <a:gd name="connsiteX2" fmla="*/ 36660 w 1376184"/>
                    <a:gd name="connsiteY2" fmla="*/ 2115951 h 2150046"/>
                    <a:gd name="connsiteX3" fmla="*/ 0 w 1376184"/>
                    <a:gd name="connsiteY3" fmla="*/ 1752100 h 2150046"/>
                    <a:gd name="connsiteX4" fmla="*/ 1267862 w 1376184"/>
                    <a:gd name="connsiteY4" fmla="*/ 27867 h 2150046"/>
                    <a:gd name="connsiteX0" fmla="*/ 45422 w 1267862"/>
                    <a:gd name="connsiteY0" fmla="*/ 2122179 h 2122179"/>
                    <a:gd name="connsiteX1" fmla="*/ 36660 w 1267862"/>
                    <a:gd name="connsiteY1" fmla="*/ 2088084 h 2122179"/>
                    <a:gd name="connsiteX2" fmla="*/ 0 w 1267862"/>
                    <a:gd name="connsiteY2" fmla="*/ 1724233 h 2122179"/>
                    <a:gd name="connsiteX3" fmla="*/ 1267862 w 1267862"/>
                    <a:gd name="connsiteY3" fmla="*/ 0 h 2122179"/>
                  </a:gdLst>
                  <a:ahLst/>
                  <a:cxnLst>
                    <a:cxn ang="0">
                      <a:pos x="connsiteX0" y="connsiteY0"/>
                    </a:cxn>
                    <a:cxn ang="0">
                      <a:pos x="connsiteX1" y="connsiteY1"/>
                    </a:cxn>
                    <a:cxn ang="0">
                      <a:pos x="connsiteX2" y="connsiteY2"/>
                    </a:cxn>
                    <a:cxn ang="0">
                      <a:pos x="connsiteX3" y="connsiteY3"/>
                    </a:cxn>
                  </a:cxnLst>
                  <a:rect l="l" t="t" r="r" b="b"/>
                  <a:pathLst>
                    <a:path w="1267862" h="2122179">
                      <a:moveTo>
                        <a:pt x="45422" y="2122179"/>
                      </a:moveTo>
                      <a:lnTo>
                        <a:pt x="36660" y="2088084"/>
                      </a:lnTo>
                      <a:cubicBezTo>
                        <a:pt x="12623" y="1970557"/>
                        <a:pt x="0" y="1848870"/>
                        <a:pt x="0" y="1724233"/>
                      </a:cubicBezTo>
                      <a:cubicBezTo>
                        <a:pt x="0" y="914093"/>
                        <a:pt x="533327" y="228585"/>
                        <a:pt x="1267862" y="0"/>
                      </a:cubicBezTo>
                    </a:path>
                  </a:pathLst>
                </a:custGeom>
                <a:noFill/>
                <a:ln w="9525" cap="rnd" cmpd="sng" algn="ctr">
                  <a:solidFill>
                    <a:schemeClr val="accent3"/>
                  </a:solidFill>
                  <a:prstDash val="solid"/>
                  <a:round/>
                  <a:headEnd type="none" w="med" len="med"/>
                  <a:tailEnd type="none" w="med" len="med"/>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28" name="Freeform: Shape 127">
                  <a:extLst>
                    <a:ext uri="{FF2B5EF4-FFF2-40B4-BE49-F238E27FC236}">
                      <a16:creationId xmlns:a16="http://schemas.microsoft.com/office/drawing/2014/main" id="{275E676D-A50E-4B47-939E-4097256A51AC}"/>
                    </a:ext>
                  </a:extLst>
                </p:cNvPr>
                <p:cNvSpPr/>
                <p:nvPr/>
              </p:nvSpPr>
              <p:spPr>
                <a:xfrm>
                  <a:off x="2894276" y="1101342"/>
                  <a:ext cx="1376184" cy="2150046"/>
                </a:xfrm>
                <a:custGeom>
                  <a:avLst/>
                  <a:gdLst>
                    <a:gd name="connsiteX0" fmla="*/ 0 w 1376184"/>
                    <a:gd name="connsiteY0" fmla="*/ 0 h 2150046"/>
                    <a:gd name="connsiteX1" fmla="*/ 108322 w 1376184"/>
                    <a:gd name="connsiteY1" fmla="*/ 27867 h 2150046"/>
                    <a:gd name="connsiteX2" fmla="*/ 1376184 w 1376184"/>
                    <a:gd name="connsiteY2" fmla="*/ 1752100 h 2150046"/>
                    <a:gd name="connsiteX3" fmla="*/ 1339524 w 1376184"/>
                    <a:gd name="connsiteY3" fmla="*/ 2115951 h 2150046"/>
                    <a:gd name="connsiteX4" fmla="*/ 1330762 w 1376184"/>
                    <a:gd name="connsiteY4" fmla="*/ 2150046 h 2150046"/>
                    <a:gd name="connsiteX5" fmla="*/ 0 w 1376184"/>
                    <a:gd name="connsiteY5" fmla="*/ 0 h 2150046"/>
                    <a:gd name="connsiteX0" fmla="*/ 0 w 1376184"/>
                    <a:gd name="connsiteY0" fmla="*/ 0 h 2150046"/>
                    <a:gd name="connsiteX1" fmla="*/ 108322 w 1376184"/>
                    <a:gd name="connsiteY1" fmla="*/ 27867 h 2150046"/>
                    <a:gd name="connsiteX2" fmla="*/ 1376184 w 1376184"/>
                    <a:gd name="connsiteY2" fmla="*/ 1752100 h 2150046"/>
                    <a:gd name="connsiteX3" fmla="*/ 1339524 w 1376184"/>
                    <a:gd name="connsiteY3" fmla="*/ 2115951 h 2150046"/>
                    <a:gd name="connsiteX4" fmla="*/ 1330762 w 1376184"/>
                    <a:gd name="connsiteY4" fmla="*/ 2150046 h 2150046"/>
                    <a:gd name="connsiteX5" fmla="*/ 91440 w 1376184"/>
                    <a:gd name="connsiteY5" fmla="*/ 91440 h 2150046"/>
                    <a:gd name="connsiteX0" fmla="*/ 0 w 1376184"/>
                    <a:gd name="connsiteY0" fmla="*/ 0 h 2150046"/>
                    <a:gd name="connsiteX1" fmla="*/ 108322 w 1376184"/>
                    <a:gd name="connsiteY1" fmla="*/ 27867 h 2150046"/>
                    <a:gd name="connsiteX2" fmla="*/ 1376184 w 1376184"/>
                    <a:gd name="connsiteY2" fmla="*/ 1752100 h 2150046"/>
                    <a:gd name="connsiteX3" fmla="*/ 1339524 w 1376184"/>
                    <a:gd name="connsiteY3" fmla="*/ 2115951 h 2150046"/>
                    <a:gd name="connsiteX4" fmla="*/ 1330762 w 1376184"/>
                    <a:gd name="connsiteY4" fmla="*/ 2150046 h 21500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6184" h="2150046">
                      <a:moveTo>
                        <a:pt x="0" y="0"/>
                      </a:moveTo>
                      <a:lnTo>
                        <a:pt x="108322" y="27867"/>
                      </a:lnTo>
                      <a:cubicBezTo>
                        <a:pt x="842857" y="256452"/>
                        <a:pt x="1376184" y="941960"/>
                        <a:pt x="1376184" y="1752100"/>
                      </a:cubicBezTo>
                      <a:cubicBezTo>
                        <a:pt x="1376184" y="1876737"/>
                        <a:pt x="1363561" y="1998424"/>
                        <a:pt x="1339524" y="2115951"/>
                      </a:cubicBezTo>
                      <a:lnTo>
                        <a:pt x="1330762" y="2150046"/>
                      </a:lnTo>
                    </a:path>
                  </a:pathLst>
                </a:custGeom>
                <a:noFill/>
                <a:ln w="9525" cap="rnd" cmpd="sng" algn="ctr">
                  <a:solidFill>
                    <a:schemeClr val="accent3"/>
                  </a:solidFill>
                  <a:prstDash val="solid"/>
                  <a:round/>
                  <a:headEnd type="none" w="med" len="med"/>
                  <a:tailEnd type="none" w="med" len="med"/>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29" name="Freeform: Shape 128">
                  <a:extLst>
                    <a:ext uri="{FF2B5EF4-FFF2-40B4-BE49-F238E27FC236}">
                      <a16:creationId xmlns:a16="http://schemas.microsoft.com/office/drawing/2014/main" id="{8E874085-DFC9-4CDD-8E2E-4CF941D86858}"/>
                    </a:ext>
                  </a:extLst>
                </p:cNvPr>
                <p:cNvSpPr/>
                <p:nvPr/>
              </p:nvSpPr>
              <p:spPr>
                <a:xfrm>
                  <a:off x="1090295" y="4020214"/>
                  <a:ext cx="2751430" cy="638629"/>
                </a:xfrm>
                <a:custGeom>
                  <a:avLst/>
                  <a:gdLst>
                    <a:gd name="connsiteX0" fmla="*/ 0 w 2751430"/>
                    <a:gd name="connsiteY0" fmla="*/ 0 h 638629"/>
                    <a:gd name="connsiteX1" fmla="*/ 2751430 w 2751430"/>
                    <a:gd name="connsiteY1" fmla="*/ 0 h 638629"/>
                    <a:gd name="connsiteX2" fmla="*/ 2651654 w 2751430"/>
                    <a:gd name="connsiteY2" fmla="*/ 109840 h 638629"/>
                    <a:gd name="connsiteX3" fmla="*/ 1375715 w 2751430"/>
                    <a:gd name="connsiteY3" fmla="*/ 638629 h 638629"/>
                    <a:gd name="connsiteX4" fmla="*/ 99776 w 2751430"/>
                    <a:gd name="connsiteY4" fmla="*/ 109840 h 638629"/>
                    <a:gd name="connsiteX5" fmla="*/ 0 w 2751430"/>
                    <a:gd name="connsiteY5" fmla="*/ 0 h 638629"/>
                    <a:gd name="connsiteX0" fmla="*/ 2751430 w 2842870"/>
                    <a:gd name="connsiteY0" fmla="*/ 0 h 638629"/>
                    <a:gd name="connsiteX1" fmla="*/ 2651654 w 2842870"/>
                    <a:gd name="connsiteY1" fmla="*/ 109840 h 638629"/>
                    <a:gd name="connsiteX2" fmla="*/ 1375715 w 2842870"/>
                    <a:gd name="connsiteY2" fmla="*/ 638629 h 638629"/>
                    <a:gd name="connsiteX3" fmla="*/ 99776 w 2842870"/>
                    <a:gd name="connsiteY3" fmla="*/ 109840 h 638629"/>
                    <a:gd name="connsiteX4" fmla="*/ 0 w 2842870"/>
                    <a:gd name="connsiteY4" fmla="*/ 0 h 638629"/>
                    <a:gd name="connsiteX5" fmla="*/ 2842870 w 2842870"/>
                    <a:gd name="connsiteY5" fmla="*/ 91440 h 638629"/>
                    <a:gd name="connsiteX0" fmla="*/ 2751430 w 2751430"/>
                    <a:gd name="connsiteY0" fmla="*/ 0 h 638629"/>
                    <a:gd name="connsiteX1" fmla="*/ 2651654 w 2751430"/>
                    <a:gd name="connsiteY1" fmla="*/ 109840 h 638629"/>
                    <a:gd name="connsiteX2" fmla="*/ 1375715 w 2751430"/>
                    <a:gd name="connsiteY2" fmla="*/ 638629 h 638629"/>
                    <a:gd name="connsiteX3" fmla="*/ 99776 w 2751430"/>
                    <a:gd name="connsiteY3" fmla="*/ 109840 h 638629"/>
                    <a:gd name="connsiteX4" fmla="*/ 0 w 2751430"/>
                    <a:gd name="connsiteY4" fmla="*/ 0 h 638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51430" h="638629">
                      <a:moveTo>
                        <a:pt x="2751430" y="0"/>
                      </a:moveTo>
                      <a:lnTo>
                        <a:pt x="2651654" y="109840"/>
                      </a:lnTo>
                      <a:cubicBezTo>
                        <a:pt x="2325112" y="436553"/>
                        <a:pt x="1874000" y="638629"/>
                        <a:pt x="1375715" y="638629"/>
                      </a:cubicBezTo>
                      <a:cubicBezTo>
                        <a:pt x="877430" y="638629"/>
                        <a:pt x="426318" y="436553"/>
                        <a:pt x="99776" y="109840"/>
                      </a:cubicBezTo>
                      <a:lnTo>
                        <a:pt x="0" y="0"/>
                      </a:lnTo>
                    </a:path>
                  </a:pathLst>
                </a:custGeom>
                <a:noFill/>
                <a:ln w="9525" cap="rnd" cmpd="sng" algn="ctr">
                  <a:solidFill>
                    <a:schemeClr val="accent3"/>
                  </a:solidFill>
                  <a:prstDash val="solid"/>
                  <a:round/>
                  <a:headEnd type="none" w="med" len="med"/>
                  <a:tailEnd type="none" w="med" len="med"/>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sp>
            <p:nvSpPr>
              <p:cNvPr id="108" name="Freeform: Shape 107">
                <a:extLst>
                  <a:ext uri="{FF2B5EF4-FFF2-40B4-BE49-F238E27FC236}">
                    <a16:creationId xmlns:a16="http://schemas.microsoft.com/office/drawing/2014/main" id="{DE799B9E-7F31-4E7B-A84A-DA0D8594E638}"/>
                  </a:ext>
                </a:extLst>
              </p:cNvPr>
              <p:cNvSpPr/>
              <p:nvPr/>
            </p:nvSpPr>
            <p:spPr>
              <a:xfrm>
                <a:off x="1875086" y="1249604"/>
                <a:ext cx="1698701" cy="2717543"/>
              </a:xfrm>
              <a:custGeom>
                <a:avLst/>
                <a:gdLst>
                  <a:gd name="connsiteX0" fmla="*/ 395501 w 1972257"/>
                  <a:gd name="connsiteY0" fmla="*/ 0 h 3155172"/>
                  <a:gd name="connsiteX1" fmla="*/ 1972257 w 1972257"/>
                  <a:gd name="connsiteY1" fmla="*/ 1577586 h 3155172"/>
                  <a:gd name="connsiteX2" fmla="*/ 395501 w 1972257"/>
                  <a:gd name="connsiteY2" fmla="*/ 3155172 h 3155172"/>
                  <a:gd name="connsiteX3" fmla="*/ 77730 w 1972257"/>
                  <a:gd name="connsiteY3" fmla="*/ 3123121 h 3155172"/>
                  <a:gd name="connsiteX4" fmla="*/ 0 w 1972257"/>
                  <a:gd name="connsiteY4" fmla="*/ 3103124 h 3155172"/>
                  <a:gd name="connsiteX5" fmla="*/ 0 w 1972257"/>
                  <a:gd name="connsiteY5" fmla="*/ 52048 h 3155172"/>
                  <a:gd name="connsiteX6" fmla="*/ 77730 w 1972257"/>
                  <a:gd name="connsiteY6" fmla="*/ 32051 h 3155172"/>
                  <a:gd name="connsiteX7" fmla="*/ 395501 w 1972257"/>
                  <a:gd name="connsiteY7" fmla="*/ 0 h 3155172"/>
                  <a:gd name="connsiteX0" fmla="*/ 0 w 1972257"/>
                  <a:gd name="connsiteY0" fmla="*/ 52048 h 3155172"/>
                  <a:gd name="connsiteX1" fmla="*/ 77730 w 1972257"/>
                  <a:gd name="connsiteY1" fmla="*/ 32051 h 3155172"/>
                  <a:gd name="connsiteX2" fmla="*/ 395501 w 1972257"/>
                  <a:gd name="connsiteY2" fmla="*/ 0 h 3155172"/>
                  <a:gd name="connsiteX3" fmla="*/ 1972257 w 1972257"/>
                  <a:gd name="connsiteY3" fmla="*/ 1577586 h 3155172"/>
                  <a:gd name="connsiteX4" fmla="*/ 395501 w 1972257"/>
                  <a:gd name="connsiteY4" fmla="*/ 3155172 h 3155172"/>
                  <a:gd name="connsiteX5" fmla="*/ 77730 w 1972257"/>
                  <a:gd name="connsiteY5" fmla="*/ 3123121 h 3155172"/>
                  <a:gd name="connsiteX6" fmla="*/ 0 w 1972257"/>
                  <a:gd name="connsiteY6" fmla="*/ 3103124 h 3155172"/>
                  <a:gd name="connsiteX7" fmla="*/ 91440 w 1972257"/>
                  <a:gd name="connsiteY7" fmla="*/ 143488 h 3155172"/>
                  <a:gd name="connsiteX0" fmla="*/ 0 w 1972257"/>
                  <a:gd name="connsiteY0" fmla="*/ 52048 h 3155172"/>
                  <a:gd name="connsiteX1" fmla="*/ 77730 w 1972257"/>
                  <a:gd name="connsiteY1" fmla="*/ 32051 h 3155172"/>
                  <a:gd name="connsiteX2" fmla="*/ 395501 w 1972257"/>
                  <a:gd name="connsiteY2" fmla="*/ 0 h 3155172"/>
                  <a:gd name="connsiteX3" fmla="*/ 1972257 w 1972257"/>
                  <a:gd name="connsiteY3" fmla="*/ 1577586 h 3155172"/>
                  <a:gd name="connsiteX4" fmla="*/ 395501 w 1972257"/>
                  <a:gd name="connsiteY4" fmla="*/ 3155172 h 3155172"/>
                  <a:gd name="connsiteX5" fmla="*/ 77730 w 1972257"/>
                  <a:gd name="connsiteY5" fmla="*/ 3123121 h 3155172"/>
                  <a:gd name="connsiteX6" fmla="*/ 0 w 1972257"/>
                  <a:gd name="connsiteY6" fmla="*/ 3103124 h 3155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2257" h="3155172">
                    <a:moveTo>
                      <a:pt x="0" y="52048"/>
                    </a:moveTo>
                    <a:lnTo>
                      <a:pt x="77730" y="32051"/>
                    </a:lnTo>
                    <a:cubicBezTo>
                      <a:pt x="180373" y="11036"/>
                      <a:pt x="286649" y="0"/>
                      <a:pt x="395501" y="0"/>
                    </a:cubicBezTo>
                    <a:cubicBezTo>
                      <a:pt x="1266319" y="0"/>
                      <a:pt x="1972257" y="706309"/>
                      <a:pt x="1972257" y="1577586"/>
                    </a:cubicBezTo>
                    <a:cubicBezTo>
                      <a:pt x="1972257" y="2448863"/>
                      <a:pt x="1266319" y="3155172"/>
                      <a:pt x="395501" y="3155172"/>
                    </a:cubicBezTo>
                    <a:cubicBezTo>
                      <a:pt x="286649" y="3155172"/>
                      <a:pt x="180373" y="3144136"/>
                      <a:pt x="77730" y="3123121"/>
                    </a:cubicBezTo>
                    <a:lnTo>
                      <a:pt x="0" y="3103124"/>
                    </a:lnTo>
                  </a:path>
                </a:pathLst>
              </a:custGeom>
              <a:noFill/>
              <a:ln w="28575" cap="rnd" cmpd="sng" algn="ctr">
                <a:solidFill>
                  <a:schemeClr val="accent3"/>
                </a:solidFill>
                <a:prstDash val="solid"/>
                <a:round/>
                <a:headEnd type="none" w="med" len="med"/>
                <a:tailEnd type="none" w="med" len="med"/>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09" name="Freeform: Shape 108">
                <a:extLst>
                  <a:ext uri="{FF2B5EF4-FFF2-40B4-BE49-F238E27FC236}">
                    <a16:creationId xmlns:a16="http://schemas.microsoft.com/office/drawing/2014/main" id="{E92768A7-8DEA-40E7-9AD1-C0F44602A115}"/>
                  </a:ext>
                </a:extLst>
              </p:cNvPr>
              <p:cNvSpPr/>
              <p:nvPr/>
            </p:nvSpPr>
            <p:spPr>
              <a:xfrm>
                <a:off x="857672" y="1608348"/>
                <a:ext cx="440909" cy="1960825"/>
              </a:xfrm>
              <a:custGeom>
                <a:avLst/>
                <a:gdLst>
                  <a:gd name="connsiteX0" fmla="*/ 511912 w 511912"/>
                  <a:gd name="connsiteY0" fmla="*/ 0 h 2322143"/>
                  <a:gd name="connsiteX1" fmla="*/ 511912 w 511912"/>
                  <a:gd name="connsiteY1" fmla="*/ 2322143 h 2322143"/>
                  <a:gd name="connsiteX2" fmla="*/ 461821 w 511912"/>
                  <a:gd name="connsiteY2" fmla="*/ 2276593 h 2322143"/>
                  <a:gd name="connsiteX3" fmla="*/ 0 w 511912"/>
                  <a:gd name="connsiteY3" fmla="*/ 1161071 h 2322143"/>
                  <a:gd name="connsiteX4" fmla="*/ 461821 w 511912"/>
                  <a:gd name="connsiteY4" fmla="*/ 45549 h 2322143"/>
                  <a:gd name="connsiteX5" fmla="*/ 511912 w 511912"/>
                  <a:gd name="connsiteY5" fmla="*/ 0 h 2322143"/>
                  <a:gd name="connsiteX0" fmla="*/ 461821 w 553261"/>
                  <a:gd name="connsiteY0" fmla="*/ 2276593 h 2368033"/>
                  <a:gd name="connsiteX1" fmla="*/ 0 w 553261"/>
                  <a:gd name="connsiteY1" fmla="*/ 1161071 h 2368033"/>
                  <a:gd name="connsiteX2" fmla="*/ 461821 w 553261"/>
                  <a:gd name="connsiteY2" fmla="*/ 45549 h 2368033"/>
                  <a:gd name="connsiteX3" fmla="*/ 511912 w 553261"/>
                  <a:gd name="connsiteY3" fmla="*/ 0 h 2368033"/>
                  <a:gd name="connsiteX4" fmla="*/ 511912 w 553261"/>
                  <a:gd name="connsiteY4" fmla="*/ 2322143 h 2368033"/>
                  <a:gd name="connsiteX5" fmla="*/ 553261 w 553261"/>
                  <a:gd name="connsiteY5" fmla="*/ 2368033 h 2368033"/>
                  <a:gd name="connsiteX0" fmla="*/ 461821 w 511912"/>
                  <a:gd name="connsiteY0" fmla="*/ 2276593 h 2322143"/>
                  <a:gd name="connsiteX1" fmla="*/ 0 w 511912"/>
                  <a:gd name="connsiteY1" fmla="*/ 1161071 h 2322143"/>
                  <a:gd name="connsiteX2" fmla="*/ 461821 w 511912"/>
                  <a:gd name="connsiteY2" fmla="*/ 45549 h 2322143"/>
                  <a:gd name="connsiteX3" fmla="*/ 511912 w 511912"/>
                  <a:gd name="connsiteY3" fmla="*/ 0 h 2322143"/>
                  <a:gd name="connsiteX4" fmla="*/ 511912 w 511912"/>
                  <a:gd name="connsiteY4" fmla="*/ 2322143 h 2322143"/>
                  <a:gd name="connsiteX0" fmla="*/ 461821 w 511912"/>
                  <a:gd name="connsiteY0" fmla="*/ 2276593 h 2276593"/>
                  <a:gd name="connsiteX1" fmla="*/ 0 w 511912"/>
                  <a:gd name="connsiteY1" fmla="*/ 1161071 h 2276593"/>
                  <a:gd name="connsiteX2" fmla="*/ 461821 w 511912"/>
                  <a:gd name="connsiteY2" fmla="*/ 45549 h 2276593"/>
                  <a:gd name="connsiteX3" fmla="*/ 511912 w 511912"/>
                  <a:gd name="connsiteY3" fmla="*/ 0 h 2276593"/>
                </a:gdLst>
                <a:ahLst/>
                <a:cxnLst>
                  <a:cxn ang="0">
                    <a:pos x="connsiteX0" y="connsiteY0"/>
                  </a:cxn>
                  <a:cxn ang="0">
                    <a:pos x="connsiteX1" y="connsiteY1"/>
                  </a:cxn>
                  <a:cxn ang="0">
                    <a:pos x="connsiteX2" y="connsiteY2"/>
                  </a:cxn>
                  <a:cxn ang="0">
                    <a:pos x="connsiteX3" y="connsiteY3"/>
                  </a:cxn>
                </a:cxnLst>
                <a:rect l="l" t="t" r="r" b="b"/>
                <a:pathLst>
                  <a:path w="511912" h="2276593">
                    <a:moveTo>
                      <a:pt x="461821" y="2276593"/>
                    </a:moveTo>
                    <a:cubicBezTo>
                      <a:pt x="176485" y="1991106"/>
                      <a:pt x="0" y="1596710"/>
                      <a:pt x="0" y="1161071"/>
                    </a:cubicBezTo>
                    <a:cubicBezTo>
                      <a:pt x="0" y="725433"/>
                      <a:pt x="176485" y="331036"/>
                      <a:pt x="461821" y="45549"/>
                    </a:cubicBezTo>
                    <a:lnTo>
                      <a:pt x="511912" y="0"/>
                    </a:lnTo>
                  </a:path>
                </a:pathLst>
              </a:custGeom>
              <a:noFill/>
              <a:ln w="28575" cap="rnd" cmpd="sng" algn="ctr">
                <a:solidFill>
                  <a:schemeClr val="accent3"/>
                </a:solidFill>
                <a:prstDash val="solid"/>
                <a:round/>
                <a:headEnd type="none" w="med" len="med"/>
                <a:tailEnd type="none" w="med" len="med"/>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grpSp>
      <p:grpSp>
        <p:nvGrpSpPr>
          <p:cNvPr id="130" name="Group 129">
            <a:extLst>
              <a:ext uri="{FF2B5EF4-FFF2-40B4-BE49-F238E27FC236}">
                <a16:creationId xmlns:a16="http://schemas.microsoft.com/office/drawing/2014/main" id="{7B8B9844-81A9-4AC6-B57F-122D57040CC9}"/>
              </a:ext>
            </a:extLst>
          </p:cNvPr>
          <p:cNvGrpSpPr/>
          <p:nvPr/>
        </p:nvGrpSpPr>
        <p:grpSpPr>
          <a:xfrm>
            <a:off x="3506296" y="4077398"/>
            <a:ext cx="1157930" cy="1141308"/>
            <a:chOff x="6313634" y="622800"/>
            <a:chExt cx="796290" cy="784859"/>
          </a:xfrm>
        </p:grpSpPr>
        <p:sp>
          <p:nvSpPr>
            <p:cNvPr id="131" name="Oval 130">
              <a:extLst>
                <a:ext uri="{FF2B5EF4-FFF2-40B4-BE49-F238E27FC236}">
                  <a16:creationId xmlns:a16="http://schemas.microsoft.com/office/drawing/2014/main" id="{939E58B1-6909-4DC2-BEA5-66DE141CDF9D}"/>
                </a:ext>
              </a:extLst>
            </p:cNvPr>
            <p:cNvSpPr/>
            <p:nvPr/>
          </p:nvSpPr>
          <p:spPr>
            <a:xfrm>
              <a:off x="6365161" y="673587"/>
              <a:ext cx="693238" cy="683286"/>
            </a:xfrm>
            <a:prstGeom prst="ellipse">
              <a:avLst/>
            </a:prstGeom>
            <a:solidFill>
              <a:srgbClr val="F2F2F2"/>
            </a:solidFill>
            <a:ln w="9525" cap="rnd" cmpd="sng" algn="ctr">
              <a:solidFill>
                <a:srgbClr val="006C67"/>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grpSp>
          <p:nvGrpSpPr>
            <p:cNvPr id="132" name="Group 131">
              <a:extLst>
                <a:ext uri="{FF2B5EF4-FFF2-40B4-BE49-F238E27FC236}">
                  <a16:creationId xmlns:a16="http://schemas.microsoft.com/office/drawing/2014/main" id="{DC6D35BF-56B9-447B-B1DB-071B0ED4DCBC}"/>
                </a:ext>
              </a:extLst>
            </p:cNvPr>
            <p:cNvGrpSpPr/>
            <p:nvPr/>
          </p:nvGrpSpPr>
          <p:grpSpPr>
            <a:xfrm>
              <a:off x="6313634" y="622800"/>
              <a:ext cx="796290" cy="784859"/>
              <a:chOff x="661560" y="1101342"/>
              <a:chExt cx="3108338" cy="3064070"/>
            </a:xfrm>
          </p:grpSpPr>
          <p:grpSp>
            <p:nvGrpSpPr>
              <p:cNvPr id="133" name="Group 132">
                <a:extLst>
                  <a:ext uri="{FF2B5EF4-FFF2-40B4-BE49-F238E27FC236}">
                    <a16:creationId xmlns:a16="http://schemas.microsoft.com/office/drawing/2014/main" id="{CEE2B18F-0FFA-4ECC-A6BA-F4F5DEFEC880}"/>
                  </a:ext>
                </a:extLst>
              </p:cNvPr>
              <p:cNvGrpSpPr/>
              <p:nvPr/>
            </p:nvGrpSpPr>
            <p:grpSpPr>
              <a:xfrm>
                <a:off x="661560" y="1101342"/>
                <a:ext cx="3108338" cy="3064070"/>
                <a:chOff x="661560" y="1101342"/>
                <a:chExt cx="3608900" cy="3557501"/>
              </a:xfrm>
            </p:grpSpPr>
            <p:sp>
              <p:nvSpPr>
                <p:cNvPr id="136" name="Freeform: Shape 135">
                  <a:extLst>
                    <a:ext uri="{FF2B5EF4-FFF2-40B4-BE49-F238E27FC236}">
                      <a16:creationId xmlns:a16="http://schemas.microsoft.com/office/drawing/2014/main" id="{F006FAC2-FB1D-440D-A4AE-B1AA69C8AC6D}"/>
                    </a:ext>
                  </a:extLst>
                </p:cNvPr>
                <p:cNvSpPr/>
                <p:nvPr/>
              </p:nvSpPr>
              <p:spPr>
                <a:xfrm>
                  <a:off x="661560" y="1129209"/>
                  <a:ext cx="1267862" cy="2122179"/>
                </a:xfrm>
                <a:custGeom>
                  <a:avLst/>
                  <a:gdLst>
                    <a:gd name="connsiteX0" fmla="*/ 1376184 w 1376184"/>
                    <a:gd name="connsiteY0" fmla="*/ 0 h 2150046"/>
                    <a:gd name="connsiteX1" fmla="*/ 45422 w 1376184"/>
                    <a:gd name="connsiteY1" fmla="*/ 2150046 h 2150046"/>
                    <a:gd name="connsiteX2" fmla="*/ 36660 w 1376184"/>
                    <a:gd name="connsiteY2" fmla="*/ 2115951 h 2150046"/>
                    <a:gd name="connsiteX3" fmla="*/ 0 w 1376184"/>
                    <a:gd name="connsiteY3" fmla="*/ 1752100 h 2150046"/>
                    <a:gd name="connsiteX4" fmla="*/ 1267862 w 1376184"/>
                    <a:gd name="connsiteY4" fmla="*/ 27867 h 2150046"/>
                    <a:gd name="connsiteX5" fmla="*/ 1376184 w 1376184"/>
                    <a:gd name="connsiteY5" fmla="*/ 0 h 2150046"/>
                    <a:gd name="connsiteX0" fmla="*/ 1376184 w 1467624"/>
                    <a:gd name="connsiteY0" fmla="*/ 0 h 2150046"/>
                    <a:gd name="connsiteX1" fmla="*/ 45422 w 1467624"/>
                    <a:gd name="connsiteY1" fmla="*/ 2150046 h 2150046"/>
                    <a:gd name="connsiteX2" fmla="*/ 36660 w 1467624"/>
                    <a:gd name="connsiteY2" fmla="*/ 2115951 h 2150046"/>
                    <a:gd name="connsiteX3" fmla="*/ 0 w 1467624"/>
                    <a:gd name="connsiteY3" fmla="*/ 1752100 h 2150046"/>
                    <a:gd name="connsiteX4" fmla="*/ 1267862 w 1467624"/>
                    <a:gd name="connsiteY4" fmla="*/ 27867 h 2150046"/>
                    <a:gd name="connsiteX5" fmla="*/ 1467624 w 1467624"/>
                    <a:gd name="connsiteY5" fmla="*/ 91440 h 2150046"/>
                    <a:gd name="connsiteX0" fmla="*/ 1376184 w 1376184"/>
                    <a:gd name="connsiteY0" fmla="*/ 0 h 2150046"/>
                    <a:gd name="connsiteX1" fmla="*/ 45422 w 1376184"/>
                    <a:gd name="connsiteY1" fmla="*/ 2150046 h 2150046"/>
                    <a:gd name="connsiteX2" fmla="*/ 36660 w 1376184"/>
                    <a:gd name="connsiteY2" fmla="*/ 2115951 h 2150046"/>
                    <a:gd name="connsiteX3" fmla="*/ 0 w 1376184"/>
                    <a:gd name="connsiteY3" fmla="*/ 1752100 h 2150046"/>
                    <a:gd name="connsiteX4" fmla="*/ 1267862 w 1376184"/>
                    <a:gd name="connsiteY4" fmla="*/ 27867 h 2150046"/>
                    <a:gd name="connsiteX0" fmla="*/ 45422 w 1267862"/>
                    <a:gd name="connsiteY0" fmla="*/ 2122179 h 2122179"/>
                    <a:gd name="connsiteX1" fmla="*/ 36660 w 1267862"/>
                    <a:gd name="connsiteY1" fmla="*/ 2088084 h 2122179"/>
                    <a:gd name="connsiteX2" fmla="*/ 0 w 1267862"/>
                    <a:gd name="connsiteY2" fmla="*/ 1724233 h 2122179"/>
                    <a:gd name="connsiteX3" fmla="*/ 1267862 w 1267862"/>
                    <a:gd name="connsiteY3" fmla="*/ 0 h 2122179"/>
                  </a:gdLst>
                  <a:ahLst/>
                  <a:cxnLst>
                    <a:cxn ang="0">
                      <a:pos x="connsiteX0" y="connsiteY0"/>
                    </a:cxn>
                    <a:cxn ang="0">
                      <a:pos x="connsiteX1" y="connsiteY1"/>
                    </a:cxn>
                    <a:cxn ang="0">
                      <a:pos x="connsiteX2" y="connsiteY2"/>
                    </a:cxn>
                    <a:cxn ang="0">
                      <a:pos x="connsiteX3" y="connsiteY3"/>
                    </a:cxn>
                  </a:cxnLst>
                  <a:rect l="l" t="t" r="r" b="b"/>
                  <a:pathLst>
                    <a:path w="1267862" h="2122179">
                      <a:moveTo>
                        <a:pt x="45422" y="2122179"/>
                      </a:moveTo>
                      <a:lnTo>
                        <a:pt x="36660" y="2088084"/>
                      </a:lnTo>
                      <a:cubicBezTo>
                        <a:pt x="12623" y="1970557"/>
                        <a:pt x="0" y="1848870"/>
                        <a:pt x="0" y="1724233"/>
                      </a:cubicBezTo>
                      <a:cubicBezTo>
                        <a:pt x="0" y="914093"/>
                        <a:pt x="533327" y="228585"/>
                        <a:pt x="1267862" y="0"/>
                      </a:cubicBezTo>
                    </a:path>
                  </a:pathLst>
                </a:custGeom>
                <a:noFill/>
                <a:ln w="9525" cap="rnd" cmpd="sng" algn="ctr">
                  <a:solidFill>
                    <a:schemeClr val="accent3"/>
                  </a:solidFill>
                  <a:prstDash val="solid"/>
                  <a:round/>
                  <a:headEnd type="none" w="med" len="med"/>
                  <a:tailEnd type="none" w="med" len="med"/>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37" name="Freeform: Shape 136">
                  <a:extLst>
                    <a:ext uri="{FF2B5EF4-FFF2-40B4-BE49-F238E27FC236}">
                      <a16:creationId xmlns:a16="http://schemas.microsoft.com/office/drawing/2014/main" id="{D9C741A1-B16C-4481-B4A9-5C6D97279FBB}"/>
                    </a:ext>
                  </a:extLst>
                </p:cNvPr>
                <p:cNvSpPr/>
                <p:nvPr/>
              </p:nvSpPr>
              <p:spPr>
                <a:xfrm>
                  <a:off x="2894276" y="1101342"/>
                  <a:ext cx="1376184" cy="2150046"/>
                </a:xfrm>
                <a:custGeom>
                  <a:avLst/>
                  <a:gdLst>
                    <a:gd name="connsiteX0" fmla="*/ 0 w 1376184"/>
                    <a:gd name="connsiteY0" fmla="*/ 0 h 2150046"/>
                    <a:gd name="connsiteX1" fmla="*/ 108322 w 1376184"/>
                    <a:gd name="connsiteY1" fmla="*/ 27867 h 2150046"/>
                    <a:gd name="connsiteX2" fmla="*/ 1376184 w 1376184"/>
                    <a:gd name="connsiteY2" fmla="*/ 1752100 h 2150046"/>
                    <a:gd name="connsiteX3" fmla="*/ 1339524 w 1376184"/>
                    <a:gd name="connsiteY3" fmla="*/ 2115951 h 2150046"/>
                    <a:gd name="connsiteX4" fmla="*/ 1330762 w 1376184"/>
                    <a:gd name="connsiteY4" fmla="*/ 2150046 h 2150046"/>
                    <a:gd name="connsiteX5" fmla="*/ 0 w 1376184"/>
                    <a:gd name="connsiteY5" fmla="*/ 0 h 2150046"/>
                    <a:gd name="connsiteX0" fmla="*/ 0 w 1376184"/>
                    <a:gd name="connsiteY0" fmla="*/ 0 h 2150046"/>
                    <a:gd name="connsiteX1" fmla="*/ 108322 w 1376184"/>
                    <a:gd name="connsiteY1" fmla="*/ 27867 h 2150046"/>
                    <a:gd name="connsiteX2" fmla="*/ 1376184 w 1376184"/>
                    <a:gd name="connsiteY2" fmla="*/ 1752100 h 2150046"/>
                    <a:gd name="connsiteX3" fmla="*/ 1339524 w 1376184"/>
                    <a:gd name="connsiteY3" fmla="*/ 2115951 h 2150046"/>
                    <a:gd name="connsiteX4" fmla="*/ 1330762 w 1376184"/>
                    <a:gd name="connsiteY4" fmla="*/ 2150046 h 2150046"/>
                    <a:gd name="connsiteX5" fmla="*/ 91440 w 1376184"/>
                    <a:gd name="connsiteY5" fmla="*/ 91440 h 2150046"/>
                    <a:gd name="connsiteX0" fmla="*/ 0 w 1376184"/>
                    <a:gd name="connsiteY0" fmla="*/ 0 h 2150046"/>
                    <a:gd name="connsiteX1" fmla="*/ 108322 w 1376184"/>
                    <a:gd name="connsiteY1" fmla="*/ 27867 h 2150046"/>
                    <a:gd name="connsiteX2" fmla="*/ 1376184 w 1376184"/>
                    <a:gd name="connsiteY2" fmla="*/ 1752100 h 2150046"/>
                    <a:gd name="connsiteX3" fmla="*/ 1339524 w 1376184"/>
                    <a:gd name="connsiteY3" fmla="*/ 2115951 h 2150046"/>
                    <a:gd name="connsiteX4" fmla="*/ 1330762 w 1376184"/>
                    <a:gd name="connsiteY4" fmla="*/ 2150046 h 21500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6184" h="2150046">
                      <a:moveTo>
                        <a:pt x="0" y="0"/>
                      </a:moveTo>
                      <a:lnTo>
                        <a:pt x="108322" y="27867"/>
                      </a:lnTo>
                      <a:cubicBezTo>
                        <a:pt x="842857" y="256452"/>
                        <a:pt x="1376184" y="941960"/>
                        <a:pt x="1376184" y="1752100"/>
                      </a:cubicBezTo>
                      <a:cubicBezTo>
                        <a:pt x="1376184" y="1876737"/>
                        <a:pt x="1363561" y="1998424"/>
                        <a:pt x="1339524" y="2115951"/>
                      </a:cubicBezTo>
                      <a:lnTo>
                        <a:pt x="1330762" y="2150046"/>
                      </a:lnTo>
                    </a:path>
                  </a:pathLst>
                </a:custGeom>
                <a:noFill/>
                <a:ln w="9525" cap="rnd" cmpd="sng" algn="ctr">
                  <a:solidFill>
                    <a:schemeClr val="accent3"/>
                  </a:solidFill>
                  <a:prstDash val="solid"/>
                  <a:round/>
                  <a:headEnd type="none" w="med" len="med"/>
                  <a:tailEnd type="none" w="med" len="med"/>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38" name="Freeform: Shape 137">
                  <a:extLst>
                    <a:ext uri="{FF2B5EF4-FFF2-40B4-BE49-F238E27FC236}">
                      <a16:creationId xmlns:a16="http://schemas.microsoft.com/office/drawing/2014/main" id="{A078F879-05EC-4C12-B4C5-14AA9996C00F}"/>
                    </a:ext>
                  </a:extLst>
                </p:cNvPr>
                <p:cNvSpPr/>
                <p:nvPr/>
              </p:nvSpPr>
              <p:spPr>
                <a:xfrm>
                  <a:off x="1090295" y="4020214"/>
                  <a:ext cx="2751430" cy="638629"/>
                </a:xfrm>
                <a:custGeom>
                  <a:avLst/>
                  <a:gdLst>
                    <a:gd name="connsiteX0" fmla="*/ 0 w 2751430"/>
                    <a:gd name="connsiteY0" fmla="*/ 0 h 638629"/>
                    <a:gd name="connsiteX1" fmla="*/ 2751430 w 2751430"/>
                    <a:gd name="connsiteY1" fmla="*/ 0 h 638629"/>
                    <a:gd name="connsiteX2" fmla="*/ 2651654 w 2751430"/>
                    <a:gd name="connsiteY2" fmla="*/ 109840 h 638629"/>
                    <a:gd name="connsiteX3" fmla="*/ 1375715 w 2751430"/>
                    <a:gd name="connsiteY3" fmla="*/ 638629 h 638629"/>
                    <a:gd name="connsiteX4" fmla="*/ 99776 w 2751430"/>
                    <a:gd name="connsiteY4" fmla="*/ 109840 h 638629"/>
                    <a:gd name="connsiteX5" fmla="*/ 0 w 2751430"/>
                    <a:gd name="connsiteY5" fmla="*/ 0 h 638629"/>
                    <a:gd name="connsiteX0" fmla="*/ 2751430 w 2842870"/>
                    <a:gd name="connsiteY0" fmla="*/ 0 h 638629"/>
                    <a:gd name="connsiteX1" fmla="*/ 2651654 w 2842870"/>
                    <a:gd name="connsiteY1" fmla="*/ 109840 h 638629"/>
                    <a:gd name="connsiteX2" fmla="*/ 1375715 w 2842870"/>
                    <a:gd name="connsiteY2" fmla="*/ 638629 h 638629"/>
                    <a:gd name="connsiteX3" fmla="*/ 99776 w 2842870"/>
                    <a:gd name="connsiteY3" fmla="*/ 109840 h 638629"/>
                    <a:gd name="connsiteX4" fmla="*/ 0 w 2842870"/>
                    <a:gd name="connsiteY4" fmla="*/ 0 h 638629"/>
                    <a:gd name="connsiteX5" fmla="*/ 2842870 w 2842870"/>
                    <a:gd name="connsiteY5" fmla="*/ 91440 h 638629"/>
                    <a:gd name="connsiteX0" fmla="*/ 2751430 w 2751430"/>
                    <a:gd name="connsiteY0" fmla="*/ 0 h 638629"/>
                    <a:gd name="connsiteX1" fmla="*/ 2651654 w 2751430"/>
                    <a:gd name="connsiteY1" fmla="*/ 109840 h 638629"/>
                    <a:gd name="connsiteX2" fmla="*/ 1375715 w 2751430"/>
                    <a:gd name="connsiteY2" fmla="*/ 638629 h 638629"/>
                    <a:gd name="connsiteX3" fmla="*/ 99776 w 2751430"/>
                    <a:gd name="connsiteY3" fmla="*/ 109840 h 638629"/>
                    <a:gd name="connsiteX4" fmla="*/ 0 w 2751430"/>
                    <a:gd name="connsiteY4" fmla="*/ 0 h 638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51430" h="638629">
                      <a:moveTo>
                        <a:pt x="2751430" y="0"/>
                      </a:moveTo>
                      <a:lnTo>
                        <a:pt x="2651654" y="109840"/>
                      </a:lnTo>
                      <a:cubicBezTo>
                        <a:pt x="2325112" y="436553"/>
                        <a:pt x="1874000" y="638629"/>
                        <a:pt x="1375715" y="638629"/>
                      </a:cubicBezTo>
                      <a:cubicBezTo>
                        <a:pt x="877430" y="638629"/>
                        <a:pt x="426318" y="436553"/>
                        <a:pt x="99776" y="109840"/>
                      </a:cubicBezTo>
                      <a:lnTo>
                        <a:pt x="0" y="0"/>
                      </a:lnTo>
                    </a:path>
                  </a:pathLst>
                </a:custGeom>
                <a:noFill/>
                <a:ln w="9525" cap="rnd" cmpd="sng" algn="ctr">
                  <a:solidFill>
                    <a:schemeClr val="accent3"/>
                  </a:solidFill>
                  <a:prstDash val="solid"/>
                  <a:round/>
                  <a:headEnd type="none" w="med" len="med"/>
                  <a:tailEnd type="none" w="med" len="med"/>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sp>
            <p:nvSpPr>
              <p:cNvPr id="134" name="Freeform: Shape 133">
                <a:extLst>
                  <a:ext uri="{FF2B5EF4-FFF2-40B4-BE49-F238E27FC236}">
                    <a16:creationId xmlns:a16="http://schemas.microsoft.com/office/drawing/2014/main" id="{C5834439-2E46-436E-8DBF-B5D5C3FFBE47}"/>
                  </a:ext>
                </a:extLst>
              </p:cNvPr>
              <p:cNvSpPr/>
              <p:nvPr/>
            </p:nvSpPr>
            <p:spPr>
              <a:xfrm>
                <a:off x="1875086" y="1249604"/>
                <a:ext cx="1698701" cy="2717543"/>
              </a:xfrm>
              <a:custGeom>
                <a:avLst/>
                <a:gdLst>
                  <a:gd name="connsiteX0" fmla="*/ 395501 w 1972257"/>
                  <a:gd name="connsiteY0" fmla="*/ 0 h 3155172"/>
                  <a:gd name="connsiteX1" fmla="*/ 1972257 w 1972257"/>
                  <a:gd name="connsiteY1" fmla="*/ 1577586 h 3155172"/>
                  <a:gd name="connsiteX2" fmla="*/ 395501 w 1972257"/>
                  <a:gd name="connsiteY2" fmla="*/ 3155172 h 3155172"/>
                  <a:gd name="connsiteX3" fmla="*/ 77730 w 1972257"/>
                  <a:gd name="connsiteY3" fmla="*/ 3123121 h 3155172"/>
                  <a:gd name="connsiteX4" fmla="*/ 0 w 1972257"/>
                  <a:gd name="connsiteY4" fmla="*/ 3103124 h 3155172"/>
                  <a:gd name="connsiteX5" fmla="*/ 0 w 1972257"/>
                  <a:gd name="connsiteY5" fmla="*/ 52048 h 3155172"/>
                  <a:gd name="connsiteX6" fmla="*/ 77730 w 1972257"/>
                  <a:gd name="connsiteY6" fmla="*/ 32051 h 3155172"/>
                  <a:gd name="connsiteX7" fmla="*/ 395501 w 1972257"/>
                  <a:gd name="connsiteY7" fmla="*/ 0 h 3155172"/>
                  <a:gd name="connsiteX0" fmla="*/ 0 w 1972257"/>
                  <a:gd name="connsiteY0" fmla="*/ 52048 h 3155172"/>
                  <a:gd name="connsiteX1" fmla="*/ 77730 w 1972257"/>
                  <a:gd name="connsiteY1" fmla="*/ 32051 h 3155172"/>
                  <a:gd name="connsiteX2" fmla="*/ 395501 w 1972257"/>
                  <a:gd name="connsiteY2" fmla="*/ 0 h 3155172"/>
                  <a:gd name="connsiteX3" fmla="*/ 1972257 w 1972257"/>
                  <a:gd name="connsiteY3" fmla="*/ 1577586 h 3155172"/>
                  <a:gd name="connsiteX4" fmla="*/ 395501 w 1972257"/>
                  <a:gd name="connsiteY4" fmla="*/ 3155172 h 3155172"/>
                  <a:gd name="connsiteX5" fmla="*/ 77730 w 1972257"/>
                  <a:gd name="connsiteY5" fmla="*/ 3123121 h 3155172"/>
                  <a:gd name="connsiteX6" fmla="*/ 0 w 1972257"/>
                  <a:gd name="connsiteY6" fmla="*/ 3103124 h 3155172"/>
                  <a:gd name="connsiteX7" fmla="*/ 91440 w 1972257"/>
                  <a:gd name="connsiteY7" fmla="*/ 143488 h 3155172"/>
                  <a:gd name="connsiteX0" fmla="*/ 0 w 1972257"/>
                  <a:gd name="connsiteY0" fmla="*/ 52048 h 3155172"/>
                  <a:gd name="connsiteX1" fmla="*/ 77730 w 1972257"/>
                  <a:gd name="connsiteY1" fmla="*/ 32051 h 3155172"/>
                  <a:gd name="connsiteX2" fmla="*/ 395501 w 1972257"/>
                  <a:gd name="connsiteY2" fmla="*/ 0 h 3155172"/>
                  <a:gd name="connsiteX3" fmla="*/ 1972257 w 1972257"/>
                  <a:gd name="connsiteY3" fmla="*/ 1577586 h 3155172"/>
                  <a:gd name="connsiteX4" fmla="*/ 395501 w 1972257"/>
                  <a:gd name="connsiteY4" fmla="*/ 3155172 h 3155172"/>
                  <a:gd name="connsiteX5" fmla="*/ 77730 w 1972257"/>
                  <a:gd name="connsiteY5" fmla="*/ 3123121 h 3155172"/>
                  <a:gd name="connsiteX6" fmla="*/ 0 w 1972257"/>
                  <a:gd name="connsiteY6" fmla="*/ 3103124 h 3155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2257" h="3155172">
                    <a:moveTo>
                      <a:pt x="0" y="52048"/>
                    </a:moveTo>
                    <a:lnTo>
                      <a:pt x="77730" y="32051"/>
                    </a:lnTo>
                    <a:cubicBezTo>
                      <a:pt x="180373" y="11036"/>
                      <a:pt x="286649" y="0"/>
                      <a:pt x="395501" y="0"/>
                    </a:cubicBezTo>
                    <a:cubicBezTo>
                      <a:pt x="1266319" y="0"/>
                      <a:pt x="1972257" y="706309"/>
                      <a:pt x="1972257" y="1577586"/>
                    </a:cubicBezTo>
                    <a:cubicBezTo>
                      <a:pt x="1972257" y="2448863"/>
                      <a:pt x="1266319" y="3155172"/>
                      <a:pt x="395501" y="3155172"/>
                    </a:cubicBezTo>
                    <a:cubicBezTo>
                      <a:pt x="286649" y="3155172"/>
                      <a:pt x="180373" y="3144136"/>
                      <a:pt x="77730" y="3123121"/>
                    </a:cubicBezTo>
                    <a:lnTo>
                      <a:pt x="0" y="3103124"/>
                    </a:lnTo>
                  </a:path>
                </a:pathLst>
              </a:custGeom>
              <a:noFill/>
              <a:ln w="28575" cap="rnd" cmpd="sng" algn="ctr">
                <a:solidFill>
                  <a:schemeClr val="accent3"/>
                </a:solidFill>
                <a:prstDash val="solid"/>
                <a:round/>
                <a:headEnd type="none" w="med" len="med"/>
                <a:tailEnd type="none" w="med" len="med"/>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35" name="Freeform: Shape 134">
                <a:extLst>
                  <a:ext uri="{FF2B5EF4-FFF2-40B4-BE49-F238E27FC236}">
                    <a16:creationId xmlns:a16="http://schemas.microsoft.com/office/drawing/2014/main" id="{3D01B58E-6372-4C42-94D9-CFADFF2D0531}"/>
                  </a:ext>
                </a:extLst>
              </p:cNvPr>
              <p:cNvSpPr/>
              <p:nvPr/>
            </p:nvSpPr>
            <p:spPr>
              <a:xfrm>
                <a:off x="857672" y="1608348"/>
                <a:ext cx="440909" cy="1960825"/>
              </a:xfrm>
              <a:custGeom>
                <a:avLst/>
                <a:gdLst>
                  <a:gd name="connsiteX0" fmla="*/ 511912 w 511912"/>
                  <a:gd name="connsiteY0" fmla="*/ 0 h 2322143"/>
                  <a:gd name="connsiteX1" fmla="*/ 511912 w 511912"/>
                  <a:gd name="connsiteY1" fmla="*/ 2322143 h 2322143"/>
                  <a:gd name="connsiteX2" fmla="*/ 461821 w 511912"/>
                  <a:gd name="connsiteY2" fmla="*/ 2276593 h 2322143"/>
                  <a:gd name="connsiteX3" fmla="*/ 0 w 511912"/>
                  <a:gd name="connsiteY3" fmla="*/ 1161071 h 2322143"/>
                  <a:gd name="connsiteX4" fmla="*/ 461821 w 511912"/>
                  <a:gd name="connsiteY4" fmla="*/ 45549 h 2322143"/>
                  <a:gd name="connsiteX5" fmla="*/ 511912 w 511912"/>
                  <a:gd name="connsiteY5" fmla="*/ 0 h 2322143"/>
                  <a:gd name="connsiteX0" fmla="*/ 461821 w 553261"/>
                  <a:gd name="connsiteY0" fmla="*/ 2276593 h 2368033"/>
                  <a:gd name="connsiteX1" fmla="*/ 0 w 553261"/>
                  <a:gd name="connsiteY1" fmla="*/ 1161071 h 2368033"/>
                  <a:gd name="connsiteX2" fmla="*/ 461821 w 553261"/>
                  <a:gd name="connsiteY2" fmla="*/ 45549 h 2368033"/>
                  <a:gd name="connsiteX3" fmla="*/ 511912 w 553261"/>
                  <a:gd name="connsiteY3" fmla="*/ 0 h 2368033"/>
                  <a:gd name="connsiteX4" fmla="*/ 511912 w 553261"/>
                  <a:gd name="connsiteY4" fmla="*/ 2322143 h 2368033"/>
                  <a:gd name="connsiteX5" fmla="*/ 553261 w 553261"/>
                  <a:gd name="connsiteY5" fmla="*/ 2368033 h 2368033"/>
                  <a:gd name="connsiteX0" fmla="*/ 461821 w 511912"/>
                  <a:gd name="connsiteY0" fmla="*/ 2276593 h 2322143"/>
                  <a:gd name="connsiteX1" fmla="*/ 0 w 511912"/>
                  <a:gd name="connsiteY1" fmla="*/ 1161071 h 2322143"/>
                  <a:gd name="connsiteX2" fmla="*/ 461821 w 511912"/>
                  <a:gd name="connsiteY2" fmla="*/ 45549 h 2322143"/>
                  <a:gd name="connsiteX3" fmla="*/ 511912 w 511912"/>
                  <a:gd name="connsiteY3" fmla="*/ 0 h 2322143"/>
                  <a:gd name="connsiteX4" fmla="*/ 511912 w 511912"/>
                  <a:gd name="connsiteY4" fmla="*/ 2322143 h 2322143"/>
                  <a:gd name="connsiteX0" fmla="*/ 461821 w 511912"/>
                  <a:gd name="connsiteY0" fmla="*/ 2276593 h 2276593"/>
                  <a:gd name="connsiteX1" fmla="*/ 0 w 511912"/>
                  <a:gd name="connsiteY1" fmla="*/ 1161071 h 2276593"/>
                  <a:gd name="connsiteX2" fmla="*/ 461821 w 511912"/>
                  <a:gd name="connsiteY2" fmla="*/ 45549 h 2276593"/>
                  <a:gd name="connsiteX3" fmla="*/ 511912 w 511912"/>
                  <a:gd name="connsiteY3" fmla="*/ 0 h 2276593"/>
                </a:gdLst>
                <a:ahLst/>
                <a:cxnLst>
                  <a:cxn ang="0">
                    <a:pos x="connsiteX0" y="connsiteY0"/>
                  </a:cxn>
                  <a:cxn ang="0">
                    <a:pos x="connsiteX1" y="connsiteY1"/>
                  </a:cxn>
                  <a:cxn ang="0">
                    <a:pos x="connsiteX2" y="connsiteY2"/>
                  </a:cxn>
                  <a:cxn ang="0">
                    <a:pos x="connsiteX3" y="connsiteY3"/>
                  </a:cxn>
                </a:cxnLst>
                <a:rect l="l" t="t" r="r" b="b"/>
                <a:pathLst>
                  <a:path w="511912" h="2276593">
                    <a:moveTo>
                      <a:pt x="461821" y="2276593"/>
                    </a:moveTo>
                    <a:cubicBezTo>
                      <a:pt x="176485" y="1991106"/>
                      <a:pt x="0" y="1596710"/>
                      <a:pt x="0" y="1161071"/>
                    </a:cubicBezTo>
                    <a:cubicBezTo>
                      <a:pt x="0" y="725433"/>
                      <a:pt x="176485" y="331036"/>
                      <a:pt x="461821" y="45549"/>
                    </a:cubicBezTo>
                    <a:lnTo>
                      <a:pt x="511912" y="0"/>
                    </a:lnTo>
                  </a:path>
                </a:pathLst>
              </a:custGeom>
              <a:noFill/>
              <a:ln w="28575" cap="rnd" cmpd="sng" algn="ctr">
                <a:solidFill>
                  <a:schemeClr val="accent3"/>
                </a:solidFill>
                <a:prstDash val="solid"/>
                <a:round/>
                <a:headEnd type="none" w="med" len="med"/>
                <a:tailEnd type="none" w="med" len="med"/>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grpSp>
      <p:grpSp>
        <p:nvGrpSpPr>
          <p:cNvPr id="139" name="Group 138">
            <a:extLst>
              <a:ext uri="{FF2B5EF4-FFF2-40B4-BE49-F238E27FC236}">
                <a16:creationId xmlns:a16="http://schemas.microsoft.com/office/drawing/2014/main" id="{83054D0B-CA9E-4A4A-ACAC-475A26AD0BB3}"/>
              </a:ext>
            </a:extLst>
          </p:cNvPr>
          <p:cNvGrpSpPr/>
          <p:nvPr/>
        </p:nvGrpSpPr>
        <p:grpSpPr>
          <a:xfrm>
            <a:off x="2689026" y="5237918"/>
            <a:ext cx="1157930" cy="1141308"/>
            <a:chOff x="6313634" y="622800"/>
            <a:chExt cx="796290" cy="784859"/>
          </a:xfrm>
        </p:grpSpPr>
        <p:sp>
          <p:nvSpPr>
            <p:cNvPr id="140" name="Oval 139">
              <a:extLst>
                <a:ext uri="{FF2B5EF4-FFF2-40B4-BE49-F238E27FC236}">
                  <a16:creationId xmlns:a16="http://schemas.microsoft.com/office/drawing/2014/main" id="{BD9AD667-F978-4C8A-A0C4-AE2A09C192DD}"/>
                </a:ext>
              </a:extLst>
            </p:cNvPr>
            <p:cNvSpPr/>
            <p:nvPr/>
          </p:nvSpPr>
          <p:spPr>
            <a:xfrm>
              <a:off x="6365161" y="673587"/>
              <a:ext cx="693238" cy="683286"/>
            </a:xfrm>
            <a:prstGeom prst="ellipse">
              <a:avLst/>
            </a:prstGeom>
            <a:solidFill>
              <a:srgbClr val="F2F2F2"/>
            </a:solidFill>
            <a:ln w="9525" cap="rnd" cmpd="sng" algn="ctr">
              <a:solidFill>
                <a:srgbClr val="006C67"/>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grpSp>
          <p:nvGrpSpPr>
            <p:cNvPr id="141" name="Group 140">
              <a:extLst>
                <a:ext uri="{FF2B5EF4-FFF2-40B4-BE49-F238E27FC236}">
                  <a16:creationId xmlns:a16="http://schemas.microsoft.com/office/drawing/2014/main" id="{6F59BDCD-37AD-424A-A7A1-8911ECA674E5}"/>
                </a:ext>
              </a:extLst>
            </p:cNvPr>
            <p:cNvGrpSpPr/>
            <p:nvPr/>
          </p:nvGrpSpPr>
          <p:grpSpPr>
            <a:xfrm>
              <a:off x="6313634" y="622800"/>
              <a:ext cx="796290" cy="784859"/>
              <a:chOff x="661560" y="1101342"/>
              <a:chExt cx="3108338" cy="3064070"/>
            </a:xfrm>
          </p:grpSpPr>
          <p:grpSp>
            <p:nvGrpSpPr>
              <p:cNvPr id="142" name="Group 141">
                <a:extLst>
                  <a:ext uri="{FF2B5EF4-FFF2-40B4-BE49-F238E27FC236}">
                    <a16:creationId xmlns:a16="http://schemas.microsoft.com/office/drawing/2014/main" id="{149882EC-E4C4-442D-A5D1-8DE0523F1310}"/>
                  </a:ext>
                </a:extLst>
              </p:cNvPr>
              <p:cNvGrpSpPr/>
              <p:nvPr/>
            </p:nvGrpSpPr>
            <p:grpSpPr>
              <a:xfrm>
                <a:off x="661560" y="1101342"/>
                <a:ext cx="3108338" cy="3064070"/>
                <a:chOff x="661560" y="1101342"/>
                <a:chExt cx="3608900" cy="3557501"/>
              </a:xfrm>
            </p:grpSpPr>
            <p:sp>
              <p:nvSpPr>
                <p:cNvPr id="145" name="Freeform: Shape 144">
                  <a:extLst>
                    <a:ext uri="{FF2B5EF4-FFF2-40B4-BE49-F238E27FC236}">
                      <a16:creationId xmlns:a16="http://schemas.microsoft.com/office/drawing/2014/main" id="{AFCA552A-B367-4FC1-9E9D-6FE0A9EA7F6A}"/>
                    </a:ext>
                  </a:extLst>
                </p:cNvPr>
                <p:cNvSpPr/>
                <p:nvPr/>
              </p:nvSpPr>
              <p:spPr>
                <a:xfrm>
                  <a:off x="661560" y="1129209"/>
                  <a:ext cx="1267862" cy="2122179"/>
                </a:xfrm>
                <a:custGeom>
                  <a:avLst/>
                  <a:gdLst>
                    <a:gd name="connsiteX0" fmla="*/ 1376184 w 1376184"/>
                    <a:gd name="connsiteY0" fmla="*/ 0 h 2150046"/>
                    <a:gd name="connsiteX1" fmla="*/ 45422 w 1376184"/>
                    <a:gd name="connsiteY1" fmla="*/ 2150046 h 2150046"/>
                    <a:gd name="connsiteX2" fmla="*/ 36660 w 1376184"/>
                    <a:gd name="connsiteY2" fmla="*/ 2115951 h 2150046"/>
                    <a:gd name="connsiteX3" fmla="*/ 0 w 1376184"/>
                    <a:gd name="connsiteY3" fmla="*/ 1752100 h 2150046"/>
                    <a:gd name="connsiteX4" fmla="*/ 1267862 w 1376184"/>
                    <a:gd name="connsiteY4" fmla="*/ 27867 h 2150046"/>
                    <a:gd name="connsiteX5" fmla="*/ 1376184 w 1376184"/>
                    <a:gd name="connsiteY5" fmla="*/ 0 h 2150046"/>
                    <a:gd name="connsiteX0" fmla="*/ 1376184 w 1467624"/>
                    <a:gd name="connsiteY0" fmla="*/ 0 h 2150046"/>
                    <a:gd name="connsiteX1" fmla="*/ 45422 w 1467624"/>
                    <a:gd name="connsiteY1" fmla="*/ 2150046 h 2150046"/>
                    <a:gd name="connsiteX2" fmla="*/ 36660 w 1467624"/>
                    <a:gd name="connsiteY2" fmla="*/ 2115951 h 2150046"/>
                    <a:gd name="connsiteX3" fmla="*/ 0 w 1467624"/>
                    <a:gd name="connsiteY3" fmla="*/ 1752100 h 2150046"/>
                    <a:gd name="connsiteX4" fmla="*/ 1267862 w 1467624"/>
                    <a:gd name="connsiteY4" fmla="*/ 27867 h 2150046"/>
                    <a:gd name="connsiteX5" fmla="*/ 1467624 w 1467624"/>
                    <a:gd name="connsiteY5" fmla="*/ 91440 h 2150046"/>
                    <a:gd name="connsiteX0" fmla="*/ 1376184 w 1376184"/>
                    <a:gd name="connsiteY0" fmla="*/ 0 h 2150046"/>
                    <a:gd name="connsiteX1" fmla="*/ 45422 w 1376184"/>
                    <a:gd name="connsiteY1" fmla="*/ 2150046 h 2150046"/>
                    <a:gd name="connsiteX2" fmla="*/ 36660 w 1376184"/>
                    <a:gd name="connsiteY2" fmla="*/ 2115951 h 2150046"/>
                    <a:gd name="connsiteX3" fmla="*/ 0 w 1376184"/>
                    <a:gd name="connsiteY3" fmla="*/ 1752100 h 2150046"/>
                    <a:gd name="connsiteX4" fmla="*/ 1267862 w 1376184"/>
                    <a:gd name="connsiteY4" fmla="*/ 27867 h 2150046"/>
                    <a:gd name="connsiteX0" fmla="*/ 45422 w 1267862"/>
                    <a:gd name="connsiteY0" fmla="*/ 2122179 h 2122179"/>
                    <a:gd name="connsiteX1" fmla="*/ 36660 w 1267862"/>
                    <a:gd name="connsiteY1" fmla="*/ 2088084 h 2122179"/>
                    <a:gd name="connsiteX2" fmla="*/ 0 w 1267862"/>
                    <a:gd name="connsiteY2" fmla="*/ 1724233 h 2122179"/>
                    <a:gd name="connsiteX3" fmla="*/ 1267862 w 1267862"/>
                    <a:gd name="connsiteY3" fmla="*/ 0 h 2122179"/>
                  </a:gdLst>
                  <a:ahLst/>
                  <a:cxnLst>
                    <a:cxn ang="0">
                      <a:pos x="connsiteX0" y="connsiteY0"/>
                    </a:cxn>
                    <a:cxn ang="0">
                      <a:pos x="connsiteX1" y="connsiteY1"/>
                    </a:cxn>
                    <a:cxn ang="0">
                      <a:pos x="connsiteX2" y="connsiteY2"/>
                    </a:cxn>
                    <a:cxn ang="0">
                      <a:pos x="connsiteX3" y="connsiteY3"/>
                    </a:cxn>
                  </a:cxnLst>
                  <a:rect l="l" t="t" r="r" b="b"/>
                  <a:pathLst>
                    <a:path w="1267862" h="2122179">
                      <a:moveTo>
                        <a:pt x="45422" y="2122179"/>
                      </a:moveTo>
                      <a:lnTo>
                        <a:pt x="36660" y="2088084"/>
                      </a:lnTo>
                      <a:cubicBezTo>
                        <a:pt x="12623" y="1970557"/>
                        <a:pt x="0" y="1848870"/>
                        <a:pt x="0" y="1724233"/>
                      </a:cubicBezTo>
                      <a:cubicBezTo>
                        <a:pt x="0" y="914093"/>
                        <a:pt x="533327" y="228585"/>
                        <a:pt x="1267862" y="0"/>
                      </a:cubicBezTo>
                    </a:path>
                  </a:pathLst>
                </a:custGeom>
                <a:noFill/>
                <a:ln w="9525" cap="rnd" cmpd="sng" algn="ctr">
                  <a:solidFill>
                    <a:schemeClr val="accent3"/>
                  </a:solidFill>
                  <a:prstDash val="solid"/>
                  <a:round/>
                  <a:headEnd type="none" w="med" len="med"/>
                  <a:tailEnd type="none" w="med" len="med"/>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46" name="Freeform: Shape 145">
                  <a:extLst>
                    <a:ext uri="{FF2B5EF4-FFF2-40B4-BE49-F238E27FC236}">
                      <a16:creationId xmlns:a16="http://schemas.microsoft.com/office/drawing/2014/main" id="{D44927A6-8E82-42C0-9CE2-7870E8EB2CC3}"/>
                    </a:ext>
                  </a:extLst>
                </p:cNvPr>
                <p:cNvSpPr/>
                <p:nvPr/>
              </p:nvSpPr>
              <p:spPr>
                <a:xfrm>
                  <a:off x="2894276" y="1101342"/>
                  <a:ext cx="1376184" cy="2150046"/>
                </a:xfrm>
                <a:custGeom>
                  <a:avLst/>
                  <a:gdLst>
                    <a:gd name="connsiteX0" fmla="*/ 0 w 1376184"/>
                    <a:gd name="connsiteY0" fmla="*/ 0 h 2150046"/>
                    <a:gd name="connsiteX1" fmla="*/ 108322 w 1376184"/>
                    <a:gd name="connsiteY1" fmla="*/ 27867 h 2150046"/>
                    <a:gd name="connsiteX2" fmla="*/ 1376184 w 1376184"/>
                    <a:gd name="connsiteY2" fmla="*/ 1752100 h 2150046"/>
                    <a:gd name="connsiteX3" fmla="*/ 1339524 w 1376184"/>
                    <a:gd name="connsiteY3" fmla="*/ 2115951 h 2150046"/>
                    <a:gd name="connsiteX4" fmla="*/ 1330762 w 1376184"/>
                    <a:gd name="connsiteY4" fmla="*/ 2150046 h 2150046"/>
                    <a:gd name="connsiteX5" fmla="*/ 0 w 1376184"/>
                    <a:gd name="connsiteY5" fmla="*/ 0 h 2150046"/>
                    <a:gd name="connsiteX0" fmla="*/ 0 w 1376184"/>
                    <a:gd name="connsiteY0" fmla="*/ 0 h 2150046"/>
                    <a:gd name="connsiteX1" fmla="*/ 108322 w 1376184"/>
                    <a:gd name="connsiteY1" fmla="*/ 27867 h 2150046"/>
                    <a:gd name="connsiteX2" fmla="*/ 1376184 w 1376184"/>
                    <a:gd name="connsiteY2" fmla="*/ 1752100 h 2150046"/>
                    <a:gd name="connsiteX3" fmla="*/ 1339524 w 1376184"/>
                    <a:gd name="connsiteY3" fmla="*/ 2115951 h 2150046"/>
                    <a:gd name="connsiteX4" fmla="*/ 1330762 w 1376184"/>
                    <a:gd name="connsiteY4" fmla="*/ 2150046 h 2150046"/>
                    <a:gd name="connsiteX5" fmla="*/ 91440 w 1376184"/>
                    <a:gd name="connsiteY5" fmla="*/ 91440 h 2150046"/>
                    <a:gd name="connsiteX0" fmla="*/ 0 w 1376184"/>
                    <a:gd name="connsiteY0" fmla="*/ 0 h 2150046"/>
                    <a:gd name="connsiteX1" fmla="*/ 108322 w 1376184"/>
                    <a:gd name="connsiteY1" fmla="*/ 27867 h 2150046"/>
                    <a:gd name="connsiteX2" fmla="*/ 1376184 w 1376184"/>
                    <a:gd name="connsiteY2" fmla="*/ 1752100 h 2150046"/>
                    <a:gd name="connsiteX3" fmla="*/ 1339524 w 1376184"/>
                    <a:gd name="connsiteY3" fmla="*/ 2115951 h 2150046"/>
                    <a:gd name="connsiteX4" fmla="*/ 1330762 w 1376184"/>
                    <a:gd name="connsiteY4" fmla="*/ 2150046 h 21500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6184" h="2150046">
                      <a:moveTo>
                        <a:pt x="0" y="0"/>
                      </a:moveTo>
                      <a:lnTo>
                        <a:pt x="108322" y="27867"/>
                      </a:lnTo>
                      <a:cubicBezTo>
                        <a:pt x="842857" y="256452"/>
                        <a:pt x="1376184" y="941960"/>
                        <a:pt x="1376184" y="1752100"/>
                      </a:cubicBezTo>
                      <a:cubicBezTo>
                        <a:pt x="1376184" y="1876737"/>
                        <a:pt x="1363561" y="1998424"/>
                        <a:pt x="1339524" y="2115951"/>
                      </a:cubicBezTo>
                      <a:lnTo>
                        <a:pt x="1330762" y="2150046"/>
                      </a:lnTo>
                    </a:path>
                  </a:pathLst>
                </a:custGeom>
                <a:noFill/>
                <a:ln w="9525" cap="rnd" cmpd="sng" algn="ctr">
                  <a:solidFill>
                    <a:schemeClr val="accent3"/>
                  </a:solidFill>
                  <a:prstDash val="solid"/>
                  <a:round/>
                  <a:headEnd type="none" w="med" len="med"/>
                  <a:tailEnd type="none" w="med" len="med"/>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47" name="Freeform: Shape 146">
                  <a:extLst>
                    <a:ext uri="{FF2B5EF4-FFF2-40B4-BE49-F238E27FC236}">
                      <a16:creationId xmlns:a16="http://schemas.microsoft.com/office/drawing/2014/main" id="{1104A727-C77D-4BDF-8C8B-2D8C0F7E16E9}"/>
                    </a:ext>
                  </a:extLst>
                </p:cNvPr>
                <p:cNvSpPr/>
                <p:nvPr/>
              </p:nvSpPr>
              <p:spPr>
                <a:xfrm>
                  <a:off x="1090295" y="4020214"/>
                  <a:ext cx="2751430" cy="638629"/>
                </a:xfrm>
                <a:custGeom>
                  <a:avLst/>
                  <a:gdLst>
                    <a:gd name="connsiteX0" fmla="*/ 0 w 2751430"/>
                    <a:gd name="connsiteY0" fmla="*/ 0 h 638629"/>
                    <a:gd name="connsiteX1" fmla="*/ 2751430 w 2751430"/>
                    <a:gd name="connsiteY1" fmla="*/ 0 h 638629"/>
                    <a:gd name="connsiteX2" fmla="*/ 2651654 w 2751430"/>
                    <a:gd name="connsiteY2" fmla="*/ 109840 h 638629"/>
                    <a:gd name="connsiteX3" fmla="*/ 1375715 w 2751430"/>
                    <a:gd name="connsiteY3" fmla="*/ 638629 h 638629"/>
                    <a:gd name="connsiteX4" fmla="*/ 99776 w 2751430"/>
                    <a:gd name="connsiteY4" fmla="*/ 109840 h 638629"/>
                    <a:gd name="connsiteX5" fmla="*/ 0 w 2751430"/>
                    <a:gd name="connsiteY5" fmla="*/ 0 h 638629"/>
                    <a:gd name="connsiteX0" fmla="*/ 2751430 w 2842870"/>
                    <a:gd name="connsiteY0" fmla="*/ 0 h 638629"/>
                    <a:gd name="connsiteX1" fmla="*/ 2651654 w 2842870"/>
                    <a:gd name="connsiteY1" fmla="*/ 109840 h 638629"/>
                    <a:gd name="connsiteX2" fmla="*/ 1375715 w 2842870"/>
                    <a:gd name="connsiteY2" fmla="*/ 638629 h 638629"/>
                    <a:gd name="connsiteX3" fmla="*/ 99776 w 2842870"/>
                    <a:gd name="connsiteY3" fmla="*/ 109840 h 638629"/>
                    <a:gd name="connsiteX4" fmla="*/ 0 w 2842870"/>
                    <a:gd name="connsiteY4" fmla="*/ 0 h 638629"/>
                    <a:gd name="connsiteX5" fmla="*/ 2842870 w 2842870"/>
                    <a:gd name="connsiteY5" fmla="*/ 91440 h 638629"/>
                    <a:gd name="connsiteX0" fmla="*/ 2751430 w 2751430"/>
                    <a:gd name="connsiteY0" fmla="*/ 0 h 638629"/>
                    <a:gd name="connsiteX1" fmla="*/ 2651654 w 2751430"/>
                    <a:gd name="connsiteY1" fmla="*/ 109840 h 638629"/>
                    <a:gd name="connsiteX2" fmla="*/ 1375715 w 2751430"/>
                    <a:gd name="connsiteY2" fmla="*/ 638629 h 638629"/>
                    <a:gd name="connsiteX3" fmla="*/ 99776 w 2751430"/>
                    <a:gd name="connsiteY3" fmla="*/ 109840 h 638629"/>
                    <a:gd name="connsiteX4" fmla="*/ 0 w 2751430"/>
                    <a:gd name="connsiteY4" fmla="*/ 0 h 638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51430" h="638629">
                      <a:moveTo>
                        <a:pt x="2751430" y="0"/>
                      </a:moveTo>
                      <a:lnTo>
                        <a:pt x="2651654" y="109840"/>
                      </a:lnTo>
                      <a:cubicBezTo>
                        <a:pt x="2325112" y="436553"/>
                        <a:pt x="1874000" y="638629"/>
                        <a:pt x="1375715" y="638629"/>
                      </a:cubicBezTo>
                      <a:cubicBezTo>
                        <a:pt x="877430" y="638629"/>
                        <a:pt x="426318" y="436553"/>
                        <a:pt x="99776" y="109840"/>
                      </a:cubicBezTo>
                      <a:lnTo>
                        <a:pt x="0" y="0"/>
                      </a:lnTo>
                    </a:path>
                  </a:pathLst>
                </a:custGeom>
                <a:noFill/>
                <a:ln w="9525" cap="rnd" cmpd="sng" algn="ctr">
                  <a:solidFill>
                    <a:schemeClr val="accent3"/>
                  </a:solidFill>
                  <a:prstDash val="solid"/>
                  <a:round/>
                  <a:headEnd type="none" w="med" len="med"/>
                  <a:tailEnd type="none" w="med" len="med"/>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sp>
            <p:nvSpPr>
              <p:cNvPr id="143" name="Freeform: Shape 142">
                <a:extLst>
                  <a:ext uri="{FF2B5EF4-FFF2-40B4-BE49-F238E27FC236}">
                    <a16:creationId xmlns:a16="http://schemas.microsoft.com/office/drawing/2014/main" id="{690BB37D-542A-49D8-836F-39A521DDD951}"/>
                  </a:ext>
                </a:extLst>
              </p:cNvPr>
              <p:cNvSpPr/>
              <p:nvPr/>
            </p:nvSpPr>
            <p:spPr>
              <a:xfrm>
                <a:off x="1875086" y="1249604"/>
                <a:ext cx="1698701" cy="2717543"/>
              </a:xfrm>
              <a:custGeom>
                <a:avLst/>
                <a:gdLst>
                  <a:gd name="connsiteX0" fmla="*/ 395501 w 1972257"/>
                  <a:gd name="connsiteY0" fmla="*/ 0 h 3155172"/>
                  <a:gd name="connsiteX1" fmla="*/ 1972257 w 1972257"/>
                  <a:gd name="connsiteY1" fmla="*/ 1577586 h 3155172"/>
                  <a:gd name="connsiteX2" fmla="*/ 395501 w 1972257"/>
                  <a:gd name="connsiteY2" fmla="*/ 3155172 h 3155172"/>
                  <a:gd name="connsiteX3" fmla="*/ 77730 w 1972257"/>
                  <a:gd name="connsiteY3" fmla="*/ 3123121 h 3155172"/>
                  <a:gd name="connsiteX4" fmla="*/ 0 w 1972257"/>
                  <a:gd name="connsiteY4" fmla="*/ 3103124 h 3155172"/>
                  <a:gd name="connsiteX5" fmla="*/ 0 w 1972257"/>
                  <a:gd name="connsiteY5" fmla="*/ 52048 h 3155172"/>
                  <a:gd name="connsiteX6" fmla="*/ 77730 w 1972257"/>
                  <a:gd name="connsiteY6" fmla="*/ 32051 h 3155172"/>
                  <a:gd name="connsiteX7" fmla="*/ 395501 w 1972257"/>
                  <a:gd name="connsiteY7" fmla="*/ 0 h 3155172"/>
                  <a:gd name="connsiteX0" fmla="*/ 0 w 1972257"/>
                  <a:gd name="connsiteY0" fmla="*/ 52048 h 3155172"/>
                  <a:gd name="connsiteX1" fmla="*/ 77730 w 1972257"/>
                  <a:gd name="connsiteY1" fmla="*/ 32051 h 3155172"/>
                  <a:gd name="connsiteX2" fmla="*/ 395501 w 1972257"/>
                  <a:gd name="connsiteY2" fmla="*/ 0 h 3155172"/>
                  <a:gd name="connsiteX3" fmla="*/ 1972257 w 1972257"/>
                  <a:gd name="connsiteY3" fmla="*/ 1577586 h 3155172"/>
                  <a:gd name="connsiteX4" fmla="*/ 395501 w 1972257"/>
                  <a:gd name="connsiteY4" fmla="*/ 3155172 h 3155172"/>
                  <a:gd name="connsiteX5" fmla="*/ 77730 w 1972257"/>
                  <a:gd name="connsiteY5" fmla="*/ 3123121 h 3155172"/>
                  <a:gd name="connsiteX6" fmla="*/ 0 w 1972257"/>
                  <a:gd name="connsiteY6" fmla="*/ 3103124 h 3155172"/>
                  <a:gd name="connsiteX7" fmla="*/ 91440 w 1972257"/>
                  <a:gd name="connsiteY7" fmla="*/ 143488 h 3155172"/>
                  <a:gd name="connsiteX0" fmla="*/ 0 w 1972257"/>
                  <a:gd name="connsiteY0" fmla="*/ 52048 h 3155172"/>
                  <a:gd name="connsiteX1" fmla="*/ 77730 w 1972257"/>
                  <a:gd name="connsiteY1" fmla="*/ 32051 h 3155172"/>
                  <a:gd name="connsiteX2" fmla="*/ 395501 w 1972257"/>
                  <a:gd name="connsiteY2" fmla="*/ 0 h 3155172"/>
                  <a:gd name="connsiteX3" fmla="*/ 1972257 w 1972257"/>
                  <a:gd name="connsiteY3" fmla="*/ 1577586 h 3155172"/>
                  <a:gd name="connsiteX4" fmla="*/ 395501 w 1972257"/>
                  <a:gd name="connsiteY4" fmla="*/ 3155172 h 3155172"/>
                  <a:gd name="connsiteX5" fmla="*/ 77730 w 1972257"/>
                  <a:gd name="connsiteY5" fmla="*/ 3123121 h 3155172"/>
                  <a:gd name="connsiteX6" fmla="*/ 0 w 1972257"/>
                  <a:gd name="connsiteY6" fmla="*/ 3103124 h 3155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2257" h="3155172">
                    <a:moveTo>
                      <a:pt x="0" y="52048"/>
                    </a:moveTo>
                    <a:lnTo>
                      <a:pt x="77730" y="32051"/>
                    </a:lnTo>
                    <a:cubicBezTo>
                      <a:pt x="180373" y="11036"/>
                      <a:pt x="286649" y="0"/>
                      <a:pt x="395501" y="0"/>
                    </a:cubicBezTo>
                    <a:cubicBezTo>
                      <a:pt x="1266319" y="0"/>
                      <a:pt x="1972257" y="706309"/>
                      <a:pt x="1972257" y="1577586"/>
                    </a:cubicBezTo>
                    <a:cubicBezTo>
                      <a:pt x="1972257" y="2448863"/>
                      <a:pt x="1266319" y="3155172"/>
                      <a:pt x="395501" y="3155172"/>
                    </a:cubicBezTo>
                    <a:cubicBezTo>
                      <a:pt x="286649" y="3155172"/>
                      <a:pt x="180373" y="3144136"/>
                      <a:pt x="77730" y="3123121"/>
                    </a:cubicBezTo>
                    <a:lnTo>
                      <a:pt x="0" y="3103124"/>
                    </a:lnTo>
                  </a:path>
                </a:pathLst>
              </a:custGeom>
              <a:noFill/>
              <a:ln w="28575" cap="rnd" cmpd="sng" algn="ctr">
                <a:solidFill>
                  <a:schemeClr val="accent3"/>
                </a:solidFill>
                <a:prstDash val="solid"/>
                <a:round/>
                <a:headEnd type="none" w="med" len="med"/>
                <a:tailEnd type="none" w="med" len="med"/>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44" name="Freeform: Shape 143">
                <a:extLst>
                  <a:ext uri="{FF2B5EF4-FFF2-40B4-BE49-F238E27FC236}">
                    <a16:creationId xmlns:a16="http://schemas.microsoft.com/office/drawing/2014/main" id="{FC578601-B9DB-4446-8365-7B8D1A345CD1}"/>
                  </a:ext>
                </a:extLst>
              </p:cNvPr>
              <p:cNvSpPr/>
              <p:nvPr/>
            </p:nvSpPr>
            <p:spPr>
              <a:xfrm>
                <a:off x="857672" y="1608348"/>
                <a:ext cx="440909" cy="1960825"/>
              </a:xfrm>
              <a:custGeom>
                <a:avLst/>
                <a:gdLst>
                  <a:gd name="connsiteX0" fmla="*/ 511912 w 511912"/>
                  <a:gd name="connsiteY0" fmla="*/ 0 h 2322143"/>
                  <a:gd name="connsiteX1" fmla="*/ 511912 w 511912"/>
                  <a:gd name="connsiteY1" fmla="*/ 2322143 h 2322143"/>
                  <a:gd name="connsiteX2" fmla="*/ 461821 w 511912"/>
                  <a:gd name="connsiteY2" fmla="*/ 2276593 h 2322143"/>
                  <a:gd name="connsiteX3" fmla="*/ 0 w 511912"/>
                  <a:gd name="connsiteY3" fmla="*/ 1161071 h 2322143"/>
                  <a:gd name="connsiteX4" fmla="*/ 461821 w 511912"/>
                  <a:gd name="connsiteY4" fmla="*/ 45549 h 2322143"/>
                  <a:gd name="connsiteX5" fmla="*/ 511912 w 511912"/>
                  <a:gd name="connsiteY5" fmla="*/ 0 h 2322143"/>
                  <a:gd name="connsiteX0" fmla="*/ 461821 w 553261"/>
                  <a:gd name="connsiteY0" fmla="*/ 2276593 h 2368033"/>
                  <a:gd name="connsiteX1" fmla="*/ 0 w 553261"/>
                  <a:gd name="connsiteY1" fmla="*/ 1161071 h 2368033"/>
                  <a:gd name="connsiteX2" fmla="*/ 461821 w 553261"/>
                  <a:gd name="connsiteY2" fmla="*/ 45549 h 2368033"/>
                  <a:gd name="connsiteX3" fmla="*/ 511912 w 553261"/>
                  <a:gd name="connsiteY3" fmla="*/ 0 h 2368033"/>
                  <a:gd name="connsiteX4" fmla="*/ 511912 w 553261"/>
                  <a:gd name="connsiteY4" fmla="*/ 2322143 h 2368033"/>
                  <a:gd name="connsiteX5" fmla="*/ 553261 w 553261"/>
                  <a:gd name="connsiteY5" fmla="*/ 2368033 h 2368033"/>
                  <a:gd name="connsiteX0" fmla="*/ 461821 w 511912"/>
                  <a:gd name="connsiteY0" fmla="*/ 2276593 h 2322143"/>
                  <a:gd name="connsiteX1" fmla="*/ 0 w 511912"/>
                  <a:gd name="connsiteY1" fmla="*/ 1161071 h 2322143"/>
                  <a:gd name="connsiteX2" fmla="*/ 461821 w 511912"/>
                  <a:gd name="connsiteY2" fmla="*/ 45549 h 2322143"/>
                  <a:gd name="connsiteX3" fmla="*/ 511912 w 511912"/>
                  <a:gd name="connsiteY3" fmla="*/ 0 h 2322143"/>
                  <a:gd name="connsiteX4" fmla="*/ 511912 w 511912"/>
                  <a:gd name="connsiteY4" fmla="*/ 2322143 h 2322143"/>
                  <a:gd name="connsiteX0" fmla="*/ 461821 w 511912"/>
                  <a:gd name="connsiteY0" fmla="*/ 2276593 h 2276593"/>
                  <a:gd name="connsiteX1" fmla="*/ 0 w 511912"/>
                  <a:gd name="connsiteY1" fmla="*/ 1161071 h 2276593"/>
                  <a:gd name="connsiteX2" fmla="*/ 461821 w 511912"/>
                  <a:gd name="connsiteY2" fmla="*/ 45549 h 2276593"/>
                  <a:gd name="connsiteX3" fmla="*/ 511912 w 511912"/>
                  <a:gd name="connsiteY3" fmla="*/ 0 h 2276593"/>
                </a:gdLst>
                <a:ahLst/>
                <a:cxnLst>
                  <a:cxn ang="0">
                    <a:pos x="connsiteX0" y="connsiteY0"/>
                  </a:cxn>
                  <a:cxn ang="0">
                    <a:pos x="connsiteX1" y="connsiteY1"/>
                  </a:cxn>
                  <a:cxn ang="0">
                    <a:pos x="connsiteX2" y="connsiteY2"/>
                  </a:cxn>
                  <a:cxn ang="0">
                    <a:pos x="connsiteX3" y="connsiteY3"/>
                  </a:cxn>
                </a:cxnLst>
                <a:rect l="l" t="t" r="r" b="b"/>
                <a:pathLst>
                  <a:path w="511912" h="2276593">
                    <a:moveTo>
                      <a:pt x="461821" y="2276593"/>
                    </a:moveTo>
                    <a:cubicBezTo>
                      <a:pt x="176485" y="1991106"/>
                      <a:pt x="0" y="1596710"/>
                      <a:pt x="0" y="1161071"/>
                    </a:cubicBezTo>
                    <a:cubicBezTo>
                      <a:pt x="0" y="725433"/>
                      <a:pt x="176485" y="331036"/>
                      <a:pt x="461821" y="45549"/>
                    </a:cubicBezTo>
                    <a:lnTo>
                      <a:pt x="511912" y="0"/>
                    </a:lnTo>
                  </a:path>
                </a:pathLst>
              </a:custGeom>
              <a:noFill/>
              <a:ln w="28575" cap="rnd" cmpd="sng" algn="ctr">
                <a:solidFill>
                  <a:schemeClr val="accent3"/>
                </a:solidFill>
                <a:prstDash val="solid"/>
                <a:round/>
                <a:headEnd type="none" w="med" len="med"/>
                <a:tailEnd type="none" w="med" len="med"/>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grpSp>
      <p:sp>
        <p:nvSpPr>
          <p:cNvPr id="148" name="Oval 20">
            <a:extLst>
              <a:ext uri="{FF2B5EF4-FFF2-40B4-BE49-F238E27FC236}">
                <a16:creationId xmlns:a16="http://schemas.microsoft.com/office/drawing/2014/main" id="{BC9BC168-1B9A-4F2F-9A7C-25EA6B1B7379}"/>
              </a:ext>
            </a:extLst>
          </p:cNvPr>
          <p:cNvSpPr>
            <a:spLocks noChangeAspect="1" noChangeArrowheads="1"/>
          </p:cNvSpPr>
          <p:nvPr/>
        </p:nvSpPr>
        <p:spPr bwMode="auto">
          <a:xfrm>
            <a:off x="6891319" y="744078"/>
            <a:ext cx="299579" cy="299579"/>
          </a:xfrm>
          <a:prstGeom prst="ellipse">
            <a:avLst/>
          </a:prstGeom>
          <a:solidFill>
            <a:srgbClr val="006863"/>
          </a:solidFill>
          <a:ln w="9525" cap="flat" cmpd="sng" algn="ctr">
            <a:solidFill>
              <a:srgbClr val="FFFFFF"/>
            </a:solidFill>
            <a:prstDash val="solid"/>
            <a:round/>
            <a:headEnd type="none" w="med" len="med"/>
            <a:tailEnd type="none" w="med" len="med"/>
          </a:ln>
        </p:spPr>
        <p:txBody>
          <a:bodyPr vert="horz" wrap="square" lIns="0" tIns="0" rIns="0" bIns="0" numCol="1" anchor="ctr" anchorCtr="0" compatLnSpc="1">
            <a:prstTxWarp prst="textNoShape">
              <a:avLst/>
            </a:prstTxWarp>
          </a:bodyPr>
          <a:lstStyle/>
          <a:p>
            <a:pPr algn="ctr"/>
            <a:r>
              <a:rPr lang="en-US" sz="1400" dirty="0">
                <a:solidFill>
                  <a:schemeClr val="bg1"/>
                </a:solidFill>
              </a:rPr>
              <a:t>1</a:t>
            </a:r>
          </a:p>
        </p:txBody>
      </p:sp>
      <p:sp>
        <p:nvSpPr>
          <p:cNvPr id="149" name="Oval 20">
            <a:extLst>
              <a:ext uri="{FF2B5EF4-FFF2-40B4-BE49-F238E27FC236}">
                <a16:creationId xmlns:a16="http://schemas.microsoft.com/office/drawing/2014/main" id="{F4D7880E-2B13-4400-A52F-C776BECE7C94}"/>
              </a:ext>
            </a:extLst>
          </p:cNvPr>
          <p:cNvSpPr>
            <a:spLocks noChangeAspect="1" noChangeArrowheads="1"/>
          </p:cNvSpPr>
          <p:nvPr/>
        </p:nvSpPr>
        <p:spPr bwMode="auto">
          <a:xfrm>
            <a:off x="6074050" y="1904598"/>
            <a:ext cx="299579" cy="299579"/>
          </a:xfrm>
          <a:prstGeom prst="ellipse">
            <a:avLst/>
          </a:prstGeom>
          <a:solidFill>
            <a:srgbClr val="006863"/>
          </a:solidFill>
          <a:ln w="9525" cap="flat" cmpd="sng" algn="ctr">
            <a:solidFill>
              <a:srgbClr val="FFFFFF"/>
            </a:solidFill>
            <a:prstDash val="solid"/>
            <a:round/>
            <a:headEnd type="none" w="med" len="med"/>
            <a:tailEnd type="none" w="med" len="med"/>
          </a:ln>
        </p:spPr>
        <p:txBody>
          <a:bodyPr vert="horz" wrap="square" lIns="0" tIns="0" rIns="0" bIns="0" numCol="1" anchor="ctr" anchorCtr="0" compatLnSpc="1">
            <a:prstTxWarp prst="textNoShape">
              <a:avLst/>
            </a:prstTxWarp>
          </a:bodyPr>
          <a:lstStyle/>
          <a:p>
            <a:pPr algn="ctr"/>
            <a:r>
              <a:rPr lang="en-US" sz="1400" dirty="0">
                <a:solidFill>
                  <a:schemeClr val="bg1"/>
                </a:solidFill>
              </a:rPr>
              <a:t>2</a:t>
            </a:r>
          </a:p>
        </p:txBody>
      </p:sp>
      <p:sp>
        <p:nvSpPr>
          <p:cNvPr id="150" name="Oval 20">
            <a:extLst>
              <a:ext uri="{FF2B5EF4-FFF2-40B4-BE49-F238E27FC236}">
                <a16:creationId xmlns:a16="http://schemas.microsoft.com/office/drawing/2014/main" id="{43F1B9EF-BF64-4154-BF21-C39C75E945DA}"/>
              </a:ext>
            </a:extLst>
          </p:cNvPr>
          <p:cNvSpPr>
            <a:spLocks noChangeAspect="1" noChangeArrowheads="1"/>
          </p:cNvSpPr>
          <p:nvPr/>
        </p:nvSpPr>
        <p:spPr bwMode="auto">
          <a:xfrm>
            <a:off x="5256780" y="3065117"/>
            <a:ext cx="299579" cy="299579"/>
          </a:xfrm>
          <a:prstGeom prst="ellipse">
            <a:avLst/>
          </a:prstGeom>
          <a:solidFill>
            <a:srgbClr val="006863"/>
          </a:solidFill>
          <a:ln w="9525" cap="flat" cmpd="sng" algn="ctr">
            <a:solidFill>
              <a:srgbClr val="FFFFFF"/>
            </a:solidFill>
            <a:prstDash val="solid"/>
            <a:round/>
            <a:headEnd type="none" w="med" len="med"/>
            <a:tailEnd type="none" w="med" len="med"/>
          </a:ln>
        </p:spPr>
        <p:txBody>
          <a:bodyPr vert="horz" wrap="square" lIns="0" tIns="0" rIns="0" bIns="0" numCol="1" anchor="ctr" anchorCtr="0" compatLnSpc="1">
            <a:prstTxWarp prst="textNoShape">
              <a:avLst/>
            </a:prstTxWarp>
          </a:bodyPr>
          <a:lstStyle/>
          <a:p>
            <a:pPr algn="ctr"/>
            <a:r>
              <a:rPr lang="en-US" sz="1400" dirty="0">
                <a:solidFill>
                  <a:schemeClr val="bg1"/>
                </a:solidFill>
              </a:rPr>
              <a:t>3</a:t>
            </a:r>
          </a:p>
        </p:txBody>
      </p:sp>
      <p:sp>
        <p:nvSpPr>
          <p:cNvPr id="151" name="Oval 20">
            <a:extLst>
              <a:ext uri="{FF2B5EF4-FFF2-40B4-BE49-F238E27FC236}">
                <a16:creationId xmlns:a16="http://schemas.microsoft.com/office/drawing/2014/main" id="{55AD4D79-085D-4C2C-8495-62E3F8572A0E}"/>
              </a:ext>
            </a:extLst>
          </p:cNvPr>
          <p:cNvSpPr>
            <a:spLocks noChangeAspect="1" noChangeArrowheads="1"/>
          </p:cNvSpPr>
          <p:nvPr/>
        </p:nvSpPr>
        <p:spPr bwMode="auto">
          <a:xfrm>
            <a:off x="4439511" y="4225635"/>
            <a:ext cx="299579" cy="299579"/>
          </a:xfrm>
          <a:prstGeom prst="ellipse">
            <a:avLst/>
          </a:prstGeom>
          <a:solidFill>
            <a:srgbClr val="006863"/>
          </a:solidFill>
          <a:ln w="9525" cap="flat" cmpd="sng" algn="ctr">
            <a:solidFill>
              <a:srgbClr val="FFFFFF"/>
            </a:solidFill>
            <a:prstDash val="solid"/>
            <a:round/>
            <a:headEnd type="none" w="med" len="med"/>
            <a:tailEnd type="none" w="med" len="med"/>
          </a:ln>
        </p:spPr>
        <p:txBody>
          <a:bodyPr vert="horz" wrap="square" lIns="0" tIns="0" rIns="0" bIns="0" numCol="1" anchor="ctr" anchorCtr="0" compatLnSpc="1">
            <a:prstTxWarp prst="textNoShape">
              <a:avLst/>
            </a:prstTxWarp>
          </a:bodyPr>
          <a:lstStyle/>
          <a:p>
            <a:pPr algn="ctr"/>
            <a:r>
              <a:rPr lang="en-US" sz="1400" dirty="0">
                <a:solidFill>
                  <a:schemeClr val="bg1"/>
                </a:solidFill>
              </a:rPr>
              <a:t>4</a:t>
            </a:r>
          </a:p>
        </p:txBody>
      </p:sp>
      <p:sp>
        <p:nvSpPr>
          <p:cNvPr id="152" name="Oval 20">
            <a:extLst>
              <a:ext uri="{FF2B5EF4-FFF2-40B4-BE49-F238E27FC236}">
                <a16:creationId xmlns:a16="http://schemas.microsoft.com/office/drawing/2014/main" id="{EA6F8C4D-5750-4181-AB25-2F19C07A8741}"/>
              </a:ext>
            </a:extLst>
          </p:cNvPr>
          <p:cNvSpPr>
            <a:spLocks noChangeAspect="1" noChangeArrowheads="1"/>
          </p:cNvSpPr>
          <p:nvPr/>
        </p:nvSpPr>
        <p:spPr bwMode="auto">
          <a:xfrm>
            <a:off x="3622240" y="5386156"/>
            <a:ext cx="299579" cy="299579"/>
          </a:xfrm>
          <a:prstGeom prst="ellipse">
            <a:avLst/>
          </a:prstGeom>
          <a:solidFill>
            <a:srgbClr val="006863"/>
          </a:solidFill>
          <a:ln w="9525" cap="flat" cmpd="sng" algn="ctr">
            <a:solidFill>
              <a:srgbClr val="FFFFFF"/>
            </a:solidFill>
            <a:prstDash val="solid"/>
            <a:round/>
            <a:headEnd type="none" w="med" len="med"/>
            <a:tailEnd type="none" w="med" len="med"/>
          </a:ln>
        </p:spPr>
        <p:txBody>
          <a:bodyPr vert="horz" wrap="square" lIns="0" tIns="0" rIns="0" bIns="0" numCol="1" anchor="ctr" anchorCtr="0" compatLnSpc="1">
            <a:prstTxWarp prst="textNoShape">
              <a:avLst/>
            </a:prstTxWarp>
          </a:bodyPr>
          <a:lstStyle/>
          <a:p>
            <a:pPr algn="ctr"/>
            <a:r>
              <a:rPr lang="en-US" sz="1400" dirty="0">
                <a:solidFill>
                  <a:schemeClr val="bg1"/>
                </a:solidFill>
              </a:rPr>
              <a:t>5</a:t>
            </a:r>
          </a:p>
        </p:txBody>
      </p:sp>
      <p:grpSp>
        <p:nvGrpSpPr>
          <p:cNvPr id="153" name="bcgIcons_Gantt Chart ">
            <a:extLst>
              <a:ext uri="{FF2B5EF4-FFF2-40B4-BE49-F238E27FC236}">
                <a16:creationId xmlns:a16="http://schemas.microsoft.com/office/drawing/2014/main" id="{57553E23-9CFE-4A90-A209-250931538D00}"/>
              </a:ext>
            </a:extLst>
          </p:cNvPr>
          <p:cNvGrpSpPr>
            <a:grpSpLocks/>
          </p:cNvGrpSpPr>
          <p:nvPr/>
        </p:nvGrpSpPr>
        <p:grpSpPr>
          <a:xfrm>
            <a:off x="6261229" y="890919"/>
            <a:ext cx="551682" cy="551152"/>
            <a:chOff x="6464300" y="2606675"/>
            <a:chExt cx="1646238" cy="1644650"/>
          </a:xfrm>
        </p:grpSpPr>
        <p:sp>
          <p:nvSpPr>
            <p:cNvPr id="154" name="AutoShape 3">
              <a:extLst>
                <a:ext uri="{FF2B5EF4-FFF2-40B4-BE49-F238E27FC236}">
                  <a16:creationId xmlns:a16="http://schemas.microsoft.com/office/drawing/2014/main" id="{B808BE87-26FC-4EBE-9E51-D01BDA38A77C}"/>
                </a:ext>
              </a:extLst>
            </p:cNvPr>
            <p:cNvSpPr>
              <a:spLocks noChangeAspect="1" noChangeArrowheads="1" noTextEdit="1"/>
            </p:cNvSpPr>
            <p:nvPr/>
          </p:nvSpPr>
          <p:spPr bwMode="auto">
            <a:xfrm>
              <a:off x="6464300" y="2606675"/>
              <a:ext cx="1646238"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155" name="Group 154">
              <a:extLst>
                <a:ext uri="{FF2B5EF4-FFF2-40B4-BE49-F238E27FC236}">
                  <a16:creationId xmlns:a16="http://schemas.microsoft.com/office/drawing/2014/main" id="{9E7CD215-A179-42E3-AA55-77D32B387114}"/>
                </a:ext>
              </a:extLst>
            </p:cNvPr>
            <p:cNvGrpSpPr/>
            <p:nvPr/>
          </p:nvGrpSpPr>
          <p:grpSpPr>
            <a:xfrm>
              <a:off x="6634163" y="2962275"/>
              <a:ext cx="1304925" cy="931863"/>
              <a:chOff x="6634163" y="2962275"/>
              <a:chExt cx="1304925" cy="931863"/>
            </a:xfrm>
          </p:grpSpPr>
          <p:sp>
            <p:nvSpPr>
              <p:cNvPr id="156" name="Freeform 10">
                <a:extLst>
                  <a:ext uri="{FF2B5EF4-FFF2-40B4-BE49-F238E27FC236}">
                    <a16:creationId xmlns:a16="http://schemas.microsoft.com/office/drawing/2014/main" id="{147F5B22-77F5-4A4C-8754-8E88C472649E}"/>
                  </a:ext>
                </a:extLst>
              </p:cNvPr>
              <p:cNvSpPr>
                <a:spLocks/>
              </p:cNvSpPr>
              <p:nvPr/>
            </p:nvSpPr>
            <p:spPr bwMode="auto">
              <a:xfrm>
                <a:off x="6634163" y="2962275"/>
                <a:ext cx="1304925" cy="931863"/>
              </a:xfrm>
              <a:custGeom>
                <a:avLst/>
                <a:gdLst>
                  <a:gd name="connsiteX0" fmla="*/ 844550 w 1304925"/>
                  <a:gd name="connsiteY0" fmla="*/ 827088 h 931863"/>
                  <a:gd name="connsiteX1" fmla="*/ 876300 w 1304925"/>
                  <a:gd name="connsiteY1" fmla="*/ 827088 h 931863"/>
                  <a:gd name="connsiteX2" fmla="*/ 876300 w 1304925"/>
                  <a:gd name="connsiteY2" fmla="*/ 855766 h 931863"/>
                  <a:gd name="connsiteX3" fmla="*/ 860425 w 1304925"/>
                  <a:gd name="connsiteY3" fmla="*/ 871538 h 931863"/>
                  <a:gd name="connsiteX4" fmla="*/ 844550 w 1304925"/>
                  <a:gd name="connsiteY4" fmla="*/ 855766 h 931863"/>
                  <a:gd name="connsiteX5" fmla="*/ 844550 w 1304925"/>
                  <a:gd name="connsiteY5" fmla="*/ 827088 h 931863"/>
                  <a:gd name="connsiteX6" fmla="*/ 636587 w 1304925"/>
                  <a:gd name="connsiteY6" fmla="*/ 827088 h 931863"/>
                  <a:gd name="connsiteX7" fmla="*/ 668337 w 1304925"/>
                  <a:gd name="connsiteY7" fmla="*/ 827088 h 931863"/>
                  <a:gd name="connsiteX8" fmla="*/ 668337 w 1304925"/>
                  <a:gd name="connsiteY8" fmla="*/ 855766 h 931863"/>
                  <a:gd name="connsiteX9" fmla="*/ 652462 w 1304925"/>
                  <a:gd name="connsiteY9" fmla="*/ 871538 h 931863"/>
                  <a:gd name="connsiteX10" fmla="*/ 636587 w 1304925"/>
                  <a:gd name="connsiteY10" fmla="*/ 855766 h 931863"/>
                  <a:gd name="connsiteX11" fmla="*/ 636587 w 1304925"/>
                  <a:gd name="connsiteY11" fmla="*/ 827088 h 931863"/>
                  <a:gd name="connsiteX12" fmla="*/ 430212 w 1304925"/>
                  <a:gd name="connsiteY12" fmla="*/ 827088 h 931863"/>
                  <a:gd name="connsiteX13" fmla="*/ 460375 w 1304925"/>
                  <a:gd name="connsiteY13" fmla="*/ 827088 h 931863"/>
                  <a:gd name="connsiteX14" fmla="*/ 460375 w 1304925"/>
                  <a:gd name="connsiteY14" fmla="*/ 855766 h 931863"/>
                  <a:gd name="connsiteX15" fmla="*/ 445294 w 1304925"/>
                  <a:gd name="connsiteY15" fmla="*/ 871538 h 931863"/>
                  <a:gd name="connsiteX16" fmla="*/ 430212 w 1304925"/>
                  <a:gd name="connsiteY16" fmla="*/ 855766 h 931863"/>
                  <a:gd name="connsiteX17" fmla="*/ 430212 w 1304925"/>
                  <a:gd name="connsiteY17" fmla="*/ 827088 h 931863"/>
                  <a:gd name="connsiteX18" fmla="*/ 844550 w 1304925"/>
                  <a:gd name="connsiteY18" fmla="*/ 636588 h 931863"/>
                  <a:gd name="connsiteX19" fmla="*/ 876300 w 1304925"/>
                  <a:gd name="connsiteY19" fmla="*/ 636588 h 931863"/>
                  <a:gd name="connsiteX20" fmla="*/ 876300 w 1304925"/>
                  <a:gd name="connsiteY20" fmla="*/ 684213 h 931863"/>
                  <a:gd name="connsiteX21" fmla="*/ 844550 w 1304925"/>
                  <a:gd name="connsiteY21" fmla="*/ 684213 h 931863"/>
                  <a:gd name="connsiteX22" fmla="*/ 636587 w 1304925"/>
                  <a:gd name="connsiteY22" fmla="*/ 636588 h 931863"/>
                  <a:gd name="connsiteX23" fmla="*/ 668337 w 1304925"/>
                  <a:gd name="connsiteY23" fmla="*/ 636588 h 931863"/>
                  <a:gd name="connsiteX24" fmla="*/ 668337 w 1304925"/>
                  <a:gd name="connsiteY24" fmla="*/ 684213 h 931863"/>
                  <a:gd name="connsiteX25" fmla="*/ 636587 w 1304925"/>
                  <a:gd name="connsiteY25" fmla="*/ 684213 h 931863"/>
                  <a:gd name="connsiteX26" fmla="*/ 636587 w 1304925"/>
                  <a:gd name="connsiteY26" fmla="*/ 449263 h 931863"/>
                  <a:gd name="connsiteX27" fmla="*/ 668337 w 1304925"/>
                  <a:gd name="connsiteY27" fmla="*/ 449263 h 931863"/>
                  <a:gd name="connsiteX28" fmla="*/ 668337 w 1304925"/>
                  <a:gd name="connsiteY28" fmla="*/ 495301 h 931863"/>
                  <a:gd name="connsiteX29" fmla="*/ 636587 w 1304925"/>
                  <a:gd name="connsiteY29" fmla="*/ 495301 h 931863"/>
                  <a:gd name="connsiteX30" fmla="*/ 430212 w 1304925"/>
                  <a:gd name="connsiteY30" fmla="*/ 449263 h 931863"/>
                  <a:gd name="connsiteX31" fmla="*/ 460375 w 1304925"/>
                  <a:gd name="connsiteY31" fmla="*/ 449263 h 931863"/>
                  <a:gd name="connsiteX32" fmla="*/ 460375 w 1304925"/>
                  <a:gd name="connsiteY32" fmla="*/ 684213 h 931863"/>
                  <a:gd name="connsiteX33" fmla="*/ 430212 w 1304925"/>
                  <a:gd name="connsiteY33" fmla="*/ 684213 h 931863"/>
                  <a:gd name="connsiteX34" fmla="*/ 222250 w 1304925"/>
                  <a:gd name="connsiteY34" fmla="*/ 449263 h 931863"/>
                  <a:gd name="connsiteX35" fmla="*/ 254000 w 1304925"/>
                  <a:gd name="connsiteY35" fmla="*/ 449263 h 931863"/>
                  <a:gd name="connsiteX36" fmla="*/ 254000 w 1304925"/>
                  <a:gd name="connsiteY36" fmla="*/ 855819 h 931863"/>
                  <a:gd name="connsiteX37" fmla="*/ 238125 w 1304925"/>
                  <a:gd name="connsiteY37" fmla="*/ 871538 h 931863"/>
                  <a:gd name="connsiteX38" fmla="*/ 222250 w 1304925"/>
                  <a:gd name="connsiteY38" fmla="*/ 855819 h 931863"/>
                  <a:gd name="connsiteX39" fmla="*/ 222250 w 1304925"/>
                  <a:gd name="connsiteY39" fmla="*/ 449263 h 931863"/>
                  <a:gd name="connsiteX40" fmla="*/ 430212 w 1304925"/>
                  <a:gd name="connsiteY40" fmla="*/ 258763 h 931863"/>
                  <a:gd name="connsiteX41" fmla="*/ 460375 w 1304925"/>
                  <a:gd name="connsiteY41" fmla="*/ 258763 h 931863"/>
                  <a:gd name="connsiteX42" fmla="*/ 460375 w 1304925"/>
                  <a:gd name="connsiteY42" fmla="*/ 306388 h 931863"/>
                  <a:gd name="connsiteX43" fmla="*/ 430212 w 1304925"/>
                  <a:gd name="connsiteY43" fmla="*/ 306388 h 931863"/>
                  <a:gd name="connsiteX44" fmla="*/ 222250 w 1304925"/>
                  <a:gd name="connsiteY44" fmla="*/ 258763 h 931863"/>
                  <a:gd name="connsiteX45" fmla="*/ 254000 w 1304925"/>
                  <a:gd name="connsiteY45" fmla="*/ 258763 h 931863"/>
                  <a:gd name="connsiteX46" fmla="*/ 254000 w 1304925"/>
                  <a:gd name="connsiteY46" fmla="*/ 306388 h 931863"/>
                  <a:gd name="connsiteX47" fmla="*/ 222250 w 1304925"/>
                  <a:gd name="connsiteY47" fmla="*/ 306388 h 931863"/>
                  <a:gd name="connsiteX48" fmla="*/ 1066800 w 1304925"/>
                  <a:gd name="connsiteY48" fmla="*/ 61913 h 931863"/>
                  <a:gd name="connsiteX49" fmla="*/ 1082675 w 1304925"/>
                  <a:gd name="connsiteY49" fmla="*/ 77620 h 931863"/>
                  <a:gd name="connsiteX50" fmla="*/ 1082675 w 1304925"/>
                  <a:gd name="connsiteY50" fmla="*/ 855831 h 931863"/>
                  <a:gd name="connsiteX51" fmla="*/ 1066800 w 1304925"/>
                  <a:gd name="connsiteY51" fmla="*/ 871538 h 931863"/>
                  <a:gd name="connsiteX52" fmla="*/ 1050925 w 1304925"/>
                  <a:gd name="connsiteY52" fmla="*/ 855831 h 931863"/>
                  <a:gd name="connsiteX53" fmla="*/ 1050925 w 1304925"/>
                  <a:gd name="connsiteY53" fmla="*/ 77620 h 931863"/>
                  <a:gd name="connsiteX54" fmla="*/ 1066800 w 1304925"/>
                  <a:gd name="connsiteY54" fmla="*/ 61913 h 931863"/>
                  <a:gd name="connsiteX55" fmla="*/ 860425 w 1304925"/>
                  <a:gd name="connsiteY55" fmla="*/ 61913 h 931863"/>
                  <a:gd name="connsiteX56" fmla="*/ 876300 w 1304925"/>
                  <a:gd name="connsiteY56" fmla="*/ 77595 h 931863"/>
                  <a:gd name="connsiteX57" fmla="*/ 876300 w 1304925"/>
                  <a:gd name="connsiteY57" fmla="*/ 495301 h 931863"/>
                  <a:gd name="connsiteX58" fmla="*/ 844550 w 1304925"/>
                  <a:gd name="connsiteY58" fmla="*/ 495301 h 931863"/>
                  <a:gd name="connsiteX59" fmla="*/ 844550 w 1304925"/>
                  <a:gd name="connsiteY59" fmla="*/ 77595 h 931863"/>
                  <a:gd name="connsiteX60" fmla="*/ 860425 w 1304925"/>
                  <a:gd name="connsiteY60" fmla="*/ 61913 h 931863"/>
                  <a:gd name="connsiteX61" fmla="*/ 652462 w 1304925"/>
                  <a:gd name="connsiteY61" fmla="*/ 61913 h 931863"/>
                  <a:gd name="connsiteX62" fmla="*/ 668337 w 1304925"/>
                  <a:gd name="connsiteY62" fmla="*/ 77548 h 931863"/>
                  <a:gd name="connsiteX63" fmla="*/ 668337 w 1304925"/>
                  <a:gd name="connsiteY63" fmla="*/ 306388 h 931863"/>
                  <a:gd name="connsiteX64" fmla="*/ 636587 w 1304925"/>
                  <a:gd name="connsiteY64" fmla="*/ 306388 h 931863"/>
                  <a:gd name="connsiteX65" fmla="*/ 636587 w 1304925"/>
                  <a:gd name="connsiteY65" fmla="*/ 77548 h 931863"/>
                  <a:gd name="connsiteX66" fmla="*/ 652462 w 1304925"/>
                  <a:gd name="connsiteY66" fmla="*/ 61913 h 931863"/>
                  <a:gd name="connsiteX67" fmla="*/ 445294 w 1304925"/>
                  <a:gd name="connsiteY67" fmla="*/ 61913 h 931863"/>
                  <a:gd name="connsiteX68" fmla="*/ 460375 w 1304925"/>
                  <a:gd name="connsiteY68" fmla="*/ 77335 h 931863"/>
                  <a:gd name="connsiteX69" fmla="*/ 460375 w 1304925"/>
                  <a:gd name="connsiteY69" fmla="*/ 115888 h 931863"/>
                  <a:gd name="connsiteX70" fmla="*/ 430212 w 1304925"/>
                  <a:gd name="connsiteY70" fmla="*/ 115888 h 931863"/>
                  <a:gd name="connsiteX71" fmla="*/ 430212 w 1304925"/>
                  <a:gd name="connsiteY71" fmla="*/ 77335 h 931863"/>
                  <a:gd name="connsiteX72" fmla="*/ 445294 w 1304925"/>
                  <a:gd name="connsiteY72" fmla="*/ 61913 h 931863"/>
                  <a:gd name="connsiteX73" fmla="*/ 238125 w 1304925"/>
                  <a:gd name="connsiteY73" fmla="*/ 61913 h 931863"/>
                  <a:gd name="connsiteX74" fmla="*/ 254000 w 1304925"/>
                  <a:gd name="connsiteY74" fmla="*/ 77335 h 931863"/>
                  <a:gd name="connsiteX75" fmla="*/ 254000 w 1304925"/>
                  <a:gd name="connsiteY75" fmla="*/ 115888 h 931863"/>
                  <a:gd name="connsiteX76" fmla="*/ 222250 w 1304925"/>
                  <a:gd name="connsiteY76" fmla="*/ 115888 h 931863"/>
                  <a:gd name="connsiteX77" fmla="*/ 222250 w 1304925"/>
                  <a:gd name="connsiteY77" fmla="*/ 77335 h 931863"/>
                  <a:gd name="connsiteX78" fmla="*/ 238125 w 1304925"/>
                  <a:gd name="connsiteY78" fmla="*/ 61913 h 931863"/>
                  <a:gd name="connsiteX79" fmla="*/ 31750 w 1304925"/>
                  <a:gd name="connsiteY79" fmla="*/ 31750 h 931863"/>
                  <a:gd name="connsiteX80" fmla="*/ 31750 w 1304925"/>
                  <a:gd name="connsiteY80" fmla="*/ 900113 h 931863"/>
                  <a:gd name="connsiteX81" fmla="*/ 1274763 w 1304925"/>
                  <a:gd name="connsiteY81" fmla="*/ 900113 h 931863"/>
                  <a:gd name="connsiteX82" fmla="*/ 1274763 w 1304925"/>
                  <a:gd name="connsiteY82" fmla="*/ 31750 h 931863"/>
                  <a:gd name="connsiteX83" fmla="*/ 31750 w 1304925"/>
                  <a:gd name="connsiteY83" fmla="*/ 31750 h 931863"/>
                  <a:gd name="connsiteX84" fmla="*/ 15705 w 1304925"/>
                  <a:gd name="connsiteY84" fmla="*/ 0 h 931863"/>
                  <a:gd name="connsiteX85" fmla="*/ 1289220 w 1304925"/>
                  <a:gd name="connsiteY85" fmla="*/ 0 h 931863"/>
                  <a:gd name="connsiteX86" fmla="*/ 1304925 w 1304925"/>
                  <a:gd name="connsiteY86" fmla="*/ 15698 h 931863"/>
                  <a:gd name="connsiteX87" fmla="*/ 1304925 w 1304925"/>
                  <a:gd name="connsiteY87" fmla="*/ 916166 h 931863"/>
                  <a:gd name="connsiteX88" fmla="*/ 1289220 w 1304925"/>
                  <a:gd name="connsiteY88" fmla="*/ 931863 h 931863"/>
                  <a:gd name="connsiteX89" fmla="*/ 15705 w 1304925"/>
                  <a:gd name="connsiteY89" fmla="*/ 931863 h 931863"/>
                  <a:gd name="connsiteX90" fmla="*/ 0 w 1304925"/>
                  <a:gd name="connsiteY90" fmla="*/ 916166 h 931863"/>
                  <a:gd name="connsiteX91" fmla="*/ 0 w 1304925"/>
                  <a:gd name="connsiteY91" fmla="*/ 15698 h 931863"/>
                  <a:gd name="connsiteX92" fmla="*/ 15705 w 1304925"/>
                  <a:gd name="connsiteY92" fmla="*/ 0 h 931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1304925" h="931863">
                    <a:moveTo>
                      <a:pt x="844550" y="827088"/>
                    </a:moveTo>
                    <a:cubicBezTo>
                      <a:pt x="844550" y="827088"/>
                      <a:pt x="844550" y="827088"/>
                      <a:pt x="876300" y="827088"/>
                    </a:cubicBezTo>
                    <a:cubicBezTo>
                      <a:pt x="876300" y="827088"/>
                      <a:pt x="876300" y="827088"/>
                      <a:pt x="876300" y="855766"/>
                    </a:cubicBezTo>
                    <a:cubicBezTo>
                      <a:pt x="876300" y="865086"/>
                      <a:pt x="869084" y="871538"/>
                      <a:pt x="860425" y="871538"/>
                    </a:cubicBezTo>
                    <a:cubicBezTo>
                      <a:pt x="851766" y="871538"/>
                      <a:pt x="844550" y="865086"/>
                      <a:pt x="844550" y="855766"/>
                    </a:cubicBezTo>
                    <a:cubicBezTo>
                      <a:pt x="844550" y="855766"/>
                      <a:pt x="844550" y="855766"/>
                      <a:pt x="844550" y="827088"/>
                    </a:cubicBezTo>
                    <a:close/>
                    <a:moveTo>
                      <a:pt x="636587" y="827088"/>
                    </a:moveTo>
                    <a:cubicBezTo>
                      <a:pt x="636587" y="827088"/>
                      <a:pt x="636587" y="827088"/>
                      <a:pt x="668337" y="827088"/>
                    </a:cubicBezTo>
                    <a:cubicBezTo>
                      <a:pt x="668337" y="827088"/>
                      <a:pt x="668337" y="827088"/>
                      <a:pt x="668337" y="855766"/>
                    </a:cubicBezTo>
                    <a:cubicBezTo>
                      <a:pt x="668337" y="865086"/>
                      <a:pt x="661121" y="871538"/>
                      <a:pt x="652462" y="871538"/>
                    </a:cubicBezTo>
                    <a:cubicBezTo>
                      <a:pt x="643803" y="871538"/>
                      <a:pt x="636587" y="865086"/>
                      <a:pt x="636587" y="855766"/>
                    </a:cubicBezTo>
                    <a:cubicBezTo>
                      <a:pt x="636587" y="855766"/>
                      <a:pt x="636587" y="855766"/>
                      <a:pt x="636587" y="827088"/>
                    </a:cubicBezTo>
                    <a:close/>
                    <a:moveTo>
                      <a:pt x="430212" y="827088"/>
                    </a:moveTo>
                    <a:cubicBezTo>
                      <a:pt x="430212" y="827088"/>
                      <a:pt x="430212" y="827088"/>
                      <a:pt x="460375" y="827088"/>
                    </a:cubicBezTo>
                    <a:cubicBezTo>
                      <a:pt x="460375" y="827088"/>
                      <a:pt x="460375" y="827088"/>
                      <a:pt x="460375" y="855766"/>
                    </a:cubicBezTo>
                    <a:cubicBezTo>
                      <a:pt x="460375" y="865086"/>
                      <a:pt x="453520" y="871538"/>
                      <a:pt x="445294" y="871538"/>
                    </a:cubicBezTo>
                    <a:cubicBezTo>
                      <a:pt x="437067" y="871538"/>
                      <a:pt x="430212" y="865086"/>
                      <a:pt x="430212" y="855766"/>
                    </a:cubicBezTo>
                    <a:cubicBezTo>
                      <a:pt x="430212" y="855766"/>
                      <a:pt x="430212" y="855766"/>
                      <a:pt x="430212" y="827088"/>
                    </a:cubicBezTo>
                    <a:close/>
                    <a:moveTo>
                      <a:pt x="844550" y="636588"/>
                    </a:moveTo>
                    <a:lnTo>
                      <a:pt x="876300" y="636588"/>
                    </a:lnTo>
                    <a:lnTo>
                      <a:pt x="876300" y="684213"/>
                    </a:lnTo>
                    <a:lnTo>
                      <a:pt x="844550" y="684213"/>
                    </a:lnTo>
                    <a:close/>
                    <a:moveTo>
                      <a:pt x="636587" y="636588"/>
                    </a:moveTo>
                    <a:lnTo>
                      <a:pt x="668337" y="636588"/>
                    </a:lnTo>
                    <a:lnTo>
                      <a:pt x="668337" y="684213"/>
                    </a:lnTo>
                    <a:lnTo>
                      <a:pt x="636587" y="684213"/>
                    </a:lnTo>
                    <a:close/>
                    <a:moveTo>
                      <a:pt x="636587" y="449263"/>
                    </a:moveTo>
                    <a:lnTo>
                      <a:pt x="668337" y="449263"/>
                    </a:lnTo>
                    <a:lnTo>
                      <a:pt x="668337" y="495301"/>
                    </a:lnTo>
                    <a:lnTo>
                      <a:pt x="636587" y="495301"/>
                    </a:lnTo>
                    <a:close/>
                    <a:moveTo>
                      <a:pt x="430212" y="449263"/>
                    </a:moveTo>
                    <a:lnTo>
                      <a:pt x="460375" y="449263"/>
                    </a:lnTo>
                    <a:lnTo>
                      <a:pt x="460375" y="684213"/>
                    </a:lnTo>
                    <a:lnTo>
                      <a:pt x="430212" y="684213"/>
                    </a:lnTo>
                    <a:close/>
                    <a:moveTo>
                      <a:pt x="222250" y="449263"/>
                    </a:moveTo>
                    <a:cubicBezTo>
                      <a:pt x="222250" y="449263"/>
                      <a:pt x="222250" y="449263"/>
                      <a:pt x="254000" y="449263"/>
                    </a:cubicBezTo>
                    <a:cubicBezTo>
                      <a:pt x="254000" y="449263"/>
                      <a:pt x="254000" y="449263"/>
                      <a:pt x="254000" y="855819"/>
                    </a:cubicBezTo>
                    <a:cubicBezTo>
                      <a:pt x="254000" y="865108"/>
                      <a:pt x="246784" y="871538"/>
                      <a:pt x="238125" y="871538"/>
                    </a:cubicBezTo>
                    <a:cubicBezTo>
                      <a:pt x="229466" y="871538"/>
                      <a:pt x="222250" y="865108"/>
                      <a:pt x="222250" y="855819"/>
                    </a:cubicBezTo>
                    <a:cubicBezTo>
                      <a:pt x="222250" y="855819"/>
                      <a:pt x="222250" y="855819"/>
                      <a:pt x="222250" y="449263"/>
                    </a:cubicBezTo>
                    <a:close/>
                    <a:moveTo>
                      <a:pt x="430212" y="258763"/>
                    </a:moveTo>
                    <a:lnTo>
                      <a:pt x="460375" y="258763"/>
                    </a:lnTo>
                    <a:lnTo>
                      <a:pt x="460375" y="306388"/>
                    </a:lnTo>
                    <a:lnTo>
                      <a:pt x="430212" y="306388"/>
                    </a:lnTo>
                    <a:close/>
                    <a:moveTo>
                      <a:pt x="222250" y="258763"/>
                    </a:moveTo>
                    <a:lnTo>
                      <a:pt x="254000" y="258763"/>
                    </a:lnTo>
                    <a:lnTo>
                      <a:pt x="254000" y="306388"/>
                    </a:lnTo>
                    <a:lnTo>
                      <a:pt x="222250" y="306388"/>
                    </a:lnTo>
                    <a:close/>
                    <a:moveTo>
                      <a:pt x="1066800" y="61913"/>
                    </a:moveTo>
                    <a:cubicBezTo>
                      <a:pt x="1075459" y="61913"/>
                      <a:pt x="1082675" y="68339"/>
                      <a:pt x="1082675" y="77620"/>
                    </a:cubicBezTo>
                    <a:cubicBezTo>
                      <a:pt x="1082675" y="77620"/>
                      <a:pt x="1082675" y="77620"/>
                      <a:pt x="1082675" y="855831"/>
                    </a:cubicBezTo>
                    <a:cubicBezTo>
                      <a:pt x="1082675" y="865113"/>
                      <a:pt x="1075459" y="871538"/>
                      <a:pt x="1066800" y="871538"/>
                    </a:cubicBezTo>
                    <a:cubicBezTo>
                      <a:pt x="1058141" y="871538"/>
                      <a:pt x="1050925" y="865113"/>
                      <a:pt x="1050925" y="855831"/>
                    </a:cubicBezTo>
                    <a:cubicBezTo>
                      <a:pt x="1050925" y="855831"/>
                      <a:pt x="1050925" y="855831"/>
                      <a:pt x="1050925" y="77620"/>
                    </a:cubicBezTo>
                    <a:cubicBezTo>
                      <a:pt x="1050925" y="68339"/>
                      <a:pt x="1058141" y="61913"/>
                      <a:pt x="1066800" y="61913"/>
                    </a:cubicBezTo>
                    <a:close/>
                    <a:moveTo>
                      <a:pt x="860425" y="61913"/>
                    </a:moveTo>
                    <a:cubicBezTo>
                      <a:pt x="869084" y="61913"/>
                      <a:pt x="876300" y="68328"/>
                      <a:pt x="876300" y="77595"/>
                    </a:cubicBezTo>
                    <a:lnTo>
                      <a:pt x="876300" y="495301"/>
                    </a:lnTo>
                    <a:cubicBezTo>
                      <a:pt x="876300" y="495301"/>
                      <a:pt x="876300" y="495301"/>
                      <a:pt x="844550" y="495301"/>
                    </a:cubicBezTo>
                    <a:cubicBezTo>
                      <a:pt x="844550" y="495301"/>
                      <a:pt x="844550" y="495301"/>
                      <a:pt x="844550" y="77595"/>
                    </a:cubicBezTo>
                    <a:cubicBezTo>
                      <a:pt x="844550" y="68328"/>
                      <a:pt x="851766" y="61913"/>
                      <a:pt x="860425" y="61913"/>
                    </a:cubicBezTo>
                    <a:close/>
                    <a:moveTo>
                      <a:pt x="652462" y="61913"/>
                    </a:moveTo>
                    <a:cubicBezTo>
                      <a:pt x="661121" y="61913"/>
                      <a:pt x="668337" y="68309"/>
                      <a:pt x="668337" y="77548"/>
                    </a:cubicBezTo>
                    <a:lnTo>
                      <a:pt x="668337" y="306388"/>
                    </a:lnTo>
                    <a:cubicBezTo>
                      <a:pt x="668337" y="306388"/>
                      <a:pt x="668337" y="306388"/>
                      <a:pt x="636587" y="306388"/>
                    </a:cubicBezTo>
                    <a:cubicBezTo>
                      <a:pt x="636587" y="306388"/>
                      <a:pt x="636587" y="306388"/>
                      <a:pt x="636587" y="77548"/>
                    </a:cubicBezTo>
                    <a:cubicBezTo>
                      <a:pt x="636587" y="68309"/>
                      <a:pt x="643803" y="61913"/>
                      <a:pt x="652462" y="61913"/>
                    </a:cubicBezTo>
                    <a:close/>
                    <a:moveTo>
                      <a:pt x="445294" y="61913"/>
                    </a:moveTo>
                    <a:cubicBezTo>
                      <a:pt x="453520" y="61913"/>
                      <a:pt x="460375" y="68222"/>
                      <a:pt x="460375" y="77335"/>
                    </a:cubicBezTo>
                    <a:lnTo>
                      <a:pt x="460375" y="115888"/>
                    </a:lnTo>
                    <a:cubicBezTo>
                      <a:pt x="460375" y="115888"/>
                      <a:pt x="460375" y="115888"/>
                      <a:pt x="430212" y="115888"/>
                    </a:cubicBezTo>
                    <a:cubicBezTo>
                      <a:pt x="430212" y="115888"/>
                      <a:pt x="430212" y="115888"/>
                      <a:pt x="430212" y="77335"/>
                    </a:cubicBezTo>
                    <a:cubicBezTo>
                      <a:pt x="430212" y="68222"/>
                      <a:pt x="437067" y="61913"/>
                      <a:pt x="445294" y="61913"/>
                    </a:cubicBezTo>
                    <a:close/>
                    <a:moveTo>
                      <a:pt x="238125" y="61913"/>
                    </a:moveTo>
                    <a:cubicBezTo>
                      <a:pt x="246784" y="61913"/>
                      <a:pt x="254000" y="68222"/>
                      <a:pt x="254000" y="77335"/>
                    </a:cubicBezTo>
                    <a:lnTo>
                      <a:pt x="254000" y="115888"/>
                    </a:lnTo>
                    <a:cubicBezTo>
                      <a:pt x="254000" y="115888"/>
                      <a:pt x="254000" y="115888"/>
                      <a:pt x="222250" y="115888"/>
                    </a:cubicBezTo>
                    <a:cubicBezTo>
                      <a:pt x="222250" y="115888"/>
                      <a:pt x="222250" y="115888"/>
                      <a:pt x="222250" y="77335"/>
                    </a:cubicBezTo>
                    <a:cubicBezTo>
                      <a:pt x="222250" y="68222"/>
                      <a:pt x="229466" y="61913"/>
                      <a:pt x="238125" y="61913"/>
                    </a:cubicBezTo>
                    <a:close/>
                    <a:moveTo>
                      <a:pt x="31750" y="31750"/>
                    </a:moveTo>
                    <a:cubicBezTo>
                      <a:pt x="31750" y="900113"/>
                      <a:pt x="31750" y="900113"/>
                      <a:pt x="31750" y="900113"/>
                    </a:cubicBezTo>
                    <a:cubicBezTo>
                      <a:pt x="1274763" y="900113"/>
                      <a:pt x="1274763" y="900113"/>
                      <a:pt x="1274763" y="900113"/>
                    </a:cubicBezTo>
                    <a:cubicBezTo>
                      <a:pt x="1274763" y="31750"/>
                      <a:pt x="1274763" y="31750"/>
                      <a:pt x="1274763" y="31750"/>
                    </a:cubicBezTo>
                    <a:cubicBezTo>
                      <a:pt x="31750" y="31750"/>
                      <a:pt x="31750" y="31750"/>
                      <a:pt x="31750" y="31750"/>
                    </a:cubicBezTo>
                    <a:close/>
                    <a:moveTo>
                      <a:pt x="15705" y="0"/>
                    </a:moveTo>
                    <a:cubicBezTo>
                      <a:pt x="15705" y="0"/>
                      <a:pt x="15705" y="0"/>
                      <a:pt x="1289220" y="0"/>
                    </a:cubicBezTo>
                    <a:cubicBezTo>
                      <a:pt x="1297787" y="0"/>
                      <a:pt x="1304925" y="6422"/>
                      <a:pt x="1304925" y="15698"/>
                    </a:cubicBezTo>
                    <a:cubicBezTo>
                      <a:pt x="1304925" y="15698"/>
                      <a:pt x="1304925" y="15698"/>
                      <a:pt x="1304925" y="916166"/>
                    </a:cubicBezTo>
                    <a:cubicBezTo>
                      <a:pt x="1304925" y="925441"/>
                      <a:pt x="1297787" y="931863"/>
                      <a:pt x="1289220" y="931863"/>
                    </a:cubicBezTo>
                    <a:cubicBezTo>
                      <a:pt x="1289220" y="931863"/>
                      <a:pt x="1289220" y="931863"/>
                      <a:pt x="15705" y="931863"/>
                    </a:cubicBezTo>
                    <a:cubicBezTo>
                      <a:pt x="7139" y="931863"/>
                      <a:pt x="0" y="925441"/>
                      <a:pt x="0" y="916166"/>
                    </a:cubicBezTo>
                    <a:cubicBezTo>
                      <a:pt x="0" y="916166"/>
                      <a:pt x="0" y="916166"/>
                      <a:pt x="0" y="15698"/>
                    </a:cubicBezTo>
                    <a:cubicBezTo>
                      <a:pt x="0" y="6422"/>
                      <a:pt x="7139" y="0"/>
                      <a:pt x="15705"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57" name="Freeform 11">
                <a:extLst>
                  <a:ext uri="{FF2B5EF4-FFF2-40B4-BE49-F238E27FC236}">
                    <a16:creationId xmlns:a16="http://schemas.microsoft.com/office/drawing/2014/main" id="{F100914E-2802-4511-AD84-78BE56485067}"/>
                  </a:ext>
                </a:extLst>
              </p:cNvPr>
              <p:cNvSpPr>
                <a:spLocks/>
              </p:cNvSpPr>
              <p:nvPr/>
            </p:nvSpPr>
            <p:spPr bwMode="auto">
              <a:xfrm>
                <a:off x="6791325" y="3109912"/>
                <a:ext cx="806451" cy="647700"/>
              </a:xfrm>
              <a:custGeom>
                <a:avLst/>
                <a:gdLst>
                  <a:gd name="connsiteX0" fmla="*/ 225269 w 806451"/>
                  <a:gd name="connsiteY0" fmla="*/ 568325 h 647700"/>
                  <a:gd name="connsiteX1" fmla="*/ 272424 w 806451"/>
                  <a:gd name="connsiteY1" fmla="*/ 568325 h 647700"/>
                  <a:gd name="connsiteX2" fmla="*/ 303861 w 806451"/>
                  <a:gd name="connsiteY2" fmla="*/ 568325 h 647700"/>
                  <a:gd name="connsiteX3" fmla="*/ 479621 w 806451"/>
                  <a:gd name="connsiteY3" fmla="*/ 568325 h 647700"/>
                  <a:gd name="connsiteX4" fmla="*/ 511058 w 806451"/>
                  <a:gd name="connsiteY4" fmla="*/ 568325 h 647700"/>
                  <a:gd name="connsiteX5" fmla="*/ 686819 w 806451"/>
                  <a:gd name="connsiteY5" fmla="*/ 568325 h 647700"/>
                  <a:gd name="connsiteX6" fmla="*/ 718255 w 806451"/>
                  <a:gd name="connsiteY6" fmla="*/ 568325 h 647700"/>
                  <a:gd name="connsiteX7" fmla="*/ 773270 w 806451"/>
                  <a:gd name="connsiteY7" fmla="*/ 568325 h 647700"/>
                  <a:gd name="connsiteX8" fmla="*/ 788988 w 806451"/>
                  <a:gd name="connsiteY8" fmla="*/ 584057 h 647700"/>
                  <a:gd name="connsiteX9" fmla="*/ 788988 w 806451"/>
                  <a:gd name="connsiteY9" fmla="*/ 631968 h 647700"/>
                  <a:gd name="connsiteX10" fmla="*/ 773270 w 806451"/>
                  <a:gd name="connsiteY10" fmla="*/ 647700 h 647700"/>
                  <a:gd name="connsiteX11" fmla="*/ 718255 w 806451"/>
                  <a:gd name="connsiteY11" fmla="*/ 647700 h 647700"/>
                  <a:gd name="connsiteX12" fmla="*/ 686819 w 806451"/>
                  <a:gd name="connsiteY12" fmla="*/ 647700 h 647700"/>
                  <a:gd name="connsiteX13" fmla="*/ 511058 w 806451"/>
                  <a:gd name="connsiteY13" fmla="*/ 647700 h 647700"/>
                  <a:gd name="connsiteX14" fmla="*/ 479621 w 806451"/>
                  <a:gd name="connsiteY14" fmla="*/ 647700 h 647700"/>
                  <a:gd name="connsiteX15" fmla="*/ 303861 w 806451"/>
                  <a:gd name="connsiteY15" fmla="*/ 647700 h 647700"/>
                  <a:gd name="connsiteX16" fmla="*/ 272424 w 806451"/>
                  <a:gd name="connsiteY16" fmla="*/ 647700 h 647700"/>
                  <a:gd name="connsiteX17" fmla="*/ 225269 w 806451"/>
                  <a:gd name="connsiteY17" fmla="*/ 647700 h 647700"/>
                  <a:gd name="connsiteX18" fmla="*/ 209550 w 806451"/>
                  <a:gd name="connsiteY18" fmla="*/ 631968 h 647700"/>
                  <a:gd name="connsiteX19" fmla="*/ 209550 w 806451"/>
                  <a:gd name="connsiteY19" fmla="*/ 584057 h 647700"/>
                  <a:gd name="connsiteX20" fmla="*/ 225269 w 806451"/>
                  <a:gd name="connsiteY20" fmla="*/ 568325 h 647700"/>
                  <a:gd name="connsiteX21" fmla="*/ 395150 w 806451"/>
                  <a:gd name="connsiteY21" fmla="*/ 379412 h 647700"/>
                  <a:gd name="connsiteX22" fmla="*/ 479556 w 806451"/>
                  <a:gd name="connsiteY22" fmla="*/ 379412 h 647700"/>
                  <a:gd name="connsiteX23" fmla="*/ 511030 w 806451"/>
                  <a:gd name="connsiteY23" fmla="*/ 379412 h 647700"/>
                  <a:gd name="connsiteX24" fmla="*/ 686995 w 806451"/>
                  <a:gd name="connsiteY24" fmla="*/ 379412 h 647700"/>
                  <a:gd name="connsiteX25" fmla="*/ 718469 w 806451"/>
                  <a:gd name="connsiteY25" fmla="*/ 379412 h 647700"/>
                  <a:gd name="connsiteX26" fmla="*/ 790714 w 806451"/>
                  <a:gd name="connsiteY26" fmla="*/ 379412 h 647700"/>
                  <a:gd name="connsiteX27" fmla="*/ 806451 w 806451"/>
                  <a:gd name="connsiteY27" fmla="*/ 395144 h 647700"/>
                  <a:gd name="connsiteX28" fmla="*/ 806451 w 806451"/>
                  <a:gd name="connsiteY28" fmla="*/ 443055 h 647700"/>
                  <a:gd name="connsiteX29" fmla="*/ 790714 w 806451"/>
                  <a:gd name="connsiteY29" fmla="*/ 458787 h 647700"/>
                  <a:gd name="connsiteX30" fmla="*/ 718469 w 806451"/>
                  <a:gd name="connsiteY30" fmla="*/ 458787 h 647700"/>
                  <a:gd name="connsiteX31" fmla="*/ 686995 w 806451"/>
                  <a:gd name="connsiteY31" fmla="*/ 458787 h 647700"/>
                  <a:gd name="connsiteX32" fmla="*/ 511030 w 806451"/>
                  <a:gd name="connsiteY32" fmla="*/ 458787 h 647700"/>
                  <a:gd name="connsiteX33" fmla="*/ 479556 w 806451"/>
                  <a:gd name="connsiteY33" fmla="*/ 458787 h 647700"/>
                  <a:gd name="connsiteX34" fmla="*/ 395150 w 806451"/>
                  <a:gd name="connsiteY34" fmla="*/ 458787 h 647700"/>
                  <a:gd name="connsiteX35" fmla="*/ 379413 w 806451"/>
                  <a:gd name="connsiteY35" fmla="*/ 443055 h 647700"/>
                  <a:gd name="connsiteX36" fmla="*/ 379413 w 806451"/>
                  <a:gd name="connsiteY36" fmla="*/ 395144 h 647700"/>
                  <a:gd name="connsiteX37" fmla="*/ 395150 w 806451"/>
                  <a:gd name="connsiteY37" fmla="*/ 379412 h 647700"/>
                  <a:gd name="connsiteX38" fmla="*/ 58602 w 806451"/>
                  <a:gd name="connsiteY38" fmla="*/ 190500 h 647700"/>
                  <a:gd name="connsiteX39" fmla="*/ 65041 w 806451"/>
                  <a:gd name="connsiteY39" fmla="*/ 190500 h 647700"/>
                  <a:gd name="connsiteX40" fmla="*/ 96518 w 806451"/>
                  <a:gd name="connsiteY40" fmla="*/ 190500 h 647700"/>
                  <a:gd name="connsiteX41" fmla="*/ 272506 w 806451"/>
                  <a:gd name="connsiteY41" fmla="*/ 190500 h 647700"/>
                  <a:gd name="connsiteX42" fmla="*/ 303983 w 806451"/>
                  <a:gd name="connsiteY42" fmla="*/ 190500 h 647700"/>
                  <a:gd name="connsiteX43" fmla="*/ 479971 w 806451"/>
                  <a:gd name="connsiteY43" fmla="*/ 190500 h 647700"/>
                  <a:gd name="connsiteX44" fmla="*/ 511449 w 806451"/>
                  <a:gd name="connsiteY44" fmla="*/ 190500 h 647700"/>
                  <a:gd name="connsiteX45" fmla="*/ 527187 w 806451"/>
                  <a:gd name="connsiteY45" fmla="*/ 190500 h 647700"/>
                  <a:gd name="connsiteX46" fmla="*/ 542926 w 806451"/>
                  <a:gd name="connsiteY46" fmla="*/ 206232 h 647700"/>
                  <a:gd name="connsiteX47" fmla="*/ 542926 w 806451"/>
                  <a:gd name="connsiteY47" fmla="*/ 254143 h 647700"/>
                  <a:gd name="connsiteX48" fmla="*/ 527187 w 806451"/>
                  <a:gd name="connsiteY48" fmla="*/ 269875 h 647700"/>
                  <a:gd name="connsiteX49" fmla="*/ 511449 w 806451"/>
                  <a:gd name="connsiteY49" fmla="*/ 269875 h 647700"/>
                  <a:gd name="connsiteX50" fmla="*/ 479971 w 806451"/>
                  <a:gd name="connsiteY50" fmla="*/ 269875 h 647700"/>
                  <a:gd name="connsiteX51" fmla="*/ 303983 w 806451"/>
                  <a:gd name="connsiteY51" fmla="*/ 269875 h 647700"/>
                  <a:gd name="connsiteX52" fmla="*/ 272506 w 806451"/>
                  <a:gd name="connsiteY52" fmla="*/ 269875 h 647700"/>
                  <a:gd name="connsiteX53" fmla="*/ 96518 w 806451"/>
                  <a:gd name="connsiteY53" fmla="*/ 269875 h 647700"/>
                  <a:gd name="connsiteX54" fmla="*/ 65041 w 806451"/>
                  <a:gd name="connsiteY54" fmla="*/ 269875 h 647700"/>
                  <a:gd name="connsiteX55" fmla="*/ 58602 w 806451"/>
                  <a:gd name="connsiteY55" fmla="*/ 269875 h 647700"/>
                  <a:gd name="connsiteX56" fmla="*/ 42863 w 806451"/>
                  <a:gd name="connsiteY56" fmla="*/ 254143 h 647700"/>
                  <a:gd name="connsiteX57" fmla="*/ 42863 w 806451"/>
                  <a:gd name="connsiteY57" fmla="*/ 206232 h 647700"/>
                  <a:gd name="connsiteX58" fmla="*/ 58602 w 806451"/>
                  <a:gd name="connsiteY58" fmla="*/ 190500 h 647700"/>
                  <a:gd name="connsiteX59" fmla="*/ 15716 w 806451"/>
                  <a:gd name="connsiteY59" fmla="*/ 0 h 647700"/>
                  <a:gd name="connsiteX60" fmla="*/ 65008 w 806451"/>
                  <a:gd name="connsiteY60" fmla="*/ 0 h 647700"/>
                  <a:gd name="connsiteX61" fmla="*/ 96441 w 806451"/>
                  <a:gd name="connsiteY61" fmla="*/ 0 h 647700"/>
                  <a:gd name="connsiteX62" fmla="*/ 272177 w 806451"/>
                  <a:gd name="connsiteY62" fmla="*/ 0 h 647700"/>
                  <a:gd name="connsiteX63" fmla="*/ 303610 w 806451"/>
                  <a:gd name="connsiteY63" fmla="*/ 0 h 647700"/>
                  <a:gd name="connsiteX64" fmla="*/ 355759 w 806451"/>
                  <a:gd name="connsiteY64" fmla="*/ 0 h 647700"/>
                  <a:gd name="connsiteX65" fmla="*/ 371475 w 806451"/>
                  <a:gd name="connsiteY65" fmla="*/ 15732 h 647700"/>
                  <a:gd name="connsiteX66" fmla="*/ 371475 w 806451"/>
                  <a:gd name="connsiteY66" fmla="*/ 63643 h 647700"/>
                  <a:gd name="connsiteX67" fmla="*/ 355759 w 806451"/>
                  <a:gd name="connsiteY67" fmla="*/ 79375 h 647700"/>
                  <a:gd name="connsiteX68" fmla="*/ 303610 w 806451"/>
                  <a:gd name="connsiteY68" fmla="*/ 79375 h 647700"/>
                  <a:gd name="connsiteX69" fmla="*/ 272177 w 806451"/>
                  <a:gd name="connsiteY69" fmla="*/ 79375 h 647700"/>
                  <a:gd name="connsiteX70" fmla="*/ 96441 w 806451"/>
                  <a:gd name="connsiteY70" fmla="*/ 79375 h 647700"/>
                  <a:gd name="connsiteX71" fmla="*/ 65008 w 806451"/>
                  <a:gd name="connsiteY71" fmla="*/ 79375 h 647700"/>
                  <a:gd name="connsiteX72" fmla="*/ 15716 w 806451"/>
                  <a:gd name="connsiteY72" fmla="*/ 79375 h 647700"/>
                  <a:gd name="connsiteX73" fmla="*/ 0 w 806451"/>
                  <a:gd name="connsiteY73" fmla="*/ 63643 h 647700"/>
                  <a:gd name="connsiteX74" fmla="*/ 0 w 806451"/>
                  <a:gd name="connsiteY74" fmla="*/ 15732 h 647700"/>
                  <a:gd name="connsiteX75" fmla="*/ 15716 w 806451"/>
                  <a:gd name="connsiteY75" fmla="*/ 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806451" h="647700">
                    <a:moveTo>
                      <a:pt x="225269" y="568325"/>
                    </a:moveTo>
                    <a:cubicBezTo>
                      <a:pt x="225269" y="568325"/>
                      <a:pt x="225269" y="568325"/>
                      <a:pt x="272424" y="568325"/>
                    </a:cubicBezTo>
                    <a:cubicBezTo>
                      <a:pt x="272424" y="568325"/>
                      <a:pt x="272424" y="568325"/>
                      <a:pt x="303861" y="568325"/>
                    </a:cubicBezTo>
                    <a:cubicBezTo>
                      <a:pt x="303861" y="568325"/>
                      <a:pt x="303861" y="568325"/>
                      <a:pt x="479621" y="568325"/>
                    </a:cubicBezTo>
                    <a:cubicBezTo>
                      <a:pt x="479621" y="568325"/>
                      <a:pt x="479621" y="568325"/>
                      <a:pt x="511058" y="568325"/>
                    </a:cubicBezTo>
                    <a:cubicBezTo>
                      <a:pt x="511058" y="568325"/>
                      <a:pt x="511058" y="568325"/>
                      <a:pt x="686819" y="568325"/>
                    </a:cubicBezTo>
                    <a:cubicBezTo>
                      <a:pt x="686819" y="568325"/>
                      <a:pt x="686819" y="568325"/>
                      <a:pt x="718255" y="568325"/>
                    </a:cubicBezTo>
                    <a:cubicBezTo>
                      <a:pt x="718255" y="568325"/>
                      <a:pt x="718255" y="568325"/>
                      <a:pt x="773270" y="568325"/>
                    </a:cubicBezTo>
                    <a:cubicBezTo>
                      <a:pt x="781843" y="568325"/>
                      <a:pt x="788988" y="575476"/>
                      <a:pt x="788988" y="584057"/>
                    </a:cubicBezTo>
                    <a:cubicBezTo>
                      <a:pt x="788988" y="584057"/>
                      <a:pt x="788988" y="584057"/>
                      <a:pt x="788988" y="631968"/>
                    </a:cubicBezTo>
                    <a:cubicBezTo>
                      <a:pt x="788988" y="640549"/>
                      <a:pt x="781843" y="647700"/>
                      <a:pt x="773270" y="647700"/>
                    </a:cubicBezTo>
                    <a:cubicBezTo>
                      <a:pt x="773270" y="647700"/>
                      <a:pt x="773270" y="647700"/>
                      <a:pt x="718255" y="647700"/>
                    </a:cubicBezTo>
                    <a:cubicBezTo>
                      <a:pt x="718255" y="647700"/>
                      <a:pt x="718255" y="647700"/>
                      <a:pt x="686819" y="647700"/>
                    </a:cubicBezTo>
                    <a:cubicBezTo>
                      <a:pt x="686819" y="647700"/>
                      <a:pt x="686819" y="647700"/>
                      <a:pt x="511058" y="647700"/>
                    </a:cubicBezTo>
                    <a:cubicBezTo>
                      <a:pt x="511058" y="647700"/>
                      <a:pt x="511058" y="647700"/>
                      <a:pt x="479621" y="647700"/>
                    </a:cubicBezTo>
                    <a:cubicBezTo>
                      <a:pt x="479621" y="647700"/>
                      <a:pt x="479621" y="647700"/>
                      <a:pt x="303861" y="647700"/>
                    </a:cubicBezTo>
                    <a:cubicBezTo>
                      <a:pt x="303861" y="647700"/>
                      <a:pt x="303861" y="647700"/>
                      <a:pt x="272424" y="647700"/>
                    </a:cubicBezTo>
                    <a:cubicBezTo>
                      <a:pt x="272424" y="647700"/>
                      <a:pt x="272424" y="647700"/>
                      <a:pt x="225269" y="647700"/>
                    </a:cubicBezTo>
                    <a:cubicBezTo>
                      <a:pt x="216695" y="647700"/>
                      <a:pt x="209550" y="640549"/>
                      <a:pt x="209550" y="631968"/>
                    </a:cubicBezTo>
                    <a:cubicBezTo>
                      <a:pt x="209550" y="631968"/>
                      <a:pt x="209550" y="631968"/>
                      <a:pt x="209550" y="584057"/>
                    </a:cubicBezTo>
                    <a:cubicBezTo>
                      <a:pt x="209550" y="575476"/>
                      <a:pt x="216695" y="568325"/>
                      <a:pt x="225269" y="568325"/>
                    </a:cubicBezTo>
                    <a:close/>
                    <a:moveTo>
                      <a:pt x="395150" y="379412"/>
                    </a:moveTo>
                    <a:cubicBezTo>
                      <a:pt x="395150" y="379412"/>
                      <a:pt x="395150" y="379412"/>
                      <a:pt x="479556" y="379412"/>
                    </a:cubicBezTo>
                    <a:cubicBezTo>
                      <a:pt x="479556" y="379412"/>
                      <a:pt x="479556" y="379412"/>
                      <a:pt x="511030" y="379412"/>
                    </a:cubicBezTo>
                    <a:cubicBezTo>
                      <a:pt x="511030" y="379412"/>
                      <a:pt x="511030" y="379412"/>
                      <a:pt x="686995" y="379412"/>
                    </a:cubicBezTo>
                    <a:cubicBezTo>
                      <a:pt x="686995" y="379412"/>
                      <a:pt x="686995" y="379412"/>
                      <a:pt x="718469" y="379412"/>
                    </a:cubicBezTo>
                    <a:cubicBezTo>
                      <a:pt x="718469" y="379412"/>
                      <a:pt x="718469" y="379412"/>
                      <a:pt x="790714" y="379412"/>
                    </a:cubicBezTo>
                    <a:cubicBezTo>
                      <a:pt x="799298" y="379412"/>
                      <a:pt x="806451" y="386563"/>
                      <a:pt x="806451" y="395144"/>
                    </a:cubicBezTo>
                    <a:cubicBezTo>
                      <a:pt x="806451" y="395144"/>
                      <a:pt x="806451" y="395144"/>
                      <a:pt x="806451" y="443055"/>
                    </a:cubicBezTo>
                    <a:cubicBezTo>
                      <a:pt x="806451" y="452351"/>
                      <a:pt x="799298" y="458787"/>
                      <a:pt x="790714" y="458787"/>
                    </a:cubicBezTo>
                    <a:cubicBezTo>
                      <a:pt x="790714" y="458787"/>
                      <a:pt x="790714" y="458787"/>
                      <a:pt x="718469" y="458787"/>
                    </a:cubicBezTo>
                    <a:cubicBezTo>
                      <a:pt x="718469" y="458787"/>
                      <a:pt x="718469" y="458787"/>
                      <a:pt x="686995" y="458787"/>
                    </a:cubicBezTo>
                    <a:cubicBezTo>
                      <a:pt x="686995" y="458787"/>
                      <a:pt x="686995" y="458787"/>
                      <a:pt x="511030" y="458787"/>
                    </a:cubicBezTo>
                    <a:cubicBezTo>
                      <a:pt x="511030" y="458787"/>
                      <a:pt x="511030" y="458787"/>
                      <a:pt x="479556" y="458787"/>
                    </a:cubicBezTo>
                    <a:cubicBezTo>
                      <a:pt x="479556" y="458787"/>
                      <a:pt x="479556" y="458787"/>
                      <a:pt x="395150" y="458787"/>
                    </a:cubicBezTo>
                    <a:cubicBezTo>
                      <a:pt x="385851" y="458787"/>
                      <a:pt x="379413" y="452351"/>
                      <a:pt x="379413" y="443055"/>
                    </a:cubicBezTo>
                    <a:cubicBezTo>
                      <a:pt x="379413" y="443055"/>
                      <a:pt x="379413" y="443055"/>
                      <a:pt x="379413" y="395144"/>
                    </a:cubicBezTo>
                    <a:cubicBezTo>
                      <a:pt x="379413" y="386563"/>
                      <a:pt x="385851" y="379412"/>
                      <a:pt x="395150" y="379412"/>
                    </a:cubicBezTo>
                    <a:close/>
                    <a:moveTo>
                      <a:pt x="58602" y="190500"/>
                    </a:moveTo>
                    <a:cubicBezTo>
                      <a:pt x="58602" y="190500"/>
                      <a:pt x="58602" y="190500"/>
                      <a:pt x="65041" y="190500"/>
                    </a:cubicBezTo>
                    <a:cubicBezTo>
                      <a:pt x="65041" y="190500"/>
                      <a:pt x="65041" y="190500"/>
                      <a:pt x="96518" y="190500"/>
                    </a:cubicBezTo>
                    <a:cubicBezTo>
                      <a:pt x="96518" y="190500"/>
                      <a:pt x="96518" y="190500"/>
                      <a:pt x="272506" y="190500"/>
                    </a:cubicBezTo>
                    <a:cubicBezTo>
                      <a:pt x="272506" y="190500"/>
                      <a:pt x="272506" y="190500"/>
                      <a:pt x="303983" y="190500"/>
                    </a:cubicBezTo>
                    <a:cubicBezTo>
                      <a:pt x="303983" y="190500"/>
                      <a:pt x="303983" y="190500"/>
                      <a:pt x="479971" y="190500"/>
                    </a:cubicBezTo>
                    <a:cubicBezTo>
                      <a:pt x="479971" y="190500"/>
                      <a:pt x="479971" y="190500"/>
                      <a:pt x="511449" y="190500"/>
                    </a:cubicBezTo>
                    <a:cubicBezTo>
                      <a:pt x="511449" y="190500"/>
                      <a:pt x="511449" y="190500"/>
                      <a:pt x="527187" y="190500"/>
                    </a:cubicBezTo>
                    <a:cubicBezTo>
                      <a:pt x="536488" y="190500"/>
                      <a:pt x="542926" y="197651"/>
                      <a:pt x="542926" y="206232"/>
                    </a:cubicBezTo>
                    <a:cubicBezTo>
                      <a:pt x="542926" y="206232"/>
                      <a:pt x="542926" y="206232"/>
                      <a:pt x="542926" y="254143"/>
                    </a:cubicBezTo>
                    <a:cubicBezTo>
                      <a:pt x="542926" y="262724"/>
                      <a:pt x="536488" y="269875"/>
                      <a:pt x="527187" y="269875"/>
                    </a:cubicBezTo>
                    <a:cubicBezTo>
                      <a:pt x="527187" y="269875"/>
                      <a:pt x="527187" y="269875"/>
                      <a:pt x="511449" y="269875"/>
                    </a:cubicBezTo>
                    <a:cubicBezTo>
                      <a:pt x="511449" y="269875"/>
                      <a:pt x="511449" y="269875"/>
                      <a:pt x="479971" y="269875"/>
                    </a:cubicBezTo>
                    <a:cubicBezTo>
                      <a:pt x="479971" y="269875"/>
                      <a:pt x="479971" y="269875"/>
                      <a:pt x="303983" y="269875"/>
                    </a:cubicBezTo>
                    <a:lnTo>
                      <a:pt x="272506" y="269875"/>
                    </a:lnTo>
                    <a:cubicBezTo>
                      <a:pt x="272506" y="269875"/>
                      <a:pt x="272506" y="269875"/>
                      <a:pt x="96518" y="269875"/>
                    </a:cubicBezTo>
                    <a:cubicBezTo>
                      <a:pt x="96518" y="269875"/>
                      <a:pt x="96518" y="269875"/>
                      <a:pt x="65041" y="269875"/>
                    </a:cubicBezTo>
                    <a:cubicBezTo>
                      <a:pt x="65041" y="269875"/>
                      <a:pt x="65041" y="269875"/>
                      <a:pt x="58602" y="269875"/>
                    </a:cubicBezTo>
                    <a:cubicBezTo>
                      <a:pt x="49302" y="269875"/>
                      <a:pt x="42863" y="262724"/>
                      <a:pt x="42863" y="254143"/>
                    </a:cubicBezTo>
                    <a:cubicBezTo>
                      <a:pt x="42863" y="254143"/>
                      <a:pt x="42863" y="254143"/>
                      <a:pt x="42863" y="206232"/>
                    </a:cubicBezTo>
                    <a:cubicBezTo>
                      <a:pt x="42863" y="197651"/>
                      <a:pt x="49302" y="190500"/>
                      <a:pt x="58602" y="190500"/>
                    </a:cubicBezTo>
                    <a:close/>
                    <a:moveTo>
                      <a:pt x="15716" y="0"/>
                    </a:moveTo>
                    <a:cubicBezTo>
                      <a:pt x="15716" y="0"/>
                      <a:pt x="15716" y="0"/>
                      <a:pt x="65008" y="0"/>
                    </a:cubicBezTo>
                    <a:cubicBezTo>
                      <a:pt x="65008" y="0"/>
                      <a:pt x="65008" y="0"/>
                      <a:pt x="96441" y="0"/>
                    </a:cubicBezTo>
                    <a:cubicBezTo>
                      <a:pt x="96441" y="0"/>
                      <a:pt x="96441" y="0"/>
                      <a:pt x="272177" y="0"/>
                    </a:cubicBezTo>
                    <a:cubicBezTo>
                      <a:pt x="272177" y="0"/>
                      <a:pt x="272177" y="0"/>
                      <a:pt x="303610" y="0"/>
                    </a:cubicBezTo>
                    <a:cubicBezTo>
                      <a:pt x="303610" y="0"/>
                      <a:pt x="303610" y="0"/>
                      <a:pt x="355759" y="0"/>
                    </a:cubicBezTo>
                    <a:cubicBezTo>
                      <a:pt x="364331" y="0"/>
                      <a:pt x="371475" y="7151"/>
                      <a:pt x="371475" y="15732"/>
                    </a:cubicBezTo>
                    <a:cubicBezTo>
                      <a:pt x="371475" y="15732"/>
                      <a:pt x="371475" y="15732"/>
                      <a:pt x="371475" y="63643"/>
                    </a:cubicBezTo>
                    <a:cubicBezTo>
                      <a:pt x="371475" y="72224"/>
                      <a:pt x="364331" y="79375"/>
                      <a:pt x="355759" y="79375"/>
                    </a:cubicBezTo>
                    <a:cubicBezTo>
                      <a:pt x="355759" y="79375"/>
                      <a:pt x="355759" y="79375"/>
                      <a:pt x="303610" y="79375"/>
                    </a:cubicBezTo>
                    <a:cubicBezTo>
                      <a:pt x="303610" y="79375"/>
                      <a:pt x="303610" y="79375"/>
                      <a:pt x="272177" y="79375"/>
                    </a:cubicBezTo>
                    <a:cubicBezTo>
                      <a:pt x="272177" y="79375"/>
                      <a:pt x="272177" y="79375"/>
                      <a:pt x="96441" y="79375"/>
                    </a:cubicBezTo>
                    <a:lnTo>
                      <a:pt x="65008" y="79375"/>
                    </a:lnTo>
                    <a:cubicBezTo>
                      <a:pt x="65008" y="79375"/>
                      <a:pt x="65008" y="79375"/>
                      <a:pt x="15716" y="79375"/>
                    </a:cubicBezTo>
                    <a:cubicBezTo>
                      <a:pt x="7144" y="79375"/>
                      <a:pt x="0" y="72224"/>
                      <a:pt x="0" y="63643"/>
                    </a:cubicBezTo>
                    <a:cubicBezTo>
                      <a:pt x="0" y="63643"/>
                      <a:pt x="0" y="63643"/>
                      <a:pt x="0" y="15732"/>
                    </a:cubicBezTo>
                    <a:cubicBezTo>
                      <a:pt x="0" y="7151"/>
                      <a:pt x="7144" y="0"/>
                      <a:pt x="15716" y="0"/>
                    </a:cubicBezTo>
                    <a:close/>
                  </a:path>
                </a:pathLst>
              </a:custGeom>
              <a:solidFill>
                <a:schemeClr val="tx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grpSp>
        <p:nvGrpSpPr>
          <p:cNvPr id="158" name="bcgIcons_Quality Assurance ">
            <a:extLst>
              <a:ext uri="{FF2B5EF4-FFF2-40B4-BE49-F238E27FC236}">
                <a16:creationId xmlns:a16="http://schemas.microsoft.com/office/drawing/2014/main" id="{A265A63A-532A-43AC-B7C8-79ED550A0819}"/>
              </a:ext>
            </a:extLst>
          </p:cNvPr>
          <p:cNvGrpSpPr>
            <a:grpSpLocks/>
          </p:cNvGrpSpPr>
          <p:nvPr/>
        </p:nvGrpSpPr>
        <p:grpSpPr bwMode="auto">
          <a:xfrm>
            <a:off x="5443960" y="2051438"/>
            <a:ext cx="551682" cy="551152"/>
            <a:chOff x="1682" y="0"/>
            <a:chExt cx="4316" cy="4320"/>
          </a:xfrm>
        </p:grpSpPr>
        <p:sp>
          <p:nvSpPr>
            <p:cNvPr id="159" name="AutoShape 8">
              <a:extLst>
                <a:ext uri="{FF2B5EF4-FFF2-40B4-BE49-F238E27FC236}">
                  <a16:creationId xmlns:a16="http://schemas.microsoft.com/office/drawing/2014/main" id="{F1A98260-FE3F-4D7D-94E9-A674DE182942}"/>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0" name="Freeform 10">
              <a:extLst>
                <a:ext uri="{FF2B5EF4-FFF2-40B4-BE49-F238E27FC236}">
                  <a16:creationId xmlns:a16="http://schemas.microsoft.com/office/drawing/2014/main" id="{6ED10D5D-FF90-48DA-BFEB-F9E9BBF76348}"/>
                </a:ext>
              </a:extLst>
            </p:cNvPr>
            <p:cNvSpPr>
              <a:spLocks noEditPoints="1"/>
            </p:cNvSpPr>
            <p:nvPr/>
          </p:nvSpPr>
          <p:spPr bwMode="auto">
            <a:xfrm>
              <a:off x="2980" y="649"/>
              <a:ext cx="1716" cy="1674"/>
            </a:xfrm>
            <a:custGeom>
              <a:avLst/>
              <a:gdLst>
                <a:gd name="T0" fmla="*/ 350 w 916"/>
                <a:gd name="T1" fmla="*/ 751 h 893"/>
                <a:gd name="T2" fmla="*/ 184 w 916"/>
                <a:gd name="T3" fmla="*/ 808 h 893"/>
                <a:gd name="T4" fmla="*/ 172 w 916"/>
                <a:gd name="T5" fmla="*/ 799 h 893"/>
                <a:gd name="T6" fmla="*/ 176 w 916"/>
                <a:gd name="T7" fmla="*/ 643 h 893"/>
                <a:gd name="T8" fmla="*/ 169 w 916"/>
                <a:gd name="T9" fmla="*/ 634 h 893"/>
                <a:gd name="T10" fmla="*/ 9 w 916"/>
                <a:gd name="T11" fmla="*/ 590 h 893"/>
                <a:gd name="T12" fmla="*/ 4 w 916"/>
                <a:gd name="T13" fmla="*/ 575 h 893"/>
                <a:gd name="T14" fmla="*/ 107 w 916"/>
                <a:gd name="T15" fmla="*/ 454 h 893"/>
                <a:gd name="T16" fmla="*/ 107 w 916"/>
                <a:gd name="T17" fmla="*/ 442 h 893"/>
                <a:gd name="T18" fmla="*/ 4 w 916"/>
                <a:gd name="T19" fmla="*/ 317 h 893"/>
                <a:gd name="T20" fmla="*/ 9 w 916"/>
                <a:gd name="T21" fmla="*/ 303 h 893"/>
                <a:gd name="T22" fmla="*/ 169 w 916"/>
                <a:gd name="T23" fmla="*/ 261 h 893"/>
                <a:gd name="T24" fmla="*/ 176 w 916"/>
                <a:gd name="T25" fmla="*/ 252 h 893"/>
                <a:gd name="T26" fmla="*/ 172 w 916"/>
                <a:gd name="T27" fmla="*/ 95 h 893"/>
                <a:gd name="T28" fmla="*/ 184 w 916"/>
                <a:gd name="T29" fmla="*/ 86 h 893"/>
                <a:gd name="T30" fmla="*/ 344 w 916"/>
                <a:gd name="T31" fmla="*/ 140 h 893"/>
                <a:gd name="T32" fmla="*/ 354 w 916"/>
                <a:gd name="T33" fmla="*/ 137 h 893"/>
                <a:gd name="T34" fmla="*/ 449 w 916"/>
                <a:gd name="T35" fmla="*/ 6 h 893"/>
                <a:gd name="T36" fmla="*/ 463 w 916"/>
                <a:gd name="T37" fmla="*/ 5 h 893"/>
                <a:gd name="T38" fmla="*/ 560 w 916"/>
                <a:gd name="T39" fmla="*/ 137 h 893"/>
                <a:gd name="T40" fmla="*/ 571 w 916"/>
                <a:gd name="T41" fmla="*/ 140 h 893"/>
                <a:gd name="T42" fmla="*/ 731 w 916"/>
                <a:gd name="T43" fmla="*/ 86 h 893"/>
                <a:gd name="T44" fmla="*/ 744 w 916"/>
                <a:gd name="T45" fmla="*/ 95 h 893"/>
                <a:gd name="T46" fmla="*/ 738 w 916"/>
                <a:gd name="T47" fmla="*/ 252 h 893"/>
                <a:gd name="T48" fmla="*/ 744 w 916"/>
                <a:gd name="T49" fmla="*/ 261 h 893"/>
                <a:gd name="T50" fmla="*/ 907 w 916"/>
                <a:gd name="T51" fmla="*/ 303 h 893"/>
                <a:gd name="T52" fmla="*/ 912 w 916"/>
                <a:gd name="T53" fmla="*/ 317 h 893"/>
                <a:gd name="T54" fmla="*/ 808 w 916"/>
                <a:gd name="T55" fmla="*/ 442 h 893"/>
                <a:gd name="T56" fmla="*/ 808 w 916"/>
                <a:gd name="T57" fmla="*/ 454 h 893"/>
                <a:gd name="T58" fmla="*/ 912 w 916"/>
                <a:gd name="T59" fmla="*/ 575 h 893"/>
                <a:gd name="T60" fmla="*/ 907 w 916"/>
                <a:gd name="T61" fmla="*/ 590 h 893"/>
                <a:gd name="T62" fmla="*/ 744 w 916"/>
                <a:gd name="T63" fmla="*/ 634 h 893"/>
                <a:gd name="T64" fmla="*/ 738 w 916"/>
                <a:gd name="T65" fmla="*/ 643 h 893"/>
                <a:gd name="T66" fmla="*/ 744 w 916"/>
                <a:gd name="T67" fmla="*/ 799 h 893"/>
                <a:gd name="T68" fmla="*/ 731 w 916"/>
                <a:gd name="T69" fmla="*/ 808 h 893"/>
                <a:gd name="T70" fmla="*/ 571 w 916"/>
                <a:gd name="T71" fmla="*/ 754 h 893"/>
                <a:gd name="T72" fmla="*/ 560 w 916"/>
                <a:gd name="T73" fmla="*/ 757 h 893"/>
                <a:gd name="T74" fmla="*/ 463 w 916"/>
                <a:gd name="T75" fmla="*/ 888 h 893"/>
                <a:gd name="T76" fmla="*/ 449 w 916"/>
                <a:gd name="T77" fmla="*/ 888 h 893"/>
                <a:gd name="T78" fmla="*/ 350 w 916"/>
                <a:gd name="T79" fmla="*/ 751 h 893"/>
                <a:gd name="T80" fmla="*/ 350 w 916"/>
                <a:gd name="T81" fmla="*/ 751 h 893"/>
                <a:gd name="T82" fmla="*/ 458 w 916"/>
                <a:gd name="T83" fmla="*/ 230 h 893"/>
                <a:gd name="T84" fmla="*/ 242 w 916"/>
                <a:gd name="T85" fmla="*/ 446 h 893"/>
                <a:gd name="T86" fmla="*/ 458 w 916"/>
                <a:gd name="T87" fmla="*/ 663 h 893"/>
                <a:gd name="T88" fmla="*/ 674 w 916"/>
                <a:gd name="T89" fmla="*/ 446 h 893"/>
                <a:gd name="T90" fmla="*/ 458 w 916"/>
                <a:gd name="T91" fmla="*/ 230 h 8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16" h="893">
                  <a:moveTo>
                    <a:pt x="350" y="751"/>
                  </a:moveTo>
                  <a:cubicBezTo>
                    <a:pt x="184" y="808"/>
                    <a:pt x="184" y="808"/>
                    <a:pt x="184" y="808"/>
                  </a:cubicBezTo>
                  <a:cubicBezTo>
                    <a:pt x="178" y="810"/>
                    <a:pt x="171" y="805"/>
                    <a:pt x="172" y="799"/>
                  </a:cubicBezTo>
                  <a:cubicBezTo>
                    <a:pt x="176" y="643"/>
                    <a:pt x="176" y="643"/>
                    <a:pt x="176" y="643"/>
                  </a:cubicBezTo>
                  <a:cubicBezTo>
                    <a:pt x="176" y="639"/>
                    <a:pt x="174" y="635"/>
                    <a:pt x="169" y="634"/>
                  </a:cubicBezTo>
                  <a:cubicBezTo>
                    <a:pt x="9" y="590"/>
                    <a:pt x="9" y="590"/>
                    <a:pt x="9" y="590"/>
                  </a:cubicBezTo>
                  <a:cubicBezTo>
                    <a:pt x="2" y="588"/>
                    <a:pt x="0" y="580"/>
                    <a:pt x="4" y="575"/>
                  </a:cubicBezTo>
                  <a:cubicBezTo>
                    <a:pt x="107" y="454"/>
                    <a:pt x="107" y="454"/>
                    <a:pt x="107" y="454"/>
                  </a:cubicBezTo>
                  <a:cubicBezTo>
                    <a:pt x="110" y="451"/>
                    <a:pt x="110" y="446"/>
                    <a:pt x="107" y="442"/>
                  </a:cubicBezTo>
                  <a:cubicBezTo>
                    <a:pt x="4" y="317"/>
                    <a:pt x="4" y="317"/>
                    <a:pt x="4" y="317"/>
                  </a:cubicBezTo>
                  <a:cubicBezTo>
                    <a:pt x="0" y="312"/>
                    <a:pt x="2" y="304"/>
                    <a:pt x="9" y="303"/>
                  </a:cubicBezTo>
                  <a:cubicBezTo>
                    <a:pt x="169" y="261"/>
                    <a:pt x="169" y="261"/>
                    <a:pt x="169" y="261"/>
                  </a:cubicBezTo>
                  <a:cubicBezTo>
                    <a:pt x="173" y="260"/>
                    <a:pt x="176" y="256"/>
                    <a:pt x="176" y="252"/>
                  </a:cubicBezTo>
                  <a:cubicBezTo>
                    <a:pt x="172" y="95"/>
                    <a:pt x="172" y="95"/>
                    <a:pt x="172" y="95"/>
                  </a:cubicBezTo>
                  <a:cubicBezTo>
                    <a:pt x="171" y="88"/>
                    <a:pt x="178" y="84"/>
                    <a:pt x="184" y="86"/>
                  </a:cubicBezTo>
                  <a:cubicBezTo>
                    <a:pt x="344" y="140"/>
                    <a:pt x="344" y="140"/>
                    <a:pt x="344" y="140"/>
                  </a:cubicBezTo>
                  <a:cubicBezTo>
                    <a:pt x="348" y="141"/>
                    <a:pt x="352" y="140"/>
                    <a:pt x="354" y="137"/>
                  </a:cubicBezTo>
                  <a:cubicBezTo>
                    <a:pt x="449" y="6"/>
                    <a:pt x="449" y="6"/>
                    <a:pt x="449" y="6"/>
                  </a:cubicBezTo>
                  <a:cubicBezTo>
                    <a:pt x="452" y="1"/>
                    <a:pt x="460" y="0"/>
                    <a:pt x="463" y="5"/>
                  </a:cubicBezTo>
                  <a:cubicBezTo>
                    <a:pt x="560" y="137"/>
                    <a:pt x="560" y="137"/>
                    <a:pt x="560" y="137"/>
                  </a:cubicBezTo>
                  <a:cubicBezTo>
                    <a:pt x="563" y="140"/>
                    <a:pt x="567" y="141"/>
                    <a:pt x="571" y="140"/>
                  </a:cubicBezTo>
                  <a:cubicBezTo>
                    <a:pt x="731" y="86"/>
                    <a:pt x="731" y="86"/>
                    <a:pt x="731" y="86"/>
                  </a:cubicBezTo>
                  <a:cubicBezTo>
                    <a:pt x="738" y="84"/>
                    <a:pt x="744" y="89"/>
                    <a:pt x="744" y="95"/>
                  </a:cubicBezTo>
                  <a:cubicBezTo>
                    <a:pt x="738" y="252"/>
                    <a:pt x="738" y="252"/>
                    <a:pt x="738" y="252"/>
                  </a:cubicBezTo>
                  <a:cubicBezTo>
                    <a:pt x="737" y="256"/>
                    <a:pt x="740" y="260"/>
                    <a:pt x="744" y="261"/>
                  </a:cubicBezTo>
                  <a:cubicBezTo>
                    <a:pt x="907" y="303"/>
                    <a:pt x="907" y="303"/>
                    <a:pt x="907" y="303"/>
                  </a:cubicBezTo>
                  <a:cubicBezTo>
                    <a:pt x="914" y="304"/>
                    <a:pt x="916" y="312"/>
                    <a:pt x="912" y="317"/>
                  </a:cubicBezTo>
                  <a:cubicBezTo>
                    <a:pt x="808" y="442"/>
                    <a:pt x="808" y="442"/>
                    <a:pt x="808" y="442"/>
                  </a:cubicBezTo>
                  <a:cubicBezTo>
                    <a:pt x="805" y="446"/>
                    <a:pt x="805" y="451"/>
                    <a:pt x="808" y="454"/>
                  </a:cubicBezTo>
                  <a:cubicBezTo>
                    <a:pt x="912" y="575"/>
                    <a:pt x="912" y="575"/>
                    <a:pt x="912" y="575"/>
                  </a:cubicBezTo>
                  <a:cubicBezTo>
                    <a:pt x="916" y="580"/>
                    <a:pt x="914" y="588"/>
                    <a:pt x="907" y="590"/>
                  </a:cubicBezTo>
                  <a:cubicBezTo>
                    <a:pt x="744" y="634"/>
                    <a:pt x="744" y="634"/>
                    <a:pt x="744" y="634"/>
                  </a:cubicBezTo>
                  <a:cubicBezTo>
                    <a:pt x="740" y="635"/>
                    <a:pt x="737" y="639"/>
                    <a:pt x="738" y="643"/>
                  </a:cubicBezTo>
                  <a:cubicBezTo>
                    <a:pt x="744" y="799"/>
                    <a:pt x="744" y="799"/>
                    <a:pt x="744" y="799"/>
                  </a:cubicBezTo>
                  <a:cubicBezTo>
                    <a:pt x="744" y="805"/>
                    <a:pt x="738" y="810"/>
                    <a:pt x="731" y="808"/>
                  </a:cubicBezTo>
                  <a:cubicBezTo>
                    <a:pt x="571" y="754"/>
                    <a:pt x="571" y="754"/>
                    <a:pt x="571" y="754"/>
                  </a:cubicBezTo>
                  <a:cubicBezTo>
                    <a:pt x="567" y="752"/>
                    <a:pt x="563" y="754"/>
                    <a:pt x="560" y="757"/>
                  </a:cubicBezTo>
                  <a:cubicBezTo>
                    <a:pt x="463" y="888"/>
                    <a:pt x="463" y="888"/>
                    <a:pt x="463" y="888"/>
                  </a:cubicBezTo>
                  <a:cubicBezTo>
                    <a:pt x="460" y="893"/>
                    <a:pt x="452" y="893"/>
                    <a:pt x="449" y="888"/>
                  </a:cubicBezTo>
                  <a:cubicBezTo>
                    <a:pt x="350" y="751"/>
                    <a:pt x="350" y="751"/>
                    <a:pt x="350" y="751"/>
                  </a:cubicBezTo>
                  <a:cubicBezTo>
                    <a:pt x="350" y="751"/>
                    <a:pt x="350" y="751"/>
                    <a:pt x="350" y="751"/>
                  </a:cubicBezTo>
                  <a:close/>
                  <a:moveTo>
                    <a:pt x="458" y="230"/>
                  </a:moveTo>
                  <a:cubicBezTo>
                    <a:pt x="340" y="230"/>
                    <a:pt x="242" y="327"/>
                    <a:pt x="242" y="446"/>
                  </a:cubicBezTo>
                  <a:cubicBezTo>
                    <a:pt x="242" y="567"/>
                    <a:pt x="340" y="663"/>
                    <a:pt x="458" y="663"/>
                  </a:cubicBezTo>
                  <a:cubicBezTo>
                    <a:pt x="576" y="663"/>
                    <a:pt x="674" y="567"/>
                    <a:pt x="674" y="446"/>
                  </a:cubicBezTo>
                  <a:cubicBezTo>
                    <a:pt x="674" y="327"/>
                    <a:pt x="576" y="230"/>
                    <a:pt x="458" y="23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1" name="Freeform 11">
              <a:extLst>
                <a:ext uri="{FF2B5EF4-FFF2-40B4-BE49-F238E27FC236}">
                  <a16:creationId xmlns:a16="http://schemas.microsoft.com/office/drawing/2014/main" id="{39A49E4D-1B61-42CE-BB96-DF52BA9B3E45}"/>
                </a:ext>
              </a:extLst>
            </p:cNvPr>
            <p:cNvSpPr>
              <a:spLocks noEditPoints="1"/>
            </p:cNvSpPr>
            <p:nvPr/>
          </p:nvSpPr>
          <p:spPr bwMode="auto">
            <a:xfrm>
              <a:off x="2737" y="412"/>
              <a:ext cx="2203" cy="3486"/>
            </a:xfrm>
            <a:custGeom>
              <a:avLst/>
              <a:gdLst>
                <a:gd name="T0" fmla="*/ 844 w 1176"/>
                <a:gd name="T1" fmla="*/ 1847 h 1859"/>
                <a:gd name="T2" fmla="*/ 588 w 1176"/>
                <a:gd name="T3" fmla="*/ 1660 h 1859"/>
                <a:gd name="T4" fmla="*/ 332 w 1176"/>
                <a:gd name="T5" fmla="*/ 1847 h 1859"/>
                <a:gd name="T6" fmla="*/ 433 w 1176"/>
                <a:gd name="T7" fmla="*/ 1019 h 1859"/>
                <a:gd name="T8" fmla="*/ 585 w 1176"/>
                <a:gd name="T9" fmla="*/ 1185 h 1859"/>
                <a:gd name="T10" fmla="*/ 638 w 1176"/>
                <a:gd name="T11" fmla="*/ 1159 h 1859"/>
                <a:gd name="T12" fmla="*/ 844 w 1176"/>
                <a:gd name="T13" fmla="*/ 1053 h 1859"/>
                <a:gd name="T14" fmla="*/ 726 w 1176"/>
                <a:gd name="T15" fmla="*/ 970 h 1859"/>
                <a:gd name="T16" fmla="*/ 950 w 1176"/>
                <a:gd name="T17" fmla="*/ 1036 h 1859"/>
                <a:gd name="T18" fmla="*/ 951 w 1176"/>
                <a:gd name="T19" fmla="*/ 820 h 1859"/>
                <a:gd name="T20" fmla="*/ 1174 w 1176"/>
                <a:gd name="T21" fmla="*/ 749 h 1859"/>
                <a:gd name="T22" fmla="*/ 1037 w 1176"/>
                <a:gd name="T23" fmla="*/ 574 h 1859"/>
                <a:gd name="T24" fmla="*/ 1174 w 1176"/>
                <a:gd name="T25" fmla="*/ 395 h 1859"/>
                <a:gd name="T26" fmla="*/ 951 w 1176"/>
                <a:gd name="T27" fmla="*/ 327 h 1859"/>
                <a:gd name="T28" fmla="*/ 950 w 1176"/>
                <a:gd name="T29" fmla="*/ 110 h 1859"/>
                <a:gd name="T30" fmla="*/ 726 w 1176"/>
                <a:gd name="T31" fmla="*/ 175 h 1859"/>
                <a:gd name="T32" fmla="*/ 585 w 1176"/>
                <a:gd name="T33" fmla="*/ 0 h 1859"/>
                <a:gd name="T34" fmla="*/ 568 w 1176"/>
                <a:gd name="T35" fmla="*/ 9 h 1859"/>
                <a:gd name="T36" fmla="*/ 245 w 1176"/>
                <a:gd name="T37" fmla="*/ 106 h 1859"/>
                <a:gd name="T38" fmla="*/ 216 w 1176"/>
                <a:gd name="T39" fmla="*/ 128 h 1859"/>
                <a:gd name="T40" fmla="*/ 17 w 1176"/>
                <a:gd name="T41" fmla="*/ 380 h 1859"/>
                <a:gd name="T42" fmla="*/ 6 w 1176"/>
                <a:gd name="T43" fmla="*/ 415 h 1859"/>
                <a:gd name="T44" fmla="*/ 6 w 1176"/>
                <a:gd name="T45" fmla="*/ 728 h 1859"/>
                <a:gd name="T46" fmla="*/ 17 w 1176"/>
                <a:gd name="T47" fmla="*/ 763 h 1859"/>
                <a:gd name="T48" fmla="*/ 216 w 1176"/>
                <a:gd name="T49" fmla="*/ 1018 h 1859"/>
                <a:gd name="T50" fmla="*/ 245 w 1176"/>
                <a:gd name="T51" fmla="*/ 1039 h 1859"/>
                <a:gd name="T52" fmla="*/ 568 w 1176"/>
                <a:gd name="T53" fmla="*/ 1137 h 1859"/>
                <a:gd name="T54" fmla="*/ 585 w 1176"/>
                <a:gd name="T55" fmla="*/ 1146 h 1859"/>
                <a:gd name="T56" fmla="*/ 449 w 1176"/>
                <a:gd name="T57" fmla="*/ 924 h 1859"/>
                <a:gd name="T58" fmla="*/ 266 w 1176"/>
                <a:gd name="T59" fmla="*/ 804 h 1859"/>
                <a:gd name="T60" fmla="*/ 62 w 1176"/>
                <a:gd name="T61" fmla="*/ 730 h 1859"/>
                <a:gd name="T62" fmla="*/ 182 w 1176"/>
                <a:gd name="T63" fmla="*/ 560 h 1859"/>
                <a:gd name="T64" fmla="*/ 250 w 1176"/>
                <a:gd name="T65" fmla="*/ 365 h 1859"/>
                <a:gd name="T66" fmla="*/ 261 w 1176"/>
                <a:gd name="T67" fmla="*/ 158 h 1859"/>
                <a:gd name="T68" fmla="*/ 474 w 1176"/>
                <a:gd name="T69" fmla="*/ 214 h 1859"/>
                <a:gd name="T70" fmla="*/ 700 w 1176"/>
                <a:gd name="T71" fmla="*/ 214 h 1859"/>
                <a:gd name="T72" fmla="*/ 914 w 1176"/>
                <a:gd name="T73" fmla="*/ 158 h 1859"/>
                <a:gd name="T74" fmla="*/ 923 w 1176"/>
                <a:gd name="T75" fmla="*/ 365 h 1859"/>
                <a:gd name="T76" fmla="*/ 992 w 1176"/>
                <a:gd name="T77" fmla="*/ 560 h 1859"/>
                <a:gd name="T78" fmla="*/ 1114 w 1176"/>
                <a:gd name="T79" fmla="*/ 730 h 1859"/>
                <a:gd name="T80" fmla="*/ 907 w 1176"/>
                <a:gd name="T81" fmla="*/ 805 h 1859"/>
                <a:gd name="T82" fmla="*/ 724 w 1176"/>
                <a:gd name="T83" fmla="*/ 924 h 1859"/>
                <a:gd name="T84" fmla="*/ 586 w 1176"/>
                <a:gd name="T85" fmla="*/ 1086 h 1859"/>
                <a:gd name="T86" fmla="*/ 456 w 1176"/>
                <a:gd name="T87" fmla="*/ 922 h 1859"/>
                <a:gd name="T88" fmla="*/ 563 w 1176"/>
                <a:gd name="T89" fmla="*/ 672 h 1859"/>
                <a:gd name="T90" fmla="*/ 720 w 1176"/>
                <a:gd name="T91" fmla="*/ 483 h 1859"/>
                <a:gd name="T92" fmla="*/ 547 w 1176"/>
                <a:gd name="T93" fmla="*/ 626 h 1859"/>
                <a:gd name="T94" fmla="*/ 456 w 1176"/>
                <a:gd name="T95" fmla="*/ 565 h 1859"/>
                <a:gd name="T96" fmla="*/ 531 w 1176"/>
                <a:gd name="T97" fmla="*/ 672 h 1859"/>
                <a:gd name="T98" fmla="*/ 563 w 1176"/>
                <a:gd name="T99" fmla="*/ 672 h 18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176" h="1859">
                  <a:moveTo>
                    <a:pt x="844" y="1053"/>
                  </a:moveTo>
                  <a:cubicBezTo>
                    <a:pt x="844" y="1847"/>
                    <a:pt x="844" y="1847"/>
                    <a:pt x="844" y="1847"/>
                  </a:cubicBezTo>
                  <a:cubicBezTo>
                    <a:pt x="844" y="1855"/>
                    <a:pt x="835" y="1859"/>
                    <a:pt x="829" y="1854"/>
                  </a:cubicBezTo>
                  <a:cubicBezTo>
                    <a:pt x="588" y="1660"/>
                    <a:pt x="588" y="1660"/>
                    <a:pt x="588" y="1660"/>
                  </a:cubicBezTo>
                  <a:cubicBezTo>
                    <a:pt x="347" y="1854"/>
                    <a:pt x="347" y="1854"/>
                    <a:pt x="347" y="1854"/>
                  </a:cubicBezTo>
                  <a:cubicBezTo>
                    <a:pt x="341" y="1859"/>
                    <a:pt x="332" y="1855"/>
                    <a:pt x="332" y="1847"/>
                  </a:cubicBezTo>
                  <a:cubicBezTo>
                    <a:pt x="332" y="1053"/>
                    <a:pt x="332" y="1053"/>
                    <a:pt x="332" y="1053"/>
                  </a:cubicBezTo>
                  <a:cubicBezTo>
                    <a:pt x="433" y="1019"/>
                    <a:pt x="433" y="1019"/>
                    <a:pt x="433" y="1019"/>
                  </a:cubicBezTo>
                  <a:cubicBezTo>
                    <a:pt x="533" y="1158"/>
                    <a:pt x="533" y="1158"/>
                    <a:pt x="533" y="1158"/>
                  </a:cubicBezTo>
                  <a:cubicBezTo>
                    <a:pt x="545" y="1175"/>
                    <a:pt x="564" y="1185"/>
                    <a:pt x="585" y="1185"/>
                  </a:cubicBezTo>
                  <a:cubicBezTo>
                    <a:pt x="585" y="1185"/>
                    <a:pt x="585" y="1185"/>
                    <a:pt x="585" y="1185"/>
                  </a:cubicBezTo>
                  <a:cubicBezTo>
                    <a:pt x="606" y="1185"/>
                    <a:pt x="625" y="1175"/>
                    <a:pt x="638" y="1159"/>
                  </a:cubicBezTo>
                  <a:cubicBezTo>
                    <a:pt x="741" y="1019"/>
                    <a:pt x="741" y="1019"/>
                    <a:pt x="741" y="1019"/>
                  </a:cubicBezTo>
                  <a:lnTo>
                    <a:pt x="844" y="1053"/>
                  </a:lnTo>
                  <a:close/>
                  <a:moveTo>
                    <a:pt x="603" y="1137"/>
                  </a:moveTo>
                  <a:cubicBezTo>
                    <a:pt x="726" y="970"/>
                    <a:pt x="726" y="970"/>
                    <a:pt x="726" y="970"/>
                  </a:cubicBezTo>
                  <a:cubicBezTo>
                    <a:pt x="930" y="1039"/>
                    <a:pt x="930" y="1039"/>
                    <a:pt x="930" y="1039"/>
                  </a:cubicBezTo>
                  <a:cubicBezTo>
                    <a:pt x="937" y="1042"/>
                    <a:pt x="944" y="1040"/>
                    <a:pt x="950" y="1036"/>
                  </a:cubicBezTo>
                  <a:cubicBezTo>
                    <a:pt x="956" y="1032"/>
                    <a:pt x="959" y="1025"/>
                    <a:pt x="959" y="1018"/>
                  </a:cubicBezTo>
                  <a:cubicBezTo>
                    <a:pt x="951" y="820"/>
                    <a:pt x="951" y="820"/>
                    <a:pt x="951" y="820"/>
                  </a:cubicBezTo>
                  <a:cubicBezTo>
                    <a:pt x="1159" y="763"/>
                    <a:pt x="1159" y="763"/>
                    <a:pt x="1159" y="763"/>
                  </a:cubicBezTo>
                  <a:cubicBezTo>
                    <a:pt x="1166" y="761"/>
                    <a:pt x="1172" y="756"/>
                    <a:pt x="1174" y="749"/>
                  </a:cubicBezTo>
                  <a:cubicBezTo>
                    <a:pt x="1176" y="741"/>
                    <a:pt x="1175" y="734"/>
                    <a:pt x="1170" y="728"/>
                  </a:cubicBezTo>
                  <a:cubicBezTo>
                    <a:pt x="1037" y="574"/>
                    <a:pt x="1037" y="574"/>
                    <a:pt x="1037" y="574"/>
                  </a:cubicBezTo>
                  <a:cubicBezTo>
                    <a:pt x="1170" y="416"/>
                    <a:pt x="1170" y="416"/>
                    <a:pt x="1170" y="416"/>
                  </a:cubicBezTo>
                  <a:cubicBezTo>
                    <a:pt x="1175" y="410"/>
                    <a:pt x="1176" y="402"/>
                    <a:pt x="1174" y="395"/>
                  </a:cubicBezTo>
                  <a:cubicBezTo>
                    <a:pt x="1172" y="387"/>
                    <a:pt x="1166" y="382"/>
                    <a:pt x="1159" y="380"/>
                  </a:cubicBezTo>
                  <a:cubicBezTo>
                    <a:pt x="951" y="327"/>
                    <a:pt x="951" y="327"/>
                    <a:pt x="951" y="327"/>
                  </a:cubicBezTo>
                  <a:cubicBezTo>
                    <a:pt x="959" y="128"/>
                    <a:pt x="959" y="128"/>
                    <a:pt x="959" y="128"/>
                  </a:cubicBezTo>
                  <a:cubicBezTo>
                    <a:pt x="959" y="121"/>
                    <a:pt x="956" y="114"/>
                    <a:pt x="950" y="110"/>
                  </a:cubicBezTo>
                  <a:cubicBezTo>
                    <a:pt x="944" y="105"/>
                    <a:pt x="937" y="104"/>
                    <a:pt x="930" y="106"/>
                  </a:cubicBezTo>
                  <a:cubicBezTo>
                    <a:pt x="726" y="175"/>
                    <a:pt x="726" y="175"/>
                    <a:pt x="726" y="175"/>
                  </a:cubicBezTo>
                  <a:cubicBezTo>
                    <a:pt x="603" y="9"/>
                    <a:pt x="603" y="9"/>
                    <a:pt x="603" y="9"/>
                  </a:cubicBezTo>
                  <a:cubicBezTo>
                    <a:pt x="599" y="3"/>
                    <a:pt x="592" y="0"/>
                    <a:pt x="585" y="0"/>
                  </a:cubicBezTo>
                  <a:cubicBezTo>
                    <a:pt x="585" y="0"/>
                    <a:pt x="585" y="0"/>
                    <a:pt x="585" y="0"/>
                  </a:cubicBezTo>
                  <a:cubicBezTo>
                    <a:pt x="578" y="0"/>
                    <a:pt x="572" y="3"/>
                    <a:pt x="568" y="9"/>
                  </a:cubicBezTo>
                  <a:cubicBezTo>
                    <a:pt x="448" y="175"/>
                    <a:pt x="448" y="175"/>
                    <a:pt x="448" y="175"/>
                  </a:cubicBezTo>
                  <a:cubicBezTo>
                    <a:pt x="245" y="106"/>
                    <a:pt x="245" y="106"/>
                    <a:pt x="245" y="106"/>
                  </a:cubicBezTo>
                  <a:cubicBezTo>
                    <a:pt x="238" y="104"/>
                    <a:pt x="231" y="105"/>
                    <a:pt x="225" y="110"/>
                  </a:cubicBezTo>
                  <a:cubicBezTo>
                    <a:pt x="219" y="114"/>
                    <a:pt x="216" y="121"/>
                    <a:pt x="216" y="128"/>
                  </a:cubicBezTo>
                  <a:cubicBezTo>
                    <a:pt x="222" y="327"/>
                    <a:pt x="222" y="327"/>
                    <a:pt x="222" y="327"/>
                  </a:cubicBezTo>
                  <a:cubicBezTo>
                    <a:pt x="17" y="380"/>
                    <a:pt x="17" y="380"/>
                    <a:pt x="17" y="380"/>
                  </a:cubicBezTo>
                  <a:cubicBezTo>
                    <a:pt x="10" y="382"/>
                    <a:pt x="4" y="387"/>
                    <a:pt x="2" y="395"/>
                  </a:cubicBezTo>
                  <a:cubicBezTo>
                    <a:pt x="0" y="402"/>
                    <a:pt x="1" y="410"/>
                    <a:pt x="6" y="415"/>
                  </a:cubicBezTo>
                  <a:cubicBezTo>
                    <a:pt x="137" y="574"/>
                    <a:pt x="137" y="574"/>
                    <a:pt x="137" y="574"/>
                  </a:cubicBezTo>
                  <a:cubicBezTo>
                    <a:pt x="6" y="728"/>
                    <a:pt x="6" y="728"/>
                    <a:pt x="6" y="728"/>
                  </a:cubicBezTo>
                  <a:cubicBezTo>
                    <a:pt x="1" y="734"/>
                    <a:pt x="0" y="742"/>
                    <a:pt x="2" y="749"/>
                  </a:cubicBezTo>
                  <a:cubicBezTo>
                    <a:pt x="4" y="756"/>
                    <a:pt x="10" y="761"/>
                    <a:pt x="17" y="763"/>
                  </a:cubicBezTo>
                  <a:cubicBezTo>
                    <a:pt x="222" y="820"/>
                    <a:pt x="222" y="820"/>
                    <a:pt x="222" y="820"/>
                  </a:cubicBezTo>
                  <a:cubicBezTo>
                    <a:pt x="216" y="1018"/>
                    <a:pt x="216" y="1018"/>
                    <a:pt x="216" y="1018"/>
                  </a:cubicBezTo>
                  <a:cubicBezTo>
                    <a:pt x="216" y="1025"/>
                    <a:pt x="219" y="1032"/>
                    <a:pt x="225" y="1036"/>
                  </a:cubicBezTo>
                  <a:cubicBezTo>
                    <a:pt x="231" y="1040"/>
                    <a:pt x="238" y="1042"/>
                    <a:pt x="245" y="1039"/>
                  </a:cubicBezTo>
                  <a:cubicBezTo>
                    <a:pt x="448" y="971"/>
                    <a:pt x="448" y="971"/>
                    <a:pt x="448" y="971"/>
                  </a:cubicBezTo>
                  <a:cubicBezTo>
                    <a:pt x="568" y="1137"/>
                    <a:pt x="568" y="1137"/>
                    <a:pt x="568" y="1137"/>
                  </a:cubicBezTo>
                  <a:cubicBezTo>
                    <a:pt x="572" y="1142"/>
                    <a:pt x="578" y="1146"/>
                    <a:pt x="585" y="1146"/>
                  </a:cubicBezTo>
                  <a:cubicBezTo>
                    <a:pt x="585" y="1146"/>
                    <a:pt x="585" y="1146"/>
                    <a:pt x="585" y="1146"/>
                  </a:cubicBezTo>
                  <a:cubicBezTo>
                    <a:pt x="592" y="1146"/>
                    <a:pt x="599" y="1142"/>
                    <a:pt x="603" y="1137"/>
                  </a:cubicBezTo>
                  <a:close/>
                  <a:moveTo>
                    <a:pt x="449" y="924"/>
                  </a:moveTo>
                  <a:cubicBezTo>
                    <a:pt x="261" y="987"/>
                    <a:pt x="261" y="987"/>
                    <a:pt x="261" y="987"/>
                  </a:cubicBezTo>
                  <a:cubicBezTo>
                    <a:pt x="266" y="804"/>
                    <a:pt x="266" y="804"/>
                    <a:pt x="266" y="804"/>
                  </a:cubicBezTo>
                  <a:cubicBezTo>
                    <a:pt x="267" y="794"/>
                    <a:pt x="260" y="785"/>
                    <a:pt x="250" y="783"/>
                  </a:cubicBezTo>
                  <a:cubicBezTo>
                    <a:pt x="62" y="730"/>
                    <a:pt x="62" y="730"/>
                    <a:pt x="62" y="730"/>
                  </a:cubicBezTo>
                  <a:cubicBezTo>
                    <a:pt x="182" y="589"/>
                    <a:pt x="182" y="589"/>
                    <a:pt x="182" y="589"/>
                  </a:cubicBezTo>
                  <a:cubicBezTo>
                    <a:pt x="189" y="581"/>
                    <a:pt x="189" y="569"/>
                    <a:pt x="182" y="560"/>
                  </a:cubicBezTo>
                  <a:cubicBezTo>
                    <a:pt x="62" y="414"/>
                    <a:pt x="62" y="414"/>
                    <a:pt x="62" y="414"/>
                  </a:cubicBezTo>
                  <a:cubicBezTo>
                    <a:pt x="250" y="365"/>
                    <a:pt x="250" y="365"/>
                    <a:pt x="250" y="365"/>
                  </a:cubicBezTo>
                  <a:cubicBezTo>
                    <a:pt x="260" y="363"/>
                    <a:pt x="267" y="354"/>
                    <a:pt x="266" y="343"/>
                  </a:cubicBezTo>
                  <a:cubicBezTo>
                    <a:pt x="261" y="158"/>
                    <a:pt x="261" y="158"/>
                    <a:pt x="261" y="158"/>
                  </a:cubicBezTo>
                  <a:cubicBezTo>
                    <a:pt x="449" y="222"/>
                    <a:pt x="449" y="222"/>
                    <a:pt x="449" y="222"/>
                  </a:cubicBezTo>
                  <a:cubicBezTo>
                    <a:pt x="459" y="225"/>
                    <a:pt x="469" y="222"/>
                    <a:pt x="474" y="214"/>
                  </a:cubicBezTo>
                  <a:cubicBezTo>
                    <a:pt x="586" y="59"/>
                    <a:pt x="586" y="59"/>
                    <a:pt x="586" y="59"/>
                  </a:cubicBezTo>
                  <a:cubicBezTo>
                    <a:pt x="700" y="214"/>
                    <a:pt x="700" y="214"/>
                    <a:pt x="700" y="214"/>
                  </a:cubicBezTo>
                  <a:cubicBezTo>
                    <a:pt x="705" y="222"/>
                    <a:pt x="715" y="225"/>
                    <a:pt x="724" y="222"/>
                  </a:cubicBezTo>
                  <a:cubicBezTo>
                    <a:pt x="914" y="158"/>
                    <a:pt x="914" y="158"/>
                    <a:pt x="914" y="158"/>
                  </a:cubicBezTo>
                  <a:cubicBezTo>
                    <a:pt x="907" y="343"/>
                    <a:pt x="907" y="343"/>
                    <a:pt x="907" y="343"/>
                  </a:cubicBezTo>
                  <a:cubicBezTo>
                    <a:pt x="906" y="354"/>
                    <a:pt x="913" y="363"/>
                    <a:pt x="923" y="365"/>
                  </a:cubicBezTo>
                  <a:cubicBezTo>
                    <a:pt x="1114" y="414"/>
                    <a:pt x="1114" y="414"/>
                    <a:pt x="1114" y="414"/>
                  </a:cubicBezTo>
                  <a:cubicBezTo>
                    <a:pt x="992" y="560"/>
                    <a:pt x="992" y="560"/>
                    <a:pt x="992" y="560"/>
                  </a:cubicBezTo>
                  <a:cubicBezTo>
                    <a:pt x="985" y="569"/>
                    <a:pt x="985" y="581"/>
                    <a:pt x="992" y="589"/>
                  </a:cubicBezTo>
                  <a:cubicBezTo>
                    <a:pt x="1114" y="730"/>
                    <a:pt x="1114" y="730"/>
                    <a:pt x="1114" y="730"/>
                  </a:cubicBezTo>
                  <a:cubicBezTo>
                    <a:pt x="923" y="783"/>
                    <a:pt x="923" y="783"/>
                    <a:pt x="923" y="783"/>
                  </a:cubicBezTo>
                  <a:cubicBezTo>
                    <a:pt x="913" y="785"/>
                    <a:pt x="906" y="794"/>
                    <a:pt x="907" y="805"/>
                  </a:cubicBezTo>
                  <a:cubicBezTo>
                    <a:pt x="914" y="987"/>
                    <a:pt x="914" y="987"/>
                    <a:pt x="914" y="987"/>
                  </a:cubicBezTo>
                  <a:cubicBezTo>
                    <a:pt x="724" y="924"/>
                    <a:pt x="724" y="924"/>
                    <a:pt x="724" y="924"/>
                  </a:cubicBezTo>
                  <a:cubicBezTo>
                    <a:pt x="715" y="921"/>
                    <a:pt x="705" y="924"/>
                    <a:pt x="700" y="931"/>
                  </a:cubicBezTo>
                  <a:cubicBezTo>
                    <a:pt x="586" y="1086"/>
                    <a:pt x="586" y="1086"/>
                    <a:pt x="586" y="1086"/>
                  </a:cubicBezTo>
                  <a:cubicBezTo>
                    <a:pt x="474" y="932"/>
                    <a:pt x="474" y="932"/>
                    <a:pt x="474" y="932"/>
                  </a:cubicBezTo>
                  <a:cubicBezTo>
                    <a:pt x="470" y="926"/>
                    <a:pt x="463" y="922"/>
                    <a:pt x="456" y="922"/>
                  </a:cubicBezTo>
                  <a:cubicBezTo>
                    <a:pt x="454" y="922"/>
                    <a:pt x="452" y="923"/>
                    <a:pt x="449" y="924"/>
                  </a:cubicBezTo>
                  <a:close/>
                  <a:moveTo>
                    <a:pt x="563" y="672"/>
                  </a:moveTo>
                  <a:cubicBezTo>
                    <a:pt x="720" y="515"/>
                    <a:pt x="720" y="515"/>
                    <a:pt x="720" y="515"/>
                  </a:cubicBezTo>
                  <a:cubicBezTo>
                    <a:pt x="729" y="506"/>
                    <a:pt x="729" y="492"/>
                    <a:pt x="720" y="483"/>
                  </a:cubicBezTo>
                  <a:cubicBezTo>
                    <a:pt x="712" y="475"/>
                    <a:pt x="698" y="475"/>
                    <a:pt x="689" y="483"/>
                  </a:cubicBezTo>
                  <a:cubicBezTo>
                    <a:pt x="547" y="626"/>
                    <a:pt x="547" y="626"/>
                    <a:pt x="547" y="626"/>
                  </a:cubicBezTo>
                  <a:cubicBezTo>
                    <a:pt x="487" y="565"/>
                    <a:pt x="487" y="565"/>
                    <a:pt x="487" y="565"/>
                  </a:cubicBezTo>
                  <a:cubicBezTo>
                    <a:pt x="478" y="557"/>
                    <a:pt x="464" y="557"/>
                    <a:pt x="456" y="565"/>
                  </a:cubicBezTo>
                  <a:cubicBezTo>
                    <a:pt x="447" y="574"/>
                    <a:pt x="447" y="588"/>
                    <a:pt x="456" y="596"/>
                  </a:cubicBezTo>
                  <a:cubicBezTo>
                    <a:pt x="531" y="672"/>
                    <a:pt x="531" y="672"/>
                    <a:pt x="531" y="672"/>
                  </a:cubicBezTo>
                  <a:cubicBezTo>
                    <a:pt x="536" y="676"/>
                    <a:pt x="541" y="679"/>
                    <a:pt x="547" y="679"/>
                  </a:cubicBezTo>
                  <a:cubicBezTo>
                    <a:pt x="553" y="679"/>
                    <a:pt x="558" y="676"/>
                    <a:pt x="563" y="67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62" name="bcgIcons_Policy ">
            <a:extLst>
              <a:ext uri="{FF2B5EF4-FFF2-40B4-BE49-F238E27FC236}">
                <a16:creationId xmlns:a16="http://schemas.microsoft.com/office/drawing/2014/main" id="{6CF6D389-C87A-4A35-B785-4198A293D6ED}"/>
              </a:ext>
            </a:extLst>
          </p:cNvPr>
          <p:cNvGrpSpPr>
            <a:grpSpLocks/>
          </p:cNvGrpSpPr>
          <p:nvPr/>
        </p:nvGrpSpPr>
        <p:grpSpPr>
          <a:xfrm>
            <a:off x="4626690" y="3211957"/>
            <a:ext cx="551682" cy="551152"/>
            <a:chOff x="5272088" y="2605088"/>
            <a:chExt cx="1647825" cy="1647825"/>
          </a:xfrm>
        </p:grpSpPr>
        <p:sp>
          <p:nvSpPr>
            <p:cNvPr id="163" name="AutoShape 15">
              <a:extLst>
                <a:ext uri="{FF2B5EF4-FFF2-40B4-BE49-F238E27FC236}">
                  <a16:creationId xmlns:a16="http://schemas.microsoft.com/office/drawing/2014/main" id="{250A06E4-D49C-491C-A73B-0F2F6428099E}"/>
                </a:ext>
              </a:extLst>
            </p:cNvPr>
            <p:cNvSpPr>
              <a:spLocks noChangeAspect="1" noChangeArrowheads="1" noTextEdit="1"/>
            </p:cNvSpPr>
            <p:nvPr/>
          </p:nvSpPr>
          <p:spPr bwMode="auto">
            <a:xfrm>
              <a:off x="5272088" y="2605088"/>
              <a:ext cx="1647825"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164" name="Group 163">
              <a:extLst>
                <a:ext uri="{FF2B5EF4-FFF2-40B4-BE49-F238E27FC236}">
                  <a16:creationId xmlns:a16="http://schemas.microsoft.com/office/drawing/2014/main" id="{F55D02F2-9DD3-4747-ABAE-24756259134A}"/>
                </a:ext>
              </a:extLst>
            </p:cNvPr>
            <p:cNvGrpSpPr/>
            <p:nvPr/>
          </p:nvGrpSpPr>
          <p:grpSpPr>
            <a:xfrm>
              <a:off x="5646738" y="2887662"/>
              <a:ext cx="898525" cy="1193800"/>
              <a:chOff x="5646738" y="2887662"/>
              <a:chExt cx="898525" cy="1193800"/>
            </a:xfrm>
          </p:grpSpPr>
          <p:sp>
            <p:nvSpPr>
              <p:cNvPr id="165" name="Freeform 10">
                <a:extLst>
                  <a:ext uri="{FF2B5EF4-FFF2-40B4-BE49-F238E27FC236}">
                    <a16:creationId xmlns:a16="http://schemas.microsoft.com/office/drawing/2014/main" id="{3312E4AB-7CAA-4D65-BEEE-F4B123A76CDE}"/>
                  </a:ext>
                </a:extLst>
              </p:cNvPr>
              <p:cNvSpPr>
                <a:spLocks/>
              </p:cNvSpPr>
              <p:nvPr/>
            </p:nvSpPr>
            <p:spPr bwMode="auto">
              <a:xfrm>
                <a:off x="5763474" y="3074988"/>
                <a:ext cx="621452" cy="914401"/>
              </a:xfrm>
              <a:custGeom>
                <a:avLst/>
                <a:gdLst>
                  <a:gd name="connsiteX0" fmla="*/ 122620 w 621452"/>
                  <a:gd name="connsiteY0" fmla="*/ 661988 h 914401"/>
                  <a:gd name="connsiteX1" fmla="*/ 125475 w 621452"/>
                  <a:gd name="connsiteY1" fmla="*/ 663422 h 914401"/>
                  <a:gd name="connsiteX2" fmla="*/ 137608 w 621452"/>
                  <a:gd name="connsiteY2" fmla="*/ 690671 h 914401"/>
                  <a:gd name="connsiteX3" fmla="*/ 139749 w 621452"/>
                  <a:gd name="connsiteY3" fmla="*/ 692823 h 914401"/>
                  <a:gd name="connsiteX4" fmla="*/ 141890 w 621452"/>
                  <a:gd name="connsiteY4" fmla="*/ 691389 h 914401"/>
                  <a:gd name="connsiteX5" fmla="*/ 162587 w 621452"/>
                  <a:gd name="connsiteY5" fmla="*/ 669876 h 914401"/>
                  <a:gd name="connsiteX6" fmla="*/ 164728 w 621452"/>
                  <a:gd name="connsiteY6" fmla="*/ 669159 h 914401"/>
                  <a:gd name="connsiteX7" fmla="*/ 167583 w 621452"/>
                  <a:gd name="connsiteY7" fmla="*/ 672027 h 914401"/>
                  <a:gd name="connsiteX8" fmla="*/ 169724 w 621452"/>
                  <a:gd name="connsiteY8" fmla="*/ 701428 h 914401"/>
                  <a:gd name="connsiteX9" fmla="*/ 172579 w 621452"/>
                  <a:gd name="connsiteY9" fmla="*/ 704296 h 914401"/>
                  <a:gd name="connsiteX10" fmla="*/ 174006 w 621452"/>
                  <a:gd name="connsiteY10" fmla="*/ 704296 h 914401"/>
                  <a:gd name="connsiteX11" fmla="*/ 200412 w 621452"/>
                  <a:gd name="connsiteY11" fmla="*/ 691389 h 914401"/>
                  <a:gd name="connsiteX12" fmla="*/ 201840 w 621452"/>
                  <a:gd name="connsiteY12" fmla="*/ 690671 h 914401"/>
                  <a:gd name="connsiteX13" fmla="*/ 203981 w 621452"/>
                  <a:gd name="connsiteY13" fmla="*/ 694257 h 914401"/>
                  <a:gd name="connsiteX14" fmla="*/ 196130 w 621452"/>
                  <a:gd name="connsiteY14" fmla="*/ 722940 h 914401"/>
                  <a:gd name="connsiteX15" fmla="*/ 198985 w 621452"/>
                  <a:gd name="connsiteY15" fmla="*/ 726526 h 914401"/>
                  <a:gd name="connsiteX16" fmla="*/ 228960 w 621452"/>
                  <a:gd name="connsiteY16" fmla="*/ 723657 h 914401"/>
                  <a:gd name="connsiteX17" fmla="*/ 231101 w 621452"/>
                  <a:gd name="connsiteY17" fmla="*/ 727960 h 914401"/>
                  <a:gd name="connsiteX18" fmla="*/ 213973 w 621452"/>
                  <a:gd name="connsiteY18" fmla="*/ 752341 h 914401"/>
                  <a:gd name="connsiteX19" fmla="*/ 215400 w 621452"/>
                  <a:gd name="connsiteY19" fmla="*/ 756643 h 914401"/>
                  <a:gd name="connsiteX20" fmla="*/ 243947 w 621452"/>
                  <a:gd name="connsiteY20" fmla="*/ 763814 h 914401"/>
                  <a:gd name="connsiteX21" fmla="*/ 245375 w 621452"/>
                  <a:gd name="connsiteY21" fmla="*/ 768833 h 914401"/>
                  <a:gd name="connsiteX22" fmla="*/ 220396 w 621452"/>
                  <a:gd name="connsiteY22" fmla="*/ 785326 h 914401"/>
                  <a:gd name="connsiteX23" fmla="*/ 220396 w 621452"/>
                  <a:gd name="connsiteY23" fmla="*/ 790346 h 914401"/>
                  <a:gd name="connsiteX24" fmla="*/ 245375 w 621452"/>
                  <a:gd name="connsiteY24" fmla="*/ 806839 h 914401"/>
                  <a:gd name="connsiteX25" fmla="*/ 243947 w 621452"/>
                  <a:gd name="connsiteY25" fmla="*/ 811858 h 914401"/>
                  <a:gd name="connsiteX26" fmla="*/ 215400 w 621452"/>
                  <a:gd name="connsiteY26" fmla="*/ 819029 h 914401"/>
                  <a:gd name="connsiteX27" fmla="*/ 213973 w 621452"/>
                  <a:gd name="connsiteY27" fmla="*/ 824049 h 914401"/>
                  <a:gd name="connsiteX28" fmla="*/ 231101 w 621452"/>
                  <a:gd name="connsiteY28" fmla="*/ 847712 h 914401"/>
                  <a:gd name="connsiteX29" fmla="*/ 228960 w 621452"/>
                  <a:gd name="connsiteY29" fmla="*/ 852732 h 914401"/>
                  <a:gd name="connsiteX30" fmla="*/ 198985 w 621452"/>
                  <a:gd name="connsiteY30" fmla="*/ 849147 h 914401"/>
                  <a:gd name="connsiteX31" fmla="*/ 196130 w 621452"/>
                  <a:gd name="connsiteY31" fmla="*/ 852732 h 914401"/>
                  <a:gd name="connsiteX32" fmla="*/ 203981 w 621452"/>
                  <a:gd name="connsiteY32" fmla="*/ 881415 h 914401"/>
                  <a:gd name="connsiteX33" fmla="*/ 201840 w 621452"/>
                  <a:gd name="connsiteY33" fmla="*/ 885001 h 914401"/>
                  <a:gd name="connsiteX34" fmla="*/ 200412 w 621452"/>
                  <a:gd name="connsiteY34" fmla="*/ 885001 h 914401"/>
                  <a:gd name="connsiteX35" fmla="*/ 174006 w 621452"/>
                  <a:gd name="connsiteY35" fmla="*/ 872093 h 914401"/>
                  <a:gd name="connsiteX36" fmla="*/ 172579 w 621452"/>
                  <a:gd name="connsiteY36" fmla="*/ 871376 h 914401"/>
                  <a:gd name="connsiteX37" fmla="*/ 169724 w 621452"/>
                  <a:gd name="connsiteY37" fmla="*/ 874245 h 914401"/>
                  <a:gd name="connsiteX38" fmla="*/ 167583 w 621452"/>
                  <a:gd name="connsiteY38" fmla="*/ 903645 h 914401"/>
                  <a:gd name="connsiteX39" fmla="*/ 164728 w 621452"/>
                  <a:gd name="connsiteY39" fmla="*/ 906513 h 914401"/>
                  <a:gd name="connsiteX40" fmla="*/ 162587 w 621452"/>
                  <a:gd name="connsiteY40" fmla="*/ 905796 h 914401"/>
                  <a:gd name="connsiteX41" fmla="*/ 141890 w 621452"/>
                  <a:gd name="connsiteY41" fmla="*/ 884284 h 914401"/>
                  <a:gd name="connsiteX42" fmla="*/ 139749 w 621452"/>
                  <a:gd name="connsiteY42" fmla="*/ 883567 h 914401"/>
                  <a:gd name="connsiteX43" fmla="*/ 137608 w 621452"/>
                  <a:gd name="connsiteY43" fmla="*/ 885001 h 914401"/>
                  <a:gd name="connsiteX44" fmla="*/ 125475 w 621452"/>
                  <a:gd name="connsiteY44" fmla="*/ 912250 h 914401"/>
                  <a:gd name="connsiteX45" fmla="*/ 122620 w 621452"/>
                  <a:gd name="connsiteY45" fmla="*/ 914401 h 914401"/>
                  <a:gd name="connsiteX46" fmla="*/ 120479 w 621452"/>
                  <a:gd name="connsiteY46" fmla="*/ 912250 h 914401"/>
                  <a:gd name="connsiteX47" fmla="*/ 108347 w 621452"/>
                  <a:gd name="connsiteY47" fmla="*/ 885001 h 914401"/>
                  <a:gd name="connsiteX48" fmla="*/ 105492 w 621452"/>
                  <a:gd name="connsiteY48" fmla="*/ 883567 h 914401"/>
                  <a:gd name="connsiteX49" fmla="*/ 103351 w 621452"/>
                  <a:gd name="connsiteY49" fmla="*/ 884284 h 914401"/>
                  <a:gd name="connsiteX50" fmla="*/ 82654 w 621452"/>
                  <a:gd name="connsiteY50" fmla="*/ 905796 h 914401"/>
                  <a:gd name="connsiteX51" fmla="*/ 80513 w 621452"/>
                  <a:gd name="connsiteY51" fmla="*/ 906513 h 914401"/>
                  <a:gd name="connsiteX52" fmla="*/ 77658 w 621452"/>
                  <a:gd name="connsiteY52" fmla="*/ 903645 h 914401"/>
                  <a:gd name="connsiteX53" fmla="*/ 75517 w 621452"/>
                  <a:gd name="connsiteY53" fmla="*/ 874245 h 914401"/>
                  <a:gd name="connsiteX54" fmla="*/ 73376 w 621452"/>
                  <a:gd name="connsiteY54" fmla="*/ 871376 h 914401"/>
                  <a:gd name="connsiteX55" fmla="*/ 71948 w 621452"/>
                  <a:gd name="connsiteY55" fmla="*/ 872093 h 914401"/>
                  <a:gd name="connsiteX56" fmla="*/ 44828 w 621452"/>
                  <a:gd name="connsiteY56" fmla="*/ 885001 h 914401"/>
                  <a:gd name="connsiteX57" fmla="*/ 44115 w 621452"/>
                  <a:gd name="connsiteY57" fmla="*/ 885001 h 914401"/>
                  <a:gd name="connsiteX58" fmla="*/ 41974 w 621452"/>
                  <a:gd name="connsiteY58" fmla="*/ 881415 h 914401"/>
                  <a:gd name="connsiteX59" fmla="*/ 49110 w 621452"/>
                  <a:gd name="connsiteY59" fmla="*/ 852732 h 914401"/>
                  <a:gd name="connsiteX60" fmla="*/ 46256 w 621452"/>
                  <a:gd name="connsiteY60" fmla="*/ 849147 h 914401"/>
                  <a:gd name="connsiteX61" fmla="*/ 17708 w 621452"/>
                  <a:gd name="connsiteY61" fmla="*/ 852732 h 914401"/>
                  <a:gd name="connsiteX62" fmla="*/ 16994 w 621452"/>
                  <a:gd name="connsiteY62" fmla="*/ 852732 h 914401"/>
                  <a:gd name="connsiteX63" fmla="*/ 14853 w 621452"/>
                  <a:gd name="connsiteY63" fmla="*/ 847712 h 914401"/>
                  <a:gd name="connsiteX64" fmla="*/ 32696 w 621452"/>
                  <a:gd name="connsiteY64" fmla="*/ 824049 h 914401"/>
                  <a:gd name="connsiteX65" fmla="*/ 30555 w 621452"/>
                  <a:gd name="connsiteY65" fmla="*/ 819029 h 914401"/>
                  <a:gd name="connsiteX66" fmla="*/ 2007 w 621452"/>
                  <a:gd name="connsiteY66" fmla="*/ 811858 h 914401"/>
                  <a:gd name="connsiteX67" fmla="*/ 1293 w 621452"/>
                  <a:gd name="connsiteY67" fmla="*/ 806839 h 914401"/>
                  <a:gd name="connsiteX68" fmla="*/ 25559 w 621452"/>
                  <a:gd name="connsiteY68" fmla="*/ 790346 h 914401"/>
                  <a:gd name="connsiteX69" fmla="*/ 25559 w 621452"/>
                  <a:gd name="connsiteY69" fmla="*/ 785326 h 914401"/>
                  <a:gd name="connsiteX70" fmla="*/ 1293 w 621452"/>
                  <a:gd name="connsiteY70" fmla="*/ 768833 h 914401"/>
                  <a:gd name="connsiteX71" fmla="*/ 2007 w 621452"/>
                  <a:gd name="connsiteY71" fmla="*/ 763814 h 914401"/>
                  <a:gd name="connsiteX72" fmla="*/ 30555 w 621452"/>
                  <a:gd name="connsiteY72" fmla="*/ 756643 h 914401"/>
                  <a:gd name="connsiteX73" fmla="*/ 32696 w 621452"/>
                  <a:gd name="connsiteY73" fmla="*/ 752341 h 914401"/>
                  <a:gd name="connsiteX74" fmla="*/ 14853 w 621452"/>
                  <a:gd name="connsiteY74" fmla="*/ 727960 h 914401"/>
                  <a:gd name="connsiteX75" fmla="*/ 16994 w 621452"/>
                  <a:gd name="connsiteY75" fmla="*/ 723657 h 914401"/>
                  <a:gd name="connsiteX76" fmla="*/ 17708 w 621452"/>
                  <a:gd name="connsiteY76" fmla="*/ 723657 h 914401"/>
                  <a:gd name="connsiteX77" fmla="*/ 46256 w 621452"/>
                  <a:gd name="connsiteY77" fmla="*/ 726526 h 914401"/>
                  <a:gd name="connsiteX78" fmla="*/ 49110 w 621452"/>
                  <a:gd name="connsiteY78" fmla="*/ 722940 h 914401"/>
                  <a:gd name="connsiteX79" fmla="*/ 41974 w 621452"/>
                  <a:gd name="connsiteY79" fmla="*/ 694257 h 914401"/>
                  <a:gd name="connsiteX80" fmla="*/ 44115 w 621452"/>
                  <a:gd name="connsiteY80" fmla="*/ 690671 h 914401"/>
                  <a:gd name="connsiteX81" fmla="*/ 44828 w 621452"/>
                  <a:gd name="connsiteY81" fmla="*/ 691389 h 914401"/>
                  <a:gd name="connsiteX82" fmla="*/ 71948 w 621452"/>
                  <a:gd name="connsiteY82" fmla="*/ 704296 h 914401"/>
                  <a:gd name="connsiteX83" fmla="*/ 73376 w 621452"/>
                  <a:gd name="connsiteY83" fmla="*/ 704296 h 914401"/>
                  <a:gd name="connsiteX84" fmla="*/ 75517 w 621452"/>
                  <a:gd name="connsiteY84" fmla="*/ 701428 h 914401"/>
                  <a:gd name="connsiteX85" fmla="*/ 77658 w 621452"/>
                  <a:gd name="connsiteY85" fmla="*/ 672027 h 914401"/>
                  <a:gd name="connsiteX86" fmla="*/ 80513 w 621452"/>
                  <a:gd name="connsiteY86" fmla="*/ 669159 h 914401"/>
                  <a:gd name="connsiteX87" fmla="*/ 82654 w 621452"/>
                  <a:gd name="connsiteY87" fmla="*/ 669876 h 914401"/>
                  <a:gd name="connsiteX88" fmla="*/ 103351 w 621452"/>
                  <a:gd name="connsiteY88" fmla="*/ 691389 h 914401"/>
                  <a:gd name="connsiteX89" fmla="*/ 105492 w 621452"/>
                  <a:gd name="connsiteY89" fmla="*/ 692823 h 914401"/>
                  <a:gd name="connsiteX90" fmla="*/ 108347 w 621452"/>
                  <a:gd name="connsiteY90" fmla="*/ 690671 h 914401"/>
                  <a:gd name="connsiteX91" fmla="*/ 120479 w 621452"/>
                  <a:gd name="connsiteY91" fmla="*/ 663422 h 914401"/>
                  <a:gd name="connsiteX92" fmla="*/ 122620 w 621452"/>
                  <a:gd name="connsiteY92" fmla="*/ 661988 h 914401"/>
                  <a:gd name="connsiteX93" fmla="*/ 64291 w 621452"/>
                  <a:gd name="connsiteY93" fmla="*/ 520700 h 914401"/>
                  <a:gd name="connsiteX94" fmla="*/ 600764 w 621452"/>
                  <a:gd name="connsiteY94" fmla="*/ 520700 h 914401"/>
                  <a:gd name="connsiteX95" fmla="*/ 621452 w 621452"/>
                  <a:gd name="connsiteY95" fmla="*/ 539835 h 914401"/>
                  <a:gd name="connsiteX96" fmla="*/ 600764 w 621452"/>
                  <a:gd name="connsiteY96" fmla="*/ 560388 h 914401"/>
                  <a:gd name="connsiteX97" fmla="*/ 64291 w 621452"/>
                  <a:gd name="connsiteY97" fmla="*/ 560388 h 914401"/>
                  <a:gd name="connsiteX98" fmla="*/ 43602 w 621452"/>
                  <a:gd name="connsiteY98" fmla="*/ 539835 h 914401"/>
                  <a:gd name="connsiteX99" fmla="*/ 64291 w 621452"/>
                  <a:gd name="connsiteY99" fmla="*/ 520700 h 914401"/>
                  <a:gd name="connsiteX100" fmla="*/ 64291 w 621452"/>
                  <a:gd name="connsiteY100" fmla="*/ 390525 h 914401"/>
                  <a:gd name="connsiteX101" fmla="*/ 600764 w 621452"/>
                  <a:gd name="connsiteY101" fmla="*/ 390525 h 914401"/>
                  <a:gd name="connsiteX102" fmla="*/ 621452 w 621452"/>
                  <a:gd name="connsiteY102" fmla="*/ 409215 h 914401"/>
                  <a:gd name="connsiteX103" fmla="*/ 600764 w 621452"/>
                  <a:gd name="connsiteY103" fmla="*/ 428625 h 914401"/>
                  <a:gd name="connsiteX104" fmla="*/ 64291 w 621452"/>
                  <a:gd name="connsiteY104" fmla="*/ 428625 h 914401"/>
                  <a:gd name="connsiteX105" fmla="*/ 43602 w 621452"/>
                  <a:gd name="connsiteY105" fmla="*/ 409215 h 914401"/>
                  <a:gd name="connsiteX106" fmla="*/ 64291 w 621452"/>
                  <a:gd name="connsiteY106" fmla="*/ 390525 h 914401"/>
                  <a:gd name="connsiteX107" fmla="*/ 64291 w 621452"/>
                  <a:gd name="connsiteY107" fmla="*/ 260350 h 914401"/>
                  <a:gd name="connsiteX108" fmla="*/ 600764 w 621452"/>
                  <a:gd name="connsiteY108" fmla="*/ 260350 h 914401"/>
                  <a:gd name="connsiteX109" fmla="*/ 621452 w 621452"/>
                  <a:gd name="connsiteY109" fmla="*/ 280555 h 914401"/>
                  <a:gd name="connsiteX110" fmla="*/ 600764 w 621452"/>
                  <a:gd name="connsiteY110" fmla="*/ 300038 h 914401"/>
                  <a:gd name="connsiteX111" fmla="*/ 64291 w 621452"/>
                  <a:gd name="connsiteY111" fmla="*/ 300038 h 914401"/>
                  <a:gd name="connsiteX112" fmla="*/ 43602 w 621452"/>
                  <a:gd name="connsiteY112" fmla="*/ 280555 h 914401"/>
                  <a:gd name="connsiteX113" fmla="*/ 64291 w 621452"/>
                  <a:gd name="connsiteY113" fmla="*/ 260350 h 914401"/>
                  <a:gd name="connsiteX114" fmla="*/ 64291 w 621452"/>
                  <a:gd name="connsiteY114" fmla="*/ 130175 h 914401"/>
                  <a:gd name="connsiteX115" fmla="*/ 600764 w 621452"/>
                  <a:gd name="connsiteY115" fmla="*/ 130175 h 914401"/>
                  <a:gd name="connsiteX116" fmla="*/ 621452 w 621452"/>
                  <a:gd name="connsiteY116" fmla="*/ 148879 h 914401"/>
                  <a:gd name="connsiteX117" fmla="*/ 600764 w 621452"/>
                  <a:gd name="connsiteY117" fmla="*/ 168275 h 914401"/>
                  <a:gd name="connsiteX118" fmla="*/ 64291 w 621452"/>
                  <a:gd name="connsiteY118" fmla="*/ 168275 h 914401"/>
                  <a:gd name="connsiteX119" fmla="*/ 43602 w 621452"/>
                  <a:gd name="connsiteY119" fmla="*/ 148879 h 914401"/>
                  <a:gd name="connsiteX120" fmla="*/ 64291 w 621452"/>
                  <a:gd name="connsiteY120" fmla="*/ 130175 h 914401"/>
                  <a:gd name="connsiteX121" fmla="*/ 64291 w 621452"/>
                  <a:gd name="connsiteY121" fmla="*/ 0 h 914401"/>
                  <a:gd name="connsiteX122" fmla="*/ 600764 w 621452"/>
                  <a:gd name="connsiteY122" fmla="*/ 0 h 914401"/>
                  <a:gd name="connsiteX123" fmla="*/ 621452 w 621452"/>
                  <a:gd name="connsiteY123" fmla="*/ 20205 h 914401"/>
                  <a:gd name="connsiteX124" fmla="*/ 600764 w 621452"/>
                  <a:gd name="connsiteY124" fmla="*/ 39688 h 914401"/>
                  <a:gd name="connsiteX125" fmla="*/ 64291 w 621452"/>
                  <a:gd name="connsiteY125" fmla="*/ 39688 h 914401"/>
                  <a:gd name="connsiteX126" fmla="*/ 43602 w 621452"/>
                  <a:gd name="connsiteY126" fmla="*/ 20205 h 914401"/>
                  <a:gd name="connsiteX127" fmla="*/ 64291 w 621452"/>
                  <a:gd name="connsiteY127" fmla="*/ 0 h 914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621452" h="914401">
                    <a:moveTo>
                      <a:pt x="122620" y="661988"/>
                    </a:moveTo>
                    <a:cubicBezTo>
                      <a:pt x="124048" y="661988"/>
                      <a:pt x="124761" y="662705"/>
                      <a:pt x="125475" y="663422"/>
                    </a:cubicBezTo>
                    <a:cubicBezTo>
                      <a:pt x="125475" y="663422"/>
                      <a:pt x="125475" y="663422"/>
                      <a:pt x="137608" y="690671"/>
                    </a:cubicBezTo>
                    <a:cubicBezTo>
                      <a:pt x="137608" y="692106"/>
                      <a:pt x="139035" y="692823"/>
                      <a:pt x="139749" y="692823"/>
                    </a:cubicBezTo>
                    <a:cubicBezTo>
                      <a:pt x="140463" y="692823"/>
                      <a:pt x="141176" y="692106"/>
                      <a:pt x="141890" y="691389"/>
                    </a:cubicBezTo>
                    <a:cubicBezTo>
                      <a:pt x="141890" y="691389"/>
                      <a:pt x="141890" y="691389"/>
                      <a:pt x="162587" y="669876"/>
                    </a:cubicBezTo>
                    <a:cubicBezTo>
                      <a:pt x="163301" y="669876"/>
                      <a:pt x="164014" y="669159"/>
                      <a:pt x="164728" y="669159"/>
                    </a:cubicBezTo>
                    <a:cubicBezTo>
                      <a:pt x="166155" y="669159"/>
                      <a:pt x="167583" y="670593"/>
                      <a:pt x="167583" y="672027"/>
                    </a:cubicBezTo>
                    <a:cubicBezTo>
                      <a:pt x="167583" y="672027"/>
                      <a:pt x="167583" y="672027"/>
                      <a:pt x="169724" y="701428"/>
                    </a:cubicBezTo>
                    <a:cubicBezTo>
                      <a:pt x="169724" y="703579"/>
                      <a:pt x="171151" y="704296"/>
                      <a:pt x="172579" y="704296"/>
                    </a:cubicBezTo>
                    <a:cubicBezTo>
                      <a:pt x="172579" y="704296"/>
                      <a:pt x="173292" y="704296"/>
                      <a:pt x="174006" y="704296"/>
                    </a:cubicBezTo>
                    <a:cubicBezTo>
                      <a:pt x="174006" y="704296"/>
                      <a:pt x="174006" y="704296"/>
                      <a:pt x="200412" y="691389"/>
                    </a:cubicBezTo>
                    <a:cubicBezTo>
                      <a:pt x="200412" y="690671"/>
                      <a:pt x="201126" y="690671"/>
                      <a:pt x="201840" y="690671"/>
                    </a:cubicBezTo>
                    <a:cubicBezTo>
                      <a:pt x="203267" y="690671"/>
                      <a:pt x="204695" y="692106"/>
                      <a:pt x="203981" y="694257"/>
                    </a:cubicBezTo>
                    <a:cubicBezTo>
                      <a:pt x="203981" y="694257"/>
                      <a:pt x="203981" y="694257"/>
                      <a:pt x="196130" y="722940"/>
                    </a:cubicBezTo>
                    <a:cubicBezTo>
                      <a:pt x="195417" y="725091"/>
                      <a:pt x="196844" y="726526"/>
                      <a:pt x="198985" y="726526"/>
                    </a:cubicBezTo>
                    <a:cubicBezTo>
                      <a:pt x="198985" y="726526"/>
                      <a:pt x="198985" y="726526"/>
                      <a:pt x="228960" y="723657"/>
                    </a:cubicBezTo>
                    <a:cubicBezTo>
                      <a:pt x="231101" y="723657"/>
                      <a:pt x="232528" y="725808"/>
                      <a:pt x="231101" y="727960"/>
                    </a:cubicBezTo>
                    <a:cubicBezTo>
                      <a:pt x="231101" y="727960"/>
                      <a:pt x="231101" y="727960"/>
                      <a:pt x="213973" y="752341"/>
                    </a:cubicBezTo>
                    <a:cubicBezTo>
                      <a:pt x="212545" y="753775"/>
                      <a:pt x="213259" y="755926"/>
                      <a:pt x="215400" y="756643"/>
                    </a:cubicBezTo>
                    <a:cubicBezTo>
                      <a:pt x="215400" y="756643"/>
                      <a:pt x="215400" y="756643"/>
                      <a:pt x="243947" y="763814"/>
                    </a:cubicBezTo>
                    <a:cubicBezTo>
                      <a:pt x="246802" y="764531"/>
                      <a:pt x="246802" y="767399"/>
                      <a:pt x="245375" y="768833"/>
                    </a:cubicBezTo>
                    <a:cubicBezTo>
                      <a:pt x="245375" y="768833"/>
                      <a:pt x="245375" y="768833"/>
                      <a:pt x="220396" y="785326"/>
                    </a:cubicBezTo>
                    <a:cubicBezTo>
                      <a:pt x="218968" y="786760"/>
                      <a:pt x="218968" y="788912"/>
                      <a:pt x="220396" y="790346"/>
                    </a:cubicBezTo>
                    <a:cubicBezTo>
                      <a:pt x="220396" y="790346"/>
                      <a:pt x="220396" y="790346"/>
                      <a:pt x="245375" y="806839"/>
                    </a:cubicBezTo>
                    <a:cubicBezTo>
                      <a:pt x="246802" y="808273"/>
                      <a:pt x="246802" y="811858"/>
                      <a:pt x="243947" y="811858"/>
                    </a:cubicBezTo>
                    <a:cubicBezTo>
                      <a:pt x="243947" y="811858"/>
                      <a:pt x="243947" y="811858"/>
                      <a:pt x="215400" y="819029"/>
                    </a:cubicBezTo>
                    <a:cubicBezTo>
                      <a:pt x="213259" y="819746"/>
                      <a:pt x="212545" y="821898"/>
                      <a:pt x="213973" y="824049"/>
                    </a:cubicBezTo>
                    <a:cubicBezTo>
                      <a:pt x="213973" y="824049"/>
                      <a:pt x="213973" y="824049"/>
                      <a:pt x="231101" y="847712"/>
                    </a:cubicBezTo>
                    <a:cubicBezTo>
                      <a:pt x="232528" y="849864"/>
                      <a:pt x="231101" y="852732"/>
                      <a:pt x="228960" y="852732"/>
                    </a:cubicBezTo>
                    <a:cubicBezTo>
                      <a:pt x="228960" y="852732"/>
                      <a:pt x="228960" y="852732"/>
                      <a:pt x="198985" y="849147"/>
                    </a:cubicBezTo>
                    <a:cubicBezTo>
                      <a:pt x="196844" y="849147"/>
                      <a:pt x="195417" y="851298"/>
                      <a:pt x="196130" y="852732"/>
                    </a:cubicBezTo>
                    <a:cubicBezTo>
                      <a:pt x="196130" y="852732"/>
                      <a:pt x="196130" y="852732"/>
                      <a:pt x="203981" y="881415"/>
                    </a:cubicBezTo>
                    <a:cubicBezTo>
                      <a:pt x="204695" y="883567"/>
                      <a:pt x="203267" y="885001"/>
                      <a:pt x="201840" y="885001"/>
                    </a:cubicBezTo>
                    <a:cubicBezTo>
                      <a:pt x="201126" y="885001"/>
                      <a:pt x="200412" y="885001"/>
                      <a:pt x="200412" y="885001"/>
                    </a:cubicBezTo>
                    <a:cubicBezTo>
                      <a:pt x="200412" y="885001"/>
                      <a:pt x="200412" y="885001"/>
                      <a:pt x="174006" y="872093"/>
                    </a:cubicBezTo>
                    <a:cubicBezTo>
                      <a:pt x="173292" y="871376"/>
                      <a:pt x="172579" y="871376"/>
                      <a:pt x="172579" y="871376"/>
                    </a:cubicBezTo>
                    <a:cubicBezTo>
                      <a:pt x="171151" y="871376"/>
                      <a:pt x="169724" y="872810"/>
                      <a:pt x="169724" y="874245"/>
                    </a:cubicBezTo>
                    <a:cubicBezTo>
                      <a:pt x="169724" y="874245"/>
                      <a:pt x="169724" y="874245"/>
                      <a:pt x="167583" y="903645"/>
                    </a:cubicBezTo>
                    <a:cubicBezTo>
                      <a:pt x="167583" y="905796"/>
                      <a:pt x="166155" y="906513"/>
                      <a:pt x="164728" y="906513"/>
                    </a:cubicBezTo>
                    <a:cubicBezTo>
                      <a:pt x="164014" y="906513"/>
                      <a:pt x="163301" y="906513"/>
                      <a:pt x="162587" y="905796"/>
                    </a:cubicBezTo>
                    <a:cubicBezTo>
                      <a:pt x="162587" y="905796"/>
                      <a:pt x="162587" y="905796"/>
                      <a:pt x="141890" y="884284"/>
                    </a:cubicBezTo>
                    <a:cubicBezTo>
                      <a:pt x="141176" y="883567"/>
                      <a:pt x="140463" y="883567"/>
                      <a:pt x="139749" y="883567"/>
                    </a:cubicBezTo>
                    <a:cubicBezTo>
                      <a:pt x="139035" y="883567"/>
                      <a:pt x="137608" y="884284"/>
                      <a:pt x="137608" y="885001"/>
                    </a:cubicBezTo>
                    <a:cubicBezTo>
                      <a:pt x="137608" y="885001"/>
                      <a:pt x="137608" y="885001"/>
                      <a:pt x="125475" y="912250"/>
                    </a:cubicBezTo>
                    <a:cubicBezTo>
                      <a:pt x="124761" y="913684"/>
                      <a:pt x="124048" y="914401"/>
                      <a:pt x="122620" y="914401"/>
                    </a:cubicBezTo>
                    <a:cubicBezTo>
                      <a:pt x="121907" y="914401"/>
                      <a:pt x="120479" y="913684"/>
                      <a:pt x="120479" y="912250"/>
                    </a:cubicBezTo>
                    <a:cubicBezTo>
                      <a:pt x="120479" y="912250"/>
                      <a:pt x="120479" y="912250"/>
                      <a:pt x="108347" y="885001"/>
                    </a:cubicBezTo>
                    <a:cubicBezTo>
                      <a:pt x="107633" y="884284"/>
                      <a:pt x="106206" y="883567"/>
                      <a:pt x="105492" y="883567"/>
                    </a:cubicBezTo>
                    <a:cubicBezTo>
                      <a:pt x="104778" y="883567"/>
                      <a:pt x="104064" y="883567"/>
                      <a:pt x="103351" y="884284"/>
                    </a:cubicBezTo>
                    <a:cubicBezTo>
                      <a:pt x="103351" y="884284"/>
                      <a:pt x="103351" y="884284"/>
                      <a:pt x="82654" y="905796"/>
                    </a:cubicBezTo>
                    <a:cubicBezTo>
                      <a:pt x="81940" y="906513"/>
                      <a:pt x="81226" y="906513"/>
                      <a:pt x="80513" y="906513"/>
                    </a:cubicBezTo>
                    <a:cubicBezTo>
                      <a:pt x="79085" y="906513"/>
                      <a:pt x="78372" y="905796"/>
                      <a:pt x="77658" y="903645"/>
                    </a:cubicBezTo>
                    <a:cubicBezTo>
                      <a:pt x="77658" y="903645"/>
                      <a:pt x="77658" y="903645"/>
                      <a:pt x="75517" y="874245"/>
                    </a:cubicBezTo>
                    <a:cubicBezTo>
                      <a:pt x="75517" y="872810"/>
                      <a:pt x="74803" y="871376"/>
                      <a:pt x="73376" y="871376"/>
                    </a:cubicBezTo>
                    <a:cubicBezTo>
                      <a:pt x="72662" y="871376"/>
                      <a:pt x="71948" y="871376"/>
                      <a:pt x="71948" y="872093"/>
                    </a:cubicBezTo>
                    <a:cubicBezTo>
                      <a:pt x="71948" y="872093"/>
                      <a:pt x="71948" y="872093"/>
                      <a:pt x="44828" y="885001"/>
                    </a:cubicBezTo>
                    <a:cubicBezTo>
                      <a:pt x="44828" y="885001"/>
                      <a:pt x="44828" y="885001"/>
                      <a:pt x="44115" y="885001"/>
                    </a:cubicBezTo>
                    <a:cubicBezTo>
                      <a:pt x="42687" y="885001"/>
                      <a:pt x="41260" y="883567"/>
                      <a:pt x="41974" y="881415"/>
                    </a:cubicBezTo>
                    <a:cubicBezTo>
                      <a:pt x="41974" y="881415"/>
                      <a:pt x="41974" y="881415"/>
                      <a:pt x="49110" y="852732"/>
                    </a:cubicBezTo>
                    <a:cubicBezTo>
                      <a:pt x="49824" y="851298"/>
                      <a:pt x="48397" y="849147"/>
                      <a:pt x="46256" y="849147"/>
                    </a:cubicBezTo>
                    <a:cubicBezTo>
                      <a:pt x="46256" y="849147"/>
                      <a:pt x="46256" y="849147"/>
                      <a:pt x="17708" y="852732"/>
                    </a:cubicBezTo>
                    <a:cubicBezTo>
                      <a:pt x="17708" y="852732"/>
                      <a:pt x="17708" y="852732"/>
                      <a:pt x="16994" y="852732"/>
                    </a:cubicBezTo>
                    <a:cubicBezTo>
                      <a:pt x="14853" y="852732"/>
                      <a:pt x="13426" y="849864"/>
                      <a:pt x="14853" y="847712"/>
                    </a:cubicBezTo>
                    <a:cubicBezTo>
                      <a:pt x="14853" y="847712"/>
                      <a:pt x="14853" y="847712"/>
                      <a:pt x="32696" y="824049"/>
                    </a:cubicBezTo>
                    <a:cubicBezTo>
                      <a:pt x="33409" y="821898"/>
                      <a:pt x="32696" y="819746"/>
                      <a:pt x="30555" y="819029"/>
                    </a:cubicBezTo>
                    <a:cubicBezTo>
                      <a:pt x="30555" y="819029"/>
                      <a:pt x="30555" y="819029"/>
                      <a:pt x="2007" y="811858"/>
                    </a:cubicBezTo>
                    <a:cubicBezTo>
                      <a:pt x="-134" y="811858"/>
                      <a:pt x="-848" y="808273"/>
                      <a:pt x="1293" y="806839"/>
                    </a:cubicBezTo>
                    <a:cubicBezTo>
                      <a:pt x="1293" y="806839"/>
                      <a:pt x="1293" y="806839"/>
                      <a:pt x="25559" y="790346"/>
                    </a:cubicBezTo>
                    <a:cubicBezTo>
                      <a:pt x="26986" y="788912"/>
                      <a:pt x="26986" y="786760"/>
                      <a:pt x="25559" y="785326"/>
                    </a:cubicBezTo>
                    <a:cubicBezTo>
                      <a:pt x="25559" y="785326"/>
                      <a:pt x="25559" y="785326"/>
                      <a:pt x="1293" y="768833"/>
                    </a:cubicBezTo>
                    <a:cubicBezTo>
                      <a:pt x="-848" y="767399"/>
                      <a:pt x="-134" y="764531"/>
                      <a:pt x="2007" y="763814"/>
                    </a:cubicBezTo>
                    <a:cubicBezTo>
                      <a:pt x="2007" y="763814"/>
                      <a:pt x="2007" y="763814"/>
                      <a:pt x="30555" y="756643"/>
                    </a:cubicBezTo>
                    <a:cubicBezTo>
                      <a:pt x="32696" y="755926"/>
                      <a:pt x="33409" y="753775"/>
                      <a:pt x="32696" y="752341"/>
                    </a:cubicBezTo>
                    <a:cubicBezTo>
                      <a:pt x="32696" y="752341"/>
                      <a:pt x="32696" y="752341"/>
                      <a:pt x="14853" y="727960"/>
                    </a:cubicBezTo>
                    <a:cubicBezTo>
                      <a:pt x="13426" y="725808"/>
                      <a:pt x="14853" y="723657"/>
                      <a:pt x="16994" y="723657"/>
                    </a:cubicBezTo>
                    <a:cubicBezTo>
                      <a:pt x="16994" y="723657"/>
                      <a:pt x="16994" y="723657"/>
                      <a:pt x="17708" y="723657"/>
                    </a:cubicBezTo>
                    <a:cubicBezTo>
                      <a:pt x="17708" y="723657"/>
                      <a:pt x="17708" y="723657"/>
                      <a:pt x="46256" y="726526"/>
                    </a:cubicBezTo>
                    <a:cubicBezTo>
                      <a:pt x="48397" y="726526"/>
                      <a:pt x="49824" y="725091"/>
                      <a:pt x="49110" y="722940"/>
                    </a:cubicBezTo>
                    <a:cubicBezTo>
                      <a:pt x="49110" y="722940"/>
                      <a:pt x="49110" y="722940"/>
                      <a:pt x="41974" y="694257"/>
                    </a:cubicBezTo>
                    <a:cubicBezTo>
                      <a:pt x="41260" y="692106"/>
                      <a:pt x="42687" y="690671"/>
                      <a:pt x="44115" y="690671"/>
                    </a:cubicBezTo>
                    <a:cubicBezTo>
                      <a:pt x="44115" y="690671"/>
                      <a:pt x="44828" y="690671"/>
                      <a:pt x="44828" y="691389"/>
                    </a:cubicBezTo>
                    <a:cubicBezTo>
                      <a:pt x="44828" y="691389"/>
                      <a:pt x="44828" y="691389"/>
                      <a:pt x="71948" y="704296"/>
                    </a:cubicBezTo>
                    <a:cubicBezTo>
                      <a:pt x="71948" y="704296"/>
                      <a:pt x="72662" y="704296"/>
                      <a:pt x="73376" y="704296"/>
                    </a:cubicBezTo>
                    <a:cubicBezTo>
                      <a:pt x="74803" y="704296"/>
                      <a:pt x="75517" y="703579"/>
                      <a:pt x="75517" y="701428"/>
                    </a:cubicBezTo>
                    <a:cubicBezTo>
                      <a:pt x="75517" y="701428"/>
                      <a:pt x="75517" y="701428"/>
                      <a:pt x="77658" y="672027"/>
                    </a:cubicBezTo>
                    <a:cubicBezTo>
                      <a:pt x="78372" y="670593"/>
                      <a:pt x="79085" y="669159"/>
                      <a:pt x="80513" y="669159"/>
                    </a:cubicBezTo>
                    <a:cubicBezTo>
                      <a:pt x="81226" y="669159"/>
                      <a:pt x="81940" y="669876"/>
                      <a:pt x="82654" y="669876"/>
                    </a:cubicBezTo>
                    <a:cubicBezTo>
                      <a:pt x="82654" y="669876"/>
                      <a:pt x="82654" y="669876"/>
                      <a:pt x="103351" y="691389"/>
                    </a:cubicBezTo>
                    <a:cubicBezTo>
                      <a:pt x="104064" y="692106"/>
                      <a:pt x="104778" y="692823"/>
                      <a:pt x="105492" y="692823"/>
                    </a:cubicBezTo>
                    <a:cubicBezTo>
                      <a:pt x="106206" y="692823"/>
                      <a:pt x="107633" y="692106"/>
                      <a:pt x="108347" y="690671"/>
                    </a:cubicBezTo>
                    <a:cubicBezTo>
                      <a:pt x="108347" y="690671"/>
                      <a:pt x="108347" y="690671"/>
                      <a:pt x="120479" y="663422"/>
                    </a:cubicBezTo>
                    <a:cubicBezTo>
                      <a:pt x="120479" y="662705"/>
                      <a:pt x="121907" y="661988"/>
                      <a:pt x="122620" y="661988"/>
                    </a:cubicBezTo>
                    <a:close/>
                    <a:moveTo>
                      <a:pt x="64291" y="520700"/>
                    </a:moveTo>
                    <a:cubicBezTo>
                      <a:pt x="600764" y="520700"/>
                      <a:pt x="600764" y="520700"/>
                      <a:pt x="600764" y="520700"/>
                    </a:cubicBezTo>
                    <a:cubicBezTo>
                      <a:pt x="613605" y="520700"/>
                      <a:pt x="621452" y="529204"/>
                      <a:pt x="621452" y="539835"/>
                    </a:cubicBezTo>
                    <a:cubicBezTo>
                      <a:pt x="621452" y="551175"/>
                      <a:pt x="613605" y="560388"/>
                      <a:pt x="600764" y="560388"/>
                    </a:cubicBezTo>
                    <a:cubicBezTo>
                      <a:pt x="64291" y="560388"/>
                      <a:pt x="64291" y="560388"/>
                      <a:pt x="64291" y="560388"/>
                    </a:cubicBezTo>
                    <a:cubicBezTo>
                      <a:pt x="52876" y="560388"/>
                      <a:pt x="43602" y="551175"/>
                      <a:pt x="43602" y="539835"/>
                    </a:cubicBezTo>
                    <a:cubicBezTo>
                      <a:pt x="43602" y="529204"/>
                      <a:pt x="52876" y="520700"/>
                      <a:pt x="64291" y="520700"/>
                    </a:cubicBezTo>
                    <a:close/>
                    <a:moveTo>
                      <a:pt x="64291" y="390525"/>
                    </a:moveTo>
                    <a:cubicBezTo>
                      <a:pt x="600764" y="390525"/>
                      <a:pt x="600764" y="390525"/>
                      <a:pt x="600764" y="390525"/>
                    </a:cubicBezTo>
                    <a:cubicBezTo>
                      <a:pt x="613605" y="390525"/>
                      <a:pt x="621452" y="399151"/>
                      <a:pt x="621452" y="409215"/>
                    </a:cubicBezTo>
                    <a:cubicBezTo>
                      <a:pt x="621452" y="419998"/>
                      <a:pt x="613605" y="428625"/>
                      <a:pt x="600764" y="428625"/>
                    </a:cubicBezTo>
                    <a:cubicBezTo>
                      <a:pt x="64291" y="428625"/>
                      <a:pt x="64291" y="428625"/>
                      <a:pt x="64291" y="428625"/>
                    </a:cubicBezTo>
                    <a:cubicBezTo>
                      <a:pt x="52876" y="428625"/>
                      <a:pt x="43602" y="419998"/>
                      <a:pt x="43602" y="409215"/>
                    </a:cubicBezTo>
                    <a:cubicBezTo>
                      <a:pt x="43602" y="399151"/>
                      <a:pt x="52876" y="390525"/>
                      <a:pt x="64291" y="390525"/>
                    </a:cubicBezTo>
                    <a:close/>
                    <a:moveTo>
                      <a:pt x="64291" y="260350"/>
                    </a:moveTo>
                    <a:cubicBezTo>
                      <a:pt x="600764" y="260350"/>
                      <a:pt x="600764" y="260350"/>
                      <a:pt x="600764" y="260350"/>
                    </a:cubicBezTo>
                    <a:cubicBezTo>
                      <a:pt x="613605" y="260350"/>
                      <a:pt x="621452" y="269731"/>
                      <a:pt x="621452" y="280555"/>
                    </a:cubicBezTo>
                    <a:cubicBezTo>
                      <a:pt x="621452" y="291379"/>
                      <a:pt x="613605" y="300038"/>
                      <a:pt x="600764" y="300038"/>
                    </a:cubicBezTo>
                    <a:cubicBezTo>
                      <a:pt x="64291" y="300038"/>
                      <a:pt x="64291" y="300038"/>
                      <a:pt x="64291" y="300038"/>
                    </a:cubicBezTo>
                    <a:cubicBezTo>
                      <a:pt x="52876" y="300038"/>
                      <a:pt x="43602" y="291379"/>
                      <a:pt x="43602" y="280555"/>
                    </a:cubicBezTo>
                    <a:cubicBezTo>
                      <a:pt x="43602" y="269731"/>
                      <a:pt x="52876" y="260350"/>
                      <a:pt x="64291" y="260350"/>
                    </a:cubicBezTo>
                    <a:close/>
                    <a:moveTo>
                      <a:pt x="64291" y="130175"/>
                    </a:moveTo>
                    <a:cubicBezTo>
                      <a:pt x="600764" y="130175"/>
                      <a:pt x="600764" y="130175"/>
                      <a:pt x="600764" y="130175"/>
                    </a:cubicBezTo>
                    <a:cubicBezTo>
                      <a:pt x="613605" y="130175"/>
                      <a:pt x="621452" y="138488"/>
                      <a:pt x="621452" y="148879"/>
                    </a:cubicBezTo>
                    <a:cubicBezTo>
                      <a:pt x="621452" y="159269"/>
                      <a:pt x="613605" y="168275"/>
                      <a:pt x="600764" y="168275"/>
                    </a:cubicBezTo>
                    <a:cubicBezTo>
                      <a:pt x="64291" y="168275"/>
                      <a:pt x="64291" y="168275"/>
                      <a:pt x="64291" y="168275"/>
                    </a:cubicBezTo>
                    <a:cubicBezTo>
                      <a:pt x="52876" y="168275"/>
                      <a:pt x="43602" y="159269"/>
                      <a:pt x="43602" y="148879"/>
                    </a:cubicBezTo>
                    <a:cubicBezTo>
                      <a:pt x="43602" y="138488"/>
                      <a:pt x="52876" y="130175"/>
                      <a:pt x="64291" y="130175"/>
                    </a:cubicBezTo>
                    <a:close/>
                    <a:moveTo>
                      <a:pt x="64291" y="0"/>
                    </a:moveTo>
                    <a:cubicBezTo>
                      <a:pt x="600764" y="0"/>
                      <a:pt x="600764" y="0"/>
                      <a:pt x="600764" y="0"/>
                    </a:cubicBezTo>
                    <a:cubicBezTo>
                      <a:pt x="613605" y="0"/>
                      <a:pt x="621452" y="7937"/>
                      <a:pt x="621452" y="20205"/>
                    </a:cubicBezTo>
                    <a:cubicBezTo>
                      <a:pt x="621452" y="31029"/>
                      <a:pt x="613605" y="39688"/>
                      <a:pt x="600764" y="39688"/>
                    </a:cubicBezTo>
                    <a:cubicBezTo>
                      <a:pt x="64291" y="39688"/>
                      <a:pt x="64291" y="39688"/>
                      <a:pt x="64291" y="39688"/>
                    </a:cubicBezTo>
                    <a:cubicBezTo>
                      <a:pt x="52876" y="39688"/>
                      <a:pt x="43602" y="31029"/>
                      <a:pt x="43602" y="20205"/>
                    </a:cubicBezTo>
                    <a:cubicBezTo>
                      <a:pt x="43602" y="7937"/>
                      <a:pt x="52876" y="0"/>
                      <a:pt x="64291" y="0"/>
                    </a:cubicBezTo>
                    <a:close/>
                  </a:path>
                </a:pathLst>
              </a:custGeom>
              <a:solidFill>
                <a:schemeClr val="tx2"/>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66" name="Freeform 11">
                <a:extLst>
                  <a:ext uri="{FF2B5EF4-FFF2-40B4-BE49-F238E27FC236}">
                    <a16:creationId xmlns:a16="http://schemas.microsoft.com/office/drawing/2014/main" id="{8FBD4EB6-D474-42A9-949E-8962F1241C6E}"/>
                  </a:ext>
                </a:extLst>
              </p:cNvPr>
              <p:cNvSpPr>
                <a:spLocks/>
              </p:cNvSpPr>
              <p:nvPr/>
            </p:nvSpPr>
            <p:spPr bwMode="auto">
              <a:xfrm>
                <a:off x="5646738" y="2887662"/>
                <a:ext cx="898525" cy="1193800"/>
              </a:xfrm>
              <a:custGeom>
                <a:avLst/>
                <a:gdLst>
                  <a:gd name="connsiteX0" fmla="*/ 399885 w 898525"/>
                  <a:gd name="connsiteY0" fmla="*/ 1031875 h 1193800"/>
                  <a:gd name="connsiteX1" fmla="*/ 766214 w 898525"/>
                  <a:gd name="connsiteY1" fmla="*/ 1031875 h 1193800"/>
                  <a:gd name="connsiteX2" fmla="*/ 782638 w 898525"/>
                  <a:gd name="connsiteY2" fmla="*/ 1046957 h 1193800"/>
                  <a:gd name="connsiteX3" fmla="*/ 766214 w 898525"/>
                  <a:gd name="connsiteY3" fmla="*/ 1062038 h 1193800"/>
                  <a:gd name="connsiteX4" fmla="*/ 399885 w 898525"/>
                  <a:gd name="connsiteY4" fmla="*/ 1062038 h 1193800"/>
                  <a:gd name="connsiteX5" fmla="*/ 384175 w 898525"/>
                  <a:gd name="connsiteY5" fmla="*/ 1046957 h 1193800"/>
                  <a:gd name="connsiteX6" fmla="*/ 399885 w 898525"/>
                  <a:gd name="connsiteY6" fmla="*/ 1031875 h 1193800"/>
                  <a:gd name="connsiteX7" fmla="*/ 519844 w 898525"/>
                  <a:gd name="connsiteY7" fmla="*/ 886484 h 1193800"/>
                  <a:gd name="connsiteX8" fmla="*/ 524153 w 898525"/>
                  <a:gd name="connsiteY8" fmla="*/ 891424 h 1193800"/>
                  <a:gd name="connsiteX9" fmla="*/ 527744 w 898525"/>
                  <a:gd name="connsiteY9" fmla="*/ 908669 h 1193800"/>
                  <a:gd name="connsiteX10" fmla="*/ 562219 w 898525"/>
                  <a:gd name="connsiteY10" fmla="*/ 984117 h 1193800"/>
                  <a:gd name="connsiteX11" fmla="*/ 573711 w 898525"/>
                  <a:gd name="connsiteY11" fmla="*/ 969746 h 1193800"/>
                  <a:gd name="connsiteX12" fmla="*/ 590230 w 898525"/>
                  <a:gd name="connsiteY12" fmla="*/ 951064 h 1193800"/>
                  <a:gd name="connsiteX13" fmla="*/ 590949 w 898525"/>
                  <a:gd name="connsiteY13" fmla="*/ 949626 h 1193800"/>
                  <a:gd name="connsiteX14" fmla="*/ 592385 w 898525"/>
                  <a:gd name="connsiteY14" fmla="*/ 948189 h 1193800"/>
                  <a:gd name="connsiteX15" fmla="*/ 604595 w 898525"/>
                  <a:gd name="connsiteY15" fmla="*/ 940285 h 1193800"/>
                  <a:gd name="connsiteX16" fmla="*/ 605313 w 898525"/>
                  <a:gd name="connsiteY16" fmla="*/ 939567 h 1193800"/>
                  <a:gd name="connsiteX17" fmla="*/ 606031 w 898525"/>
                  <a:gd name="connsiteY17" fmla="*/ 939567 h 1193800"/>
                  <a:gd name="connsiteX18" fmla="*/ 636915 w 898525"/>
                  <a:gd name="connsiteY18" fmla="*/ 949626 h 1193800"/>
                  <a:gd name="connsiteX19" fmla="*/ 640506 w 898525"/>
                  <a:gd name="connsiteY19" fmla="*/ 953219 h 1193800"/>
                  <a:gd name="connsiteX20" fmla="*/ 683600 w 898525"/>
                  <a:gd name="connsiteY20" fmla="*/ 939567 h 1193800"/>
                  <a:gd name="connsiteX21" fmla="*/ 687191 w 898525"/>
                  <a:gd name="connsiteY21" fmla="*/ 935255 h 1193800"/>
                  <a:gd name="connsiteX22" fmla="*/ 753987 w 898525"/>
                  <a:gd name="connsiteY22" fmla="*/ 904358 h 1193800"/>
                  <a:gd name="connsiteX23" fmla="*/ 766915 w 898525"/>
                  <a:gd name="connsiteY23" fmla="*/ 922321 h 1193800"/>
                  <a:gd name="connsiteX24" fmla="*/ 749677 w 898525"/>
                  <a:gd name="connsiteY24" fmla="*/ 935255 h 1193800"/>
                  <a:gd name="connsiteX25" fmla="*/ 707302 w 898525"/>
                  <a:gd name="connsiteY25" fmla="*/ 958249 h 1193800"/>
                  <a:gd name="connsiteX26" fmla="*/ 703711 w 898525"/>
                  <a:gd name="connsiteY26" fmla="*/ 961842 h 1193800"/>
                  <a:gd name="connsiteX27" fmla="*/ 623269 w 898525"/>
                  <a:gd name="connsiteY27" fmla="*/ 978369 h 1193800"/>
                  <a:gd name="connsiteX28" fmla="*/ 616805 w 898525"/>
                  <a:gd name="connsiteY28" fmla="*/ 973339 h 1193800"/>
                  <a:gd name="connsiteX29" fmla="*/ 613214 w 898525"/>
                  <a:gd name="connsiteY29" fmla="*/ 970464 h 1193800"/>
                  <a:gd name="connsiteX30" fmla="*/ 612496 w 898525"/>
                  <a:gd name="connsiteY30" fmla="*/ 971183 h 1193800"/>
                  <a:gd name="connsiteX31" fmla="*/ 597413 w 898525"/>
                  <a:gd name="connsiteY31" fmla="*/ 989865 h 1193800"/>
                  <a:gd name="connsiteX32" fmla="*/ 582330 w 898525"/>
                  <a:gd name="connsiteY32" fmla="*/ 1008548 h 1193800"/>
                  <a:gd name="connsiteX33" fmla="*/ 565811 w 898525"/>
                  <a:gd name="connsiteY33" fmla="*/ 1019326 h 1193800"/>
                  <a:gd name="connsiteX34" fmla="*/ 564374 w 898525"/>
                  <a:gd name="connsiteY34" fmla="*/ 1019326 h 1193800"/>
                  <a:gd name="connsiteX35" fmla="*/ 562938 w 898525"/>
                  <a:gd name="connsiteY35" fmla="*/ 1019326 h 1193800"/>
                  <a:gd name="connsiteX36" fmla="*/ 543546 w 898525"/>
                  <a:gd name="connsiteY36" fmla="*/ 1009985 h 1193800"/>
                  <a:gd name="connsiteX37" fmla="*/ 541391 w 898525"/>
                  <a:gd name="connsiteY37" fmla="*/ 1007829 h 1193800"/>
                  <a:gd name="connsiteX38" fmla="*/ 540673 w 898525"/>
                  <a:gd name="connsiteY38" fmla="*/ 1007111 h 1193800"/>
                  <a:gd name="connsiteX39" fmla="*/ 506198 w 898525"/>
                  <a:gd name="connsiteY39" fmla="*/ 941722 h 1193800"/>
                  <a:gd name="connsiteX40" fmla="*/ 425038 w 898525"/>
                  <a:gd name="connsiteY40" fmla="*/ 1015733 h 1193800"/>
                  <a:gd name="connsiteX41" fmla="*/ 403491 w 898525"/>
                  <a:gd name="connsiteY41" fmla="*/ 1012859 h 1193800"/>
                  <a:gd name="connsiteX42" fmla="*/ 406364 w 898525"/>
                  <a:gd name="connsiteY42" fmla="*/ 990584 h 1193800"/>
                  <a:gd name="connsiteX43" fmla="*/ 501888 w 898525"/>
                  <a:gd name="connsiteY43" fmla="*/ 900765 h 1193800"/>
                  <a:gd name="connsiteX44" fmla="*/ 513380 w 898525"/>
                  <a:gd name="connsiteY44" fmla="*/ 888549 h 1193800"/>
                  <a:gd name="connsiteX45" fmla="*/ 519844 w 898525"/>
                  <a:gd name="connsiteY45" fmla="*/ 886484 h 1193800"/>
                  <a:gd name="connsiteX46" fmla="*/ 31750 w 898525"/>
                  <a:gd name="connsiteY46" fmla="*/ 31750 h 1193800"/>
                  <a:gd name="connsiteX47" fmla="*/ 31750 w 898525"/>
                  <a:gd name="connsiteY47" fmla="*/ 1163638 h 1193800"/>
                  <a:gd name="connsiteX48" fmla="*/ 866775 w 898525"/>
                  <a:gd name="connsiteY48" fmla="*/ 1163638 h 1193800"/>
                  <a:gd name="connsiteX49" fmla="*/ 866775 w 898525"/>
                  <a:gd name="connsiteY49" fmla="*/ 31750 h 1193800"/>
                  <a:gd name="connsiteX50" fmla="*/ 31750 w 898525"/>
                  <a:gd name="connsiteY50" fmla="*/ 31750 h 1193800"/>
                  <a:gd name="connsiteX51" fmla="*/ 15739 w 898525"/>
                  <a:gd name="connsiteY51" fmla="*/ 0 h 1193800"/>
                  <a:gd name="connsiteX52" fmla="*/ 882787 w 898525"/>
                  <a:gd name="connsiteY52" fmla="*/ 0 h 1193800"/>
                  <a:gd name="connsiteX53" fmla="*/ 898525 w 898525"/>
                  <a:gd name="connsiteY53" fmla="*/ 15727 h 1193800"/>
                  <a:gd name="connsiteX54" fmla="*/ 898525 w 898525"/>
                  <a:gd name="connsiteY54" fmla="*/ 1178073 h 1193800"/>
                  <a:gd name="connsiteX55" fmla="*/ 882787 w 898525"/>
                  <a:gd name="connsiteY55" fmla="*/ 1193800 h 1193800"/>
                  <a:gd name="connsiteX56" fmla="*/ 15739 w 898525"/>
                  <a:gd name="connsiteY56" fmla="*/ 1193800 h 1193800"/>
                  <a:gd name="connsiteX57" fmla="*/ 0 w 898525"/>
                  <a:gd name="connsiteY57" fmla="*/ 1178073 h 1193800"/>
                  <a:gd name="connsiteX58" fmla="*/ 0 w 898525"/>
                  <a:gd name="connsiteY58" fmla="*/ 15727 h 1193800"/>
                  <a:gd name="connsiteX59" fmla="*/ 15739 w 898525"/>
                  <a:gd name="connsiteY59" fmla="*/ 0 h 119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898525" h="1193800">
                    <a:moveTo>
                      <a:pt x="399885" y="1031875"/>
                    </a:moveTo>
                    <a:cubicBezTo>
                      <a:pt x="654816" y="1031875"/>
                      <a:pt x="766214" y="1031875"/>
                      <a:pt x="766214" y="1031875"/>
                    </a:cubicBezTo>
                    <a:cubicBezTo>
                      <a:pt x="775497" y="1031875"/>
                      <a:pt x="782638" y="1038045"/>
                      <a:pt x="782638" y="1046957"/>
                    </a:cubicBezTo>
                    <a:cubicBezTo>
                      <a:pt x="782638" y="1055183"/>
                      <a:pt x="775497" y="1062038"/>
                      <a:pt x="766214" y="1062038"/>
                    </a:cubicBezTo>
                    <a:cubicBezTo>
                      <a:pt x="471294" y="1062038"/>
                      <a:pt x="399885" y="1062038"/>
                      <a:pt x="399885" y="1062038"/>
                    </a:cubicBezTo>
                    <a:cubicBezTo>
                      <a:pt x="390602" y="1062038"/>
                      <a:pt x="384175" y="1055183"/>
                      <a:pt x="384175" y="1046957"/>
                    </a:cubicBezTo>
                    <a:cubicBezTo>
                      <a:pt x="384175" y="1038045"/>
                      <a:pt x="390602" y="1031875"/>
                      <a:pt x="399885" y="1031875"/>
                    </a:cubicBezTo>
                    <a:close/>
                    <a:moveTo>
                      <a:pt x="519844" y="886484"/>
                    </a:moveTo>
                    <a:cubicBezTo>
                      <a:pt x="521999" y="887112"/>
                      <a:pt x="523794" y="888909"/>
                      <a:pt x="524153" y="891424"/>
                    </a:cubicBezTo>
                    <a:cubicBezTo>
                      <a:pt x="524153" y="891424"/>
                      <a:pt x="524153" y="891424"/>
                      <a:pt x="527744" y="908669"/>
                    </a:cubicBezTo>
                    <a:cubicBezTo>
                      <a:pt x="533490" y="933818"/>
                      <a:pt x="545700" y="959686"/>
                      <a:pt x="562219" y="984117"/>
                    </a:cubicBezTo>
                    <a:cubicBezTo>
                      <a:pt x="565811" y="979806"/>
                      <a:pt x="570120" y="974776"/>
                      <a:pt x="573711" y="969746"/>
                    </a:cubicBezTo>
                    <a:cubicBezTo>
                      <a:pt x="579457" y="963279"/>
                      <a:pt x="585203" y="957530"/>
                      <a:pt x="590230" y="951064"/>
                    </a:cubicBezTo>
                    <a:cubicBezTo>
                      <a:pt x="590949" y="949626"/>
                      <a:pt x="590949" y="949626"/>
                      <a:pt x="590949" y="949626"/>
                    </a:cubicBezTo>
                    <a:cubicBezTo>
                      <a:pt x="591667" y="949626"/>
                      <a:pt x="592385" y="948908"/>
                      <a:pt x="592385" y="948189"/>
                    </a:cubicBezTo>
                    <a:cubicBezTo>
                      <a:pt x="594540" y="946034"/>
                      <a:pt x="598849" y="941722"/>
                      <a:pt x="604595" y="940285"/>
                    </a:cubicBezTo>
                    <a:cubicBezTo>
                      <a:pt x="605313" y="939567"/>
                      <a:pt x="605313" y="939567"/>
                      <a:pt x="605313" y="939567"/>
                    </a:cubicBezTo>
                    <a:cubicBezTo>
                      <a:pt x="606031" y="939567"/>
                      <a:pt x="606031" y="939567"/>
                      <a:pt x="606031" y="939567"/>
                    </a:cubicBezTo>
                    <a:cubicBezTo>
                      <a:pt x="619678" y="935974"/>
                      <a:pt x="630451" y="944597"/>
                      <a:pt x="636915" y="949626"/>
                    </a:cubicBezTo>
                    <a:cubicBezTo>
                      <a:pt x="638352" y="951064"/>
                      <a:pt x="639070" y="952501"/>
                      <a:pt x="640506" y="953219"/>
                    </a:cubicBezTo>
                    <a:cubicBezTo>
                      <a:pt x="651280" y="960405"/>
                      <a:pt x="670672" y="950345"/>
                      <a:pt x="683600" y="939567"/>
                    </a:cubicBezTo>
                    <a:cubicBezTo>
                      <a:pt x="684318" y="938130"/>
                      <a:pt x="685755" y="936692"/>
                      <a:pt x="687191" y="935255"/>
                    </a:cubicBezTo>
                    <a:cubicBezTo>
                      <a:pt x="704429" y="920166"/>
                      <a:pt x="725976" y="900046"/>
                      <a:pt x="753987" y="904358"/>
                    </a:cubicBezTo>
                    <a:cubicBezTo>
                      <a:pt x="762605" y="905795"/>
                      <a:pt x="768351" y="914417"/>
                      <a:pt x="766915" y="922321"/>
                    </a:cubicBezTo>
                    <a:cubicBezTo>
                      <a:pt x="765478" y="930944"/>
                      <a:pt x="757578" y="936692"/>
                      <a:pt x="749677" y="935255"/>
                    </a:cubicBezTo>
                    <a:cubicBezTo>
                      <a:pt x="736031" y="933100"/>
                      <a:pt x="721666" y="946034"/>
                      <a:pt x="707302" y="958249"/>
                    </a:cubicBezTo>
                    <a:cubicBezTo>
                      <a:pt x="705865" y="959686"/>
                      <a:pt x="704429" y="960405"/>
                      <a:pt x="703711" y="961842"/>
                    </a:cubicBezTo>
                    <a:cubicBezTo>
                      <a:pt x="674263" y="986991"/>
                      <a:pt x="644816" y="993458"/>
                      <a:pt x="623269" y="978369"/>
                    </a:cubicBezTo>
                    <a:cubicBezTo>
                      <a:pt x="620396" y="976213"/>
                      <a:pt x="618960" y="974776"/>
                      <a:pt x="616805" y="973339"/>
                    </a:cubicBezTo>
                    <a:cubicBezTo>
                      <a:pt x="616087" y="972620"/>
                      <a:pt x="614650" y="971183"/>
                      <a:pt x="613214" y="970464"/>
                    </a:cubicBezTo>
                    <a:cubicBezTo>
                      <a:pt x="613214" y="970464"/>
                      <a:pt x="613214" y="971183"/>
                      <a:pt x="612496" y="971183"/>
                    </a:cubicBezTo>
                    <a:cubicBezTo>
                      <a:pt x="608186" y="976931"/>
                      <a:pt x="603159" y="983398"/>
                      <a:pt x="597413" y="989865"/>
                    </a:cubicBezTo>
                    <a:cubicBezTo>
                      <a:pt x="592385" y="995614"/>
                      <a:pt x="587358" y="1002081"/>
                      <a:pt x="582330" y="1008548"/>
                    </a:cubicBezTo>
                    <a:cubicBezTo>
                      <a:pt x="580175" y="1011422"/>
                      <a:pt x="575148" y="1017170"/>
                      <a:pt x="565811" y="1019326"/>
                    </a:cubicBezTo>
                    <a:cubicBezTo>
                      <a:pt x="565811" y="1019326"/>
                      <a:pt x="565811" y="1019326"/>
                      <a:pt x="564374" y="1019326"/>
                    </a:cubicBezTo>
                    <a:cubicBezTo>
                      <a:pt x="562938" y="1019326"/>
                      <a:pt x="562938" y="1019326"/>
                      <a:pt x="562938" y="1019326"/>
                    </a:cubicBezTo>
                    <a:cubicBezTo>
                      <a:pt x="552883" y="1019326"/>
                      <a:pt x="546418" y="1012859"/>
                      <a:pt x="543546" y="1009985"/>
                    </a:cubicBezTo>
                    <a:cubicBezTo>
                      <a:pt x="541391" y="1007829"/>
                      <a:pt x="541391" y="1007829"/>
                      <a:pt x="541391" y="1007829"/>
                    </a:cubicBezTo>
                    <a:cubicBezTo>
                      <a:pt x="540673" y="1007111"/>
                      <a:pt x="540673" y="1007111"/>
                      <a:pt x="540673" y="1007111"/>
                    </a:cubicBezTo>
                    <a:cubicBezTo>
                      <a:pt x="526308" y="986273"/>
                      <a:pt x="514098" y="963997"/>
                      <a:pt x="506198" y="941722"/>
                    </a:cubicBezTo>
                    <a:cubicBezTo>
                      <a:pt x="480341" y="968309"/>
                      <a:pt x="453049" y="992740"/>
                      <a:pt x="425038" y="1015733"/>
                    </a:cubicBezTo>
                    <a:cubicBezTo>
                      <a:pt x="417855" y="1020763"/>
                      <a:pt x="409237" y="1019326"/>
                      <a:pt x="403491" y="1012859"/>
                    </a:cubicBezTo>
                    <a:cubicBezTo>
                      <a:pt x="398463" y="1006392"/>
                      <a:pt x="399900" y="995614"/>
                      <a:pt x="406364" y="990584"/>
                    </a:cubicBezTo>
                    <a:cubicBezTo>
                      <a:pt x="440121" y="964716"/>
                      <a:pt x="471723" y="934537"/>
                      <a:pt x="501888" y="900765"/>
                    </a:cubicBezTo>
                    <a:cubicBezTo>
                      <a:pt x="501888" y="900765"/>
                      <a:pt x="501888" y="900765"/>
                      <a:pt x="513380" y="888549"/>
                    </a:cubicBezTo>
                    <a:cubicBezTo>
                      <a:pt x="515176" y="886394"/>
                      <a:pt x="517689" y="885855"/>
                      <a:pt x="519844" y="886484"/>
                    </a:cubicBezTo>
                    <a:close/>
                    <a:moveTo>
                      <a:pt x="31750" y="31750"/>
                    </a:moveTo>
                    <a:cubicBezTo>
                      <a:pt x="31750" y="31750"/>
                      <a:pt x="31750" y="31750"/>
                      <a:pt x="31750" y="1163638"/>
                    </a:cubicBezTo>
                    <a:cubicBezTo>
                      <a:pt x="31750" y="1163638"/>
                      <a:pt x="31750" y="1163638"/>
                      <a:pt x="866775" y="1163638"/>
                    </a:cubicBezTo>
                    <a:cubicBezTo>
                      <a:pt x="866775" y="1163638"/>
                      <a:pt x="866775" y="1163638"/>
                      <a:pt x="866775" y="31750"/>
                    </a:cubicBezTo>
                    <a:cubicBezTo>
                      <a:pt x="866775" y="31750"/>
                      <a:pt x="866775" y="31750"/>
                      <a:pt x="31750" y="31750"/>
                    </a:cubicBezTo>
                    <a:close/>
                    <a:moveTo>
                      <a:pt x="15739" y="0"/>
                    </a:moveTo>
                    <a:cubicBezTo>
                      <a:pt x="15739" y="0"/>
                      <a:pt x="15739" y="0"/>
                      <a:pt x="882787" y="0"/>
                    </a:cubicBezTo>
                    <a:cubicBezTo>
                      <a:pt x="892087" y="0"/>
                      <a:pt x="898525" y="7149"/>
                      <a:pt x="898525" y="15727"/>
                    </a:cubicBezTo>
                    <a:cubicBezTo>
                      <a:pt x="898525" y="15727"/>
                      <a:pt x="898525" y="15727"/>
                      <a:pt x="898525" y="1178073"/>
                    </a:cubicBezTo>
                    <a:cubicBezTo>
                      <a:pt x="898525" y="1187367"/>
                      <a:pt x="892087" y="1193800"/>
                      <a:pt x="882787" y="1193800"/>
                    </a:cubicBezTo>
                    <a:cubicBezTo>
                      <a:pt x="882787" y="1193800"/>
                      <a:pt x="882787" y="1193800"/>
                      <a:pt x="15739" y="1193800"/>
                    </a:cubicBezTo>
                    <a:cubicBezTo>
                      <a:pt x="6439" y="1193800"/>
                      <a:pt x="0" y="1187367"/>
                      <a:pt x="0" y="1178073"/>
                    </a:cubicBezTo>
                    <a:cubicBezTo>
                      <a:pt x="0" y="1178073"/>
                      <a:pt x="0" y="1178073"/>
                      <a:pt x="0" y="15727"/>
                    </a:cubicBezTo>
                    <a:cubicBezTo>
                      <a:pt x="0" y="7149"/>
                      <a:pt x="6439" y="0"/>
                      <a:pt x="15739"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grpSp>
        <p:nvGrpSpPr>
          <p:cNvPr id="167" name="bcgIcons_Demand centric growth ">
            <a:extLst>
              <a:ext uri="{FF2B5EF4-FFF2-40B4-BE49-F238E27FC236}">
                <a16:creationId xmlns:a16="http://schemas.microsoft.com/office/drawing/2014/main" id="{B53D780A-E726-4222-BA3B-691C3C1DFF1E}"/>
              </a:ext>
            </a:extLst>
          </p:cNvPr>
          <p:cNvGrpSpPr>
            <a:grpSpLocks/>
          </p:cNvGrpSpPr>
          <p:nvPr/>
        </p:nvGrpSpPr>
        <p:grpSpPr>
          <a:xfrm>
            <a:off x="3809420" y="4372476"/>
            <a:ext cx="551682" cy="551152"/>
            <a:chOff x="6464300" y="2606675"/>
            <a:chExt cx="1646238" cy="1644650"/>
          </a:xfrm>
        </p:grpSpPr>
        <p:sp>
          <p:nvSpPr>
            <p:cNvPr id="168" name="AutoShape 3">
              <a:extLst>
                <a:ext uri="{FF2B5EF4-FFF2-40B4-BE49-F238E27FC236}">
                  <a16:creationId xmlns:a16="http://schemas.microsoft.com/office/drawing/2014/main" id="{9E2EB577-E0F0-4BD2-9297-AD9A3397596B}"/>
                </a:ext>
              </a:extLst>
            </p:cNvPr>
            <p:cNvSpPr>
              <a:spLocks noChangeAspect="1" noChangeArrowheads="1" noTextEdit="1"/>
            </p:cNvSpPr>
            <p:nvPr/>
          </p:nvSpPr>
          <p:spPr bwMode="auto">
            <a:xfrm>
              <a:off x="6464300" y="2606675"/>
              <a:ext cx="1646238"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169" name="Group 168">
              <a:extLst>
                <a:ext uri="{FF2B5EF4-FFF2-40B4-BE49-F238E27FC236}">
                  <a16:creationId xmlns:a16="http://schemas.microsoft.com/office/drawing/2014/main" id="{27970CC7-3020-4D41-86D3-1D86557F4AE2}"/>
                </a:ext>
              </a:extLst>
            </p:cNvPr>
            <p:cNvGrpSpPr/>
            <p:nvPr/>
          </p:nvGrpSpPr>
          <p:grpSpPr>
            <a:xfrm>
              <a:off x="6729413" y="2881313"/>
              <a:ext cx="1123838" cy="1125538"/>
              <a:chOff x="6729413" y="2881313"/>
              <a:chExt cx="1123838" cy="1125538"/>
            </a:xfrm>
          </p:grpSpPr>
          <p:sp>
            <p:nvSpPr>
              <p:cNvPr id="170" name="Freeform 16">
                <a:extLst>
                  <a:ext uri="{FF2B5EF4-FFF2-40B4-BE49-F238E27FC236}">
                    <a16:creationId xmlns:a16="http://schemas.microsoft.com/office/drawing/2014/main" id="{9A7ACB2F-1208-48B8-8F01-22BDE0A6B1DC}"/>
                  </a:ext>
                </a:extLst>
              </p:cNvPr>
              <p:cNvSpPr>
                <a:spLocks/>
              </p:cNvSpPr>
              <p:nvPr/>
            </p:nvSpPr>
            <p:spPr bwMode="auto">
              <a:xfrm>
                <a:off x="7073900" y="2881313"/>
                <a:ext cx="709613" cy="574675"/>
              </a:xfrm>
              <a:custGeom>
                <a:avLst/>
                <a:gdLst>
                  <a:gd name="T0" fmla="*/ 992 w 993"/>
                  <a:gd name="T1" fmla="*/ 8 h 805"/>
                  <a:gd name="T2" fmla="*/ 983 w 993"/>
                  <a:gd name="T3" fmla="*/ 0 h 805"/>
                  <a:gd name="T4" fmla="*/ 486 w 993"/>
                  <a:gd name="T5" fmla="*/ 429 h 805"/>
                  <a:gd name="T6" fmla="*/ 469 w 993"/>
                  <a:gd name="T7" fmla="*/ 433 h 805"/>
                  <a:gd name="T8" fmla="*/ 9 w 993"/>
                  <a:gd name="T9" fmla="*/ 255 h 805"/>
                  <a:gd name="T10" fmla="*/ 0 w 993"/>
                  <a:gd name="T11" fmla="*/ 264 h 805"/>
                  <a:gd name="T12" fmla="*/ 385 w 993"/>
                  <a:gd name="T13" fmla="*/ 649 h 805"/>
                  <a:gd name="T14" fmla="*/ 393 w 993"/>
                  <a:gd name="T15" fmla="*/ 641 h 805"/>
                  <a:gd name="T16" fmla="*/ 284 w 993"/>
                  <a:gd name="T17" fmla="*/ 426 h 805"/>
                  <a:gd name="T18" fmla="*/ 294 w 993"/>
                  <a:gd name="T19" fmla="*/ 412 h 805"/>
                  <a:gd name="T20" fmla="*/ 461 w 993"/>
                  <a:gd name="T21" fmla="*/ 766 h 805"/>
                  <a:gd name="T22" fmla="*/ 461 w 993"/>
                  <a:gd name="T23" fmla="*/ 794 h 805"/>
                  <a:gd name="T24" fmla="*/ 521 w 993"/>
                  <a:gd name="T25" fmla="*/ 797 h 805"/>
                  <a:gd name="T26" fmla="*/ 562 w 993"/>
                  <a:gd name="T27" fmla="*/ 805 h 805"/>
                  <a:gd name="T28" fmla="*/ 554 w 993"/>
                  <a:gd name="T29" fmla="*/ 681 h 805"/>
                  <a:gd name="T30" fmla="*/ 555 w 993"/>
                  <a:gd name="T31" fmla="*/ 524 h 805"/>
                  <a:gd name="T32" fmla="*/ 578 w 993"/>
                  <a:gd name="T33" fmla="*/ 391 h 805"/>
                  <a:gd name="T34" fmla="*/ 679 w 993"/>
                  <a:gd name="T35" fmla="*/ 227 h 805"/>
                  <a:gd name="T36" fmla="*/ 745 w 993"/>
                  <a:gd name="T37" fmla="*/ 180 h 805"/>
                  <a:gd name="T38" fmla="*/ 755 w 993"/>
                  <a:gd name="T39" fmla="*/ 194 h 805"/>
                  <a:gd name="T40" fmla="*/ 623 w 993"/>
                  <a:gd name="T41" fmla="*/ 477 h 805"/>
                  <a:gd name="T42" fmla="*/ 632 w 993"/>
                  <a:gd name="T43" fmla="*/ 487 h 805"/>
                  <a:gd name="T44" fmla="*/ 992 w 993"/>
                  <a:gd name="T45" fmla="*/ 8 h 8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93" h="805">
                    <a:moveTo>
                      <a:pt x="992" y="8"/>
                    </a:moveTo>
                    <a:cubicBezTo>
                      <a:pt x="992" y="3"/>
                      <a:pt x="988" y="0"/>
                      <a:pt x="983" y="0"/>
                    </a:cubicBezTo>
                    <a:cubicBezTo>
                      <a:pt x="559" y="3"/>
                      <a:pt x="495" y="259"/>
                      <a:pt x="486" y="429"/>
                    </a:cubicBezTo>
                    <a:cubicBezTo>
                      <a:pt x="486" y="438"/>
                      <a:pt x="474" y="441"/>
                      <a:pt x="469" y="433"/>
                    </a:cubicBezTo>
                    <a:cubicBezTo>
                      <a:pt x="417" y="327"/>
                      <a:pt x="293" y="242"/>
                      <a:pt x="9" y="255"/>
                    </a:cubicBezTo>
                    <a:cubicBezTo>
                      <a:pt x="4" y="255"/>
                      <a:pt x="0" y="259"/>
                      <a:pt x="0" y="264"/>
                    </a:cubicBezTo>
                    <a:cubicBezTo>
                      <a:pt x="3" y="321"/>
                      <a:pt x="35" y="645"/>
                      <a:pt x="385" y="649"/>
                    </a:cubicBezTo>
                    <a:cubicBezTo>
                      <a:pt x="389" y="649"/>
                      <a:pt x="393" y="645"/>
                      <a:pt x="393" y="641"/>
                    </a:cubicBezTo>
                    <a:cubicBezTo>
                      <a:pt x="395" y="614"/>
                      <a:pt x="392" y="523"/>
                      <a:pt x="284" y="426"/>
                    </a:cubicBezTo>
                    <a:cubicBezTo>
                      <a:pt x="276" y="420"/>
                      <a:pt x="284" y="408"/>
                      <a:pt x="294" y="412"/>
                    </a:cubicBezTo>
                    <a:cubicBezTo>
                      <a:pt x="427" y="475"/>
                      <a:pt x="467" y="630"/>
                      <a:pt x="461" y="766"/>
                    </a:cubicBezTo>
                    <a:cubicBezTo>
                      <a:pt x="460" y="772"/>
                      <a:pt x="460" y="782"/>
                      <a:pt x="461" y="794"/>
                    </a:cubicBezTo>
                    <a:cubicBezTo>
                      <a:pt x="521" y="797"/>
                      <a:pt x="521" y="797"/>
                      <a:pt x="521" y="797"/>
                    </a:cubicBezTo>
                    <a:cubicBezTo>
                      <a:pt x="535" y="798"/>
                      <a:pt x="549" y="801"/>
                      <a:pt x="562" y="805"/>
                    </a:cubicBezTo>
                    <a:cubicBezTo>
                      <a:pt x="565" y="763"/>
                      <a:pt x="557" y="710"/>
                      <a:pt x="554" y="681"/>
                    </a:cubicBezTo>
                    <a:cubicBezTo>
                      <a:pt x="551" y="628"/>
                      <a:pt x="552" y="576"/>
                      <a:pt x="555" y="524"/>
                    </a:cubicBezTo>
                    <a:cubicBezTo>
                      <a:pt x="557" y="479"/>
                      <a:pt x="564" y="434"/>
                      <a:pt x="578" y="391"/>
                    </a:cubicBezTo>
                    <a:cubicBezTo>
                      <a:pt x="597" y="329"/>
                      <a:pt x="632" y="272"/>
                      <a:pt x="679" y="227"/>
                    </a:cubicBezTo>
                    <a:cubicBezTo>
                      <a:pt x="699" y="209"/>
                      <a:pt x="721" y="193"/>
                      <a:pt x="745" y="180"/>
                    </a:cubicBezTo>
                    <a:cubicBezTo>
                      <a:pt x="753" y="175"/>
                      <a:pt x="761" y="186"/>
                      <a:pt x="755" y="194"/>
                    </a:cubicBezTo>
                    <a:cubicBezTo>
                      <a:pt x="643" y="322"/>
                      <a:pt x="626" y="444"/>
                      <a:pt x="623" y="477"/>
                    </a:cubicBezTo>
                    <a:cubicBezTo>
                      <a:pt x="623" y="482"/>
                      <a:pt x="627" y="487"/>
                      <a:pt x="632" y="487"/>
                    </a:cubicBezTo>
                    <a:cubicBezTo>
                      <a:pt x="984" y="480"/>
                      <a:pt x="993" y="73"/>
                      <a:pt x="992" y="8"/>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71" name="Freeform 17">
                <a:extLst>
                  <a:ext uri="{FF2B5EF4-FFF2-40B4-BE49-F238E27FC236}">
                    <a16:creationId xmlns:a16="http://schemas.microsoft.com/office/drawing/2014/main" id="{5D63CEF1-46AB-40DF-915B-709DD09C47E4}"/>
                  </a:ext>
                </a:extLst>
              </p:cNvPr>
              <p:cNvSpPr>
                <a:spLocks/>
              </p:cNvSpPr>
              <p:nvPr/>
            </p:nvSpPr>
            <p:spPr bwMode="auto">
              <a:xfrm>
                <a:off x="6729413" y="3465513"/>
                <a:ext cx="1123838" cy="541338"/>
              </a:xfrm>
              <a:custGeom>
                <a:avLst/>
                <a:gdLst>
                  <a:gd name="connsiteX0" fmla="*/ 409739 w 1123838"/>
                  <a:gd name="connsiteY0" fmla="*/ 31591 h 541338"/>
                  <a:gd name="connsiteX1" fmla="*/ 326138 w 1123838"/>
                  <a:gd name="connsiteY1" fmla="*/ 51601 h 541338"/>
                  <a:gd name="connsiteX2" fmla="*/ 31750 w 1123838"/>
                  <a:gd name="connsiteY2" fmla="*/ 218820 h 541338"/>
                  <a:gd name="connsiteX3" fmla="*/ 31750 w 1123838"/>
                  <a:gd name="connsiteY3" fmla="*/ 503237 h 541338"/>
                  <a:gd name="connsiteX4" fmla="*/ 368296 w 1123838"/>
                  <a:gd name="connsiteY4" fmla="*/ 373177 h 541338"/>
                  <a:gd name="connsiteX5" fmla="*/ 419028 w 1123838"/>
                  <a:gd name="connsiteY5" fmla="*/ 365316 h 541338"/>
                  <a:gd name="connsiteX6" fmla="*/ 568366 w 1123838"/>
                  <a:gd name="connsiteY6" fmla="*/ 376036 h 541338"/>
                  <a:gd name="connsiteX7" fmla="*/ 797017 w 1123838"/>
                  <a:gd name="connsiteY7" fmla="*/ 349595 h 541338"/>
                  <a:gd name="connsiteX8" fmla="*/ 1047818 w 1123838"/>
                  <a:gd name="connsiteY8" fmla="*/ 183090 h 541338"/>
                  <a:gd name="connsiteX9" fmla="*/ 1079972 w 1123838"/>
                  <a:gd name="connsiteY9" fmla="*/ 145930 h 541338"/>
                  <a:gd name="connsiteX10" fmla="*/ 1074971 w 1123838"/>
                  <a:gd name="connsiteY10" fmla="*/ 71610 h 541338"/>
                  <a:gd name="connsiteX11" fmla="*/ 1036386 w 1123838"/>
                  <a:gd name="connsiteY11" fmla="*/ 58032 h 541338"/>
                  <a:gd name="connsiteX12" fmla="*/ 999230 w 1123838"/>
                  <a:gd name="connsiteY12" fmla="*/ 75897 h 541338"/>
                  <a:gd name="connsiteX13" fmla="*/ 951356 w 1123838"/>
                  <a:gd name="connsiteY13" fmla="*/ 129494 h 541338"/>
                  <a:gd name="connsiteX14" fmla="*/ 805591 w 1123838"/>
                  <a:gd name="connsiteY14" fmla="*/ 220964 h 541338"/>
                  <a:gd name="connsiteX15" fmla="*/ 608380 w 1123838"/>
                  <a:gd name="connsiteY15" fmla="*/ 210245 h 541338"/>
                  <a:gd name="connsiteX16" fmla="*/ 553360 w 1123838"/>
                  <a:gd name="connsiteY16" fmla="*/ 188092 h 541338"/>
                  <a:gd name="connsiteX17" fmla="*/ 544071 w 1123838"/>
                  <a:gd name="connsiteY17" fmla="*/ 171656 h 541338"/>
                  <a:gd name="connsiteX18" fmla="*/ 557648 w 1123838"/>
                  <a:gd name="connsiteY18" fmla="*/ 158078 h 541338"/>
                  <a:gd name="connsiteX19" fmla="*/ 715560 w 1123838"/>
                  <a:gd name="connsiteY19" fmla="*/ 142357 h 541338"/>
                  <a:gd name="connsiteX20" fmla="*/ 759146 w 1123838"/>
                  <a:gd name="connsiteY20" fmla="*/ 95192 h 541338"/>
                  <a:gd name="connsiteX21" fmla="*/ 713416 w 1123838"/>
                  <a:gd name="connsiteY21" fmla="*/ 47313 h 541338"/>
                  <a:gd name="connsiteX22" fmla="*/ 409739 w 1123838"/>
                  <a:gd name="connsiteY22" fmla="*/ 31591 h 541338"/>
                  <a:gd name="connsiteX23" fmla="*/ 390213 w 1123838"/>
                  <a:gd name="connsiteY23" fmla="*/ 0 h 541338"/>
                  <a:gd name="connsiteX24" fmla="*/ 393786 w 1123838"/>
                  <a:gd name="connsiteY24" fmla="*/ 0 h 541338"/>
                  <a:gd name="connsiteX25" fmla="*/ 396645 w 1123838"/>
                  <a:gd name="connsiteY25" fmla="*/ 0 h 541338"/>
                  <a:gd name="connsiteX26" fmla="*/ 399504 w 1123838"/>
                  <a:gd name="connsiteY26" fmla="*/ 0 h 541338"/>
                  <a:gd name="connsiteX27" fmla="*/ 403077 w 1123838"/>
                  <a:gd name="connsiteY27" fmla="*/ 0 h 541338"/>
                  <a:gd name="connsiteX28" fmla="*/ 410939 w 1123838"/>
                  <a:gd name="connsiteY28" fmla="*/ 0 h 541338"/>
                  <a:gd name="connsiteX29" fmla="*/ 715390 w 1123838"/>
                  <a:gd name="connsiteY29" fmla="*/ 15712 h 541338"/>
                  <a:gd name="connsiteX30" fmla="*/ 780426 w 1123838"/>
                  <a:gd name="connsiteY30" fmla="*/ 56419 h 541338"/>
                  <a:gd name="connsiteX31" fmla="*/ 782570 w 1123838"/>
                  <a:gd name="connsiteY31" fmla="*/ 60704 h 541338"/>
                  <a:gd name="connsiteX32" fmla="*/ 789002 w 1123838"/>
                  <a:gd name="connsiteY32" fmla="*/ 79273 h 541338"/>
                  <a:gd name="connsiteX33" fmla="*/ 790431 w 1123838"/>
                  <a:gd name="connsiteY33" fmla="*/ 94984 h 541338"/>
                  <a:gd name="connsiteX34" fmla="*/ 789716 w 1123838"/>
                  <a:gd name="connsiteY34" fmla="*/ 100698 h 541338"/>
                  <a:gd name="connsiteX35" fmla="*/ 789716 w 1123838"/>
                  <a:gd name="connsiteY35" fmla="*/ 101412 h 541338"/>
                  <a:gd name="connsiteX36" fmla="*/ 789002 w 1123838"/>
                  <a:gd name="connsiteY36" fmla="*/ 107125 h 541338"/>
                  <a:gd name="connsiteX37" fmla="*/ 763988 w 1123838"/>
                  <a:gd name="connsiteY37" fmla="*/ 154260 h 541338"/>
                  <a:gd name="connsiteX38" fmla="*/ 763273 w 1123838"/>
                  <a:gd name="connsiteY38" fmla="*/ 154260 h 541338"/>
                  <a:gd name="connsiteX39" fmla="*/ 758985 w 1123838"/>
                  <a:gd name="connsiteY39" fmla="*/ 157831 h 541338"/>
                  <a:gd name="connsiteX40" fmla="*/ 754697 w 1123838"/>
                  <a:gd name="connsiteY40" fmla="*/ 160688 h 541338"/>
                  <a:gd name="connsiteX41" fmla="*/ 753983 w 1123838"/>
                  <a:gd name="connsiteY41" fmla="*/ 161402 h 541338"/>
                  <a:gd name="connsiteX42" fmla="*/ 749695 w 1123838"/>
                  <a:gd name="connsiteY42" fmla="*/ 164258 h 541338"/>
                  <a:gd name="connsiteX43" fmla="*/ 748265 w 1123838"/>
                  <a:gd name="connsiteY43" fmla="*/ 164973 h 541338"/>
                  <a:gd name="connsiteX44" fmla="*/ 743263 w 1123838"/>
                  <a:gd name="connsiteY44" fmla="*/ 167115 h 541338"/>
                  <a:gd name="connsiteX45" fmla="*/ 742548 w 1123838"/>
                  <a:gd name="connsiteY45" fmla="*/ 167829 h 541338"/>
                  <a:gd name="connsiteX46" fmla="*/ 738260 w 1123838"/>
                  <a:gd name="connsiteY46" fmla="*/ 169258 h 541338"/>
                  <a:gd name="connsiteX47" fmla="*/ 718964 w 1123838"/>
                  <a:gd name="connsiteY47" fmla="*/ 173543 h 541338"/>
                  <a:gd name="connsiteX48" fmla="*/ 624626 w 1123838"/>
                  <a:gd name="connsiteY48" fmla="*/ 182827 h 541338"/>
                  <a:gd name="connsiteX49" fmla="*/ 743263 w 1123838"/>
                  <a:gd name="connsiteY49" fmla="*/ 199967 h 541338"/>
                  <a:gd name="connsiteX50" fmla="*/ 775423 w 1123838"/>
                  <a:gd name="connsiteY50" fmla="*/ 195682 h 541338"/>
                  <a:gd name="connsiteX51" fmla="*/ 785428 w 1123838"/>
                  <a:gd name="connsiteY51" fmla="*/ 193539 h 541338"/>
                  <a:gd name="connsiteX52" fmla="*/ 786858 w 1123838"/>
                  <a:gd name="connsiteY52" fmla="*/ 192825 h 541338"/>
                  <a:gd name="connsiteX53" fmla="*/ 796863 w 1123838"/>
                  <a:gd name="connsiteY53" fmla="*/ 190683 h 541338"/>
                  <a:gd name="connsiteX54" fmla="*/ 826880 w 1123838"/>
                  <a:gd name="connsiteY54" fmla="*/ 179970 h 541338"/>
                  <a:gd name="connsiteX55" fmla="*/ 909782 w 1123838"/>
                  <a:gd name="connsiteY55" fmla="*/ 127122 h 541338"/>
                  <a:gd name="connsiteX56" fmla="*/ 928363 w 1123838"/>
                  <a:gd name="connsiteY56" fmla="*/ 108553 h 541338"/>
                  <a:gd name="connsiteX57" fmla="*/ 975532 w 1123838"/>
                  <a:gd name="connsiteY57" fmla="*/ 54991 h 541338"/>
                  <a:gd name="connsiteX58" fmla="*/ 978391 w 1123838"/>
                  <a:gd name="connsiteY58" fmla="*/ 51420 h 541338"/>
                  <a:gd name="connsiteX59" fmla="*/ 979105 w 1123838"/>
                  <a:gd name="connsiteY59" fmla="*/ 51420 h 541338"/>
                  <a:gd name="connsiteX60" fmla="*/ 1034135 w 1123838"/>
                  <a:gd name="connsiteY60" fmla="*/ 26424 h 541338"/>
                  <a:gd name="connsiteX61" fmla="*/ 1034850 w 1123838"/>
                  <a:gd name="connsiteY61" fmla="*/ 26424 h 541338"/>
                  <a:gd name="connsiteX62" fmla="*/ 1039138 w 1123838"/>
                  <a:gd name="connsiteY62" fmla="*/ 26424 h 541338"/>
                  <a:gd name="connsiteX63" fmla="*/ 1040567 w 1123838"/>
                  <a:gd name="connsiteY63" fmla="*/ 26424 h 541338"/>
                  <a:gd name="connsiteX64" fmla="*/ 1079875 w 1123838"/>
                  <a:gd name="connsiteY64" fmla="*/ 37137 h 541338"/>
                  <a:gd name="connsiteX65" fmla="*/ 1083448 w 1123838"/>
                  <a:gd name="connsiteY65" fmla="*/ 39279 h 541338"/>
                  <a:gd name="connsiteX66" fmla="*/ 1086307 w 1123838"/>
                  <a:gd name="connsiteY66" fmla="*/ 40708 h 541338"/>
                  <a:gd name="connsiteX67" fmla="*/ 1087021 w 1123838"/>
                  <a:gd name="connsiteY67" fmla="*/ 41422 h 541338"/>
                  <a:gd name="connsiteX68" fmla="*/ 1089880 w 1123838"/>
                  <a:gd name="connsiteY68" fmla="*/ 43564 h 541338"/>
                  <a:gd name="connsiteX69" fmla="*/ 1090595 w 1123838"/>
                  <a:gd name="connsiteY69" fmla="*/ 44278 h 541338"/>
                  <a:gd name="connsiteX70" fmla="*/ 1092739 w 1123838"/>
                  <a:gd name="connsiteY70" fmla="*/ 45707 h 541338"/>
                  <a:gd name="connsiteX71" fmla="*/ 1095597 w 1123838"/>
                  <a:gd name="connsiteY71" fmla="*/ 47849 h 541338"/>
                  <a:gd name="connsiteX72" fmla="*/ 1095597 w 1123838"/>
                  <a:gd name="connsiteY72" fmla="*/ 48563 h 541338"/>
                  <a:gd name="connsiteX73" fmla="*/ 1103459 w 1123838"/>
                  <a:gd name="connsiteY73" fmla="*/ 165687 h 541338"/>
                  <a:gd name="connsiteX74" fmla="*/ 1072013 w 1123838"/>
                  <a:gd name="connsiteY74" fmla="*/ 203538 h 541338"/>
                  <a:gd name="connsiteX75" fmla="*/ 966241 w 1123838"/>
                  <a:gd name="connsiteY75" fmla="*/ 299950 h 541338"/>
                  <a:gd name="connsiteX76" fmla="*/ 956950 w 1123838"/>
                  <a:gd name="connsiteY76" fmla="*/ 306377 h 541338"/>
                  <a:gd name="connsiteX77" fmla="*/ 948374 w 1123838"/>
                  <a:gd name="connsiteY77" fmla="*/ 312091 h 541338"/>
                  <a:gd name="connsiteX78" fmla="*/ 806154 w 1123838"/>
                  <a:gd name="connsiteY78" fmla="*/ 379222 h 541338"/>
                  <a:gd name="connsiteX79" fmla="*/ 792575 w 1123838"/>
                  <a:gd name="connsiteY79" fmla="*/ 383507 h 541338"/>
                  <a:gd name="connsiteX80" fmla="*/ 788287 w 1123838"/>
                  <a:gd name="connsiteY80" fmla="*/ 384222 h 541338"/>
                  <a:gd name="connsiteX81" fmla="*/ 779711 w 1123838"/>
                  <a:gd name="connsiteY81" fmla="*/ 387078 h 541338"/>
                  <a:gd name="connsiteX82" fmla="*/ 773994 w 1123838"/>
                  <a:gd name="connsiteY82" fmla="*/ 388507 h 541338"/>
                  <a:gd name="connsiteX83" fmla="*/ 766132 w 1123838"/>
                  <a:gd name="connsiteY83" fmla="*/ 389935 h 541338"/>
                  <a:gd name="connsiteX84" fmla="*/ 759700 w 1123838"/>
                  <a:gd name="connsiteY84" fmla="*/ 392077 h 541338"/>
                  <a:gd name="connsiteX85" fmla="*/ 753983 w 1123838"/>
                  <a:gd name="connsiteY85" fmla="*/ 392792 h 541338"/>
                  <a:gd name="connsiteX86" fmla="*/ 724681 w 1123838"/>
                  <a:gd name="connsiteY86" fmla="*/ 399219 h 541338"/>
                  <a:gd name="connsiteX87" fmla="*/ 721822 w 1123838"/>
                  <a:gd name="connsiteY87" fmla="*/ 399219 h 541338"/>
                  <a:gd name="connsiteX88" fmla="*/ 711102 w 1123838"/>
                  <a:gd name="connsiteY88" fmla="*/ 401362 h 541338"/>
                  <a:gd name="connsiteX89" fmla="*/ 709673 w 1123838"/>
                  <a:gd name="connsiteY89" fmla="*/ 401362 h 541338"/>
                  <a:gd name="connsiteX90" fmla="*/ 650355 w 1123838"/>
                  <a:gd name="connsiteY90" fmla="*/ 407789 h 541338"/>
                  <a:gd name="connsiteX91" fmla="*/ 648211 w 1123838"/>
                  <a:gd name="connsiteY91" fmla="*/ 407789 h 541338"/>
                  <a:gd name="connsiteX92" fmla="*/ 637491 w 1123838"/>
                  <a:gd name="connsiteY92" fmla="*/ 408503 h 541338"/>
                  <a:gd name="connsiteX93" fmla="*/ 635347 w 1123838"/>
                  <a:gd name="connsiteY93" fmla="*/ 408503 h 541338"/>
                  <a:gd name="connsiteX94" fmla="*/ 621053 w 1123838"/>
                  <a:gd name="connsiteY94" fmla="*/ 408503 h 541338"/>
                  <a:gd name="connsiteX95" fmla="*/ 620338 w 1123838"/>
                  <a:gd name="connsiteY95" fmla="*/ 408503 h 541338"/>
                  <a:gd name="connsiteX96" fmla="*/ 612477 w 1123838"/>
                  <a:gd name="connsiteY96" fmla="*/ 408503 h 541338"/>
                  <a:gd name="connsiteX97" fmla="*/ 606045 w 1123838"/>
                  <a:gd name="connsiteY97" fmla="*/ 408503 h 541338"/>
                  <a:gd name="connsiteX98" fmla="*/ 598898 w 1123838"/>
                  <a:gd name="connsiteY98" fmla="*/ 408503 h 541338"/>
                  <a:gd name="connsiteX99" fmla="*/ 592466 w 1123838"/>
                  <a:gd name="connsiteY99" fmla="*/ 408503 h 541338"/>
                  <a:gd name="connsiteX100" fmla="*/ 584605 w 1123838"/>
                  <a:gd name="connsiteY100" fmla="*/ 407789 h 541338"/>
                  <a:gd name="connsiteX101" fmla="*/ 578887 w 1123838"/>
                  <a:gd name="connsiteY101" fmla="*/ 407789 h 541338"/>
                  <a:gd name="connsiteX102" fmla="*/ 566738 w 1123838"/>
                  <a:gd name="connsiteY102" fmla="*/ 407075 h 541338"/>
                  <a:gd name="connsiteX103" fmla="*/ 566023 w 1123838"/>
                  <a:gd name="connsiteY103" fmla="*/ 407075 h 541338"/>
                  <a:gd name="connsiteX104" fmla="*/ 485265 w 1123838"/>
                  <a:gd name="connsiteY104" fmla="*/ 401362 h 541338"/>
                  <a:gd name="connsiteX105" fmla="*/ 416656 w 1123838"/>
                  <a:gd name="connsiteY105" fmla="*/ 396362 h 541338"/>
                  <a:gd name="connsiteX106" fmla="*/ 410939 w 1123838"/>
                  <a:gd name="connsiteY106" fmla="*/ 396362 h 541338"/>
                  <a:gd name="connsiteX107" fmla="*/ 407365 w 1123838"/>
                  <a:gd name="connsiteY107" fmla="*/ 396362 h 541338"/>
                  <a:gd name="connsiteX108" fmla="*/ 393072 w 1123838"/>
                  <a:gd name="connsiteY108" fmla="*/ 397791 h 541338"/>
                  <a:gd name="connsiteX109" fmla="*/ 388784 w 1123838"/>
                  <a:gd name="connsiteY109" fmla="*/ 398505 h 541338"/>
                  <a:gd name="connsiteX110" fmla="*/ 388784 w 1123838"/>
                  <a:gd name="connsiteY110" fmla="*/ 399219 h 541338"/>
                  <a:gd name="connsiteX111" fmla="*/ 384496 w 1123838"/>
                  <a:gd name="connsiteY111" fmla="*/ 399933 h 541338"/>
                  <a:gd name="connsiteX112" fmla="*/ 383781 w 1123838"/>
                  <a:gd name="connsiteY112" fmla="*/ 400647 h 541338"/>
                  <a:gd name="connsiteX113" fmla="*/ 379493 w 1123838"/>
                  <a:gd name="connsiteY113" fmla="*/ 402076 h 541338"/>
                  <a:gd name="connsiteX114" fmla="*/ 21441 w 1123838"/>
                  <a:gd name="connsiteY114" fmla="*/ 540624 h 541338"/>
                  <a:gd name="connsiteX115" fmla="*/ 15723 w 1123838"/>
                  <a:gd name="connsiteY115" fmla="*/ 541338 h 541338"/>
                  <a:gd name="connsiteX116" fmla="*/ 7147 w 1123838"/>
                  <a:gd name="connsiteY116" fmla="*/ 538481 h 541338"/>
                  <a:gd name="connsiteX117" fmla="*/ 0 w 1123838"/>
                  <a:gd name="connsiteY117" fmla="*/ 525626 h 541338"/>
                  <a:gd name="connsiteX118" fmla="*/ 0 w 1123838"/>
                  <a:gd name="connsiteY118" fmla="*/ 209251 h 541338"/>
                  <a:gd name="connsiteX119" fmla="*/ 7862 w 1123838"/>
                  <a:gd name="connsiteY119" fmla="*/ 195682 h 541338"/>
                  <a:gd name="connsiteX120" fmla="*/ 310169 w 1123838"/>
                  <a:gd name="connsiteY120" fmla="*/ 24282 h 541338"/>
                  <a:gd name="connsiteX121" fmla="*/ 315887 w 1123838"/>
                  <a:gd name="connsiteY121" fmla="*/ 21425 h 541338"/>
                  <a:gd name="connsiteX122" fmla="*/ 318031 w 1123838"/>
                  <a:gd name="connsiteY122" fmla="*/ 19997 h 541338"/>
                  <a:gd name="connsiteX123" fmla="*/ 320889 w 1123838"/>
                  <a:gd name="connsiteY123" fmla="*/ 18568 h 541338"/>
                  <a:gd name="connsiteX124" fmla="*/ 324463 w 1123838"/>
                  <a:gd name="connsiteY124" fmla="*/ 17140 h 541338"/>
                  <a:gd name="connsiteX125" fmla="*/ 326607 w 1123838"/>
                  <a:gd name="connsiteY125" fmla="*/ 15712 h 541338"/>
                  <a:gd name="connsiteX126" fmla="*/ 330180 w 1123838"/>
                  <a:gd name="connsiteY126" fmla="*/ 14283 h 541338"/>
                  <a:gd name="connsiteX127" fmla="*/ 332324 w 1123838"/>
                  <a:gd name="connsiteY127" fmla="*/ 13569 h 541338"/>
                  <a:gd name="connsiteX128" fmla="*/ 336612 w 1123838"/>
                  <a:gd name="connsiteY128" fmla="*/ 12141 h 541338"/>
                  <a:gd name="connsiteX129" fmla="*/ 338042 w 1123838"/>
                  <a:gd name="connsiteY129" fmla="*/ 11427 h 541338"/>
                  <a:gd name="connsiteX130" fmla="*/ 342330 w 1123838"/>
                  <a:gd name="connsiteY130" fmla="*/ 9998 h 541338"/>
                  <a:gd name="connsiteX131" fmla="*/ 343044 w 1123838"/>
                  <a:gd name="connsiteY131" fmla="*/ 9284 h 541338"/>
                  <a:gd name="connsiteX132" fmla="*/ 348047 w 1123838"/>
                  <a:gd name="connsiteY132" fmla="*/ 7856 h 541338"/>
                  <a:gd name="connsiteX133" fmla="*/ 348762 w 1123838"/>
                  <a:gd name="connsiteY133" fmla="*/ 7856 h 541338"/>
                  <a:gd name="connsiteX134" fmla="*/ 382352 w 1123838"/>
                  <a:gd name="connsiteY134" fmla="*/ 714 h 541338"/>
                  <a:gd name="connsiteX135" fmla="*/ 383781 w 1123838"/>
                  <a:gd name="connsiteY135" fmla="*/ 714 h 541338"/>
                  <a:gd name="connsiteX136" fmla="*/ 387354 w 1123838"/>
                  <a:gd name="connsiteY136" fmla="*/ 714 h 541338"/>
                  <a:gd name="connsiteX137" fmla="*/ 390213 w 1123838"/>
                  <a:gd name="connsiteY137" fmla="*/ 0 h 541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Lst>
                <a:rect l="l" t="t" r="r" b="b"/>
                <a:pathLst>
                  <a:path w="1123838" h="541338">
                    <a:moveTo>
                      <a:pt x="409739" y="31591"/>
                    </a:moveTo>
                    <a:cubicBezTo>
                      <a:pt x="380443" y="30162"/>
                      <a:pt x="351147" y="37308"/>
                      <a:pt x="326138" y="51601"/>
                    </a:cubicBezTo>
                    <a:cubicBezTo>
                      <a:pt x="326138" y="51601"/>
                      <a:pt x="326138" y="51601"/>
                      <a:pt x="31750" y="218820"/>
                    </a:cubicBezTo>
                    <a:cubicBezTo>
                      <a:pt x="31750" y="218820"/>
                      <a:pt x="31750" y="218820"/>
                      <a:pt x="31750" y="503237"/>
                    </a:cubicBezTo>
                    <a:cubicBezTo>
                      <a:pt x="31750" y="503237"/>
                      <a:pt x="31750" y="503237"/>
                      <a:pt x="368296" y="373177"/>
                    </a:cubicBezTo>
                    <a:cubicBezTo>
                      <a:pt x="384730" y="366746"/>
                      <a:pt x="401879" y="363887"/>
                      <a:pt x="419028" y="365316"/>
                    </a:cubicBezTo>
                    <a:cubicBezTo>
                      <a:pt x="419028" y="365316"/>
                      <a:pt x="419028" y="365316"/>
                      <a:pt x="568366" y="376036"/>
                    </a:cubicBezTo>
                    <a:cubicBezTo>
                      <a:pt x="645535" y="381753"/>
                      <a:pt x="722705" y="372463"/>
                      <a:pt x="797017" y="349595"/>
                    </a:cubicBezTo>
                    <a:cubicBezTo>
                      <a:pt x="894908" y="318867"/>
                      <a:pt x="981367" y="261697"/>
                      <a:pt x="1047818" y="183090"/>
                    </a:cubicBezTo>
                    <a:cubicBezTo>
                      <a:pt x="1047818" y="183090"/>
                      <a:pt x="1047818" y="183090"/>
                      <a:pt x="1079972" y="145930"/>
                    </a:cubicBezTo>
                    <a:cubicBezTo>
                      <a:pt x="1098550" y="123777"/>
                      <a:pt x="1096407" y="90904"/>
                      <a:pt x="1074971" y="71610"/>
                    </a:cubicBezTo>
                    <a:cubicBezTo>
                      <a:pt x="1064253" y="62320"/>
                      <a:pt x="1050676" y="57317"/>
                      <a:pt x="1036386" y="58032"/>
                    </a:cubicBezTo>
                    <a:cubicBezTo>
                      <a:pt x="1022095" y="58747"/>
                      <a:pt x="1008519" y="65178"/>
                      <a:pt x="999230" y="75897"/>
                    </a:cubicBezTo>
                    <a:cubicBezTo>
                      <a:pt x="999230" y="75897"/>
                      <a:pt x="999230" y="75897"/>
                      <a:pt x="951356" y="129494"/>
                    </a:cubicBezTo>
                    <a:cubicBezTo>
                      <a:pt x="912771" y="173800"/>
                      <a:pt x="862039" y="205243"/>
                      <a:pt x="805591" y="220964"/>
                    </a:cubicBezTo>
                    <a:cubicBezTo>
                      <a:pt x="740568" y="239544"/>
                      <a:pt x="670544" y="235257"/>
                      <a:pt x="608380" y="210245"/>
                    </a:cubicBezTo>
                    <a:cubicBezTo>
                      <a:pt x="608380" y="210245"/>
                      <a:pt x="608380" y="210245"/>
                      <a:pt x="553360" y="188092"/>
                    </a:cubicBezTo>
                    <a:cubicBezTo>
                      <a:pt x="546930" y="185234"/>
                      <a:pt x="542642" y="178802"/>
                      <a:pt x="544071" y="171656"/>
                    </a:cubicBezTo>
                    <a:cubicBezTo>
                      <a:pt x="544786" y="164510"/>
                      <a:pt x="550502" y="158793"/>
                      <a:pt x="557648" y="158078"/>
                    </a:cubicBezTo>
                    <a:cubicBezTo>
                      <a:pt x="557648" y="158078"/>
                      <a:pt x="557648" y="158078"/>
                      <a:pt x="715560" y="142357"/>
                    </a:cubicBezTo>
                    <a:cubicBezTo>
                      <a:pt x="740568" y="140213"/>
                      <a:pt x="759146" y="119489"/>
                      <a:pt x="759146" y="95192"/>
                    </a:cubicBezTo>
                    <a:cubicBezTo>
                      <a:pt x="759146" y="69466"/>
                      <a:pt x="739139" y="48742"/>
                      <a:pt x="713416" y="47313"/>
                    </a:cubicBezTo>
                    <a:cubicBezTo>
                      <a:pt x="713416" y="47313"/>
                      <a:pt x="713416" y="47313"/>
                      <a:pt x="409739" y="31591"/>
                    </a:cubicBezTo>
                    <a:close/>
                    <a:moveTo>
                      <a:pt x="390213" y="0"/>
                    </a:moveTo>
                    <a:cubicBezTo>
                      <a:pt x="391642" y="0"/>
                      <a:pt x="392357" y="0"/>
                      <a:pt x="393786" y="0"/>
                    </a:cubicBezTo>
                    <a:cubicBezTo>
                      <a:pt x="394501" y="0"/>
                      <a:pt x="395930" y="0"/>
                      <a:pt x="396645" y="0"/>
                    </a:cubicBezTo>
                    <a:cubicBezTo>
                      <a:pt x="398074" y="0"/>
                      <a:pt x="398789" y="0"/>
                      <a:pt x="399504" y="0"/>
                    </a:cubicBezTo>
                    <a:cubicBezTo>
                      <a:pt x="400933" y="0"/>
                      <a:pt x="401648" y="0"/>
                      <a:pt x="403077" y="0"/>
                    </a:cubicBezTo>
                    <a:cubicBezTo>
                      <a:pt x="405221" y="0"/>
                      <a:pt x="408080" y="0"/>
                      <a:pt x="410939" y="0"/>
                    </a:cubicBezTo>
                    <a:cubicBezTo>
                      <a:pt x="410939" y="0"/>
                      <a:pt x="410939" y="0"/>
                      <a:pt x="715390" y="15712"/>
                    </a:cubicBezTo>
                    <a:cubicBezTo>
                      <a:pt x="743263" y="17140"/>
                      <a:pt x="766847" y="33566"/>
                      <a:pt x="780426" y="56419"/>
                    </a:cubicBezTo>
                    <a:cubicBezTo>
                      <a:pt x="781140" y="57848"/>
                      <a:pt x="781855" y="59276"/>
                      <a:pt x="782570" y="60704"/>
                    </a:cubicBezTo>
                    <a:cubicBezTo>
                      <a:pt x="785428" y="66418"/>
                      <a:pt x="787572" y="72845"/>
                      <a:pt x="789002" y="79273"/>
                    </a:cubicBezTo>
                    <a:cubicBezTo>
                      <a:pt x="789716" y="84272"/>
                      <a:pt x="790431" y="89271"/>
                      <a:pt x="790431" y="94984"/>
                    </a:cubicBezTo>
                    <a:cubicBezTo>
                      <a:pt x="790431" y="97127"/>
                      <a:pt x="790431" y="98555"/>
                      <a:pt x="789716" y="100698"/>
                    </a:cubicBezTo>
                    <a:cubicBezTo>
                      <a:pt x="789716" y="100698"/>
                      <a:pt x="789716" y="101412"/>
                      <a:pt x="789716" y="101412"/>
                    </a:cubicBezTo>
                    <a:cubicBezTo>
                      <a:pt x="789716" y="103554"/>
                      <a:pt x="789716" y="104983"/>
                      <a:pt x="789002" y="107125"/>
                    </a:cubicBezTo>
                    <a:cubicBezTo>
                      <a:pt x="786143" y="125693"/>
                      <a:pt x="776852" y="142119"/>
                      <a:pt x="763988" y="154260"/>
                    </a:cubicBezTo>
                    <a:cubicBezTo>
                      <a:pt x="763988" y="154260"/>
                      <a:pt x="763273" y="154260"/>
                      <a:pt x="763273" y="154260"/>
                    </a:cubicBezTo>
                    <a:cubicBezTo>
                      <a:pt x="761844" y="155688"/>
                      <a:pt x="760415" y="156403"/>
                      <a:pt x="758985" y="157831"/>
                    </a:cubicBezTo>
                    <a:cubicBezTo>
                      <a:pt x="757556" y="159259"/>
                      <a:pt x="756127" y="159973"/>
                      <a:pt x="754697" y="160688"/>
                    </a:cubicBezTo>
                    <a:cubicBezTo>
                      <a:pt x="753983" y="161402"/>
                      <a:pt x="753983" y="161402"/>
                      <a:pt x="753983" y="161402"/>
                    </a:cubicBezTo>
                    <a:cubicBezTo>
                      <a:pt x="752553" y="162116"/>
                      <a:pt x="751124" y="163544"/>
                      <a:pt x="749695" y="164258"/>
                    </a:cubicBezTo>
                    <a:cubicBezTo>
                      <a:pt x="748980" y="164258"/>
                      <a:pt x="748265" y="164258"/>
                      <a:pt x="748265" y="164973"/>
                    </a:cubicBezTo>
                    <a:cubicBezTo>
                      <a:pt x="746836" y="165687"/>
                      <a:pt x="745407" y="166401"/>
                      <a:pt x="743263" y="167115"/>
                    </a:cubicBezTo>
                    <a:cubicBezTo>
                      <a:pt x="743263" y="167115"/>
                      <a:pt x="742548" y="167115"/>
                      <a:pt x="742548" y="167829"/>
                    </a:cubicBezTo>
                    <a:cubicBezTo>
                      <a:pt x="741118" y="167829"/>
                      <a:pt x="739689" y="168543"/>
                      <a:pt x="738260" y="169258"/>
                    </a:cubicBezTo>
                    <a:cubicBezTo>
                      <a:pt x="731828" y="171400"/>
                      <a:pt x="725396" y="172828"/>
                      <a:pt x="718964" y="173543"/>
                    </a:cubicBezTo>
                    <a:cubicBezTo>
                      <a:pt x="718964" y="173543"/>
                      <a:pt x="718964" y="173543"/>
                      <a:pt x="624626" y="182827"/>
                    </a:cubicBezTo>
                    <a:cubicBezTo>
                      <a:pt x="662504" y="197110"/>
                      <a:pt x="703241" y="202823"/>
                      <a:pt x="743263" y="199967"/>
                    </a:cubicBezTo>
                    <a:cubicBezTo>
                      <a:pt x="753983" y="199253"/>
                      <a:pt x="764703" y="197824"/>
                      <a:pt x="775423" y="195682"/>
                    </a:cubicBezTo>
                    <a:cubicBezTo>
                      <a:pt x="778996" y="194968"/>
                      <a:pt x="781855" y="194253"/>
                      <a:pt x="785428" y="193539"/>
                    </a:cubicBezTo>
                    <a:cubicBezTo>
                      <a:pt x="786143" y="193539"/>
                      <a:pt x="786143" y="193539"/>
                      <a:pt x="786858" y="192825"/>
                    </a:cubicBezTo>
                    <a:cubicBezTo>
                      <a:pt x="790431" y="192111"/>
                      <a:pt x="793290" y="191397"/>
                      <a:pt x="796863" y="190683"/>
                    </a:cubicBezTo>
                    <a:cubicBezTo>
                      <a:pt x="806869" y="187826"/>
                      <a:pt x="816874" y="184255"/>
                      <a:pt x="826880" y="179970"/>
                    </a:cubicBezTo>
                    <a:cubicBezTo>
                      <a:pt x="857611" y="167829"/>
                      <a:pt x="885483" y="149975"/>
                      <a:pt x="909782" y="127122"/>
                    </a:cubicBezTo>
                    <a:cubicBezTo>
                      <a:pt x="916214" y="121408"/>
                      <a:pt x="921931" y="114981"/>
                      <a:pt x="928363" y="108553"/>
                    </a:cubicBezTo>
                    <a:cubicBezTo>
                      <a:pt x="928363" y="108553"/>
                      <a:pt x="928363" y="108553"/>
                      <a:pt x="975532" y="54991"/>
                    </a:cubicBezTo>
                    <a:cubicBezTo>
                      <a:pt x="976961" y="53563"/>
                      <a:pt x="977676" y="52848"/>
                      <a:pt x="978391" y="51420"/>
                    </a:cubicBezTo>
                    <a:cubicBezTo>
                      <a:pt x="979105" y="51420"/>
                      <a:pt x="979105" y="51420"/>
                      <a:pt x="979105" y="51420"/>
                    </a:cubicBezTo>
                    <a:cubicBezTo>
                      <a:pt x="994114" y="36423"/>
                      <a:pt x="1013410" y="27853"/>
                      <a:pt x="1034135" y="26424"/>
                    </a:cubicBezTo>
                    <a:cubicBezTo>
                      <a:pt x="1034850" y="26424"/>
                      <a:pt x="1034850" y="26424"/>
                      <a:pt x="1034850" y="26424"/>
                    </a:cubicBezTo>
                    <a:cubicBezTo>
                      <a:pt x="1036279" y="26424"/>
                      <a:pt x="1037709" y="26424"/>
                      <a:pt x="1039138" y="26424"/>
                    </a:cubicBezTo>
                    <a:cubicBezTo>
                      <a:pt x="1039138" y="26424"/>
                      <a:pt x="1039853" y="26424"/>
                      <a:pt x="1040567" y="26424"/>
                    </a:cubicBezTo>
                    <a:cubicBezTo>
                      <a:pt x="1054146" y="26424"/>
                      <a:pt x="1067725" y="30709"/>
                      <a:pt x="1079875" y="37137"/>
                    </a:cubicBezTo>
                    <a:cubicBezTo>
                      <a:pt x="1081304" y="37851"/>
                      <a:pt x="1082019" y="38565"/>
                      <a:pt x="1083448" y="39279"/>
                    </a:cubicBezTo>
                    <a:cubicBezTo>
                      <a:pt x="1084877" y="39993"/>
                      <a:pt x="1085592" y="40708"/>
                      <a:pt x="1086307" y="40708"/>
                    </a:cubicBezTo>
                    <a:cubicBezTo>
                      <a:pt x="1087021" y="41422"/>
                      <a:pt x="1087021" y="41422"/>
                      <a:pt x="1087021" y="41422"/>
                    </a:cubicBezTo>
                    <a:cubicBezTo>
                      <a:pt x="1087736" y="42136"/>
                      <a:pt x="1089165" y="42850"/>
                      <a:pt x="1089880" y="43564"/>
                    </a:cubicBezTo>
                    <a:cubicBezTo>
                      <a:pt x="1089880" y="43564"/>
                      <a:pt x="1090595" y="44278"/>
                      <a:pt x="1090595" y="44278"/>
                    </a:cubicBezTo>
                    <a:cubicBezTo>
                      <a:pt x="1091309" y="44993"/>
                      <a:pt x="1092024" y="44993"/>
                      <a:pt x="1092739" y="45707"/>
                    </a:cubicBezTo>
                    <a:cubicBezTo>
                      <a:pt x="1093453" y="46421"/>
                      <a:pt x="1094168" y="47135"/>
                      <a:pt x="1095597" y="47849"/>
                    </a:cubicBezTo>
                    <a:cubicBezTo>
                      <a:pt x="1095597" y="47849"/>
                      <a:pt x="1095597" y="48563"/>
                      <a:pt x="1095597" y="48563"/>
                    </a:cubicBezTo>
                    <a:cubicBezTo>
                      <a:pt x="1129902" y="79273"/>
                      <a:pt x="1133475" y="130693"/>
                      <a:pt x="1103459" y="165687"/>
                    </a:cubicBezTo>
                    <a:cubicBezTo>
                      <a:pt x="1103459" y="165687"/>
                      <a:pt x="1103459" y="165687"/>
                      <a:pt x="1072013" y="203538"/>
                    </a:cubicBezTo>
                    <a:cubicBezTo>
                      <a:pt x="1040567" y="239960"/>
                      <a:pt x="1004834" y="272812"/>
                      <a:pt x="966241" y="299950"/>
                    </a:cubicBezTo>
                    <a:cubicBezTo>
                      <a:pt x="963383" y="302092"/>
                      <a:pt x="959809" y="304235"/>
                      <a:pt x="956950" y="306377"/>
                    </a:cubicBezTo>
                    <a:cubicBezTo>
                      <a:pt x="954092" y="308520"/>
                      <a:pt x="951233" y="310662"/>
                      <a:pt x="948374" y="312091"/>
                    </a:cubicBezTo>
                    <a:cubicBezTo>
                      <a:pt x="904779" y="340657"/>
                      <a:pt x="856896" y="363511"/>
                      <a:pt x="806154" y="379222"/>
                    </a:cubicBezTo>
                    <a:cubicBezTo>
                      <a:pt x="801866" y="380651"/>
                      <a:pt x="797578" y="382079"/>
                      <a:pt x="792575" y="383507"/>
                    </a:cubicBezTo>
                    <a:cubicBezTo>
                      <a:pt x="791146" y="383507"/>
                      <a:pt x="789716" y="384222"/>
                      <a:pt x="788287" y="384222"/>
                    </a:cubicBezTo>
                    <a:cubicBezTo>
                      <a:pt x="785428" y="384936"/>
                      <a:pt x="782570" y="386364"/>
                      <a:pt x="779711" y="387078"/>
                    </a:cubicBezTo>
                    <a:cubicBezTo>
                      <a:pt x="777567" y="387078"/>
                      <a:pt x="775423" y="387792"/>
                      <a:pt x="773994" y="388507"/>
                    </a:cubicBezTo>
                    <a:cubicBezTo>
                      <a:pt x="771135" y="389221"/>
                      <a:pt x="768991" y="389221"/>
                      <a:pt x="766132" y="389935"/>
                    </a:cubicBezTo>
                    <a:cubicBezTo>
                      <a:pt x="763988" y="390649"/>
                      <a:pt x="761844" y="391363"/>
                      <a:pt x="759700" y="392077"/>
                    </a:cubicBezTo>
                    <a:cubicBezTo>
                      <a:pt x="757556" y="392077"/>
                      <a:pt x="756127" y="392792"/>
                      <a:pt x="753983" y="392792"/>
                    </a:cubicBezTo>
                    <a:cubicBezTo>
                      <a:pt x="743977" y="394934"/>
                      <a:pt x="733972" y="397077"/>
                      <a:pt x="724681" y="399219"/>
                    </a:cubicBezTo>
                    <a:cubicBezTo>
                      <a:pt x="723252" y="399219"/>
                      <a:pt x="722537" y="399219"/>
                      <a:pt x="721822" y="399219"/>
                    </a:cubicBezTo>
                    <a:cubicBezTo>
                      <a:pt x="718249" y="399933"/>
                      <a:pt x="714676" y="400647"/>
                      <a:pt x="711102" y="401362"/>
                    </a:cubicBezTo>
                    <a:cubicBezTo>
                      <a:pt x="710387" y="401362"/>
                      <a:pt x="710387" y="401362"/>
                      <a:pt x="709673" y="401362"/>
                    </a:cubicBezTo>
                    <a:cubicBezTo>
                      <a:pt x="689662" y="404218"/>
                      <a:pt x="670366" y="406361"/>
                      <a:pt x="650355" y="407789"/>
                    </a:cubicBezTo>
                    <a:cubicBezTo>
                      <a:pt x="649640" y="407789"/>
                      <a:pt x="648925" y="407789"/>
                      <a:pt x="648211" y="407789"/>
                    </a:cubicBezTo>
                    <a:cubicBezTo>
                      <a:pt x="644637" y="407789"/>
                      <a:pt x="641064" y="407789"/>
                      <a:pt x="637491" y="408503"/>
                    </a:cubicBezTo>
                    <a:cubicBezTo>
                      <a:pt x="636776" y="408503"/>
                      <a:pt x="636061" y="408503"/>
                      <a:pt x="635347" y="408503"/>
                    </a:cubicBezTo>
                    <a:cubicBezTo>
                      <a:pt x="630344" y="408503"/>
                      <a:pt x="626056" y="408503"/>
                      <a:pt x="621053" y="408503"/>
                    </a:cubicBezTo>
                    <a:cubicBezTo>
                      <a:pt x="621053" y="408503"/>
                      <a:pt x="620338" y="408503"/>
                      <a:pt x="620338" y="408503"/>
                    </a:cubicBezTo>
                    <a:cubicBezTo>
                      <a:pt x="617480" y="408503"/>
                      <a:pt x="614621" y="408503"/>
                      <a:pt x="612477" y="408503"/>
                    </a:cubicBezTo>
                    <a:cubicBezTo>
                      <a:pt x="610333" y="408503"/>
                      <a:pt x="608189" y="408503"/>
                      <a:pt x="606045" y="408503"/>
                    </a:cubicBezTo>
                    <a:cubicBezTo>
                      <a:pt x="603901" y="408503"/>
                      <a:pt x="601042" y="408503"/>
                      <a:pt x="598898" y="408503"/>
                    </a:cubicBezTo>
                    <a:cubicBezTo>
                      <a:pt x="596754" y="408503"/>
                      <a:pt x="594610" y="408503"/>
                      <a:pt x="592466" y="408503"/>
                    </a:cubicBezTo>
                    <a:cubicBezTo>
                      <a:pt x="589607" y="408503"/>
                      <a:pt x="587463" y="408503"/>
                      <a:pt x="584605" y="407789"/>
                    </a:cubicBezTo>
                    <a:cubicBezTo>
                      <a:pt x="582461" y="407789"/>
                      <a:pt x="581031" y="407789"/>
                      <a:pt x="578887" y="407789"/>
                    </a:cubicBezTo>
                    <a:cubicBezTo>
                      <a:pt x="575314" y="407789"/>
                      <a:pt x="571026" y="407075"/>
                      <a:pt x="566738" y="407075"/>
                    </a:cubicBezTo>
                    <a:cubicBezTo>
                      <a:pt x="566738" y="407075"/>
                      <a:pt x="566023" y="407075"/>
                      <a:pt x="566023" y="407075"/>
                    </a:cubicBezTo>
                    <a:cubicBezTo>
                      <a:pt x="566023" y="407075"/>
                      <a:pt x="566023" y="407075"/>
                      <a:pt x="485265" y="401362"/>
                    </a:cubicBezTo>
                    <a:cubicBezTo>
                      <a:pt x="485265" y="401362"/>
                      <a:pt x="485265" y="401362"/>
                      <a:pt x="416656" y="396362"/>
                    </a:cubicBezTo>
                    <a:cubicBezTo>
                      <a:pt x="415227" y="396362"/>
                      <a:pt x="413083" y="396362"/>
                      <a:pt x="410939" y="396362"/>
                    </a:cubicBezTo>
                    <a:cubicBezTo>
                      <a:pt x="410224" y="396362"/>
                      <a:pt x="408794" y="396362"/>
                      <a:pt x="407365" y="396362"/>
                    </a:cubicBezTo>
                    <a:cubicBezTo>
                      <a:pt x="402362" y="396362"/>
                      <a:pt x="398074" y="397077"/>
                      <a:pt x="393072" y="397791"/>
                    </a:cubicBezTo>
                    <a:cubicBezTo>
                      <a:pt x="391642" y="398505"/>
                      <a:pt x="390213" y="398505"/>
                      <a:pt x="388784" y="398505"/>
                    </a:cubicBezTo>
                    <a:cubicBezTo>
                      <a:pt x="388784" y="399219"/>
                      <a:pt x="388784" y="399219"/>
                      <a:pt x="388784" y="399219"/>
                    </a:cubicBezTo>
                    <a:cubicBezTo>
                      <a:pt x="387354" y="399219"/>
                      <a:pt x="385925" y="399933"/>
                      <a:pt x="384496" y="399933"/>
                    </a:cubicBezTo>
                    <a:cubicBezTo>
                      <a:pt x="384496" y="399933"/>
                      <a:pt x="384496" y="399933"/>
                      <a:pt x="383781" y="400647"/>
                    </a:cubicBezTo>
                    <a:cubicBezTo>
                      <a:pt x="382352" y="400647"/>
                      <a:pt x="380922" y="401362"/>
                      <a:pt x="379493" y="402076"/>
                    </a:cubicBezTo>
                    <a:cubicBezTo>
                      <a:pt x="379493" y="402076"/>
                      <a:pt x="379493" y="402076"/>
                      <a:pt x="21441" y="540624"/>
                    </a:cubicBezTo>
                    <a:cubicBezTo>
                      <a:pt x="20011" y="541338"/>
                      <a:pt x="17867" y="541338"/>
                      <a:pt x="15723" y="541338"/>
                    </a:cubicBezTo>
                    <a:cubicBezTo>
                      <a:pt x="12864" y="541338"/>
                      <a:pt x="10006" y="540624"/>
                      <a:pt x="7147" y="538481"/>
                    </a:cubicBezTo>
                    <a:cubicBezTo>
                      <a:pt x="2859" y="535625"/>
                      <a:pt x="0" y="530626"/>
                      <a:pt x="0" y="525626"/>
                    </a:cubicBezTo>
                    <a:cubicBezTo>
                      <a:pt x="0" y="525626"/>
                      <a:pt x="0" y="525626"/>
                      <a:pt x="0" y="209251"/>
                    </a:cubicBezTo>
                    <a:cubicBezTo>
                      <a:pt x="0" y="203538"/>
                      <a:pt x="3574" y="198538"/>
                      <a:pt x="7862" y="195682"/>
                    </a:cubicBezTo>
                    <a:cubicBezTo>
                      <a:pt x="7862" y="195682"/>
                      <a:pt x="7862" y="195682"/>
                      <a:pt x="310169" y="24282"/>
                    </a:cubicBezTo>
                    <a:cubicBezTo>
                      <a:pt x="311599" y="22853"/>
                      <a:pt x="313743" y="22139"/>
                      <a:pt x="315887" y="21425"/>
                    </a:cubicBezTo>
                    <a:cubicBezTo>
                      <a:pt x="316601" y="20711"/>
                      <a:pt x="317316" y="20711"/>
                      <a:pt x="318031" y="19997"/>
                    </a:cubicBezTo>
                    <a:cubicBezTo>
                      <a:pt x="318745" y="19283"/>
                      <a:pt x="320175" y="18568"/>
                      <a:pt x="320889" y="18568"/>
                    </a:cubicBezTo>
                    <a:cubicBezTo>
                      <a:pt x="322319" y="17854"/>
                      <a:pt x="323033" y="17140"/>
                      <a:pt x="324463" y="17140"/>
                    </a:cubicBezTo>
                    <a:cubicBezTo>
                      <a:pt x="325177" y="16426"/>
                      <a:pt x="325892" y="16426"/>
                      <a:pt x="326607" y="15712"/>
                    </a:cubicBezTo>
                    <a:cubicBezTo>
                      <a:pt x="328036" y="14998"/>
                      <a:pt x="329466" y="14998"/>
                      <a:pt x="330180" y="14283"/>
                    </a:cubicBezTo>
                    <a:cubicBezTo>
                      <a:pt x="330895" y="14283"/>
                      <a:pt x="331610" y="13569"/>
                      <a:pt x="332324" y="13569"/>
                    </a:cubicBezTo>
                    <a:cubicBezTo>
                      <a:pt x="333754" y="12855"/>
                      <a:pt x="335183" y="12141"/>
                      <a:pt x="336612" y="12141"/>
                    </a:cubicBezTo>
                    <a:cubicBezTo>
                      <a:pt x="336612" y="11427"/>
                      <a:pt x="337327" y="11427"/>
                      <a:pt x="338042" y="11427"/>
                    </a:cubicBezTo>
                    <a:cubicBezTo>
                      <a:pt x="339471" y="10713"/>
                      <a:pt x="340900" y="9998"/>
                      <a:pt x="342330" y="9998"/>
                    </a:cubicBezTo>
                    <a:cubicBezTo>
                      <a:pt x="343044" y="9284"/>
                      <a:pt x="343044" y="9284"/>
                      <a:pt x="343044" y="9284"/>
                    </a:cubicBezTo>
                    <a:cubicBezTo>
                      <a:pt x="345188" y="8570"/>
                      <a:pt x="346618" y="8570"/>
                      <a:pt x="348047" y="7856"/>
                    </a:cubicBezTo>
                    <a:cubicBezTo>
                      <a:pt x="348762" y="7856"/>
                      <a:pt x="348762" y="7856"/>
                      <a:pt x="348762" y="7856"/>
                    </a:cubicBezTo>
                    <a:cubicBezTo>
                      <a:pt x="360197" y="4285"/>
                      <a:pt x="370917" y="2143"/>
                      <a:pt x="382352" y="714"/>
                    </a:cubicBezTo>
                    <a:cubicBezTo>
                      <a:pt x="383066" y="714"/>
                      <a:pt x="383781" y="714"/>
                      <a:pt x="383781" y="714"/>
                    </a:cubicBezTo>
                    <a:cubicBezTo>
                      <a:pt x="385210" y="714"/>
                      <a:pt x="386640" y="714"/>
                      <a:pt x="387354" y="714"/>
                    </a:cubicBezTo>
                    <a:cubicBezTo>
                      <a:pt x="388784" y="714"/>
                      <a:pt x="389498" y="714"/>
                      <a:pt x="390213"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grpSp>
        <p:nvGrpSpPr>
          <p:cNvPr id="182" name="bcgIcons_Value Proposition ">
            <a:extLst>
              <a:ext uri="{FF2B5EF4-FFF2-40B4-BE49-F238E27FC236}">
                <a16:creationId xmlns:a16="http://schemas.microsoft.com/office/drawing/2014/main" id="{1EFF6ED8-DDB3-481C-8F36-57B1677AEC24}"/>
              </a:ext>
            </a:extLst>
          </p:cNvPr>
          <p:cNvGrpSpPr>
            <a:grpSpLocks noChangeAspect="1"/>
          </p:cNvGrpSpPr>
          <p:nvPr/>
        </p:nvGrpSpPr>
        <p:grpSpPr>
          <a:xfrm>
            <a:off x="2992415" y="5532996"/>
            <a:ext cx="551685" cy="551152"/>
            <a:chOff x="6464300" y="2606675"/>
            <a:chExt cx="1646238" cy="1644650"/>
          </a:xfrm>
        </p:grpSpPr>
        <p:sp>
          <p:nvSpPr>
            <p:cNvPr id="183" name="AutoShape 13">
              <a:extLst>
                <a:ext uri="{FF2B5EF4-FFF2-40B4-BE49-F238E27FC236}">
                  <a16:creationId xmlns:a16="http://schemas.microsoft.com/office/drawing/2014/main" id="{09F28797-59CA-4391-9DD6-B978583F41B4}"/>
                </a:ext>
              </a:extLst>
            </p:cNvPr>
            <p:cNvSpPr>
              <a:spLocks noChangeAspect="1" noChangeArrowheads="1" noTextEdit="1"/>
            </p:cNvSpPr>
            <p:nvPr/>
          </p:nvSpPr>
          <p:spPr bwMode="auto">
            <a:xfrm>
              <a:off x="6464300" y="2606675"/>
              <a:ext cx="1646238"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184" name="Group 183">
              <a:extLst>
                <a:ext uri="{FF2B5EF4-FFF2-40B4-BE49-F238E27FC236}">
                  <a16:creationId xmlns:a16="http://schemas.microsoft.com/office/drawing/2014/main" id="{9E1237CB-44E2-4CA9-BAC9-5825A050EF09}"/>
                </a:ext>
              </a:extLst>
            </p:cNvPr>
            <p:cNvGrpSpPr/>
            <p:nvPr/>
          </p:nvGrpSpPr>
          <p:grpSpPr>
            <a:xfrm>
              <a:off x="6729413" y="3032124"/>
              <a:ext cx="1153373" cy="976314"/>
              <a:chOff x="6729413" y="3032124"/>
              <a:chExt cx="1153373" cy="976314"/>
            </a:xfrm>
          </p:grpSpPr>
          <p:sp>
            <p:nvSpPr>
              <p:cNvPr id="185" name="Freeform 11">
                <a:extLst>
                  <a:ext uri="{FF2B5EF4-FFF2-40B4-BE49-F238E27FC236}">
                    <a16:creationId xmlns:a16="http://schemas.microsoft.com/office/drawing/2014/main" id="{ECB84426-4840-435A-8934-97153EAE87D6}"/>
                  </a:ext>
                </a:extLst>
              </p:cNvPr>
              <p:cNvSpPr>
                <a:spLocks/>
              </p:cNvSpPr>
              <p:nvPr/>
            </p:nvSpPr>
            <p:spPr bwMode="auto">
              <a:xfrm>
                <a:off x="7041869" y="3032124"/>
                <a:ext cx="840917" cy="580108"/>
              </a:xfrm>
              <a:custGeom>
                <a:avLst/>
                <a:gdLst>
                  <a:gd name="connsiteX0" fmla="*/ 20275 w 840917"/>
                  <a:gd name="connsiteY0" fmla="*/ 256303 h 580108"/>
                  <a:gd name="connsiteX1" fmla="*/ 200737 w 840917"/>
                  <a:gd name="connsiteY1" fmla="*/ 256303 h 580108"/>
                  <a:gd name="connsiteX2" fmla="*/ 218569 w 840917"/>
                  <a:gd name="connsiteY2" fmla="*/ 265589 h 580108"/>
                  <a:gd name="connsiteX3" fmla="*/ 274919 w 840917"/>
                  <a:gd name="connsiteY3" fmla="*/ 412751 h 580108"/>
                  <a:gd name="connsiteX4" fmla="*/ 159366 w 840917"/>
                  <a:gd name="connsiteY4" fmla="*/ 407036 h 580108"/>
                  <a:gd name="connsiteX5" fmla="*/ 16709 w 840917"/>
                  <a:gd name="connsiteY5" fmla="*/ 264161 h 580108"/>
                  <a:gd name="connsiteX6" fmla="*/ 20275 w 840917"/>
                  <a:gd name="connsiteY6" fmla="*/ 256303 h 580108"/>
                  <a:gd name="connsiteX7" fmla="*/ 651482 w 840917"/>
                  <a:gd name="connsiteY7" fmla="*/ 255588 h 580108"/>
                  <a:gd name="connsiteX8" fmla="*/ 824991 w 840917"/>
                  <a:gd name="connsiteY8" fmla="*/ 256301 h 580108"/>
                  <a:gd name="connsiteX9" fmla="*/ 828561 w 840917"/>
                  <a:gd name="connsiteY9" fmla="*/ 264138 h 580108"/>
                  <a:gd name="connsiteX10" fmla="*/ 514389 w 840917"/>
                  <a:gd name="connsiteY10" fmla="*/ 578338 h 580108"/>
                  <a:gd name="connsiteX11" fmla="*/ 506534 w 840917"/>
                  <a:gd name="connsiteY11" fmla="*/ 574063 h 580108"/>
                  <a:gd name="connsiteX12" fmla="*/ 506534 w 840917"/>
                  <a:gd name="connsiteY12" fmla="*/ 573351 h 580108"/>
                  <a:gd name="connsiteX13" fmla="*/ 617923 w 840917"/>
                  <a:gd name="connsiteY13" fmla="*/ 278387 h 580108"/>
                  <a:gd name="connsiteX14" fmla="*/ 651482 w 840917"/>
                  <a:gd name="connsiteY14" fmla="*/ 255588 h 580108"/>
                  <a:gd name="connsiteX15" fmla="*/ 268809 w 840917"/>
                  <a:gd name="connsiteY15" fmla="*/ 255588 h 580108"/>
                  <a:gd name="connsiteX16" fmla="*/ 574001 w 840917"/>
                  <a:gd name="connsiteY16" fmla="*/ 255588 h 580108"/>
                  <a:gd name="connsiteX17" fmla="*/ 578290 w 840917"/>
                  <a:gd name="connsiteY17" fmla="*/ 262020 h 580108"/>
                  <a:gd name="connsiteX18" fmla="*/ 497525 w 840917"/>
                  <a:gd name="connsiteY18" fmla="*/ 477838 h 580108"/>
                  <a:gd name="connsiteX19" fmla="*/ 405324 w 840917"/>
                  <a:gd name="connsiteY19" fmla="*/ 419238 h 580108"/>
                  <a:gd name="connsiteX20" fmla="*/ 321700 w 840917"/>
                  <a:gd name="connsiteY20" fmla="*/ 414951 h 580108"/>
                  <a:gd name="connsiteX21" fmla="*/ 264520 w 840917"/>
                  <a:gd name="connsiteY21" fmla="*/ 262020 h 580108"/>
                  <a:gd name="connsiteX22" fmla="*/ 268809 w 840917"/>
                  <a:gd name="connsiteY22" fmla="*/ 255588 h 580108"/>
                  <a:gd name="connsiteX23" fmla="*/ 375756 w 840917"/>
                  <a:gd name="connsiteY23" fmla="*/ 1433 h 580108"/>
                  <a:gd name="connsiteX24" fmla="*/ 466182 w 840917"/>
                  <a:gd name="connsiteY24" fmla="*/ 1433 h 580108"/>
                  <a:gd name="connsiteX25" fmla="*/ 486831 w 840917"/>
                  <a:gd name="connsiteY25" fmla="*/ 12176 h 580108"/>
                  <a:gd name="connsiteX26" fmla="*/ 575832 w 840917"/>
                  <a:gd name="connsiteY26" fmla="*/ 205563 h 580108"/>
                  <a:gd name="connsiteX27" fmla="*/ 571560 w 840917"/>
                  <a:gd name="connsiteY27" fmla="*/ 212725 h 580108"/>
                  <a:gd name="connsiteX28" fmla="*/ 271802 w 840917"/>
                  <a:gd name="connsiteY28" fmla="*/ 212725 h 580108"/>
                  <a:gd name="connsiteX29" fmla="*/ 267530 w 840917"/>
                  <a:gd name="connsiteY29" fmla="*/ 205563 h 580108"/>
                  <a:gd name="connsiteX30" fmla="*/ 357244 w 840917"/>
                  <a:gd name="connsiteY30" fmla="*/ 10028 h 580108"/>
                  <a:gd name="connsiteX31" fmla="*/ 375756 w 840917"/>
                  <a:gd name="connsiteY31" fmla="*/ 1433 h 580108"/>
                  <a:gd name="connsiteX32" fmla="*/ 535360 w 840917"/>
                  <a:gd name="connsiteY32" fmla="*/ 0 h 580108"/>
                  <a:gd name="connsiteX33" fmla="*/ 641992 w 840917"/>
                  <a:gd name="connsiteY33" fmla="*/ 1434 h 580108"/>
                  <a:gd name="connsiteX34" fmla="*/ 663461 w 840917"/>
                  <a:gd name="connsiteY34" fmla="*/ 12185 h 580108"/>
                  <a:gd name="connsiteX35" fmla="*/ 840226 w 840917"/>
                  <a:gd name="connsiteY35" fmla="*/ 204278 h 580108"/>
                  <a:gd name="connsiteX36" fmla="*/ 837363 w 840917"/>
                  <a:gd name="connsiteY36" fmla="*/ 212163 h 580108"/>
                  <a:gd name="connsiteX37" fmla="*/ 827344 w 840917"/>
                  <a:gd name="connsiteY37" fmla="*/ 213596 h 580108"/>
                  <a:gd name="connsiteX38" fmla="*/ 646285 w 840917"/>
                  <a:gd name="connsiteY38" fmla="*/ 213596 h 580108"/>
                  <a:gd name="connsiteX39" fmla="*/ 616228 w 840917"/>
                  <a:gd name="connsiteY39" fmla="*/ 194960 h 580108"/>
                  <a:gd name="connsiteX40" fmla="*/ 531066 w 840917"/>
                  <a:gd name="connsiteY40" fmla="*/ 7168 h 580108"/>
                  <a:gd name="connsiteX41" fmla="*/ 535360 w 840917"/>
                  <a:gd name="connsiteY41" fmla="*/ 0 h 580108"/>
                  <a:gd name="connsiteX42" fmla="*/ 308007 w 840917"/>
                  <a:gd name="connsiteY42" fmla="*/ 0 h 580108"/>
                  <a:gd name="connsiteX43" fmla="*/ 312303 w 840917"/>
                  <a:gd name="connsiteY43" fmla="*/ 7163 h 580108"/>
                  <a:gd name="connsiteX44" fmla="*/ 220654 w 840917"/>
                  <a:gd name="connsiteY44" fmla="*/ 202698 h 580108"/>
                  <a:gd name="connsiteX45" fmla="*/ 207050 w 840917"/>
                  <a:gd name="connsiteY45" fmla="*/ 212725 h 580108"/>
                  <a:gd name="connsiteX46" fmla="*/ 5138 w 840917"/>
                  <a:gd name="connsiteY46" fmla="*/ 212725 h 580108"/>
                  <a:gd name="connsiteX47" fmla="*/ 842 w 840917"/>
                  <a:gd name="connsiteY47" fmla="*/ 204846 h 580108"/>
                  <a:gd name="connsiteX48" fmla="*/ 71010 w 840917"/>
                  <a:gd name="connsiteY48" fmla="*/ 128924 h 580108"/>
                  <a:gd name="connsiteX49" fmla="*/ 176978 w 840917"/>
                  <a:gd name="connsiteY49" fmla="*/ 13609 h 580108"/>
                  <a:gd name="connsiteX50" fmla="*/ 200606 w 840917"/>
                  <a:gd name="connsiteY50" fmla="*/ 1433 h 580108"/>
                  <a:gd name="connsiteX51" fmla="*/ 308007 w 840917"/>
                  <a:gd name="connsiteY51" fmla="*/ 0 h 580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40917" h="580108">
                    <a:moveTo>
                      <a:pt x="20275" y="256303"/>
                    </a:moveTo>
                    <a:cubicBezTo>
                      <a:pt x="78051" y="256303"/>
                      <a:pt x="139394" y="255588"/>
                      <a:pt x="200737" y="256303"/>
                    </a:cubicBezTo>
                    <a:cubicBezTo>
                      <a:pt x="206443" y="256303"/>
                      <a:pt x="217142" y="260589"/>
                      <a:pt x="218569" y="265589"/>
                    </a:cubicBezTo>
                    <a:cubicBezTo>
                      <a:pt x="237828" y="314167"/>
                      <a:pt x="255660" y="364173"/>
                      <a:pt x="274919" y="412751"/>
                    </a:cubicBezTo>
                    <a:cubicBezTo>
                      <a:pt x="274919" y="412751"/>
                      <a:pt x="274919" y="412751"/>
                      <a:pt x="159366" y="407036"/>
                    </a:cubicBezTo>
                    <a:cubicBezTo>
                      <a:pt x="112289" y="359173"/>
                      <a:pt x="64499" y="312024"/>
                      <a:pt x="16709" y="264161"/>
                    </a:cubicBezTo>
                    <a:cubicBezTo>
                      <a:pt x="14569" y="261303"/>
                      <a:pt x="15995" y="256303"/>
                      <a:pt x="20275" y="256303"/>
                    </a:cubicBezTo>
                    <a:close/>
                    <a:moveTo>
                      <a:pt x="651482" y="255588"/>
                    </a:moveTo>
                    <a:cubicBezTo>
                      <a:pt x="710032" y="256301"/>
                      <a:pt x="768583" y="256301"/>
                      <a:pt x="824991" y="256301"/>
                    </a:cubicBezTo>
                    <a:cubicBezTo>
                      <a:pt x="829275" y="256301"/>
                      <a:pt x="832131" y="261288"/>
                      <a:pt x="828561" y="264138"/>
                    </a:cubicBezTo>
                    <a:cubicBezTo>
                      <a:pt x="723599" y="368871"/>
                      <a:pt x="618637" y="475030"/>
                      <a:pt x="514389" y="578338"/>
                    </a:cubicBezTo>
                    <a:cubicBezTo>
                      <a:pt x="510818" y="582613"/>
                      <a:pt x="505106" y="578338"/>
                      <a:pt x="506534" y="574063"/>
                    </a:cubicBezTo>
                    <a:cubicBezTo>
                      <a:pt x="506534" y="573351"/>
                      <a:pt x="506534" y="573351"/>
                      <a:pt x="506534" y="573351"/>
                    </a:cubicBezTo>
                    <a:cubicBezTo>
                      <a:pt x="544378" y="475742"/>
                      <a:pt x="581507" y="376708"/>
                      <a:pt x="617923" y="278387"/>
                    </a:cubicBezTo>
                    <a:cubicBezTo>
                      <a:pt x="624349" y="260575"/>
                      <a:pt x="632917" y="255588"/>
                      <a:pt x="651482" y="255588"/>
                    </a:cubicBezTo>
                    <a:close/>
                    <a:moveTo>
                      <a:pt x="268809" y="255588"/>
                    </a:moveTo>
                    <a:cubicBezTo>
                      <a:pt x="268809" y="255588"/>
                      <a:pt x="268809" y="255588"/>
                      <a:pt x="574001" y="255588"/>
                    </a:cubicBezTo>
                    <a:cubicBezTo>
                      <a:pt x="577575" y="255588"/>
                      <a:pt x="579719" y="259161"/>
                      <a:pt x="578290" y="262020"/>
                    </a:cubicBezTo>
                    <a:cubicBezTo>
                      <a:pt x="551130" y="334197"/>
                      <a:pt x="523970" y="406375"/>
                      <a:pt x="497525" y="477838"/>
                    </a:cubicBezTo>
                    <a:cubicBezTo>
                      <a:pt x="479656" y="444965"/>
                      <a:pt x="445349" y="421382"/>
                      <a:pt x="405324" y="419238"/>
                    </a:cubicBezTo>
                    <a:cubicBezTo>
                      <a:pt x="405324" y="419238"/>
                      <a:pt x="405324" y="419238"/>
                      <a:pt x="321700" y="414951"/>
                    </a:cubicBezTo>
                    <a:cubicBezTo>
                      <a:pt x="315982" y="400658"/>
                      <a:pt x="302402" y="362783"/>
                      <a:pt x="264520" y="262020"/>
                    </a:cubicBezTo>
                    <a:cubicBezTo>
                      <a:pt x="263806" y="259161"/>
                      <a:pt x="265235" y="255588"/>
                      <a:pt x="268809" y="255588"/>
                    </a:cubicBezTo>
                    <a:close/>
                    <a:moveTo>
                      <a:pt x="375756" y="1433"/>
                    </a:moveTo>
                    <a:cubicBezTo>
                      <a:pt x="406373" y="0"/>
                      <a:pt x="436278" y="0"/>
                      <a:pt x="466182" y="1433"/>
                    </a:cubicBezTo>
                    <a:cubicBezTo>
                      <a:pt x="472590" y="1433"/>
                      <a:pt x="483270" y="6446"/>
                      <a:pt x="486831" y="12176"/>
                    </a:cubicBezTo>
                    <a:cubicBezTo>
                      <a:pt x="516735" y="75206"/>
                      <a:pt x="544504" y="139668"/>
                      <a:pt x="575832" y="205563"/>
                    </a:cubicBezTo>
                    <a:cubicBezTo>
                      <a:pt x="576544" y="209144"/>
                      <a:pt x="575120" y="212725"/>
                      <a:pt x="571560" y="212725"/>
                    </a:cubicBezTo>
                    <a:cubicBezTo>
                      <a:pt x="571560" y="212725"/>
                      <a:pt x="571560" y="212725"/>
                      <a:pt x="271802" y="212725"/>
                    </a:cubicBezTo>
                    <a:cubicBezTo>
                      <a:pt x="268242" y="212725"/>
                      <a:pt x="265394" y="209144"/>
                      <a:pt x="267530" y="205563"/>
                    </a:cubicBezTo>
                    <a:cubicBezTo>
                      <a:pt x="297435" y="138236"/>
                      <a:pt x="327339" y="73057"/>
                      <a:pt x="357244" y="10028"/>
                    </a:cubicBezTo>
                    <a:cubicBezTo>
                      <a:pt x="360092" y="4298"/>
                      <a:pt x="369348" y="1433"/>
                      <a:pt x="375756" y="1433"/>
                    </a:cubicBezTo>
                    <a:close/>
                    <a:moveTo>
                      <a:pt x="535360" y="0"/>
                    </a:moveTo>
                    <a:cubicBezTo>
                      <a:pt x="573289" y="0"/>
                      <a:pt x="607640" y="0"/>
                      <a:pt x="641992" y="1434"/>
                    </a:cubicBezTo>
                    <a:cubicBezTo>
                      <a:pt x="649148" y="1434"/>
                      <a:pt x="658451" y="6451"/>
                      <a:pt x="663461" y="12185"/>
                    </a:cubicBezTo>
                    <a:cubicBezTo>
                      <a:pt x="722144" y="74544"/>
                      <a:pt x="779396" y="139053"/>
                      <a:pt x="840226" y="204278"/>
                    </a:cubicBezTo>
                    <a:cubicBezTo>
                      <a:pt x="841657" y="206429"/>
                      <a:pt x="840942" y="212163"/>
                      <a:pt x="837363" y="212163"/>
                    </a:cubicBezTo>
                    <a:cubicBezTo>
                      <a:pt x="833069" y="212880"/>
                      <a:pt x="829491" y="213596"/>
                      <a:pt x="827344" y="213596"/>
                    </a:cubicBezTo>
                    <a:cubicBezTo>
                      <a:pt x="766514" y="213596"/>
                      <a:pt x="706400" y="212880"/>
                      <a:pt x="646285" y="213596"/>
                    </a:cubicBezTo>
                    <a:cubicBezTo>
                      <a:pt x="630541" y="214313"/>
                      <a:pt x="621953" y="209296"/>
                      <a:pt x="616228" y="194960"/>
                    </a:cubicBezTo>
                    <a:cubicBezTo>
                      <a:pt x="588318" y="134035"/>
                      <a:pt x="560408" y="72393"/>
                      <a:pt x="531066" y="7168"/>
                    </a:cubicBezTo>
                    <a:cubicBezTo>
                      <a:pt x="528919" y="4301"/>
                      <a:pt x="531782" y="0"/>
                      <a:pt x="535360" y="0"/>
                    </a:cubicBezTo>
                    <a:close/>
                    <a:moveTo>
                      <a:pt x="308007" y="0"/>
                    </a:moveTo>
                    <a:cubicBezTo>
                      <a:pt x="310871" y="0"/>
                      <a:pt x="313019" y="4298"/>
                      <a:pt x="312303" y="7163"/>
                    </a:cubicBezTo>
                    <a:cubicBezTo>
                      <a:pt x="280083" y="75206"/>
                      <a:pt x="250727" y="138952"/>
                      <a:pt x="220654" y="202698"/>
                    </a:cubicBezTo>
                    <a:cubicBezTo>
                      <a:pt x="219222" y="206995"/>
                      <a:pt x="212062" y="211293"/>
                      <a:pt x="207050" y="212725"/>
                    </a:cubicBezTo>
                    <a:cubicBezTo>
                      <a:pt x="141178" y="212725"/>
                      <a:pt x="76022" y="212725"/>
                      <a:pt x="5138" y="212725"/>
                    </a:cubicBezTo>
                    <a:cubicBezTo>
                      <a:pt x="842" y="212725"/>
                      <a:pt x="-1306" y="206995"/>
                      <a:pt x="842" y="204846"/>
                    </a:cubicBezTo>
                    <a:cubicBezTo>
                      <a:pt x="26618" y="177629"/>
                      <a:pt x="48098" y="153277"/>
                      <a:pt x="71010" y="128924"/>
                    </a:cubicBezTo>
                    <a:cubicBezTo>
                      <a:pt x="106094" y="89531"/>
                      <a:pt x="140462" y="51570"/>
                      <a:pt x="176978" y="13609"/>
                    </a:cubicBezTo>
                    <a:cubicBezTo>
                      <a:pt x="182706" y="7879"/>
                      <a:pt x="192014" y="1433"/>
                      <a:pt x="200606" y="1433"/>
                    </a:cubicBezTo>
                    <a:cubicBezTo>
                      <a:pt x="234259" y="0"/>
                      <a:pt x="268627" y="0"/>
                      <a:pt x="308007" y="0"/>
                    </a:cubicBezTo>
                    <a:close/>
                  </a:path>
                </a:pathLst>
              </a:custGeom>
              <a:solidFill>
                <a:srgbClr val="006C67"/>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86" name="Freeform 12">
                <a:extLst>
                  <a:ext uri="{FF2B5EF4-FFF2-40B4-BE49-F238E27FC236}">
                    <a16:creationId xmlns:a16="http://schemas.microsoft.com/office/drawing/2014/main" id="{E458BBCD-B7BC-48B6-9262-2F015B5AA326}"/>
                  </a:ext>
                </a:extLst>
              </p:cNvPr>
              <p:cNvSpPr>
                <a:spLocks/>
              </p:cNvSpPr>
              <p:nvPr/>
            </p:nvSpPr>
            <p:spPr bwMode="auto">
              <a:xfrm>
                <a:off x="6729413" y="3467100"/>
                <a:ext cx="1123838" cy="541338"/>
              </a:xfrm>
              <a:custGeom>
                <a:avLst/>
                <a:gdLst>
                  <a:gd name="connsiteX0" fmla="*/ 409739 w 1123838"/>
                  <a:gd name="connsiteY0" fmla="*/ 31588 h 541338"/>
                  <a:gd name="connsiteX1" fmla="*/ 326138 w 1123838"/>
                  <a:gd name="connsiteY1" fmla="*/ 51530 h 541338"/>
                  <a:gd name="connsiteX2" fmla="*/ 31750 w 1123838"/>
                  <a:gd name="connsiteY2" fmla="*/ 218189 h 541338"/>
                  <a:gd name="connsiteX3" fmla="*/ 31750 w 1123838"/>
                  <a:gd name="connsiteY3" fmla="*/ 501651 h 541338"/>
                  <a:gd name="connsiteX4" fmla="*/ 368296 w 1123838"/>
                  <a:gd name="connsiteY4" fmla="*/ 372028 h 541338"/>
                  <a:gd name="connsiteX5" fmla="*/ 419028 w 1123838"/>
                  <a:gd name="connsiteY5" fmla="*/ 364193 h 541338"/>
                  <a:gd name="connsiteX6" fmla="*/ 568366 w 1123838"/>
                  <a:gd name="connsiteY6" fmla="*/ 374876 h 541338"/>
                  <a:gd name="connsiteX7" fmla="*/ 797017 w 1123838"/>
                  <a:gd name="connsiteY7" fmla="*/ 348524 h 541338"/>
                  <a:gd name="connsiteX8" fmla="*/ 1047818 w 1123838"/>
                  <a:gd name="connsiteY8" fmla="*/ 182578 h 541338"/>
                  <a:gd name="connsiteX9" fmla="*/ 1079972 w 1123838"/>
                  <a:gd name="connsiteY9" fmla="*/ 145542 h 541338"/>
                  <a:gd name="connsiteX10" fmla="*/ 1074971 w 1123838"/>
                  <a:gd name="connsiteY10" fmla="*/ 71472 h 541338"/>
                  <a:gd name="connsiteX11" fmla="*/ 1036386 w 1123838"/>
                  <a:gd name="connsiteY11" fmla="*/ 57940 h 541338"/>
                  <a:gd name="connsiteX12" fmla="*/ 999230 w 1123838"/>
                  <a:gd name="connsiteY12" fmla="*/ 75745 h 541338"/>
                  <a:gd name="connsiteX13" fmla="*/ 951356 w 1123838"/>
                  <a:gd name="connsiteY13" fmla="*/ 129161 h 541338"/>
                  <a:gd name="connsiteX14" fmla="*/ 805591 w 1123838"/>
                  <a:gd name="connsiteY14" fmla="*/ 220325 h 541338"/>
                  <a:gd name="connsiteX15" fmla="*/ 608380 w 1123838"/>
                  <a:gd name="connsiteY15" fmla="*/ 209642 h 541338"/>
                  <a:gd name="connsiteX16" fmla="*/ 553360 w 1123838"/>
                  <a:gd name="connsiteY16" fmla="*/ 187563 h 541338"/>
                  <a:gd name="connsiteX17" fmla="*/ 544071 w 1123838"/>
                  <a:gd name="connsiteY17" fmla="*/ 171182 h 541338"/>
                  <a:gd name="connsiteX18" fmla="*/ 557648 w 1123838"/>
                  <a:gd name="connsiteY18" fmla="*/ 157650 h 541338"/>
                  <a:gd name="connsiteX19" fmla="*/ 715560 w 1123838"/>
                  <a:gd name="connsiteY19" fmla="*/ 141981 h 541338"/>
                  <a:gd name="connsiteX20" fmla="*/ 759146 w 1123838"/>
                  <a:gd name="connsiteY20" fmla="*/ 94975 h 541338"/>
                  <a:gd name="connsiteX21" fmla="*/ 713416 w 1123838"/>
                  <a:gd name="connsiteY21" fmla="*/ 47256 h 541338"/>
                  <a:gd name="connsiteX22" fmla="*/ 409739 w 1123838"/>
                  <a:gd name="connsiteY22" fmla="*/ 31588 h 541338"/>
                  <a:gd name="connsiteX23" fmla="*/ 390213 w 1123838"/>
                  <a:gd name="connsiteY23" fmla="*/ 0 h 541338"/>
                  <a:gd name="connsiteX24" fmla="*/ 393072 w 1123838"/>
                  <a:gd name="connsiteY24" fmla="*/ 0 h 541338"/>
                  <a:gd name="connsiteX25" fmla="*/ 397360 w 1123838"/>
                  <a:gd name="connsiteY25" fmla="*/ 0 h 541338"/>
                  <a:gd name="connsiteX26" fmla="*/ 399504 w 1123838"/>
                  <a:gd name="connsiteY26" fmla="*/ 0 h 541338"/>
                  <a:gd name="connsiteX27" fmla="*/ 403077 w 1123838"/>
                  <a:gd name="connsiteY27" fmla="*/ 0 h 541338"/>
                  <a:gd name="connsiteX28" fmla="*/ 410939 w 1123838"/>
                  <a:gd name="connsiteY28" fmla="*/ 0 h 541338"/>
                  <a:gd name="connsiteX29" fmla="*/ 715390 w 1123838"/>
                  <a:gd name="connsiteY29" fmla="*/ 15712 h 541338"/>
                  <a:gd name="connsiteX30" fmla="*/ 780426 w 1123838"/>
                  <a:gd name="connsiteY30" fmla="*/ 56419 h 541338"/>
                  <a:gd name="connsiteX31" fmla="*/ 782570 w 1123838"/>
                  <a:gd name="connsiteY31" fmla="*/ 60704 h 541338"/>
                  <a:gd name="connsiteX32" fmla="*/ 789002 w 1123838"/>
                  <a:gd name="connsiteY32" fmla="*/ 79273 h 541338"/>
                  <a:gd name="connsiteX33" fmla="*/ 790431 w 1123838"/>
                  <a:gd name="connsiteY33" fmla="*/ 94984 h 541338"/>
                  <a:gd name="connsiteX34" fmla="*/ 789716 w 1123838"/>
                  <a:gd name="connsiteY34" fmla="*/ 100698 h 541338"/>
                  <a:gd name="connsiteX35" fmla="*/ 789716 w 1123838"/>
                  <a:gd name="connsiteY35" fmla="*/ 101412 h 541338"/>
                  <a:gd name="connsiteX36" fmla="*/ 789002 w 1123838"/>
                  <a:gd name="connsiteY36" fmla="*/ 107125 h 541338"/>
                  <a:gd name="connsiteX37" fmla="*/ 763988 w 1123838"/>
                  <a:gd name="connsiteY37" fmla="*/ 154260 h 541338"/>
                  <a:gd name="connsiteX38" fmla="*/ 763273 w 1123838"/>
                  <a:gd name="connsiteY38" fmla="*/ 154260 h 541338"/>
                  <a:gd name="connsiteX39" fmla="*/ 758985 w 1123838"/>
                  <a:gd name="connsiteY39" fmla="*/ 157831 h 541338"/>
                  <a:gd name="connsiteX40" fmla="*/ 754697 w 1123838"/>
                  <a:gd name="connsiteY40" fmla="*/ 160688 h 541338"/>
                  <a:gd name="connsiteX41" fmla="*/ 753983 w 1123838"/>
                  <a:gd name="connsiteY41" fmla="*/ 161402 h 541338"/>
                  <a:gd name="connsiteX42" fmla="*/ 749695 w 1123838"/>
                  <a:gd name="connsiteY42" fmla="*/ 164258 h 541338"/>
                  <a:gd name="connsiteX43" fmla="*/ 748265 w 1123838"/>
                  <a:gd name="connsiteY43" fmla="*/ 164973 h 541338"/>
                  <a:gd name="connsiteX44" fmla="*/ 743263 w 1123838"/>
                  <a:gd name="connsiteY44" fmla="*/ 167115 h 541338"/>
                  <a:gd name="connsiteX45" fmla="*/ 742548 w 1123838"/>
                  <a:gd name="connsiteY45" fmla="*/ 167829 h 541338"/>
                  <a:gd name="connsiteX46" fmla="*/ 738260 w 1123838"/>
                  <a:gd name="connsiteY46" fmla="*/ 169258 h 541338"/>
                  <a:gd name="connsiteX47" fmla="*/ 718964 w 1123838"/>
                  <a:gd name="connsiteY47" fmla="*/ 173543 h 541338"/>
                  <a:gd name="connsiteX48" fmla="*/ 624626 w 1123838"/>
                  <a:gd name="connsiteY48" fmla="*/ 182827 h 541338"/>
                  <a:gd name="connsiteX49" fmla="*/ 743263 w 1123838"/>
                  <a:gd name="connsiteY49" fmla="*/ 199967 h 541338"/>
                  <a:gd name="connsiteX50" fmla="*/ 774708 w 1123838"/>
                  <a:gd name="connsiteY50" fmla="*/ 195682 h 541338"/>
                  <a:gd name="connsiteX51" fmla="*/ 775423 w 1123838"/>
                  <a:gd name="connsiteY51" fmla="*/ 195682 h 541338"/>
                  <a:gd name="connsiteX52" fmla="*/ 785428 w 1123838"/>
                  <a:gd name="connsiteY52" fmla="*/ 193539 h 541338"/>
                  <a:gd name="connsiteX53" fmla="*/ 786858 w 1123838"/>
                  <a:gd name="connsiteY53" fmla="*/ 192825 h 541338"/>
                  <a:gd name="connsiteX54" fmla="*/ 796863 w 1123838"/>
                  <a:gd name="connsiteY54" fmla="*/ 190683 h 541338"/>
                  <a:gd name="connsiteX55" fmla="*/ 826880 w 1123838"/>
                  <a:gd name="connsiteY55" fmla="*/ 179970 h 541338"/>
                  <a:gd name="connsiteX56" fmla="*/ 909782 w 1123838"/>
                  <a:gd name="connsiteY56" fmla="*/ 127122 h 541338"/>
                  <a:gd name="connsiteX57" fmla="*/ 928363 w 1123838"/>
                  <a:gd name="connsiteY57" fmla="*/ 108553 h 541338"/>
                  <a:gd name="connsiteX58" fmla="*/ 975532 w 1123838"/>
                  <a:gd name="connsiteY58" fmla="*/ 54991 h 541338"/>
                  <a:gd name="connsiteX59" fmla="*/ 978391 w 1123838"/>
                  <a:gd name="connsiteY59" fmla="*/ 51420 h 541338"/>
                  <a:gd name="connsiteX60" fmla="*/ 979105 w 1123838"/>
                  <a:gd name="connsiteY60" fmla="*/ 51420 h 541338"/>
                  <a:gd name="connsiteX61" fmla="*/ 1034135 w 1123838"/>
                  <a:gd name="connsiteY61" fmla="*/ 26424 h 541338"/>
                  <a:gd name="connsiteX62" fmla="*/ 1034850 w 1123838"/>
                  <a:gd name="connsiteY62" fmla="*/ 26424 h 541338"/>
                  <a:gd name="connsiteX63" fmla="*/ 1039138 w 1123838"/>
                  <a:gd name="connsiteY63" fmla="*/ 26424 h 541338"/>
                  <a:gd name="connsiteX64" fmla="*/ 1040567 w 1123838"/>
                  <a:gd name="connsiteY64" fmla="*/ 26424 h 541338"/>
                  <a:gd name="connsiteX65" fmla="*/ 1079875 w 1123838"/>
                  <a:gd name="connsiteY65" fmla="*/ 37137 h 541338"/>
                  <a:gd name="connsiteX66" fmla="*/ 1083448 w 1123838"/>
                  <a:gd name="connsiteY66" fmla="*/ 39279 h 541338"/>
                  <a:gd name="connsiteX67" fmla="*/ 1086307 w 1123838"/>
                  <a:gd name="connsiteY67" fmla="*/ 40708 h 541338"/>
                  <a:gd name="connsiteX68" fmla="*/ 1087021 w 1123838"/>
                  <a:gd name="connsiteY68" fmla="*/ 41422 h 541338"/>
                  <a:gd name="connsiteX69" fmla="*/ 1089880 w 1123838"/>
                  <a:gd name="connsiteY69" fmla="*/ 43564 h 541338"/>
                  <a:gd name="connsiteX70" fmla="*/ 1090595 w 1123838"/>
                  <a:gd name="connsiteY70" fmla="*/ 44278 h 541338"/>
                  <a:gd name="connsiteX71" fmla="*/ 1092739 w 1123838"/>
                  <a:gd name="connsiteY71" fmla="*/ 45707 h 541338"/>
                  <a:gd name="connsiteX72" fmla="*/ 1095597 w 1123838"/>
                  <a:gd name="connsiteY72" fmla="*/ 47849 h 541338"/>
                  <a:gd name="connsiteX73" fmla="*/ 1095597 w 1123838"/>
                  <a:gd name="connsiteY73" fmla="*/ 48563 h 541338"/>
                  <a:gd name="connsiteX74" fmla="*/ 1103459 w 1123838"/>
                  <a:gd name="connsiteY74" fmla="*/ 165687 h 541338"/>
                  <a:gd name="connsiteX75" fmla="*/ 1072013 w 1123838"/>
                  <a:gd name="connsiteY75" fmla="*/ 203538 h 541338"/>
                  <a:gd name="connsiteX76" fmla="*/ 966241 w 1123838"/>
                  <a:gd name="connsiteY76" fmla="*/ 299950 h 541338"/>
                  <a:gd name="connsiteX77" fmla="*/ 956950 w 1123838"/>
                  <a:gd name="connsiteY77" fmla="*/ 306377 h 541338"/>
                  <a:gd name="connsiteX78" fmla="*/ 948374 w 1123838"/>
                  <a:gd name="connsiteY78" fmla="*/ 312091 h 541338"/>
                  <a:gd name="connsiteX79" fmla="*/ 806154 w 1123838"/>
                  <a:gd name="connsiteY79" fmla="*/ 379222 h 541338"/>
                  <a:gd name="connsiteX80" fmla="*/ 792575 w 1123838"/>
                  <a:gd name="connsiteY80" fmla="*/ 383507 h 541338"/>
                  <a:gd name="connsiteX81" fmla="*/ 788287 w 1123838"/>
                  <a:gd name="connsiteY81" fmla="*/ 384222 h 541338"/>
                  <a:gd name="connsiteX82" fmla="*/ 779711 w 1123838"/>
                  <a:gd name="connsiteY82" fmla="*/ 387078 h 541338"/>
                  <a:gd name="connsiteX83" fmla="*/ 773994 w 1123838"/>
                  <a:gd name="connsiteY83" fmla="*/ 388507 h 541338"/>
                  <a:gd name="connsiteX84" fmla="*/ 766132 w 1123838"/>
                  <a:gd name="connsiteY84" fmla="*/ 389935 h 541338"/>
                  <a:gd name="connsiteX85" fmla="*/ 759700 w 1123838"/>
                  <a:gd name="connsiteY85" fmla="*/ 392077 h 541338"/>
                  <a:gd name="connsiteX86" fmla="*/ 753983 w 1123838"/>
                  <a:gd name="connsiteY86" fmla="*/ 392792 h 541338"/>
                  <a:gd name="connsiteX87" fmla="*/ 723966 w 1123838"/>
                  <a:gd name="connsiteY87" fmla="*/ 399219 h 541338"/>
                  <a:gd name="connsiteX88" fmla="*/ 721822 w 1123838"/>
                  <a:gd name="connsiteY88" fmla="*/ 399219 h 541338"/>
                  <a:gd name="connsiteX89" fmla="*/ 711102 w 1123838"/>
                  <a:gd name="connsiteY89" fmla="*/ 401362 h 541338"/>
                  <a:gd name="connsiteX90" fmla="*/ 709673 w 1123838"/>
                  <a:gd name="connsiteY90" fmla="*/ 401362 h 541338"/>
                  <a:gd name="connsiteX91" fmla="*/ 650355 w 1123838"/>
                  <a:gd name="connsiteY91" fmla="*/ 407789 h 541338"/>
                  <a:gd name="connsiteX92" fmla="*/ 648211 w 1123838"/>
                  <a:gd name="connsiteY92" fmla="*/ 407789 h 541338"/>
                  <a:gd name="connsiteX93" fmla="*/ 637491 w 1123838"/>
                  <a:gd name="connsiteY93" fmla="*/ 408503 h 541338"/>
                  <a:gd name="connsiteX94" fmla="*/ 635347 w 1123838"/>
                  <a:gd name="connsiteY94" fmla="*/ 408503 h 541338"/>
                  <a:gd name="connsiteX95" fmla="*/ 621053 w 1123838"/>
                  <a:gd name="connsiteY95" fmla="*/ 408503 h 541338"/>
                  <a:gd name="connsiteX96" fmla="*/ 619624 w 1123838"/>
                  <a:gd name="connsiteY96" fmla="*/ 408503 h 541338"/>
                  <a:gd name="connsiteX97" fmla="*/ 612477 w 1123838"/>
                  <a:gd name="connsiteY97" fmla="*/ 408503 h 541338"/>
                  <a:gd name="connsiteX98" fmla="*/ 606045 w 1123838"/>
                  <a:gd name="connsiteY98" fmla="*/ 408503 h 541338"/>
                  <a:gd name="connsiteX99" fmla="*/ 598898 w 1123838"/>
                  <a:gd name="connsiteY99" fmla="*/ 408503 h 541338"/>
                  <a:gd name="connsiteX100" fmla="*/ 592466 w 1123838"/>
                  <a:gd name="connsiteY100" fmla="*/ 408503 h 541338"/>
                  <a:gd name="connsiteX101" fmla="*/ 584605 w 1123838"/>
                  <a:gd name="connsiteY101" fmla="*/ 407789 h 541338"/>
                  <a:gd name="connsiteX102" fmla="*/ 578887 w 1123838"/>
                  <a:gd name="connsiteY102" fmla="*/ 407789 h 541338"/>
                  <a:gd name="connsiteX103" fmla="*/ 566738 w 1123838"/>
                  <a:gd name="connsiteY103" fmla="*/ 407075 h 541338"/>
                  <a:gd name="connsiteX104" fmla="*/ 566023 w 1123838"/>
                  <a:gd name="connsiteY104" fmla="*/ 407075 h 541338"/>
                  <a:gd name="connsiteX105" fmla="*/ 485265 w 1123838"/>
                  <a:gd name="connsiteY105" fmla="*/ 401362 h 541338"/>
                  <a:gd name="connsiteX106" fmla="*/ 416656 w 1123838"/>
                  <a:gd name="connsiteY106" fmla="*/ 396362 h 541338"/>
                  <a:gd name="connsiteX107" fmla="*/ 410939 w 1123838"/>
                  <a:gd name="connsiteY107" fmla="*/ 396362 h 541338"/>
                  <a:gd name="connsiteX108" fmla="*/ 407365 w 1123838"/>
                  <a:gd name="connsiteY108" fmla="*/ 396362 h 541338"/>
                  <a:gd name="connsiteX109" fmla="*/ 393072 w 1123838"/>
                  <a:gd name="connsiteY109" fmla="*/ 397791 h 541338"/>
                  <a:gd name="connsiteX110" fmla="*/ 388784 w 1123838"/>
                  <a:gd name="connsiteY110" fmla="*/ 398505 h 541338"/>
                  <a:gd name="connsiteX111" fmla="*/ 388784 w 1123838"/>
                  <a:gd name="connsiteY111" fmla="*/ 399219 h 541338"/>
                  <a:gd name="connsiteX112" fmla="*/ 384496 w 1123838"/>
                  <a:gd name="connsiteY112" fmla="*/ 399933 h 541338"/>
                  <a:gd name="connsiteX113" fmla="*/ 383781 w 1123838"/>
                  <a:gd name="connsiteY113" fmla="*/ 400647 h 541338"/>
                  <a:gd name="connsiteX114" fmla="*/ 379493 w 1123838"/>
                  <a:gd name="connsiteY114" fmla="*/ 402076 h 541338"/>
                  <a:gd name="connsiteX115" fmla="*/ 21441 w 1123838"/>
                  <a:gd name="connsiteY115" fmla="*/ 540624 h 541338"/>
                  <a:gd name="connsiteX116" fmla="*/ 15723 w 1123838"/>
                  <a:gd name="connsiteY116" fmla="*/ 541338 h 541338"/>
                  <a:gd name="connsiteX117" fmla="*/ 7147 w 1123838"/>
                  <a:gd name="connsiteY117" fmla="*/ 538481 h 541338"/>
                  <a:gd name="connsiteX118" fmla="*/ 0 w 1123838"/>
                  <a:gd name="connsiteY118" fmla="*/ 525626 h 541338"/>
                  <a:gd name="connsiteX119" fmla="*/ 0 w 1123838"/>
                  <a:gd name="connsiteY119" fmla="*/ 209251 h 541338"/>
                  <a:gd name="connsiteX120" fmla="*/ 7862 w 1123838"/>
                  <a:gd name="connsiteY120" fmla="*/ 195682 h 541338"/>
                  <a:gd name="connsiteX121" fmla="*/ 310169 w 1123838"/>
                  <a:gd name="connsiteY121" fmla="*/ 24282 h 541338"/>
                  <a:gd name="connsiteX122" fmla="*/ 315887 w 1123838"/>
                  <a:gd name="connsiteY122" fmla="*/ 21425 h 541338"/>
                  <a:gd name="connsiteX123" fmla="*/ 318031 w 1123838"/>
                  <a:gd name="connsiteY123" fmla="*/ 19997 h 541338"/>
                  <a:gd name="connsiteX124" fmla="*/ 320889 w 1123838"/>
                  <a:gd name="connsiteY124" fmla="*/ 18568 h 541338"/>
                  <a:gd name="connsiteX125" fmla="*/ 324463 w 1123838"/>
                  <a:gd name="connsiteY125" fmla="*/ 17140 h 541338"/>
                  <a:gd name="connsiteX126" fmla="*/ 326607 w 1123838"/>
                  <a:gd name="connsiteY126" fmla="*/ 15712 h 541338"/>
                  <a:gd name="connsiteX127" fmla="*/ 330180 w 1123838"/>
                  <a:gd name="connsiteY127" fmla="*/ 14283 h 541338"/>
                  <a:gd name="connsiteX128" fmla="*/ 332324 w 1123838"/>
                  <a:gd name="connsiteY128" fmla="*/ 13569 h 541338"/>
                  <a:gd name="connsiteX129" fmla="*/ 336612 w 1123838"/>
                  <a:gd name="connsiteY129" fmla="*/ 12141 h 541338"/>
                  <a:gd name="connsiteX130" fmla="*/ 338042 w 1123838"/>
                  <a:gd name="connsiteY130" fmla="*/ 11427 h 541338"/>
                  <a:gd name="connsiteX131" fmla="*/ 342330 w 1123838"/>
                  <a:gd name="connsiteY131" fmla="*/ 9998 h 541338"/>
                  <a:gd name="connsiteX132" fmla="*/ 343759 w 1123838"/>
                  <a:gd name="connsiteY132" fmla="*/ 9284 h 541338"/>
                  <a:gd name="connsiteX133" fmla="*/ 348047 w 1123838"/>
                  <a:gd name="connsiteY133" fmla="*/ 7856 h 541338"/>
                  <a:gd name="connsiteX134" fmla="*/ 349476 w 1123838"/>
                  <a:gd name="connsiteY134" fmla="*/ 7856 h 541338"/>
                  <a:gd name="connsiteX135" fmla="*/ 354479 w 1123838"/>
                  <a:gd name="connsiteY135" fmla="*/ 6428 h 541338"/>
                  <a:gd name="connsiteX136" fmla="*/ 354479 w 1123838"/>
                  <a:gd name="connsiteY136" fmla="*/ 5713 h 541338"/>
                  <a:gd name="connsiteX137" fmla="*/ 381637 w 1123838"/>
                  <a:gd name="connsiteY137" fmla="*/ 1428 h 541338"/>
                  <a:gd name="connsiteX138" fmla="*/ 383781 w 1123838"/>
                  <a:gd name="connsiteY138" fmla="*/ 714 h 541338"/>
                  <a:gd name="connsiteX139" fmla="*/ 387354 w 1123838"/>
                  <a:gd name="connsiteY139" fmla="*/ 714 h 541338"/>
                  <a:gd name="connsiteX140" fmla="*/ 390213 w 1123838"/>
                  <a:gd name="connsiteY140" fmla="*/ 0 h 541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1123838" h="541338">
                    <a:moveTo>
                      <a:pt x="409739" y="31588"/>
                    </a:moveTo>
                    <a:cubicBezTo>
                      <a:pt x="380443" y="30163"/>
                      <a:pt x="351147" y="37285"/>
                      <a:pt x="326138" y="51530"/>
                    </a:cubicBezTo>
                    <a:cubicBezTo>
                      <a:pt x="326138" y="51530"/>
                      <a:pt x="326138" y="51530"/>
                      <a:pt x="31750" y="218189"/>
                    </a:cubicBezTo>
                    <a:cubicBezTo>
                      <a:pt x="31750" y="218189"/>
                      <a:pt x="31750" y="218189"/>
                      <a:pt x="31750" y="501651"/>
                    </a:cubicBezTo>
                    <a:cubicBezTo>
                      <a:pt x="31750" y="501651"/>
                      <a:pt x="31750" y="501651"/>
                      <a:pt x="368296" y="372028"/>
                    </a:cubicBezTo>
                    <a:cubicBezTo>
                      <a:pt x="384730" y="365618"/>
                      <a:pt x="401879" y="362769"/>
                      <a:pt x="419028" y="364193"/>
                    </a:cubicBezTo>
                    <a:cubicBezTo>
                      <a:pt x="419028" y="364193"/>
                      <a:pt x="419028" y="364193"/>
                      <a:pt x="568366" y="374876"/>
                    </a:cubicBezTo>
                    <a:cubicBezTo>
                      <a:pt x="645535" y="380574"/>
                      <a:pt x="722705" y="371315"/>
                      <a:pt x="797017" y="348524"/>
                    </a:cubicBezTo>
                    <a:cubicBezTo>
                      <a:pt x="894908" y="317899"/>
                      <a:pt x="981367" y="260922"/>
                      <a:pt x="1047818" y="182578"/>
                    </a:cubicBezTo>
                    <a:cubicBezTo>
                      <a:pt x="1047818" y="182578"/>
                      <a:pt x="1047818" y="182578"/>
                      <a:pt x="1079972" y="145542"/>
                    </a:cubicBezTo>
                    <a:cubicBezTo>
                      <a:pt x="1098550" y="123464"/>
                      <a:pt x="1096407" y="90702"/>
                      <a:pt x="1074971" y="71472"/>
                    </a:cubicBezTo>
                    <a:cubicBezTo>
                      <a:pt x="1064253" y="62213"/>
                      <a:pt x="1050676" y="57227"/>
                      <a:pt x="1036386" y="57940"/>
                    </a:cubicBezTo>
                    <a:cubicBezTo>
                      <a:pt x="1022095" y="58652"/>
                      <a:pt x="1008519" y="65062"/>
                      <a:pt x="999230" y="75745"/>
                    </a:cubicBezTo>
                    <a:cubicBezTo>
                      <a:pt x="999230" y="75745"/>
                      <a:pt x="999230" y="75745"/>
                      <a:pt x="951356" y="129161"/>
                    </a:cubicBezTo>
                    <a:cubicBezTo>
                      <a:pt x="912771" y="173319"/>
                      <a:pt x="862039" y="204656"/>
                      <a:pt x="805591" y="220325"/>
                    </a:cubicBezTo>
                    <a:cubicBezTo>
                      <a:pt x="740568" y="238843"/>
                      <a:pt x="670544" y="234570"/>
                      <a:pt x="608380" y="209642"/>
                    </a:cubicBezTo>
                    <a:cubicBezTo>
                      <a:pt x="608380" y="209642"/>
                      <a:pt x="608380" y="209642"/>
                      <a:pt x="553360" y="187563"/>
                    </a:cubicBezTo>
                    <a:cubicBezTo>
                      <a:pt x="546930" y="184714"/>
                      <a:pt x="542642" y="178304"/>
                      <a:pt x="544071" y="171182"/>
                    </a:cubicBezTo>
                    <a:cubicBezTo>
                      <a:pt x="544786" y="164060"/>
                      <a:pt x="550502" y="158362"/>
                      <a:pt x="557648" y="157650"/>
                    </a:cubicBezTo>
                    <a:cubicBezTo>
                      <a:pt x="557648" y="157650"/>
                      <a:pt x="557648" y="157650"/>
                      <a:pt x="715560" y="141981"/>
                    </a:cubicBezTo>
                    <a:cubicBezTo>
                      <a:pt x="740568" y="139845"/>
                      <a:pt x="759146" y="119190"/>
                      <a:pt x="759146" y="94975"/>
                    </a:cubicBezTo>
                    <a:cubicBezTo>
                      <a:pt x="759146" y="69335"/>
                      <a:pt x="739139" y="48681"/>
                      <a:pt x="713416" y="47256"/>
                    </a:cubicBezTo>
                    <a:cubicBezTo>
                      <a:pt x="713416" y="47256"/>
                      <a:pt x="713416" y="47256"/>
                      <a:pt x="409739" y="31588"/>
                    </a:cubicBezTo>
                    <a:close/>
                    <a:moveTo>
                      <a:pt x="390213" y="0"/>
                    </a:moveTo>
                    <a:cubicBezTo>
                      <a:pt x="391642" y="0"/>
                      <a:pt x="392357" y="0"/>
                      <a:pt x="393072" y="0"/>
                    </a:cubicBezTo>
                    <a:cubicBezTo>
                      <a:pt x="394501" y="0"/>
                      <a:pt x="395930" y="0"/>
                      <a:pt x="397360" y="0"/>
                    </a:cubicBezTo>
                    <a:cubicBezTo>
                      <a:pt x="398074" y="0"/>
                      <a:pt x="398789" y="0"/>
                      <a:pt x="399504" y="0"/>
                    </a:cubicBezTo>
                    <a:cubicBezTo>
                      <a:pt x="400933" y="0"/>
                      <a:pt x="401648" y="0"/>
                      <a:pt x="403077" y="0"/>
                    </a:cubicBezTo>
                    <a:cubicBezTo>
                      <a:pt x="405936" y="0"/>
                      <a:pt x="408794" y="0"/>
                      <a:pt x="410939" y="0"/>
                    </a:cubicBezTo>
                    <a:cubicBezTo>
                      <a:pt x="410939" y="0"/>
                      <a:pt x="410939" y="0"/>
                      <a:pt x="715390" y="15712"/>
                    </a:cubicBezTo>
                    <a:cubicBezTo>
                      <a:pt x="743263" y="17140"/>
                      <a:pt x="766847" y="33566"/>
                      <a:pt x="780426" y="56419"/>
                    </a:cubicBezTo>
                    <a:cubicBezTo>
                      <a:pt x="781140" y="57848"/>
                      <a:pt x="781855" y="59276"/>
                      <a:pt x="782570" y="60704"/>
                    </a:cubicBezTo>
                    <a:cubicBezTo>
                      <a:pt x="785428" y="66418"/>
                      <a:pt x="787572" y="72845"/>
                      <a:pt x="789002" y="79273"/>
                    </a:cubicBezTo>
                    <a:cubicBezTo>
                      <a:pt x="789716" y="84272"/>
                      <a:pt x="790431" y="89271"/>
                      <a:pt x="790431" y="94984"/>
                    </a:cubicBezTo>
                    <a:cubicBezTo>
                      <a:pt x="790431" y="97127"/>
                      <a:pt x="790431" y="98555"/>
                      <a:pt x="789716" y="100698"/>
                    </a:cubicBezTo>
                    <a:cubicBezTo>
                      <a:pt x="789716" y="100698"/>
                      <a:pt x="789716" y="101412"/>
                      <a:pt x="789716" y="101412"/>
                    </a:cubicBezTo>
                    <a:cubicBezTo>
                      <a:pt x="789716" y="103554"/>
                      <a:pt x="789716" y="104983"/>
                      <a:pt x="789002" y="107125"/>
                    </a:cubicBezTo>
                    <a:cubicBezTo>
                      <a:pt x="786143" y="125693"/>
                      <a:pt x="776852" y="142119"/>
                      <a:pt x="763988" y="154260"/>
                    </a:cubicBezTo>
                    <a:cubicBezTo>
                      <a:pt x="763988" y="154260"/>
                      <a:pt x="763273" y="154260"/>
                      <a:pt x="763273" y="154260"/>
                    </a:cubicBezTo>
                    <a:cubicBezTo>
                      <a:pt x="761844" y="155688"/>
                      <a:pt x="760415" y="156403"/>
                      <a:pt x="758985" y="157831"/>
                    </a:cubicBezTo>
                    <a:cubicBezTo>
                      <a:pt x="757556" y="159259"/>
                      <a:pt x="756127" y="159973"/>
                      <a:pt x="754697" y="160688"/>
                    </a:cubicBezTo>
                    <a:cubicBezTo>
                      <a:pt x="753983" y="161402"/>
                      <a:pt x="753983" y="161402"/>
                      <a:pt x="753983" y="161402"/>
                    </a:cubicBezTo>
                    <a:cubicBezTo>
                      <a:pt x="752553" y="162116"/>
                      <a:pt x="751124" y="163544"/>
                      <a:pt x="749695" y="164258"/>
                    </a:cubicBezTo>
                    <a:cubicBezTo>
                      <a:pt x="748980" y="164258"/>
                      <a:pt x="748265" y="164258"/>
                      <a:pt x="748265" y="164973"/>
                    </a:cubicBezTo>
                    <a:cubicBezTo>
                      <a:pt x="746836" y="165687"/>
                      <a:pt x="745407" y="166401"/>
                      <a:pt x="743263" y="167115"/>
                    </a:cubicBezTo>
                    <a:cubicBezTo>
                      <a:pt x="743263" y="167115"/>
                      <a:pt x="742548" y="167115"/>
                      <a:pt x="742548" y="167829"/>
                    </a:cubicBezTo>
                    <a:cubicBezTo>
                      <a:pt x="741118" y="167829"/>
                      <a:pt x="739689" y="168543"/>
                      <a:pt x="738260" y="169258"/>
                    </a:cubicBezTo>
                    <a:cubicBezTo>
                      <a:pt x="731828" y="171400"/>
                      <a:pt x="725396" y="172828"/>
                      <a:pt x="718964" y="173543"/>
                    </a:cubicBezTo>
                    <a:cubicBezTo>
                      <a:pt x="718964" y="173543"/>
                      <a:pt x="718964" y="173543"/>
                      <a:pt x="624626" y="182827"/>
                    </a:cubicBezTo>
                    <a:cubicBezTo>
                      <a:pt x="662504" y="197110"/>
                      <a:pt x="703241" y="202823"/>
                      <a:pt x="743263" y="199967"/>
                    </a:cubicBezTo>
                    <a:cubicBezTo>
                      <a:pt x="753983" y="199253"/>
                      <a:pt x="764703" y="197824"/>
                      <a:pt x="774708" y="195682"/>
                    </a:cubicBezTo>
                    <a:cubicBezTo>
                      <a:pt x="775423" y="195682"/>
                      <a:pt x="775423" y="195682"/>
                      <a:pt x="775423" y="195682"/>
                    </a:cubicBezTo>
                    <a:cubicBezTo>
                      <a:pt x="778996" y="194968"/>
                      <a:pt x="781855" y="194253"/>
                      <a:pt x="785428" y="193539"/>
                    </a:cubicBezTo>
                    <a:cubicBezTo>
                      <a:pt x="786143" y="193539"/>
                      <a:pt x="786143" y="193539"/>
                      <a:pt x="786858" y="192825"/>
                    </a:cubicBezTo>
                    <a:cubicBezTo>
                      <a:pt x="790431" y="192111"/>
                      <a:pt x="793290" y="191397"/>
                      <a:pt x="796863" y="190683"/>
                    </a:cubicBezTo>
                    <a:cubicBezTo>
                      <a:pt x="806869" y="187826"/>
                      <a:pt x="816874" y="184255"/>
                      <a:pt x="826880" y="179970"/>
                    </a:cubicBezTo>
                    <a:cubicBezTo>
                      <a:pt x="857611" y="167829"/>
                      <a:pt x="885483" y="149975"/>
                      <a:pt x="909782" y="127122"/>
                    </a:cubicBezTo>
                    <a:cubicBezTo>
                      <a:pt x="916214" y="121408"/>
                      <a:pt x="921931" y="114981"/>
                      <a:pt x="928363" y="108553"/>
                    </a:cubicBezTo>
                    <a:cubicBezTo>
                      <a:pt x="928363" y="108553"/>
                      <a:pt x="928363" y="108553"/>
                      <a:pt x="975532" y="54991"/>
                    </a:cubicBezTo>
                    <a:cubicBezTo>
                      <a:pt x="976961" y="53563"/>
                      <a:pt x="977676" y="52848"/>
                      <a:pt x="978391" y="51420"/>
                    </a:cubicBezTo>
                    <a:cubicBezTo>
                      <a:pt x="979105" y="51420"/>
                      <a:pt x="979105" y="51420"/>
                      <a:pt x="979105" y="51420"/>
                    </a:cubicBezTo>
                    <a:cubicBezTo>
                      <a:pt x="994114" y="36423"/>
                      <a:pt x="1013410" y="27853"/>
                      <a:pt x="1034135" y="26424"/>
                    </a:cubicBezTo>
                    <a:cubicBezTo>
                      <a:pt x="1034850" y="26424"/>
                      <a:pt x="1034850" y="26424"/>
                      <a:pt x="1034850" y="26424"/>
                    </a:cubicBezTo>
                    <a:cubicBezTo>
                      <a:pt x="1036279" y="26424"/>
                      <a:pt x="1037709" y="26424"/>
                      <a:pt x="1039138" y="26424"/>
                    </a:cubicBezTo>
                    <a:cubicBezTo>
                      <a:pt x="1039138" y="26424"/>
                      <a:pt x="1039853" y="26424"/>
                      <a:pt x="1040567" y="26424"/>
                    </a:cubicBezTo>
                    <a:cubicBezTo>
                      <a:pt x="1054146" y="26424"/>
                      <a:pt x="1067725" y="30709"/>
                      <a:pt x="1079875" y="37137"/>
                    </a:cubicBezTo>
                    <a:cubicBezTo>
                      <a:pt x="1081304" y="37851"/>
                      <a:pt x="1082019" y="38565"/>
                      <a:pt x="1083448" y="39279"/>
                    </a:cubicBezTo>
                    <a:cubicBezTo>
                      <a:pt x="1084877" y="39993"/>
                      <a:pt x="1085592" y="40708"/>
                      <a:pt x="1086307" y="40708"/>
                    </a:cubicBezTo>
                    <a:cubicBezTo>
                      <a:pt x="1087021" y="41422"/>
                      <a:pt x="1087021" y="41422"/>
                      <a:pt x="1087021" y="41422"/>
                    </a:cubicBezTo>
                    <a:cubicBezTo>
                      <a:pt x="1087736" y="42136"/>
                      <a:pt x="1089165" y="42850"/>
                      <a:pt x="1089880" y="43564"/>
                    </a:cubicBezTo>
                    <a:cubicBezTo>
                      <a:pt x="1089880" y="43564"/>
                      <a:pt x="1090595" y="44278"/>
                      <a:pt x="1090595" y="44278"/>
                    </a:cubicBezTo>
                    <a:cubicBezTo>
                      <a:pt x="1091309" y="44993"/>
                      <a:pt x="1092024" y="44993"/>
                      <a:pt x="1092739" y="45707"/>
                    </a:cubicBezTo>
                    <a:cubicBezTo>
                      <a:pt x="1093453" y="46421"/>
                      <a:pt x="1094168" y="47135"/>
                      <a:pt x="1095597" y="47849"/>
                    </a:cubicBezTo>
                    <a:cubicBezTo>
                      <a:pt x="1095597" y="47849"/>
                      <a:pt x="1095597" y="48563"/>
                      <a:pt x="1095597" y="48563"/>
                    </a:cubicBezTo>
                    <a:cubicBezTo>
                      <a:pt x="1129902" y="79273"/>
                      <a:pt x="1133475" y="130693"/>
                      <a:pt x="1103459" y="165687"/>
                    </a:cubicBezTo>
                    <a:cubicBezTo>
                      <a:pt x="1103459" y="165687"/>
                      <a:pt x="1103459" y="165687"/>
                      <a:pt x="1072013" y="203538"/>
                    </a:cubicBezTo>
                    <a:cubicBezTo>
                      <a:pt x="1040567" y="239960"/>
                      <a:pt x="1004834" y="272812"/>
                      <a:pt x="966241" y="299950"/>
                    </a:cubicBezTo>
                    <a:cubicBezTo>
                      <a:pt x="963383" y="302092"/>
                      <a:pt x="959809" y="304235"/>
                      <a:pt x="956950" y="306377"/>
                    </a:cubicBezTo>
                    <a:cubicBezTo>
                      <a:pt x="954092" y="308520"/>
                      <a:pt x="951233" y="310662"/>
                      <a:pt x="948374" y="312091"/>
                    </a:cubicBezTo>
                    <a:cubicBezTo>
                      <a:pt x="904779" y="340657"/>
                      <a:pt x="856896" y="363511"/>
                      <a:pt x="806154" y="379222"/>
                    </a:cubicBezTo>
                    <a:cubicBezTo>
                      <a:pt x="801866" y="380651"/>
                      <a:pt x="797578" y="382079"/>
                      <a:pt x="792575" y="383507"/>
                    </a:cubicBezTo>
                    <a:cubicBezTo>
                      <a:pt x="791146" y="383507"/>
                      <a:pt x="789716" y="384222"/>
                      <a:pt x="788287" y="384222"/>
                    </a:cubicBezTo>
                    <a:cubicBezTo>
                      <a:pt x="785428" y="384936"/>
                      <a:pt x="782570" y="386364"/>
                      <a:pt x="779711" y="387078"/>
                    </a:cubicBezTo>
                    <a:cubicBezTo>
                      <a:pt x="777567" y="387078"/>
                      <a:pt x="775423" y="387792"/>
                      <a:pt x="773994" y="388507"/>
                    </a:cubicBezTo>
                    <a:cubicBezTo>
                      <a:pt x="771135" y="389221"/>
                      <a:pt x="768991" y="389221"/>
                      <a:pt x="766132" y="389935"/>
                    </a:cubicBezTo>
                    <a:cubicBezTo>
                      <a:pt x="763988" y="390649"/>
                      <a:pt x="761844" y="391363"/>
                      <a:pt x="759700" y="392077"/>
                    </a:cubicBezTo>
                    <a:cubicBezTo>
                      <a:pt x="757556" y="392077"/>
                      <a:pt x="756127" y="392792"/>
                      <a:pt x="753983" y="392792"/>
                    </a:cubicBezTo>
                    <a:cubicBezTo>
                      <a:pt x="743977" y="394934"/>
                      <a:pt x="733972" y="397077"/>
                      <a:pt x="723966" y="399219"/>
                    </a:cubicBezTo>
                    <a:cubicBezTo>
                      <a:pt x="723252" y="399219"/>
                      <a:pt x="722537" y="399219"/>
                      <a:pt x="721822" y="399219"/>
                    </a:cubicBezTo>
                    <a:cubicBezTo>
                      <a:pt x="718249" y="399933"/>
                      <a:pt x="714676" y="400647"/>
                      <a:pt x="711102" y="401362"/>
                    </a:cubicBezTo>
                    <a:cubicBezTo>
                      <a:pt x="710387" y="401362"/>
                      <a:pt x="710387" y="401362"/>
                      <a:pt x="709673" y="401362"/>
                    </a:cubicBezTo>
                    <a:cubicBezTo>
                      <a:pt x="689662" y="404218"/>
                      <a:pt x="670366" y="406361"/>
                      <a:pt x="650355" y="407789"/>
                    </a:cubicBezTo>
                    <a:cubicBezTo>
                      <a:pt x="649640" y="407789"/>
                      <a:pt x="648925" y="407789"/>
                      <a:pt x="648211" y="407789"/>
                    </a:cubicBezTo>
                    <a:cubicBezTo>
                      <a:pt x="644637" y="407789"/>
                      <a:pt x="641064" y="407789"/>
                      <a:pt x="637491" y="408503"/>
                    </a:cubicBezTo>
                    <a:cubicBezTo>
                      <a:pt x="636776" y="408503"/>
                      <a:pt x="636061" y="408503"/>
                      <a:pt x="635347" y="408503"/>
                    </a:cubicBezTo>
                    <a:cubicBezTo>
                      <a:pt x="631058" y="408503"/>
                      <a:pt x="626056" y="408503"/>
                      <a:pt x="621053" y="408503"/>
                    </a:cubicBezTo>
                    <a:cubicBezTo>
                      <a:pt x="621053" y="408503"/>
                      <a:pt x="620338" y="408503"/>
                      <a:pt x="619624" y="408503"/>
                    </a:cubicBezTo>
                    <a:cubicBezTo>
                      <a:pt x="617480" y="408503"/>
                      <a:pt x="614621" y="408503"/>
                      <a:pt x="612477" y="408503"/>
                    </a:cubicBezTo>
                    <a:cubicBezTo>
                      <a:pt x="610333" y="408503"/>
                      <a:pt x="608189" y="408503"/>
                      <a:pt x="606045" y="408503"/>
                    </a:cubicBezTo>
                    <a:cubicBezTo>
                      <a:pt x="603901" y="408503"/>
                      <a:pt x="601042" y="408503"/>
                      <a:pt x="598898" y="408503"/>
                    </a:cubicBezTo>
                    <a:cubicBezTo>
                      <a:pt x="596754" y="408503"/>
                      <a:pt x="594610" y="408503"/>
                      <a:pt x="592466" y="408503"/>
                    </a:cubicBezTo>
                    <a:cubicBezTo>
                      <a:pt x="589607" y="408503"/>
                      <a:pt x="587463" y="408503"/>
                      <a:pt x="584605" y="407789"/>
                    </a:cubicBezTo>
                    <a:cubicBezTo>
                      <a:pt x="582461" y="407789"/>
                      <a:pt x="581031" y="407789"/>
                      <a:pt x="578887" y="407789"/>
                    </a:cubicBezTo>
                    <a:cubicBezTo>
                      <a:pt x="575314" y="407789"/>
                      <a:pt x="571026" y="407075"/>
                      <a:pt x="566738" y="407075"/>
                    </a:cubicBezTo>
                    <a:cubicBezTo>
                      <a:pt x="566738" y="407075"/>
                      <a:pt x="566023" y="407075"/>
                      <a:pt x="566023" y="407075"/>
                    </a:cubicBezTo>
                    <a:cubicBezTo>
                      <a:pt x="566023" y="407075"/>
                      <a:pt x="566023" y="407075"/>
                      <a:pt x="485265" y="401362"/>
                    </a:cubicBezTo>
                    <a:cubicBezTo>
                      <a:pt x="485265" y="401362"/>
                      <a:pt x="485265" y="401362"/>
                      <a:pt x="416656" y="396362"/>
                    </a:cubicBezTo>
                    <a:cubicBezTo>
                      <a:pt x="415227" y="396362"/>
                      <a:pt x="413083" y="396362"/>
                      <a:pt x="410939" y="396362"/>
                    </a:cubicBezTo>
                    <a:cubicBezTo>
                      <a:pt x="410224" y="396362"/>
                      <a:pt x="408794" y="396362"/>
                      <a:pt x="407365" y="396362"/>
                    </a:cubicBezTo>
                    <a:cubicBezTo>
                      <a:pt x="402362" y="396362"/>
                      <a:pt x="398074" y="397077"/>
                      <a:pt x="393072" y="397791"/>
                    </a:cubicBezTo>
                    <a:cubicBezTo>
                      <a:pt x="391642" y="398505"/>
                      <a:pt x="390213" y="398505"/>
                      <a:pt x="388784" y="398505"/>
                    </a:cubicBezTo>
                    <a:cubicBezTo>
                      <a:pt x="388784" y="399219"/>
                      <a:pt x="388784" y="399219"/>
                      <a:pt x="388784" y="399219"/>
                    </a:cubicBezTo>
                    <a:cubicBezTo>
                      <a:pt x="387354" y="399219"/>
                      <a:pt x="385925" y="399933"/>
                      <a:pt x="384496" y="399933"/>
                    </a:cubicBezTo>
                    <a:cubicBezTo>
                      <a:pt x="384496" y="399933"/>
                      <a:pt x="384496" y="399933"/>
                      <a:pt x="383781" y="400647"/>
                    </a:cubicBezTo>
                    <a:cubicBezTo>
                      <a:pt x="382352" y="400647"/>
                      <a:pt x="380922" y="401362"/>
                      <a:pt x="379493" y="402076"/>
                    </a:cubicBezTo>
                    <a:cubicBezTo>
                      <a:pt x="379493" y="402076"/>
                      <a:pt x="379493" y="402076"/>
                      <a:pt x="21441" y="540624"/>
                    </a:cubicBezTo>
                    <a:cubicBezTo>
                      <a:pt x="20011" y="541338"/>
                      <a:pt x="17867" y="541338"/>
                      <a:pt x="15723" y="541338"/>
                    </a:cubicBezTo>
                    <a:cubicBezTo>
                      <a:pt x="12864" y="541338"/>
                      <a:pt x="10006" y="540624"/>
                      <a:pt x="7147" y="538481"/>
                    </a:cubicBezTo>
                    <a:cubicBezTo>
                      <a:pt x="2859" y="535625"/>
                      <a:pt x="0" y="530626"/>
                      <a:pt x="0" y="525626"/>
                    </a:cubicBezTo>
                    <a:cubicBezTo>
                      <a:pt x="0" y="525626"/>
                      <a:pt x="0" y="525626"/>
                      <a:pt x="0" y="209251"/>
                    </a:cubicBezTo>
                    <a:cubicBezTo>
                      <a:pt x="0" y="203538"/>
                      <a:pt x="3574" y="198538"/>
                      <a:pt x="7862" y="195682"/>
                    </a:cubicBezTo>
                    <a:cubicBezTo>
                      <a:pt x="7862" y="195682"/>
                      <a:pt x="7862" y="195682"/>
                      <a:pt x="310169" y="24282"/>
                    </a:cubicBezTo>
                    <a:cubicBezTo>
                      <a:pt x="311599" y="22853"/>
                      <a:pt x="313743" y="22139"/>
                      <a:pt x="315887" y="21425"/>
                    </a:cubicBezTo>
                    <a:cubicBezTo>
                      <a:pt x="316601" y="20711"/>
                      <a:pt x="317316" y="20711"/>
                      <a:pt x="318031" y="19997"/>
                    </a:cubicBezTo>
                    <a:cubicBezTo>
                      <a:pt x="318745" y="19283"/>
                      <a:pt x="320175" y="18568"/>
                      <a:pt x="320889" y="18568"/>
                    </a:cubicBezTo>
                    <a:cubicBezTo>
                      <a:pt x="322319" y="17854"/>
                      <a:pt x="323033" y="17140"/>
                      <a:pt x="324463" y="17140"/>
                    </a:cubicBezTo>
                    <a:cubicBezTo>
                      <a:pt x="325177" y="16426"/>
                      <a:pt x="325892" y="16426"/>
                      <a:pt x="326607" y="15712"/>
                    </a:cubicBezTo>
                    <a:cubicBezTo>
                      <a:pt x="328036" y="14998"/>
                      <a:pt x="328751" y="14998"/>
                      <a:pt x="330180" y="14283"/>
                    </a:cubicBezTo>
                    <a:cubicBezTo>
                      <a:pt x="330895" y="14283"/>
                      <a:pt x="331610" y="13569"/>
                      <a:pt x="332324" y="13569"/>
                    </a:cubicBezTo>
                    <a:cubicBezTo>
                      <a:pt x="333754" y="12855"/>
                      <a:pt x="335183" y="12141"/>
                      <a:pt x="336612" y="12141"/>
                    </a:cubicBezTo>
                    <a:cubicBezTo>
                      <a:pt x="336612" y="11427"/>
                      <a:pt x="337327" y="11427"/>
                      <a:pt x="338042" y="11427"/>
                    </a:cubicBezTo>
                    <a:cubicBezTo>
                      <a:pt x="339471" y="10713"/>
                      <a:pt x="340900" y="9998"/>
                      <a:pt x="342330" y="9998"/>
                    </a:cubicBezTo>
                    <a:cubicBezTo>
                      <a:pt x="342330" y="9284"/>
                      <a:pt x="343044" y="9284"/>
                      <a:pt x="343759" y="9284"/>
                    </a:cubicBezTo>
                    <a:cubicBezTo>
                      <a:pt x="345188" y="8570"/>
                      <a:pt x="346618" y="8570"/>
                      <a:pt x="348047" y="7856"/>
                    </a:cubicBezTo>
                    <a:cubicBezTo>
                      <a:pt x="348762" y="7856"/>
                      <a:pt x="348762" y="7856"/>
                      <a:pt x="349476" y="7856"/>
                    </a:cubicBezTo>
                    <a:cubicBezTo>
                      <a:pt x="350906" y="7142"/>
                      <a:pt x="352335" y="6428"/>
                      <a:pt x="354479" y="6428"/>
                    </a:cubicBezTo>
                    <a:cubicBezTo>
                      <a:pt x="354479" y="6428"/>
                      <a:pt x="354479" y="5713"/>
                      <a:pt x="354479" y="5713"/>
                    </a:cubicBezTo>
                    <a:cubicBezTo>
                      <a:pt x="363770" y="3571"/>
                      <a:pt x="372346" y="2143"/>
                      <a:pt x="381637" y="1428"/>
                    </a:cubicBezTo>
                    <a:cubicBezTo>
                      <a:pt x="382352" y="714"/>
                      <a:pt x="383066" y="714"/>
                      <a:pt x="383781" y="714"/>
                    </a:cubicBezTo>
                    <a:cubicBezTo>
                      <a:pt x="385210" y="714"/>
                      <a:pt x="385925" y="714"/>
                      <a:pt x="387354" y="714"/>
                    </a:cubicBezTo>
                    <a:cubicBezTo>
                      <a:pt x="388069" y="714"/>
                      <a:pt x="389498" y="714"/>
                      <a:pt x="390213" y="0"/>
                    </a:cubicBezTo>
                    <a:close/>
                  </a:path>
                </a:pathLst>
              </a:custGeom>
              <a:solidFill>
                <a:srgbClr val="003A37"/>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spTree>
    <p:extLst>
      <p:ext uri="{BB962C8B-B14F-4D97-AF65-F5344CB8AC3E}">
        <p14:creationId xmlns:p14="http://schemas.microsoft.com/office/powerpoint/2010/main" val="11310075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BE6D0-F295-38B6-7204-C47F389834DA}"/>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6B88AB60-18DA-6574-E4BE-7CE986465E6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404" imgH="405" progId="TCLayout.ActiveDocument.1">
                  <p:embed/>
                </p:oleObj>
              </mc:Choice>
              <mc:Fallback>
                <p:oleObj name="think-cell Slide" r:id="rId6" imgW="404" imgH="405" progId="TCLayout.ActiveDocument.1">
                  <p:embed/>
                  <p:pic>
                    <p:nvPicPr>
                      <p:cNvPr id="4" name="think-cell data - do not delete" hidden="1">
                        <a:extLst>
                          <a:ext uri="{FF2B5EF4-FFF2-40B4-BE49-F238E27FC236}">
                            <a16:creationId xmlns:a16="http://schemas.microsoft.com/office/drawing/2014/main" id="{6B88AB60-18DA-6574-E4BE-7CE986465E6B}"/>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73" name="Rectangle 72">
            <a:extLst>
              <a:ext uri="{FF2B5EF4-FFF2-40B4-BE49-F238E27FC236}">
                <a16:creationId xmlns:a16="http://schemas.microsoft.com/office/drawing/2014/main" id="{2D226FD6-AA59-FA3D-E532-87618D38786A}"/>
              </a:ext>
            </a:extLst>
          </p:cNvPr>
          <p:cNvSpPr/>
          <p:nvPr/>
        </p:nvSpPr>
        <p:spPr>
          <a:xfrm>
            <a:off x="11772900" y="622800"/>
            <a:ext cx="361188" cy="5787144"/>
          </a:xfrm>
          <a:prstGeom prst="rect">
            <a:avLst/>
          </a:prstGeom>
          <a:solidFill>
            <a:srgbClr val="F2F2F2"/>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pic>
        <p:nvPicPr>
          <p:cNvPr id="91" name="Picture 90">
            <a:extLst>
              <a:ext uri="{FF2B5EF4-FFF2-40B4-BE49-F238E27FC236}">
                <a16:creationId xmlns:a16="http://schemas.microsoft.com/office/drawing/2014/main" id="{7DE55B23-3EDC-C28B-F4A6-4BB3FF1963BE}"/>
              </a:ext>
            </a:extLst>
          </p:cNvPr>
          <p:cNvPicPr preferRelativeResize="0">
            <a:picLocks/>
          </p:cNvPicPr>
          <p:nvPr/>
        </p:nvPicPr>
        <p:blipFill rotWithShape="1">
          <a:blip r:embed="rId8">
            <a:extLst>
              <a:ext uri="{28A0092B-C50C-407E-A947-70E740481C1C}">
                <a14:useLocalDpi xmlns:a14="http://schemas.microsoft.com/office/drawing/2010/main" val="0"/>
              </a:ext>
            </a:extLst>
          </a:blip>
          <a:srcRect t="51315" b="18327"/>
          <a:stretch/>
        </p:blipFill>
        <p:spPr>
          <a:xfrm>
            <a:off x="0" y="0"/>
            <a:ext cx="12192000" cy="2270166"/>
          </a:xfrm>
          <a:prstGeom prst="rect">
            <a:avLst/>
          </a:prstGeom>
        </p:spPr>
      </p:pic>
      <p:sp>
        <p:nvSpPr>
          <p:cNvPr id="92" name="Overlay">
            <a:extLst>
              <a:ext uri="{FF2B5EF4-FFF2-40B4-BE49-F238E27FC236}">
                <a16:creationId xmlns:a16="http://schemas.microsoft.com/office/drawing/2014/main" id="{E96BFC26-17F7-E5B7-96BB-CBAC64DE7C7A}"/>
              </a:ext>
            </a:extLst>
          </p:cNvPr>
          <p:cNvSpPr/>
          <p:nvPr>
            <p:custDataLst>
              <p:tags r:id="rId2"/>
            </p:custDataLst>
          </p:nvPr>
        </p:nvSpPr>
        <p:spPr>
          <a:xfrm>
            <a:off x="0" y="0"/>
            <a:ext cx="12192000" cy="2270166"/>
          </a:xfrm>
          <a:prstGeom prst="rect">
            <a:avLst/>
          </a:prstGeom>
          <a:solidFill>
            <a:srgbClr val="000000">
              <a:alpha val="55000"/>
            </a:srgb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endParaRPr>
          </a:p>
        </p:txBody>
      </p:sp>
      <p:sp>
        <p:nvSpPr>
          <p:cNvPr id="3" name="Title 2">
            <a:extLst>
              <a:ext uri="{FF2B5EF4-FFF2-40B4-BE49-F238E27FC236}">
                <a16:creationId xmlns:a16="http://schemas.microsoft.com/office/drawing/2014/main" id="{2436C3CD-593F-5425-DDD7-D8FA1B6D1F24}"/>
              </a:ext>
            </a:extLst>
          </p:cNvPr>
          <p:cNvSpPr>
            <a:spLocks noGrp="1"/>
          </p:cNvSpPr>
          <p:nvPr>
            <p:ph type="title"/>
          </p:nvPr>
        </p:nvSpPr>
        <p:spPr>
          <a:xfrm>
            <a:off x="630000" y="622800"/>
            <a:ext cx="10933200" cy="387798"/>
          </a:xfrm>
        </p:spPr>
        <p:txBody>
          <a:bodyPr vert="horz"/>
          <a:lstStyle/>
          <a:p>
            <a:r>
              <a:rPr lang="en-US" sz="2800" dirty="0">
                <a:solidFill>
                  <a:srgbClr val="FFFFFF"/>
                </a:solidFill>
              </a:rPr>
              <a:t>The policy development process consists of </a:t>
            </a:r>
            <a:r>
              <a:rPr lang="en-US" sz="2800" dirty="0">
                <a:solidFill>
                  <a:srgbClr val="D4DF33"/>
                </a:solidFill>
              </a:rPr>
              <a:t>eight key steps</a:t>
            </a:r>
          </a:p>
        </p:txBody>
      </p:sp>
      <p:sp>
        <p:nvSpPr>
          <p:cNvPr id="90" name="Rectangle 89">
            <a:extLst>
              <a:ext uri="{FF2B5EF4-FFF2-40B4-BE49-F238E27FC236}">
                <a16:creationId xmlns:a16="http://schemas.microsoft.com/office/drawing/2014/main" id="{B93B543D-2D7C-FE90-3C38-C64CD4CAAA1C}"/>
              </a:ext>
            </a:extLst>
          </p:cNvPr>
          <p:cNvSpPr/>
          <p:nvPr/>
        </p:nvSpPr>
        <p:spPr>
          <a:xfrm>
            <a:off x="-1" y="2270166"/>
            <a:ext cx="12192000" cy="111527"/>
          </a:xfrm>
          <a:prstGeom prst="rect">
            <a:avLst/>
          </a:prstGeom>
          <a:solidFill>
            <a:schemeClr val="bg1">
              <a:lumMod val="85000"/>
            </a:schemeClr>
          </a:solidFill>
          <a:ln w="9525" cap="rnd" cmpd="sng" algn="ctr">
            <a:solidFill>
              <a:schemeClr val="bg1">
                <a:lumMod val="8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26" name="Rectangle: Rounded Corners 25">
            <a:extLst>
              <a:ext uri="{FF2B5EF4-FFF2-40B4-BE49-F238E27FC236}">
                <a16:creationId xmlns:a16="http://schemas.microsoft.com/office/drawing/2014/main" id="{A59533CB-FC63-E467-760A-F5CA04E8FF39}"/>
              </a:ext>
            </a:extLst>
          </p:cNvPr>
          <p:cNvSpPr/>
          <p:nvPr/>
        </p:nvSpPr>
        <p:spPr>
          <a:xfrm>
            <a:off x="410816" y="2095500"/>
            <a:ext cx="11370366" cy="4139700"/>
          </a:xfrm>
          <a:prstGeom prst="roundRect">
            <a:avLst>
              <a:gd name="adj" fmla="val 2292"/>
            </a:avLst>
          </a:prstGeom>
          <a:solidFill>
            <a:srgbClr val="F2F2F2"/>
          </a:solidFill>
          <a:ln w="9525" cap="rnd" cmpd="sng" algn="ctr">
            <a:solidFill>
              <a:srgbClr val="006C67"/>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27" name="Arrow: Right 26">
            <a:extLst>
              <a:ext uri="{FF2B5EF4-FFF2-40B4-BE49-F238E27FC236}">
                <a16:creationId xmlns:a16="http://schemas.microsoft.com/office/drawing/2014/main" id="{DF701284-107F-931B-EF26-AE7E3EE5E95A}"/>
              </a:ext>
            </a:extLst>
          </p:cNvPr>
          <p:cNvSpPr/>
          <p:nvPr/>
        </p:nvSpPr>
        <p:spPr>
          <a:xfrm>
            <a:off x="410816" y="3369742"/>
            <a:ext cx="11370366" cy="328832"/>
          </a:xfrm>
          <a:prstGeom prst="rightArrow">
            <a:avLst/>
          </a:prstGeom>
          <a:solidFill>
            <a:srgbClr val="C8C8C8"/>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rgbClr val="FFFFFF"/>
              </a:solidFill>
            </a:endParaRPr>
          </a:p>
        </p:txBody>
      </p:sp>
      <p:sp>
        <p:nvSpPr>
          <p:cNvPr id="28" name="Parallelogram 27">
            <a:extLst>
              <a:ext uri="{FF2B5EF4-FFF2-40B4-BE49-F238E27FC236}">
                <a16:creationId xmlns:a16="http://schemas.microsoft.com/office/drawing/2014/main" id="{8F84D117-ACDC-7B3D-2DF4-41A3F57E40A2}"/>
              </a:ext>
            </a:extLst>
          </p:cNvPr>
          <p:cNvSpPr/>
          <p:nvPr/>
        </p:nvSpPr>
        <p:spPr>
          <a:xfrm>
            <a:off x="2019531" y="3298251"/>
            <a:ext cx="1282822" cy="471815"/>
          </a:xfrm>
          <a:prstGeom prst="parallelogram">
            <a:avLst>
              <a:gd name="adj" fmla="val 15741"/>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r>
              <a:rPr lang="en-US" sz="1400" dirty="0">
                <a:solidFill>
                  <a:srgbClr val="FFFFFF"/>
                </a:solidFill>
              </a:rPr>
              <a:t>Direction</a:t>
            </a:r>
            <a:br>
              <a:rPr lang="en-US" sz="1400" dirty="0">
                <a:solidFill>
                  <a:srgbClr val="FFFFFF"/>
                </a:solidFill>
              </a:rPr>
            </a:br>
            <a:r>
              <a:rPr lang="en-US" sz="1400" dirty="0">
                <a:solidFill>
                  <a:srgbClr val="FFFFFF"/>
                </a:solidFill>
              </a:rPr>
              <a:t>setting</a:t>
            </a:r>
          </a:p>
        </p:txBody>
      </p:sp>
      <p:sp>
        <p:nvSpPr>
          <p:cNvPr id="29" name="Parallelogram 28">
            <a:extLst>
              <a:ext uri="{FF2B5EF4-FFF2-40B4-BE49-F238E27FC236}">
                <a16:creationId xmlns:a16="http://schemas.microsoft.com/office/drawing/2014/main" id="{DAA25C29-867E-B35E-5B52-6F62FD638B5A}"/>
              </a:ext>
            </a:extLst>
          </p:cNvPr>
          <p:cNvSpPr/>
          <p:nvPr/>
        </p:nvSpPr>
        <p:spPr>
          <a:xfrm>
            <a:off x="3393794" y="3298251"/>
            <a:ext cx="1282822" cy="471815"/>
          </a:xfrm>
          <a:prstGeom prst="parallelogram">
            <a:avLst>
              <a:gd name="adj" fmla="val 15741"/>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r>
              <a:rPr lang="en-US" sz="1400" dirty="0">
                <a:solidFill>
                  <a:srgbClr val="FFFFFF"/>
                </a:solidFill>
              </a:rPr>
              <a:t>Policy</a:t>
            </a:r>
            <a:br>
              <a:rPr lang="en-US" sz="1400" dirty="0">
                <a:solidFill>
                  <a:srgbClr val="FFFFFF"/>
                </a:solidFill>
              </a:rPr>
            </a:br>
            <a:r>
              <a:rPr lang="en-US" sz="1400" dirty="0">
                <a:solidFill>
                  <a:srgbClr val="FFFFFF"/>
                </a:solidFill>
              </a:rPr>
              <a:t>development</a:t>
            </a:r>
          </a:p>
        </p:txBody>
      </p:sp>
      <p:sp>
        <p:nvSpPr>
          <p:cNvPr id="30" name="Parallelogram 29">
            <a:extLst>
              <a:ext uri="{FF2B5EF4-FFF2-40B4-BE49-F238E27FC236}">
                <a16:creationId xmlns:a16="http://schemas.microsoft.com/office/drawing/2014/main" id="{5C5D9C5F-E03F-A8C0-F696-A2714FFD68B9}"/>
              </a:ext>
            </a:extLst>
          </p:cNvPr>
          <p:cNvSpPr/>
          <p:nvPr/>
        </p:nvSpPr>
        <p:spPr>
          <a:xfrm>
            <a:off x="4768055" y="3298251"/>
            <a:ext cx="1282822" cy="471815"/>
          </a:xfrm>
          <a:prstGeom prst="parallelogram">
            <a:avLst>
              <a:gd name="adj" fmla="val 15741"/>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r>
              <a:rPr lang="en-US" sz="1400" spc="-30" dirty="0">
                <a:solidFill>
                  <a:srgbClr val="FFFFFF"/>
                </a:solidFill>
              </a:rPr>
              <a:t>Strategic Ali-</a:t>
            </a:r>
            <a:br>
              <a:rPr lang="en-US" sz="1400" spc="-30" dirty="0">
                <a:solidFill>
                  <a:srgbClr val="FFFFFF"/>
                </a:solidFill>
              </a:rPr>
            </a:br>
            <a:r>
              <a:rPr lang="en-US" sz="1400" spc="-30" dirty="0">
                <a:solidFill>
                  <a:srgbClr val="FFFFFF"/>
                </a:solidFill>
              </a:rPr>
              <a:t>gnment review</a:t>
            </a:r>
          </a:p>
        </p:txBody>
      </p:sp>
      <p:sp>
        <p:nvSpPr>
          <p:cNvPr id="31" name="Parallelogram 30">
            <a:extLst>
              <a:ext uri="{FF2B5EF4-FFF2-40B4-BE49-F238E27FC236}">
                <a16:creationId xmlns:a16="http://schemas.microsoft.com/office/drawing/2014/main" id="{CD24AD91-F15E-250D-56C4-7395C18ED375}"/>
              </a:ext>
            </a:extLst>
          </p:cNvPr>
          <p:cNvSpPr/>
          <p:nvPr/>
        </p:nvSpPr>
        <p:spPr>
          <a:xfrm>
            <a:off x="6142318" y="3298251"/>
            <a:ext cx="1282822" cy="471815"/>
          </a:xfrm>
          <a:prstGeom prst="parallelogram">
            <a:avLst>
              <a:gd name="adj" fmla="val 15741"/>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400" dirty="0">
                <a:solidFill>
                  <a:srgbClr val="FFFFFF"/>
                </a:solidFill>
              </a:rPr>
              <a:t>Legal review</a:t>
            </a:r>
          </a:p>
        </p:txBody>
      </p:sp>
      <p:sp>
        <p:nvSpPr>
          <p:cNvPr id="32" name="Parallelogram 31">
            <a:extLst>
              <a:ext uri="{FF2B5EF4-FFF2-40B4-BE49-F238E27FC236}">
                <a16:creationId xmlns:a16="http://schemas.microsoft.com/office/drawing/2014/main" id="{CC10245F-899C-FD95-9058-88B576D372B7}"/>
              </a:ext>
            </a:extLst>
          </p:cNvPr>
          <p:cNvSpPr/>
          <p:nvPr/>
        </p:nvSpPr>
        <p:spPr>
          <a:xfrm>
            <a:off x="7516584" y="3298251"/>
            <a:ext cx="1282822" cy="471815"/>
          </a:xfrm>
          <a:prstGeom prst="parallelogram">
            <a:avLst>
              <a:gd name="adj" fmla="val 15741"/>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400" dirty="0">
                <a:solidFill>
                  <a:srgbClr val="FFFFFF"/>
                </a:solidFill>
              </a:rPr>
              <a:t>Budget review</a:t>
            </a:r>
          </a:p>
        </p:txBody>
      </p:sp>
      <p:sp>
        <p:nvSpPr>
          <p:cNvPr id="33" name="Parallelogram 32">
            <a:extLst>
              <a:ext uri="{FF2B5EF4-FFF2-40B4-BE49-F238E27FC236}">
                <a16:creationId xmlns:a16="http://schemas.microsoft.com/office/drawing/2014/main" id="{D90801CF-E9F2-C4CD-D3B9-39BEB326F3A6}"/>
              </a:ext>
            </a:extLst>
          </p:cNvPr>
          <p:cNvSpPr/>
          <p:nvPr/>
        </p:nvSpPr>
        <p:spPr>
          <a:xfrm>
            <a:off x="8890843" y="3298251"/>
            <a:ext cx="1282822" cy="471815"/>
          </a:xfrm>
          <a:prstGeom prst="parallelogram">
            <a:avLst>
              <a:gd name="adj" fmla="val 15741"/>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400" dirty="0">
                <a:solidFill>
                  <a:srgbClr val="FFFFFF"/>
                </a:solidFill>
              </a:rPr>
              <a:t>Proposal</a:t>
            </a:r>
            <a:br>
              <a:rPr lang="en-US" sz="1400" dirty="0">
                <a:solidFill>
                  <a:srgbClr val="FFFFFF"/>
                </a:solidFill>
              </a:rPr>
            </a:br>
            <a:r>
              <a:rPr lang="en-US" sz="1400" dirty="0">
                <a:solidFill>
                  <a:srgbClr val="FFFFFF"/>
                </a:solidFill>
              </a:rPr>
              <a:t>final check</a:t>
            </a:r>
          </a:p>
        </p:txBody>
      </p:sp>
      <p:sp>
        <p:nvSpPr>
          <p:cNvPr id="34" name="Parallelogram 33">
            <a:extLst>
              <a:ext uri="{FF2B5EF4-FFF2-40B4-BE49-F238E27FC236}">
                <a16:creationId xmlns:a16="http://schemas.microsoft.com/office/drawing/2014/main" id="{B4BC4B60-2077-B87A-D9B0-3468839032B5}"/>
              </a:ext>
            </a:extLst>
          </p:cNvPr>
          <p:cNvSpPr/>
          <p:nvPr/>
        </p:nvSpPr>
        <p:spPr>
          <a:xfrm>
            <a:off x="10265107" y="3298251"/>
            <a:ext cx="1282822" cy="471815"/>
          </a:xfrm>
          <a:prstGeom prst="parallelogram">
            <a:avLst>
              <a:gd name="adj" fmla="val 15741"/>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400" dirty="0">
                <a:solidFill>
                  <a:srgbClr val="FFFFFF"/>
                </a:solidFill>
              </a:rPr>
              <a:t>Approval</a:t>
            </a:r>
          </a:p>
        </p:txBody>
      </p:sp>
      <p:sp>
        <p:nvSpPr>
          <p:cNvPr id="35" name="TextBox 34">
            <a:extLst>
              <a:ext uri="{FF2B5EF4-FFF2-40B4-BE49-F238E27FC236}">
                <a16:creationId xmlns:a16="http://schemas.microsoft.com/office/drawing/2014/main" id="{8425D971-CA48-5080-DB1B-40B6044C680C}"/>
              </a:ext>
            </a:extLst>
          </p:cNvPr>
          <p:cNvSpPr txBox="1"/>
          <p:nvPr/>
        </p:nvSpPr>
        <p:spPr>
          <a:xfrm>
            <a:off x="2019531" y="3870802"/>
            <a:ext cx="1282822" cy="2253133"/>
          </a:xfrm>
          <a:prstGeom prst="rect">
            <a:avLst/>
          </a:prstGeom>
          <a:noFill/>
        </p:spPr>
        <p:txBody>
          <a:bodyPr wrap="square" lIns="0" tIns="0" rIns="0" bIns="0" rtlCol="0" anchor="t">
            <a:noAutofit/>
          </a:bodyPr>
          <a:lstStyle>
            <a:defPPr>
              <a:defRPr lang="en-US"/>
            </a:defPPr>
            <a:lvl1pPr marR="0" lvl="0" indent="0" fontAlgn="auto">
              <a:lnSpc>
                <a:spcPct val="100000"/>
              </a:lnSpc>
              <a:spcBef>
                <a:spcPts val="1200"/>
              </a:spcBef>
              <a:spcAft>
                <a:spcPts val="0"/>
              </a:spcAft>
              <a:buClrTx/>
              <a:buSzPct val="100000"/>
              <a:buFont typeface="Trebuchet MS" panose="020B0603020202020204" pitchFamily="34" charset="0"/>
              <a:buChar char="​"/>
              <a:tabLst/>
              <a:defRPr kumimoji="0" sz="1600" b="0" i="0" u="none" strike="noStrike" cap="none" spc="0" normalizeH="0" baseline="0">
                <a:ln>
                  <a:noFill/>
                </a:ln>
                <a:solidFill>
                  <a:srgbClr val="575757"/>
                </a:solidFill>
                <a:effectLst/>
                <a:uLnTx/>
                <a:uFillTx/>
                <a:latin typeface="Trebuchet MS"/>
              </a:defRPr>
            </a:lvl1pPr>
          </a:lstStyle>
          <a:p>
            <a:pPr marL="0" marR="0" lvl="0" indent="0" algn="ctr"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n-US" sz="1400" b="0" i="0" u="none" strike="noStrike" kern="1200" cap="none" spc="0" normalizeH="0" baseline="0" noProof="0" dirty="0">
                <a:ln>
                  <a:noFill/>
                </a:ln>
                <a:solidFill>
                  <a:schemeClr val="tx1"/>
                </a:solidFill>
                <a:effectLst/>
                <a:uLnTx/>
                <a:uFillTx/>
                <a:latin typeface="+mn-lt"/>
                <a:sym typeface="Wingdings" panose="05000000000000000000" pitchFamily="2" charset="2"/>
              </a:rPr>
              <a:t>Determine the key guidelines and outcomes that</a:t>
            </a:r>
            <a:br>
              <a:rPr kumimoji="0" lang="en-US" sz="1400" b="0" i="0" u="none" strike="noStrike" kern="1200" cap="none" spc="0" normalizeH="0" baseline="0" noProof="0" dirty="0">
                <a:ln>
                  <a:noFill/>
                </a:ln>
                <a:solidFill>
                  <a:schemeClr val="tx1"/>
                </a:solidFill>
                <a:effectLst/>
                <a:uLnTx/>
                <a:uFillTx/>
                <a:latin typeface="+mn-lt"/>
                <a:sym typeface="Wingdings" panose="05000000000000000000" pitchFamily="2" charset="2"/>
              </a:rPr>
            </a:br>
            <a:r>
              <a:rPr lang="en-US" sz="1400" dirty="0">
                <a:solidFill>
                  <a:schemeClr val="tx1"/>
                </a:solidFill>
                <a:latin typeface="+mn-lt"/>
                <a:sym typeface="Wingdings" panose="05000000000000000000" pitchFamily="2" charset="2"/>
              </a:rPr>
              <a:t>each</a:t>
            </a:r>
            <a:r>
              <a:rPr kumimoji="0" lang="en-US" sz="1400" b="0" i="0" u="none" strike="noStrike" kern="1200" cap="none" spc="0" normalizeH="0" baseline="0" noProof="0" dirty="0">
                <a:ln>
                  <a:noFill/>
                </a:ln>
                <a:solidFill>
                  <a:schemeClr val="tx1"/>
                </a:solidFill>
                <a:effectLst/>
                <a:uLnTx/>
                <a:uFillTx/>
                <a:latin typeface="+mn-lt"/>
                <a:sym typeface="Wingdings" panose="05000000000000000000" pitchFamily="2" charset="2"/>
              </a:rPr>
              <a:t> policy</a:t>
            </a:r>
            <a:br>
              <a:rPr kumimoji="0" lang="en-US" sz="1400" b="0" i="0" u="none" strike="noStrike" kern="1200" cap="none" spc="0" normalizeH="0" baseline="0" noProof="0" dirty="0">
                <a:ln>
                  <a:noFill/>
                </a:ln>
                <a:solidFill>
                  <a:schemeClr val="tx1"/>
                </a:solidFill>
                <a:effectLst/>
                <a:uLnTx/>
                <a:uFillTx/>
                <a:latin typeface="+mn-lt"/>
                <a:sym typeface="Wingdings" panose="05000000000000000000" pitchFamily="2" charset="2"/>
              </a:rPr>
            </a:br>
            <a:r>
              <a:rPr kumimoji="0" lang="en-US" sz="1400" b="0" i="0" u="none" strike="noStrike" kern="1200" cap="none" spc="0" normalizeH="0" baseline="0" noProof="0" dirty="0">
                <a:ln>
                  <a:noFill/>
                </a:ln>
                <a:solidFill>
                  <a:schemeClr val="tx1"/>
                </a:solidFill>
                <a:effectLst/>
                <a:uLnTx/>
                <a:uFillTx/>
                <a:latin typeface="+mn-lt"/>
                <a:sym typeface="Wingdings" panose="05000000000000000000" pitchFamily="2" charset="2"/>
              </a:rPr>
              <a:t>should</a:t>
            </a:r>
            <a:r>
              <a:rPr lang="en-US" sz="1400" dirty="0">
                <a:solidFill>
                  <a:schemeClr val="tx1"/>
                </a:solidFill>
                <a:latin typeface="+mn-lt"/>
                <a:sym typeface="Wingdings" panose="05000000000000000000" pitchFamily="2" charset="2"/>
              </a:rPr>
              <a:t> </a:t>
            </a:r>
            <a:r>
              <a:rPr kumimoji="0" lang="en-US" sz="1400" b="0" i="0" u="none" strike="noStrike" kern="1200" cap="none" spc="0" normalizeH="0" baseline="0" noProof="0" dirty="0">
                <a:ln>
                  <a:noFill/>
                </a:ln>
                <a:solidFill>
                  <a:schemeClr val="tx1"/>
                </a:solidFill>
                <a:effectLst/>
                <a:uLnTx/>
                <a:uFillTx/>
                <a:latin typeface="+mn-lt"/>
                <a:sym typeface="Wingdings" panose="05000000000000000000" pitchFamily="2" charset="2"/>
              </a:rPr>
              <a:t>aim to address in line with the sector’s strategy</a:t>
            </a:r>
          </a:p>
        </p:txBody>
      </p:sp>
      <p:sp>
        <p:nvSpPr>
          <p:cNvPr id="36" name="TextBox 35">
            <a:extLst>
              <a:ext uri="{FF2B5EF4-FFF2-40B4-BE49-F238E27FC236}">
                <a16:creationId xmlns:a16="http://schemas.microsoft.com/office/drawing/2014/main" id="{B5F291E4-A65E-2A12-38D5-D6D61120D0EB}"/>
              </a:ext>
            </a:extLst>
          </p:cNvPr>
          <p:cNvSpPr txBox="1"/>
          <p:nvPr/>
        </p:nvSpPr>
        <p:spPr>
          <a:xfrm>
            <a:off x="3393794" y="3870802"/>
            <a:ext cx="1282822" cy="2253133"/>
          </a:xfrm>
          <a:prstGeom prst="rect">
            <a:avLst/>
          </a:prstGeom>
          <a:noFill/>
        </p:spPr>
        <p:txBody>
          <a:bodyPr wrap="square" lIns="0" tIns="0" rIns="0" bIns="0" rtlCol="0" anchor="t">
            <a:noAutofit/>
          </a:bodyPr>
          <a:lstStyle>
            <a:defPPr>
              <a:defRPr lang="en-US"/>
            </a:defPPr>
            <a:lvl1pPr marR="0" lvl="0" indent="0" fontAlgn="auto">
              <a:lnSpc>
                <a:spcPct val="100000"/>
              </a:lnSpc>
              <a:spcBef>
                <a:spcPts val="1200"/>
              </a:spcBef>
              <a:spcAft>
                <a:spcPts val="0"/>
              </a:spcAft>
              <a:buClrTx/>
              <a:buSzPct val="100000"/>
              <a:buFont typeface="Trebuchet MS" panose="020B0603020202020204" pitchFamily="34" charset="0"/>
              <a:buChar char="​"/>
              <a:tabLst/>
              <a:defRPr kumimoji="0" sz="1600" b="0" i="0" u="none" strike="noStrike" cap="none" spc="0" normalizeH="0" baseline="0">
                <a:ln>
                  <a:noFill/>
                </a:ln>
                <a:solidFill>
                  <a:srgbClr val="575757"/>
                </a:solidFill>
                <a:effectLst/>
                <a:uLnTx/>
                <a:uFillTx/>
                <a:latin typeface="Trebuchet MS"/>
              </a:defRPr>
            </a:lvl1pPr>
          </a:lstStyle>
          <a:p>
            <a:pPr marL="0" marR="0" lvl="0" indent="0" algn="ctr"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sym typeface="Wingdings" panose="05000000000000000000" pitchFamily="2" charset="2"/>
              </a:rPr>
              <a:t>Develop the draft of the new policy and align it with relevant stakeholders priori initiation of review process</a:t>
            </a:r>
          </a:p>
        </p:txBody>
      </p:sp>
      <p:sp>
        <p:nvSpPr>
          <p:cNvPr id="37" name="TextBox 36">
            <a:extLst>
              <a:ext uri="{FF2B5EF4-FFF2-40B4-BE49-F238E27FC236}">
                <a16:creationId xmlns:a16="http://schemas.microsoft.com/office/drawing/2014/main" id="{19223757-CADE-BC61-19B4-7DBF569DA5C7}"/>
              </a:ext>
            </a:extLst>
          </p:cNvPr>
          <p:cNvSpPr txBox="1"/>
          <p:nvPr/>
        </p:nvSpPr>
        <p:spPr>
          <a:xfrm>
            <a:off x="4768055" y="3870802"/>
            <a:ext cx="1282822" cy="2253133"/>
          </a:xfrm>
          <a:prstGeom prst="rect">
            <a:avLst/>
          </a:prstGeom>
          <a:noFill/>
        </p:spPr>
        <p:txBody>
          <a:bodyPr wrap="square" lIns="0" tIns="0" rIns="0" bIns="0" rtlCol="0" anchor="t">
            <a:noAutofit/>
          </a:bodyPr>
          <a:lstStyle>
            <a:defPPr>
              <a:defRPr lang="en-US"/>
            </a:defPPr>
            <a:lvl1pPr marR="0" lvl="0" indent="0" fontAlgn="auto">
              <a:lnSpc>
                <a:spcPct val="100000"/>
              </a:lnSpc>
              <a:spcBef>
                <a:spcPts val="1200"/>
              </a:spcBef>
              <a:spcAft>
                <a:spcPts val="0"/>
              </a:spcAft>
              <a:buClrTx/>
              <a:buSzPct val="100000"/>
              <a:buFont typeface="Trebuchet MS" panose="020B0603020202020204" pitchFamily="34" charset="0"/>
              <a:buChar char="​"/>
              <a:tabLst/>
              <a:defRPr kumimoji="0" sz="1600" b="0" i="0" u="none" strike="noStrike" cap="none" spc="0" normalizeH="0" baseline="0">
                <a:ln>
                  <a:noFill/>
                </a:ln>
                <a:solidFill>
                  <a:srgbClr val="575757"/>
                </a:solidFill>
                <a:effectLst/>
                <a:uLnTx/>
                <a:uFillTx/>
                <a:latin typeface="Trebuchet MS"/>
              </a:defRPr>
            </a:lvl1pPr>
          </a:lstStyle>
          <a:p>
            <a:pPr marL="0" marR="0" lvl="0" indent="0" algn="ctr"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sym typeface="Wingdings" panose="05000000000000000000" pitchFamily="2" charset="2"/>
              </a:rPr>
              <a:t>Ensure alignment of policy with national and cross sectoral strategic goals and objectives (incl. policy simulation)</a:t>
            </a:r>
          </a:p>
        </p:txBody>
      </p:sp>
      <p:sp>
        <p:nvSpPr>
          <p:cNvPr id="38" name="TextBox 37">
            <a:extLst>
              <a:ext uri="{FF2B5EF4-FFF2-40B4-BE49-F238E27FC236}">
                <a16:creationId xmlns:a16="http://schemas.microsoft.com/office/drawing/2014/main" id="{4B4060FE-B1D0-08A0-C792-9CF7C16B7022}"/>
              </a:ext>
            </a:extLst>
          </p:cNvPr>
          <p:cNvSpPr txBox="1"/>
          <p:nvPr/>
        </p:nvSpPr>
        <p:spPr>
          <a:xfrm>
            <a:off x="6142319" y="3870802"/>
            <a:ext cx="1282822" cy="2253133"/>
          </a:xfrm>
          <a:prstGeom prst="rect">
            <a:avLst/>
          </a:prstGeom>
          <a:noFill/>
        </p:spPr>
        <p:txBody>
          <a:bodyPr wrap="square" lIns="0" tIns="0" rIns="0" bIns="0" rtlCol="0" anchor="t">
            <a:noAutofit/>
          </a:bodyPr>
          <a:lstStyle>
            <a:defPPr>
              <a:defRPr lang="en-US"/>
            </a:defPPr>
            <a:lvl1pPr marR="0" lvl="0" indent="0" fontAlgn="auto">
              <a:lnSpc>
                <a:spcPct val="100000"/>
              </a:lnSpc>
              <a:spcBef>
                <a:spcPts val="1200"/>
              </a:spcBef>
              <a:spcAft>
                <a:spcPts val="0"/>
              </a:spcAft>
              <a:buClrTx/>
              <a:buSzPct val="100000"/>
              <a:buFont typeface="Trebuchet MS" panose="020B0603020202020204" pitchFamily="34" charset="0"/>
              <a:buChar char="​"/>
              <a:tabLst/>
              <a:defRPr kumimoji="0" sz="1600" b="0" i="0" u="none" strike="noStrike" cap="none" spc="0" normalizeH="0" baseline="0">
                <a:ln>
                  <a:noFill/>
                </a:ln>
                <a:solidFill>
                  <a:srgbClr val="575757"/>
                </a:solidFill>
                <a:effectLst/>
                <a:uLnTx/>
                <a:uFillTx/>
                <a:latin typeface="Trebuchet MS"/>
              </a:defRPr>
            </a:lvl1pPr>
          </a:lstStyle>
          <a:p>
            <a:pPr marL="0" marR="0" lvl="0" indent="0" algn="ctr"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sym typeface="Wingdings" panose="05000000000000000000" pitchFamily="2" charset="2"/>
              </a:rPr>
              <a:t>Validate compliance with legal standards e.g., alignment with constitution and other</a:t>
            </a:r>
            <a:br>
              <a:rPr kumimoji="0" lang="en-US" sz="1400" b="0" i="0" u="none" strike="noStrike" kern="1200" cap="none" spc="0" normalizeH="0" baseline="0" noProof="0" dirty="0">
                <a:ln>
                  <a:noFill/>
                </a:ln>
                <a:solidFill>
                  <a:schemeClr val="tx1"/>
                </a:solidFill>
                <a:effectLst/>
                <a:uLnTx/>
                <a:uFillTx/>
                <a:latin typeface="+mn-lt"/>
                <a:ea typeface="+mn-ea"/>
                <a:cs typeface="+mn-cs"/>
                <a:sym typeface="Wingdings" panose="05000000000000000000" pitchFamily="2" charset="2"/>
              </a:rPr>
            </a:br>
            <a:r>
              <a:rPr kumimoji="0" lang="en-US" sz="1400" b="0" i="0" u="none" strike="noStrike" kern="1200" cap="none" spc="0" normalizeH="0" baseline="0" noProof="0" dirty="0">
                <a:ln>
                  <a:noFill/>
                </a:ln>
                <a:solidFill>
                  <a:schemeClr val="tx1"/>
                </a:solidFill>
                <a:effectLst/>
                <a:uLnTx/>
                <a:uFillTx/>
                <a:latin typeface="+mn-lt"/>
                <a:ea typeface="+mn-ea"/>
                <a:cs typeface="+mn-cs"/>
                <a:sym typeface="Wingdings" panose="05000000000000000000" pitchFamily="2" charset="2"/>
              </a:rPr>
              <a:t>official mandates (as needed)</a:t>
            </a:r>
          </a:p>
        </p:txBody>
      </p:sp>
      <p:sp>
        <p:nvSpPr>
          <p:cNvPr id="39" name="TextBox 38">
            <a:extLst>
              <a:ext uri="{FF2B5EF4-FFF2-40B4-BE49-F238E27FC236}">
                <a16:creationId xmlns:a16="http://schemas.microsoft.com/office/drawing/2014/main" id="{6818137C-E534-8EC6-7B7D-CAB9A9524B42}"/>
              </a:ext>
            </a:extLst>
          </p:cNvPr>
          <p:cNvSpPr txBox="1"/>
          <p:nvPr/>
        </p:nvSpPr>
        <p:spPr>
          <a:xfrm>
            <a:off x="7516582" y="3870802"/>
            <a:ext cx="1282822" cy="2253133"/>
          </a:xfrm>
          <a:prstGeom prst="rect">
            <a:avLst/>
          </a:prstGeom>
          <a:noFill/>
        </p:spPr>
        <p:txBody>
          <a:bodyPr wrap="square" lIns="0" tIns="0" rIns="0" bIns="0" rtlCol="0" anchor="t">
            <a:noAutofit/>
          </a:bodyPr>
          <a:lstStyle>
            <a:defPPr>
              <a:defRPr lang="en-US"/>
            </a:defPPr>
            <a:lvl1pPr marR="0" lvl="0" indent="0" fontAlgn="auto">
              <a:lnSpc>
                <a:spcPct val="100000"/>
              </a:lnSpc>
              <a:spcBef>
                <a:spcPts val="1200"/>
              </a:spcBef>
              <a:spcAft>
                <a:spcPts val="0"/>
              </a:spcAft>
              <a:buClrTx/>
              <a:buSzPct val="100000"/>
              <a:buFont typeface="Trebuchet MS" panose="020B0603020202020204" pitchFamily="34" charset="0"/>
              <a:buChar char="​"/>
              <a:tabLst/>
              <a:defRPr kumimoji="0" sz="1600" b="0" i="0" u="none" strike="noStrike" cap="none" spc="0" normalizeH="0" baseline="0">
                <a:ln>
                  <a:noFill/>
                </a:ln>
                <a:solidFill>
                  <a:srgbClr val="575757"/>
                </a:solidFill>
                <a:effectLst/>
                <a:uLnTx/>
                <a:uFillTx/>
                <a:latin typeface="Trebuchet MS"/>
              </a:defRPr>
            </a:lvl1pPr>
          </a:lstStyle>
          <a:p>
            <a:pPr marL="0" marR="0" lvl="0" indent="0" algn="ctr"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sym typeface="Wingdings" panose="05000000000000000000" pitchFamily="2" charset="2"/>
              </a:rPr>
              <a:t>Evaluate the financial implications and feasibility of the policy (as needed)</a:t>
            </a:r>
          </a:p>
        </p:txBody>
      </p:sp>
      <p:sp>
        <p:nvSpPr>
          <p:cNvPr id="40" name="TextBox 39">
            <a:extLst>
              <a:ext uri="{FF2B5EF4-FFF2-40B4-BE49-F238E27FC236}">
                <a16:creationId xmlns:a16="http://schemas.microsoft.com/office/drawing/2014/main" id="{7B4CF7D5-7980-7FEC-53EF-456A5B1CF57F}"/>
              </a:ext>
            </a:extLst>
          </p:cNvPr>
          <p:cNvSpPr txBox="1"/>
          <p:nvPr/>
        </p:nvSpPr>
        <p:spPr>
          <a:xfrm>
            <a:off x="8890843" y="3870802"/>
            <a:ext cx="1282822" cy="2253133"/>
          </a:xfrm>
          <a:prstGeom prst="rect">
            <a:avLst/>
          </a:prstGeom>
          <a:noFill/>
        </p:spPr>
        <p:txBody>
          <a:bodyPr wrap="square" lIns="0" tIns="0" rIns="0" bIns="0" rtlCol="0" anchor="t">
            <a:noAutofit/>
          </a:bodyPr>
          <a:lstStyle>
            <a:defPPr>
              <a:defRPr lang="en-US"/>
            </a:defPPr>
            <a:lvl1pPr marR="0" lvl="0" indent="0" fontAlgn="auto">
              <a:lnSpc>
                <a:spcPct val="100000"/>
              </a:lnSpc>
              <a:spcBef>
                <a:spcPts val="1200"/>
              </a:spcBef>
              <a:spcAft>
                <a:spcPts val="0"/>
              </a:spcAft>
              <a:buClrTx/>
              <a:buSzPct val="100000"/>
              <a:buFont typeface="Trebuchet MS" panose="020B0603020202020204" pitchFamily="34" charset="0"/>
              <a:buChar char="​"/>
              <a:tabLst/>
              <a:defRPr kumimoji="0" sz="1600" b="0" i="0" u="none" strike="noStrike" cap="none" spc="0" normalizeH="0" baseline="0">
                <a:ln>
                  <a:noFill/>
                </a:ln>
                <a:solidFill>
                  <a:srgbClr val="575757"/>
                </a:solidFill>
                <a:effectLst/>
                <a:uLnTx/>
                <a:uFillTx/>
                <a:latin typeface="Trebuchet MS"/>
              </a:defRPr>
            </a:lvl1pPr>
          </a:lstStyle>
          <a:p>
            <a:pPr marL="0" marR="0" lvl="0" indent="0" algn="ctr"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sym typeface="Wingdings" panose="05000000000000000000" pitchFamily="2" charset="2"/>
              </a:rPr>
              <a:t>Finalize proposal draft by ensuring all required alignments were obtained, conduct public consultation and update</a:t>
            </a:r>
            <a:br>
              <a:rPr kumimoji="0" lang="en-US" sz="1400" b="0" i="0" u="none" strike="noStrike" kern="1200" cap="none" spc="0" normalizeH="0" baseline="0" noProof="0" dirty="0">
                <a:ln>
                  <a:noFill/>
                </a:ln>
                <a:solidFill>
                  <a:schemeClr val="tx1"/>
                </a:solidFill>
                <a:effectLst/>
                <a:uLnTx/>
                <a:uFillTx/>
                <a:latin typeface="+mn-lt"/>
                <a:ea typeface="+mn-ea"/>
                <a:cs typeface="+mn-cs"/>
                <a:sym typeface="Wingdings" panose="05000000000000000000" pitchFamily="2" charset="2"/>
              </a:rPr>
            </a:br>
            <a:r>
              <a:rPr kumimoji="0" lang="en-US" sz="1400" b="0" i="0" u="none" strike="noStrike" kern="1200" cap="none" spc="0" normalizeH="0" baseline="0" noProof="0" dirty="0">
                <a:ln>
                  <a:noFill/>
                </a:ln>
                <a:solidFill>
                  <a:schemeClr val="tx1"/>
                </a:solidFill>
                <a:effectLst/>
                <a:uLnTx/>
                <a:uFillTx/>
                <a:latin typeface="+mn-lt"/>
                <a:ea typeface="+mn-ea"/>
                <a:cs typeface="+mn-cs"/>
                <a:sym typeface="Wingdings" panose="05000000000000000000" pitchFamily="2" charset="2"/>
              </a:rPr>
              <a:t>as needed</a:t>
            </a:r>
          </a:p>
        </p:txBody>
      </p:sp>
      <p:sp>
        <p:nvSpPr>
          <p:cNvPr id="41" name="TextBox 40">
            <a:extLst>
              <a:ext uri="{FF2B5EF4-FFF2-40B4-BE49-F238E27FC236}">
                <a16:creationId xmlns:a16="http://schemas.microsoft.com/office/drawing/2014/main" id="{4325836E-5B96-AB2F-7DA0-51BDB6C9AC6F}"/>
              </a:ext>
            </a:extLst>
          </p:cNvPr>
          <p:cNvSpPr txBox="1"/>
          <p:nvPr/>
        </p:nvSpPr>
        <p:spPr>
          <a:xfrm>
            <a:off x="10265108" y="3870802"/>
            <a:ext cx="1282822" cy="2253133"/>
          </a:xfrm>
          <a:prstGeom prst="rect">
            <a:avLst/>
          </a:prstGeom>
          <a:noFill/>
        </p:spPr>
        <p:txBody>
          <a:bodyPr wrap="square" lIns="0" tIns="0" rIns="0" bIns="0" rtlCol="0" anchor="t">
            <a:noAutofit/>
          </a:bodyPr>
          <a:lstStyle>
            <a:defPPr>
              <a:defRPr lang="en-US"/>
            </a:defPPr>
            <a:lvl1pPr marR="0" lvl="0" indent="0" fontAlgn="auto">
              <a:lnSpc>
                <a:spcPct val="100000"/>
              </a:lnSpc>
              <a:spcBef>
                <a:spcPts val="1200"/>
              </a:spcBef>
              <a:spcAft>
                <a:spcPts val="0"/>
              </a:spcAft>
              <a:buClrTx/>
              <a:buSzPct val="100000"/>
              <a:buFont typeface="Trebuchet MS" panose="020B0603020202020204" pitchFamily="34" charset="0"/>
              <a:buChar char="​"/>
              <a:tabLst/>
              <a:defRPr kumimoji="0" sz="1600" b="0" i="0" u="none" strike="noStrike" cap="none" spc="0" normalizeH="0" baseline="0">
                <a:ln>
                  <a:noFill/>
                </a:ln>
                <a:solidFill>
                  <a:srgbClr val="575757"/>
                </a:solidFill>
                <a:effectLst/>
                <a:uLnTx/>
                <a:uFillTx/>
                <a:latin typeface="Trebuchet MS"/>
              </a:defRPr>
            </a:lvl1pPr>
          </a:lstStyle>
          <a:p>
            <a:pPr marL="0" marR="0" lvl="0" indent="0" algn="ctr"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sym typeface="Wingdings" panose="05000000000000000000" pitchFamily="2" charset="2"/>
              </a:rPr>
              <a:t>Submit the draft to the approving body for approval and circulation </a:t>
            </a:r>
          </a:p>
        </p:txBody>
      </p:sp>
      <p:cxnSp>
        <p:nvCxnSpPr>
          <p:cNvPr id="76" name="Straight Connector 75">
            <a:extLst>
              <a:ext uri="{FF2B5EF4-FFF2-40B4-BE49-F238E27FC236}">
                <a16:creationId xmlns:a16="http://schemas.microsoft.com/office/drawing/2014/main" id="{869FDD7C-0CFF-A028-6B20-E1847F408C44}"/>
              </a:ext>
            </a:extLst>
          </p:cNvPr>
          <p:cNvCxnSpPr>
            <a:cxnSpLocks/>
          </p:cNvCxnSpPr>
          <p:nvPr/>
        </p:nvCxnSpPr>
        <p:spPr>
          <a:xfrm>
            <a:off x="3348073" y="3870803"/>
            <a:ext cx="0" cy="2253133"/>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7868BEB3-F1E1-D4A6-3237-56F2F5BB441F}"/>
              </a:ext>
            </a:extLst>
          </p:cNvPr>
          <p:cNvCxnSpPr>
            <a:cxnSpLocks/>
          </p:cNvCxnSpPr>
          <p:nvPr/>
        </p:nvCxnSpPr>
        <p:spPr>
          <a:xfrm>
            <a:off x="4722336" y="3870803"/>
            <a:ext cx="0" cy="2253133"/>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0636B8AE-2904-DC75-E933-CA27C28F8176}"/>
              </a:ext>
            </a:extLst>
          </p:cNvPr>
          <p:cNvCxnSpPr>
            <a:cxnSpLocks/>
          </p:cNvCxnSpPr>
          <p:nvPr/>
        </p:nvCxnSpPr>
        <p:spPr>
          <a:xfrm>
            <a:off x="6067135" y="3870803"/>
            <a:ext cx="0" cy="2253133"/>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6DFCA155-E925-1AAD-97BE-419174C58B57}"/>
              </a:ext>
            </a:extLst>
          </p:cNvPr>
          <p:cNvCxnSpPr>
            <a:cxnSpLocks/>
          </p:cNvCxnSpPr>
          <p:nvPr/>
        </p:nvCxnSpPr>
        <p:spPr>
          <a:xfrm>
            <a:off x="7470862" y="3870803"/>
            <a:ext cx="0" cy="2253133"/>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3FE1C112-4619-54E4-DB6E-CC5E20D51CC1}"/>
              </a:ext>
            </a:extLst>
          </p:cNvPr>
          <p:cNvCxnSpPr>
            <a:cxnSpLocks/>
          </p:cNvCxnSpPr>
          <p:nvPr/>
        </p:nvCxnSpPr>
        <p:spPr>
          <a:xfrm>
            <a:off x="8845125" y="3870803"/>
            <a:ext cx="0" cy="2253133"/>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AD854308-D6B8-4E9D-991A-E7C8727CA6D9}"/>
              </a:ext>
            </a:extLst>
          </p:cNvPr>
          <p:cNvCxnSpPr>
            <a:cxnSpLocks/>
          </p:cNvCxnSpPr>
          <p:nvPr/>
        </p:nvCxnSpPr>
        <p:spPr>
          <a:xfrm>
            <a:off x="10219386" y="3870803"/>
            <a:ext cx="0" cy="2253133"/>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7E2A992C-E81B-B839-B1FA-F4F91D31C17E}"/>
              </a:ext>
            </a:extLst>
          </p:cNvPr>
          <p:cNvSpPr/>
          <p:nvPr/>
        </p:nvSpPr>
        <p:spPr>
          <a:xfrm>
            <a:off x="3710066" y="3045207"/>
            <a:ext cx="650278" cy="78657"/>
          </a:xfrm>
          <a:prstGeom prst="ellipse">
            <a:avLst/>
          </a:prstGeom>
          <a:solidFill>
            <a:schemeClr val="bg1">
              <a:lumMod val="85000"/>
            </a:schemeClr>
          </a:solidFill>
          <a:ln w="9525" cap="rnd" cmpd="sng" algn="ctr">
            <a:solidFill>
              <a:schemeClr val="bg1">
                <a:lumMod val="8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53" name="Rectangle: Rounded Corners 52">
            <a:extLst>
              <a:ext uri="{FF2B5EF4-FFF2-40B4-BE49-F238E27FC236}">
                <a16:creationId xmlns:a16="http://schemas.microsoft.com/office/drawing/2014/main" id="{EFD56C11-78F6-66E8-4A5A-24AE622608F1}"/>
              </a:ext>
            </a:extLst>
          </p:cNvPr>
          <p:cNvSpPr/>
          <p:nvPr/>
        </p:nvSpPr>
        <p:spPr>
          <a:xfrm rot="3614674">
            <a:off x="3785511" y="2430088"/>
            <a:ext cx="574834" cy="574833"/>
          </a:xfrm>
          <a:prstGeom prst="roundRect">
            <a:avLst/>
          </a:prstGeom>
          <a:solidFill>
            <a:schemeClr val="tx2"/>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54" name="Rectangle: Rounded Corners 53">
            <a:extLst>
              <a:ext uri="{FF2B5EF4-FFF2-40B4-BE49-F238E27FC236}">
                <a16:creationId xmlns:a16="http://schemas.microsoft.com/office/drawing/2014/main" id="{BDCC98B2-6C41-3C7F-1501-98810D8032BF}"/>
              </a:ext>
            </a:extLst>
          </p:cNvPr>
          <p:cNvSpPr/>
          <p:nvPr/>
        </p:nvSpPr>
        <p:spPr>
          <a:xfrm rot="2700000">
            <a:off x="3710067" y="2427599"/>
            <a:ext cx="574834" cy="574833"/>
          </a:xfrm>
          <a:prstGeom prst="roundRect">
            <a:avLst/>
          </a:prstGeom>
          <a:solidFill>
            <a:srgbClr val="F2F2F2"/>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grpSp>
        <p:nvGrpSpPr>
          <p:cNvPr id="103" name="bcgIcons_Develop and grow our priority segments ">
            <a:extLst>
              <a:ext uri="{FF2B5EF4-FFF2-40B4-BE49-F238E27FC236}">
                <a16:creationId xmlns:a16="http://schemas.microsoft.com/office/drawing/2014/main" id="{E6E8691C-73C1-7BBB-6410-AFD01843F75F}"/>
              </a:ext>
            </a:extLst>
          </p:cNvPr>
          <p:cNvGrpSpPr>
            <a:grpSpLocks noChangeAspect="1"/>
          </p:cNvGrpSpPr>
          <p:nvPr/>
        </p:nvGrpSpPr>
        <p:grpSpPr>
          <a:xfrm>
            <a:off x="3816891" y="2534423"/>
            <a:ext cx="361185" cy="361185"/>
            <a:chOff x="5268913" y="2609850"/>
            <a:chExt cx="1644650" cy="1646238"/>
          </a:xfrm>
        </p:grpSpPr>
        <p:sp>
          <p:nvSpPr>
            <p:cNvPr id="104" name="AutoShape 36">
              <a:extLst>
                <a:ext uri="{FF2B5EF4-FFF2-40B4-BE49-F238E27FC236}">
                  <a16:creationId xmlns:a16="http://schemas.microsoft.com/office/drawing/2014/main" id="{026393F2-0DA7-17F7-7854-1674ED9F7448}"/>
                </a:ext>
              </a:extLst>
            </p:cNvPr>
            <p:cNvSpPr>
              <a:spLocks noChangeAspect="1" noChangeArrowheads="1" noTextEdit="1"/>
            </p:cNvSpPr>
            <p:nvPr/>
          </p:nvSpPr>
          <p:spPr bwMode="auto">
            <a:xfrm>
              <a:off x="5268913" y="2609850"/>
              <a:ext cx="1644650" cy="164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105" name="Group 104">
              <a:extLst>
                <a:ext uri="{FF2B5EF4-FFF2-40B4-BE49-F238E27FC236}">
                  <a16:creationId xmlns:a16="http://schemas.microsoft.com/office/drawing/2014/main" id="{65CCD668-EA42-7DD6-DB5E-58CBF245A247}"/>
                </a:ext>
              </a:extLst>
            </p:cNvPr>
            <p:cNvGrpSpPr/>
            <p:nvPr/>
          </p:nvGrpSpPr>
          <p:grpSpPr>
            <a:xfrm>
              <a:off x="5438776" y="2779713"/>
              <a:ext cx="1304925" cy="1304925"/>
              <a:chOff x="5438776" y="2779713"/>
              <a:chExt cx="1304925" cy="1304925"/>
            </a:xfrm>
          </p:grpSpPr>
          <p:sp>
            <p:nvSpPr>
              <p:cNvPr id="106" name="Freeform 15">
                <a:extLst>
                  <a:ext uri="{FF2B5EF4-FFF2-40B4-BE49-F238E27FC236}">
                    <a16:creationId xmlns:a16="http://schemas.microsoft.com/office/drawing/2014/main" id="{C94B7F97-B670-5835-BFA5-038AB6016464}"/>
                  </a:ext>
                </a:extLst>
              </p:cNvPr>
              <p:cNvSpPr>
                <a:spLocks/>
              </p:cNvSpPr>
              <p:nvPr/>
            </p:nvSpPr>
            <p:spPr bwMode="auto">
              <a:xfrm>
                <a:off x="5627688" y="2968625"/>
                <a:ext cx="927100" cy="928688"/>
              </a:xfrm>
              <a:custGeom>
                <a:avLst/>
                <a:gdLst>
                  <a:gd name="connsiteX0" fmla="*/ 31750 w 927100"/>
                  <a:gd name="connsiteY0" fmla="*/ 30163 h 928688"/>
                  <a:gd name="connsiteX1" fmla="*/ 31750 w 927100"/>
                  <a:gd name="connsiteY1" fmla="*/ 896938 h 928688"/>
                  <a:gd name="connsiteX2" fmla="*/ 896938 w 927100"/>
                  <a:gd name="connsiteY2" fmla="*/ 896938 h 928688"/>
                  <a:gd name="connsiteX3" fmla="*/ 896938 w 927100"/>
                  <a:gd name="connsiteY3" fmla="*/ 30163 h 928688"/>
                  <a:gd name="connsiteX4" fmla="*/ 15690 w 927100"/>
                  <a:gd name="connsiteY4" fmla="*/ 0 h 928688"/>
                  <a:gd name="connsiteX5" fmla="*/ 911411 w 927100"/>
                  <a:gd name="connsiteY5" fmla="*/ 0 h 928688"/>
                  <a:gd name="connsiteX6" fmla="*/ 927100 w 927100"/>
                  <a:gd name="connsiteY6" fmla="*/ 15716 h 928688"/>
                  <a:gd name="connsiteX7" fmla="*/ 927100 w 927100"/>
                  <a:gd name="connsiteY7" fmla="*/ 912972 h 928688"/>
                  <a:gd name="connsiteX8" fmla="*/ 911411 w 927100"/>
                  <a:gd name="connsiteY8" fmla="*/ 928688 h 928688"/>
                  <a:gd name="connsiteX9" fmla="*/ 15690 w 927100"/>
                  <a:gd name="connsiteY9" fmla="*/ 928688 h 928688"/>
                  <a:gd name="connsiteX10" fmla="*/ 0 w 927100"/>
                  <a:gd name="connsiteY10" fmla="*/ 912972 h 928688"/>
                  <a:gd name="connsiteX11" fmla="*/ 0 w 927100"/>
                  <a:gd name="connsiteY11" fmla="*/ 15716 h 928688"/>
                  <a:gd name="connsiteX12" fmla="*/ 15690 w 927100"/>
                  <a:gd name="connsiteY12" fmla="*/ 0 h 928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7100" h="928688">
                    <a:moveTo>
                      <a:pt x="31750" y="30163"/>
                    </a:moveTo>
                    <a:lnTo>
                      <a:pt x="31750" y="896938"/>
                    </a:lnTo>
                    <a:lnTo>
                      <a:pt x="896938" y="896938"/>
                    </a:lnTo>
                    <a:lnTo>
                      <a:pt x="896938" y="30163"/>
                    </a:lnTo>
                    <a:close/>
                    <a:moveTo>
                      <a:pt x="15690" y="0"/>
                    </a:moveTo>
                    <a:cubicBezTo>
                      <a:pt x="15690" y="0"/>
                      <a:pt x="15690" y="0"/>
                      <a:pt x="911411" y="0"/>
                    </a:cubicBezTo>
                    <a:cubicBezTo>
                      <a:pt x="919969" y="0"/>
                      <a:pt x="927100" y="7144"/>
                      <a:pt x="927100" y="15716"/>
                    </a:cubicBezTo>
                    <a:cubicBezTo>
                      <a:pt x="927100" y="15716"/>
                      <a:pt x="927100" y="15716"/>
                      <a:pt x="927100" y="912972"/>
                    </a:cubicBezTo>
                    <a:cubicBezTo>
                      <a:pt x="927100" y="921544"/>
                      <a:pt x="919969" y="928688"/>
                      <a:pt x="911411" y="928688"/>
                    </a:cubicBezTo>
                    <a:cubicBezTo>
                      <a:pt x="911411" y="928688"/>
                      <a:pt x="911411" y="928688"/>
                      <a:pt x="15690" y="928688"/>
                    </a:cubicBezTo>
                    <a:cubicBezTo>
                      <a:pt x="7132" y="928688"/>
                      <a:pt x="0" y="921544"/>
                      <a:pt x="0" y="912972"/>
                    </a:cubicBezTo>
                    <a:cubicBezTo>
                      <a:pt x="0" y="912972"/>
                      <a:pt x="0" y="912972"/>
                      <a:pt x="0" y="15716"/>
                    </a:cubicBezTo>
                    <a:cubicBezTo>
                      <a:pt x="0" y="7144"/>
                      <a:pt x="7132" y="0"/>
                      <a:pt x="15690"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07" name="Freeform 16">
                <a:extLst>
                  <a:ext uri="{FF2B5EF4-FFF2-40B4-BE49-F238E27FC236}">
                    <a16:creationId xmlns:a16="http://schemas.microsoft.com/office/drawing/2014/main" id="{2AD78FFA-B990-A31E-8E65-B3B60458A2CB}"/>
                  </a:ext>
                </a:extLst>
              </p:cNvPr>
              <p:cNvSpPr>
                <a:spLocks/>
              </p:cNvSpPr>
              <p:nvPr/>
            </p:nvSpPr>
            <p:spPr bwMode="auto">
              <a:xfrm>
                <a:off x="5438776" y="2779713"/>
                <a:ext cx="1304925" cy="1304925"/>
              </a:xfrm>
              <a:custGeom>
                <a:avLst/>
                <a:gdLst>
                  <a:gd name="connsiteX0" fmla="*/ 161309 w 1304925"/>
                  <a:gd name="connsiteY0" fmla="*/ 1122362 h 1304925"/>
                  <a:gd name="connsiteX1" fmla="*/ 184150 w 1304925"/>
                  <a:gd name="connsiteY1" fmla="*/ 1144383 h 1304925"/>
                  <a:gd name="connsiteX2" fmla="*/ 53532 w 1304925"/>
                  <a:gd name="connsiteY2" fmla="*/ 1273669 h 1304925"/>
                  <a:gd name="connsiteX3" fmla="*/ 127763 w 1304925"/>
                  <a:gd name="connsiteY3" fmla="*/ 1273669 h 1304925"/>
                  <a:gd name="connsiteX4" fmla="*/ 143465 w 1304925"/>
                  <a:gd name="connsiteY4" fmla="*/ 1289297 h 1304925"/>
                  <a:gd name="connsiteX5" fmla="*/ 127763 w 1304925"/>
                  <a:gd name="connsiteY5" fmla="*/ 1304925 h 1304925"/>
                  <a:gd name="connsiteX6" fmla="*/ 15702 w 1304925"/>
                  <a:gd name="connsiteY6" fmla="*/ 1304925 h 1304925"/>
                  <a:gd name="connsiteX7" fmla="*/ 12847 w 1304925"/>
                  <a:gd name="connsiteY7" fmla="*/ 1304215 h 1304925"/>
                  <a:gd name="connsiteX8" fmla="*/ 9992 w 1304925"/>
                  <a:gd name="connsiteY8" fmla="*/ 1303504 h 1304925"/>
                  <a:gd name="connsiteX9" fmla="*/ 7851 w 1304925"/>
                  <a:gd name="connsiteY9" fmla="*/ 1302794 h 1304925"/>
                  <a:gd name="connsiteX10" fmla="*/ 5710 w 1304925"/>
                  <a:gd name="connsiteY10" fmla="*/ 1301373 h 1304925"/>
                  <a:gd name="connsiteX11" fmla="*/ 4282 w 1304925"/>
                  <a:gd name="connsiteY11" fmla="*/ 1299953 h 1304925"/>
                  <a:gd name="connsiteX12" fmla="*/ 4282 w 1304925"/>
                  <a:gd name="connsiteY12" fmla="*/ 1299242 h 1304925"/>
                  <a:gd name="connsiteX13" fmla="*/ 2855 w 1304925"/>
                  <a:gd name="connsiteY13" fmla="*/ 1297822 h 1304925"/>
                  <a:gd name="connsiteX14" fmla="*/ 1427 w 1304925"/>
                  <a:gd name="connsiteY14" fmla="*/ 1296401 h 1304925"/>
                  <a:gd name="connsiteX15" fmla="*/ 1427 w 1304925"/>
                  <a:gd name="connsiteY15" fmla="*/ 1295690 h 1304925"/>
                  <a:gd name="connsiteX16" fmla="*/ 714 w 1304925"/>
                  <a:gd name="connsiteY16" fmla="*/ 1292139 h 1304925"/>
                  <a:gd name="connsiteX17" fmla="*/ 0 w 1304925"/>
                  <a:gd name="connsiteY17" fmla="*/ 1291428 h 1304925"/>
                  <a:gd name="connsiteX18" fmla="*/ 0 w 1304925"/>
                  <a:gd name="connsiteY18" fmla="*/ 1289297 h 1304925"/>
                  <a:gd name="connsiteX19" fmla="*/ 0 w 1304925"/>
                  <a:gd name="connsiteY19" fmla="*/ 1177770 h 1304925"/>
                  <a:gd name="connsiteX20" fmla="*/ 15702 w 1304925"/>
                  <a:gd name="connsiteY20" fmla="*/ 1162142 h 1304925"/>
                  <a:gd name="connsiteX21" fmla="*/ 31405 w 1304925"/>
                  <a:gd name="connsiteY21" fmla="*/ 1177770 h 1304925"/>
                  <a:gd name="connsiteX22" fmla="*/ 31405 w 1304925"/>
                  <a:gd name="connsiteY22" fmla="*/ 1251648 h 1304925"/>
                  <a:gd name="connsiteX23" fmla="*/ 161309 w 1304925"/>
                  <a:gd name="connsiteY23" fmla="*/ 1122362 h 1304925"/>
                  <a:gd name="connsiteX24" fmla="*/ 1142988 w 1304925"/>
                  <a:gd name="connsiteY24" fmla="*/ 1120775 h 1304925"/>
                  <a:gd name="connsiteX25" fmla="*/ 1273398 w 1304925"/>
                  <a:gd name="connsiteY25" fmla="*/ 1250679 h 1304925"/>
                  <a:gd name="connsiteX26" fmla="*/ 1273398 w 1304925"/>
                  <a:gd name="connsiteY26" fmla="*/ 1176448 h 1304925"/>
                  <a:gd name="connsiteX27" fmla="*/ 1289161 w 1304925"/>
                  <a:gd name="connsiteY27" fmla="*/ 1160746 h 1304925"/>
                  <a:gd name="connsiteX28" fmla="*/ 1304925 w 1304925"/>
                  <a:gd name="connsiteY28" fmla="*/ 1176448 h 1304925"/>
                  <a:gd name="connsiteX29" fmla="*/ 1304925 w 1304925"/>
                  <a:gd name="connsiteY29" fmla="*/ 1288509 h 1304925"/>
                  <a:gd name="connsiteX30" fmla="*/ 1304925 w 1304925"/>
                  <a:gd name="connsiteY30" fmla="*/ 1289936 h 1304925"/>
                  <a:gd name="connsiteX31" fmla="*/ 1304925 w 1304925"/>
                  <a:gd name="connsiteY31" fmla="*/ 1290650 h 1304925"/>
                  <a:gd name="connsiteX32" fmla="*/ 1304209 w 1304925"/>
                  <a:gd name="connsiteY32" fmla="*/ 1292077 h 1304925"/>
                  <a:gd name="connsiteX33" fmla="*/ 1304209 w 1304925"/>
                  <a:gd name="connsiteY33" fmla="*/ 1292791 h 1304925"/>
                  <a:gd name="connsiteX34" fmla="*/ 1303492 w 1304925"/>
                  <a:gd name="connsiteY34" fmla="*/ 1294932 h 1304925"/>
                  <a:gd name="connsiteX35" fmla="*/ 1302776 w 1304925"/>
                  <a:gd name="connsiteY35" fmla="*/ 1297074 h 1304925"/>
                  <a:gd name="connsiteX36" fmla="*/ 1302059 w 1304925"/>
                  <a:gd name="connsiteY36" fmla="*/ 1297074 h 1304925"/>
                  <a:gd name="connsiteX37" fmla="*/ 1301343 w 1304925"/>
                  <a:gd name="connsiteY37" fmla="*/ 1298501 h 1304925"/>
                  <a:gd name="connsiteX38" fmla="*/ 1301343 w 1304925"/>
                  <a:gd name="connsiteY38" fmla="*/ 1299215 h 1304925"/>
                  <a:gd name="connsiteX39" fmla="*/ 1299909 w 1304925"/>
                  <a:gd name="connsiteY39" fmla="*/ 1300643 h 1304925"/>
                  <a:gd name="connsiteX40" fmla="*/ 1299193 w 1304925"/>
                  <a:gd name="connsiteY40" fmla="*/ 1300643 h 1304925"/>
                  <a:gd name="connsiteX41" fmla="*/ 1297760 w 1304925"/>
                  <a:gd name="connsiteY41" fmla="*/ 1302070 h 1304925"/>
                  <a:gd name="connsiteX42" fmla="*/ 1295610 w 1304925"/>
                  <a:gd name="connsiteY42" fmla="*/ 1302784 h 1304925"/>
                  <a:gd name="connsiteX43" fmla="*/ 1291311 w 1304925"/>
                  <a:gd name="connsiteY43" fmla="*/ 1304211 h 1304925"/>
                  <a:gd name="connsiteX44" fmla="*/ 1289161 w 1304925"/>
                  <a:gd name="connsiteY44" fmla="*/ 1304211 h 1304925"/>
                  <a:gd name="connsiteX45" fmla="*/ 1176665 w 1304925"/>
                  <a:gd name="connsiteY45" fmla="*/ 1304925 h 1304925"/>
                  <a:gd name="connsiteX46" fmla="*/ 1160901 w 1304925"/>
                  <a:gd name="connsiteY46" fmla="*/ 1289222 h 1304925"/>
                  <a:gd name="connsiteX47" fmla="*/ 1176665 w 1304925"/>
                  <a:gd name="connsiteY47" fmla="*/ 1273520 h 1304925"/>
                  <a:gd name="connsiteX48" fmla="*/ 1251185 w 1304925"/>
                  <a:gd name="connsiteY48" fmla="*/ 1273520 h 1304925"/>
                  <a:gd name="connsiteX49" fmla="*/ 1120775 w 1304925"/>
                  <a:gd name="connsiteY49" fmla="*/ 1142902 h 1304925"/>
                  <a:gd name="connsiteX50" fmla="*/ 1142988 w 1304925"/>
                  <a:gd name="connsiteY50" fmla="*/ 1120775 h 1304925"/>
                  <a:gd name="connsiteX51" fmla="*/ 250825 w 1304925"/>
                  <a:gd name="connsiteY51" fmla="*/ 250825 h 1304925"/>
                  <a:gd name="connsiteX52" fmla="*/ 1054100 w 1304925"/>
                  <a:gd name="connsiteY52" fmla="*/ 250825 h 1304925"/>
                  <a:gd name="connsiteX53" fmla="*/ 1054100 w 1304925"/>
                  <a:gd name="connsiteY53" fmla="*/ 1054100 h 1304925"/>
                  <a:gd name="connsiteX54" fmla="*/ 250825 w 1304925"/>
                  <a:gd name="connsiteY54" fmla="*/ 1054100 h 1304925"/>
                  <a:gd name="connsiteX55" fmla="*/ 1176449 w 1304925"/>
                  <a:gd name="connsiteY55" fmla="*/ 0 h 1304925"/>
                  <a:gd name="connsiteX56" fmla="*/ 1288509 w 1304925"/>
                  <a:gd name="connsiteY56" fmla="*/ 0 h 1304925"/>
                  <a:gd name="connsiteX57" fmla="*/ 1289936 w 1304925"/>
                  <a:gd name="connsiteY57" fmla="*/ 0 h 1304925"/>
                  <a:gd name="connsiteX58" fmla="*/ 1290650 w 1304925"/>
                  <a:gd name="connsiteY58" fmla="*/ 0 h 1304925"/>
                  <a:gd name="connsiteX59" fmla="*/ 1292791 w 1304925"/>
                  <a:gd name="connsiteY59" fmla="*/ 710 h 1304925"/>
                  <a:gd name="connsiteX60" fmla="*/ 1294933 w 1304925"/>
                  <a:gd name="connsiteY60" fmla="*/ 1421 h 1304925"/>
                  <a:gd name="connsiteX61" fmla="*/ 1297074 w 1304925"/>
                  <a:gd name="connsiteY61" fmla="*/ 2131 h 1304925"/>
                  <a:gd name="connsiteX62" fmla="*/ 1298501 w 1304925"/>
                  <a:gd name="connsiteY62" fmla="*/ 3552 h 1304925"/>
                  <a:gd name="connsiteX63" fmla="*/ 1299215 w 1304925"/>
                  <a:gd name="connsiteY63" fmla="*/ 3552 h 1304925"/>
                  <a:gd name="connsiteX64" fmla="*/ 1300643 w 1304925"/>
                  <a:gd name="connsiteY64" fmla="*/ 4973 h 1304925"/>
                  <a:gd name="connsiteX65" fmla="*/ 1300643 w 1304925"/>
                  <a:gd name="connsiteY65" fmla="*/ 5683 h 1304925"/>
                  <a:gd name="connsiteX66" fmla="*/ 1302070 w 1304925"/>
                  <a:gd name="connsiteY66" fmla="*/ 7104 h 1304925"/>
                  <a:gd name="connsiteX67" fmla="*/ 1302784 w 1304925"/>
                  <a:gd name="connsiteY67" fmla="*/ 8524 h 1304925"/>
                  <a:gd name="connsiteX68" fmla="*/ 1302784 w 1304925"/>
                  <a:gd name="connsiteY68" fmla="*/ 9235 h 1304925"/>
                  <a:gd name="connsiteX69" fmla="*/ 1304211 w 1304925"/>
                  <a:gd name="connsiteY69" fmla="*/ 12787 h 1304925"/>
                  <a:gd name="connsiteX70" fmla="*/ 1304211 w 1304925"/>
                  <a:gd name="connsiteY70" fmla="*/ 13497 h 1304925"/>
                  <a:gd name="connsiteX71" fmla="*/ 1304211 w 1304925"/>
                  <a:gd name="connsiteY71" fmla="*/ 15628 h 1304925"/>
                  <a:gd name="connsiteX72" fmla="*/ 1304925 w 1304925"/>
                  <a:gd name="connsiteY72" fmla="*/ 127155 h 1304925"/>
                  <a:gd name="connsiteX73" fmla="*/ 1289223 w 1304925"/>
                  <a:gd name="connsiteY73" fmla="*/ 142783 h 1304925"/>
                  <a:gd name="connsiteX74" fmla="*/ 1273520 w 1304925"/>
                  <a:gd name="connsiteY74" fmla="*/ 127155 h 1304925"/>
                  <a:gd name="connsiteX75" fmla="*/ 1273520 w 1304925"/>
                  <a:gd name="connsiteY75" fmla="*/ 53277 h 1304925"/>
                  <a:gd name="connsiteX76" fmla="*/ 1142902 w 1304925"/>
                  <a:gd name="connsiteY76" fmla="*/ 182563 h 1304925"/>
                  <a:gd name="connsiteX77" fmla="*/ 1120775 w 1304925"/>
                  <a:gd name="connsiteY77" fmla="*/ 160542 h 1304925"/>
                  <a:gd name="connsiteX78" fmla="*/ 1250680 w 1304925"/>
                  <a:gd name="connsiteY78" fmla="*/ 31256 h 1304925"/>
                  <a:gd name="connsiteX79" fmla="*/ 1176449 w 1304925"/>
                  <a:gd name="connsiteY79" fmla="*/ 31256 h 1304925"/>
                  <a:gd name="connsiteX80" fmla="*/ 1160746 w 1304925"/>
                  <a:gd name="connsiteY80" fmla="*/ 15628 h 1304925"/>
                  <a:gd name="connsiteX81" fmla="*/ 1176449 w 1304925"/>
                  <a:gd name="connsiteY81" fmla="*/ 0 h 1304925"/>
                  <a:gd name="connsiteX82" fmla="*/ 128260 w 1304925"/>
                  <a:gd name="connsiteY82" fmla="*/ 0 h 1304925"/>
                  <a:gd name="connsiteX83" fmla="*/ 144024 w 1304925"/>
                  <a:gd name="connsiteY83" fmla="*/ 15703 h 1304925"/>
                  <a:gd name="connsiteX84" fmla="*/ 128260 w 1304925"/>
                  <a:gd name="connsiteY84" fmla="*/ 31406 h 1304925"/>
                  <a:gd name="connsiteX85" fmla="*/ 53740 w 1304925"/>
                  <a:gd name="connsiteY85" fmla="*/ 31406 h 1304925"/>
                  <a:gd name="connsiteX86" fmla="*/ 184150 w 1304925"/>
                  <a:gd name="connsiteY86" fmla="*/ 162024 h 1304925"/>
                  <a:gd name="connsiteX87" fmla="*/ 161937 w 1304925"/>
                  <a:gd name="connsiteY87" fmla="*/ 184150 h 1304925"/>
                  <a:gd name="connsiteX88" fmla="*/ 31527 w 1304925"/>
                  <a:gd name="connsiteY88" fmla="*/ 54246 h 1304925"/>
                  <a:gd name="connsiteX89" fmla="*/ 31527 w 1304925"/>
                  <a:gd name="connsiteY89" fmla="*/ 128477 h 1304925"/>
                  <a:gd name="connsiteX90" fmla="*/ 15764 w 1304925"/>
                  <a:gd name="connsiteY90" fmla="*/ 144180 h 1304925"/>
                  <a:gd name="connsiteX91" fmla="*/ 0 w 1304925"/>
                  <a:gd name="connsiteY91" fmla="*/ 128477 h 1304925"/>
                  <a:gd name="connsiteX92" fmla="*/ 0 w 1304925"/>
                  <a:gd name="connsiteY92" fmla="*/ 16417 h 1304925"/>
                  <a:gd name="connsiteX93" fmla="*/ 0 w 1304925"/>
                  <a:gd name="connsiteY93" fmla="*/ 14989 h 1304925"/>
                  <a:gd name="connsiteX94" fmla="*/ 0 w 1304925"/>
                  <a:gd name="connsiteY94" fmla="*/ 14275 h 1304925"/>
                  <a:gd name="connsiteX95" fmla="*/ 716 w 1304925"/>
                  <a:gd name="connsiteY95" fmla="*/ 12848 h 1304925"/>
                  <a:gd name="connsiteX96" fmla="*/ 716 w 1304925"/>
                  <a:gd name="connsiteY96" fmla="*/ 12134 h 1304925"/>
                  <a:gd name="connsiteX97" fmla="*/ 1433 w 1304925"/>
                  <a:gd name="connsiteY97" fmla="*/ 9993 h 1304925"/>
                  <a:gd name="connsiteX98" fmla="*/ 2149 w 1304925"/>
                  <a:gd name="connsiteY98" fmla="*/ 7851 h 1304925"/>
                  <a:gd name="connsiteX99" fmla="*/ 3582 w 1304925"/>
                  <a:gd name="connsiteY99" fmla="*/ 6424 h 1304925"/>
                  <a:gd name="connsiteX100" fmla="*/ 3582 w 1304925"/>
                  <a:gd name="connsiteY100" fmla="*/ 5710 h 1304925"/>
                  <a:gd name="connsiteX101" fmla="*/ 5016 w 1304925"/>
                  <a:gd name="connsiteY101" fmla="*/ 4283 h 1304925"/>
                  <a:gd name="connsiteX102" fmla="*/ 7165 w 1304925"/>
                  <a:gd name="connsiteY102" fmla="*/ 2855 h 1304925"/>
                  <a:gd name="connsiteX103" fmla="*/ 8598 w 1304925"/>
                  <a:gd name="connsiteY103" fmla="*/ 2141 h 1304925"/>
                  <a:gd name="connsiteX104" fmla="*/ 9315 w 1304925"/>
                  <a:gd name="connsiteY104" fmla="*/ 2141 h 1304925"/>
                  <a:gd name="connsiteX105" fmla="*/ 12897 w 1304925"/>
                  <a:gd name="connsiteY105" fmla="*/ 714 h 1304925"/>
                  <a:gd name="connsiteX106" fmla="*/ 13614 w 1304925"/>
                  <a:gd name="connsiteY106" fmla="*/ 714 h 1304925"/>
                  <a:gd name="connsiteX107" fmla="*/ 15764 w 1304925"/>
                  <a:gd name="connsiteY107" fmla="*/ 714 h 1304925"/>
                  <a:gd name="connsiteX108" fmla="*/ 128260 w 1304925"/>
                  <a:gd name="connsiteY108" fmla="*/ 0 h 1304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304925" h="1304925">
                    <a:moveTo>
                      <a:pt x="161309" y="1122362"/>
                    </a:moveTo>
                    <a:cubicBezTo>
                      <a:pt x="166306" y="1132307"/>
                      <a:pt x="174157" y="1140121"/>
                      <a:pt x="184150" y="1144383"/>
                    </a:cubicBezTo>
                    <a:cubicBezTo>
                      <a:pt x="184150" y="1144383"/>
                      <a:pt x="184150" y="1144383"/>
                      <a:pt x="53532" y="1273669"/>
                    </a:cubicBezTo>
                    <a:cubicBezTo>
                      <a:pt x="53532" y="1273669"/>
                      <a:pt x="53532" y="1273669"/>
                      <a:pt x="127763" y="1273669"/>
                    </a:cubicBezTo>
                    <a:cubicBezTo>
                      <a:pt x="136328" y="1273669"/>
                      <a:pt x="143465" y="1280773"/>
                      <a:pt x="143465" y="1289297"/>
                    </a:cubicBezTo>
                    <a:cubicBezTo>
                      <a:pt x="143465" y="1297822"/>
                      <a:pt x="136328" y="1304925"/>
                      <a:pt x="127763" y="1304925"/>
                    </a:cubicBezTo>
                    <a:cubicBezTo>
                      <a:pt x="127763" y="1304925"/>
                      <a:pt x="127763" y="1304925"/>
                      <a:pt x="15702" y="1304925"/>
                    </a:cubicBezTo>
                    <a:cubicBezTo>
                      <a:pt x="14989" y="1304925"/>
                      <a:pt x="13561" y="1304925"/>
                      <a:pt x="12847" y="1304215"/>
                    </a:cubicBezTo>
                    <a:cubicBezTo>
                      <a:pt x="12134" y="1304215"/>
                      <a:pt x="10706" y="1304215"/>
                      <a:pt x="9992" y="1303504"/>
                    </a:cubicBezTo>
                    <a:cubicBezTo>
                      <a:pt x="9279" y="1303504"/>
                      <a:pt x="8565" y="1302794"/>
                      <a:pt x="7851" y="1302794"/>
                    </a:cubicBezTo>
                    <a:cubicBezTo>
                      <a:pt x="7137" y="1302084"/>
                      <a:pt x="6424" y="1301373"/>
                      <a:pt x="5710" y="1301373"/>
                    </a:cubicBezTo>
                    <a:cubicBezTo>
                      <a:pt x="4996" y="1300663"/>
                      <a:pt x="4996" y="1300663"/>
                      <a:pt x="4282" y="1299953"/>
                    </a:cubicBezTo>
                    <a:cubicBezTo>
                      <a:pt x="4282" y="1299953"/>
                      <a:pt x="4282" y="1299953"/>
                      <a:pt x="4282" y="1299242"/>
                    </a:cubicBezTo>
                    <a:cubicBezTo>
                      <a:pt x="3569" y="1299242"/>
                      <a:pt x="2855" y="1298532"/>
                      <a:pt x="2855" y="1297822"/>
                    </a:cubicBezTo>
                    <a:cubicBezTo>
                      <a:pt x="2141" y="1297111"/>
                      <a:pt x="2141" y="1296401"/>
                      <a:pt x="1427" y="1296401"/>
                    </a:cubicBezTo>
                    <a:cubicBezTo>
                      <a:pt x="1427" y="1295690"/>
                      <a:pt x="1427" y="1295690"/>
                      <a:pt x="1427" y="1295690"/>
                    </a:cubicBezTo>
                    <a:cubicBezTo>
                      <a:pt x="714" y="1294270"/>
                      <a:pt x="714" y="1293559"/>
                      <a:pt x="714" y="1292139"/>
                    </a:cubicBezTo>
                    <a:cubicBezTo>
                      <a:pt x="0" y="1291428"/>
                      <a:pt x="0" y="1291428"/>
                      <a:pt x="0" y="1291428"/>
                    </a:cubicBezTo>
                    <a:cubicBezTo>
                      <a:pt x="0" y="1290718"/>
                      <a:pt x="0" y="1290008"/>
                      <a:pt x="0" y="1289297"/>
                    </a:cubicBezTo>
                    <a:cubicBezTo>
                      <a:pt x="0" y="1289297"/>
                      <a:pt x="0" y="1289297"/>
                      <a:pt x="0" y="1177770"/>
                    </a:cubicBezTo>
                    <a:cubicBezTo>
                      <a:pt x="0" y="1169246"/>
                      <a:pt x="7137" y="1162142"/>
                      <a:pt x="15702" y="1162142"/>
                    </a:cubicBezTo>
                    <a:cubicBezTo>
                      <a:pt x="24268" y="1162142"/>
                      <a:pt x="31405" y="1169246"/>
                      <a:pt x="31405" y="1177770"/>
                    </a:cubicBezTo>
                    <a:cubicBezTo>
                      <a:pt x="31405" y="1177770"/>
                      <a:pt x="31405" y="1177770"/>
                      <a:pt x="31405" y="1251648"/>
                    </a:cubicBezTo>
                    <a:cubicBezTo>
                      <a:pt x="31405" y="1251648"/>
                      <a:pt x="31405" y="1251648"/>
                      <a:pt x="161309" y="1122362"/>
                    </a:cubicBezTo>
                    <a:close/>
                    <a:moveTo>
                      <a:pt x="1142988" y="1120775"/>
                    </a:moveTo>
                    <a:cubicBezTo>
                      <a:pt x="1142988" y="1120775"/>
                      <a:pt x="1142988" y="1120775"/>
                      <a:pt x="1273398" y="1250679"/>
                    </a:cubicBezTo>
                    <a:cubicBezTo>
                      <a:pt x="1273398" y="1250679"/>
                      <a:pt x="1273398" y="1250679"/>
                      <a:pt x="1273398" y="1176448"/>
                    </a:cubicBezTo>
                    <a:cubicBezTo>
                      <a:pt x="1273398" y="1167883"/>
                      <a:pt x="1280563" y="1160746"/>
                      <a:pt x="1289161" y="1160746"/>
                    </a:cubicBezTo>
                    <a:cubicBezTo>
                      <a:pt x="1297760" y="1160746"/>
                      <a:pt x="1304925" y="1167883"/>
                      <a:pt x="1304925" y="1176448"/>
                    </a:cubicBezTo>
                    <a:cubicBezTo>
                      <a:pt x="1304925" y="1176448"/>
                      <a:pt x="1304925" y="1176448"/>
                      <a:pt x="1304925" y="1288509"/>
                    </a:cubicBezTo>
                    <a:cubicBezTo>
                      <a:pt x="1304925" y="1289222"/>
                      <a:pt x="1304925" y="1289936"/>
                      <a:pt x="1304925" y="1289936"/>
                    </a:cubicBezTo>
                    <a:cubicBezTo>
                      <a:pt x="1304925" y="1289936"/>
                      <a:pt x="1304925" y="1290650"/>
                      <a:pt x="1304925" y="1290650"/>
                    </a:cubicBezTo>
                    <a:cubicBezTo>
                      <a:pt x="1304925" y="1291364"/>
                      <a:pt x="1304209" y="1292077"/>
                      <a:pt x="1304209" y="1292077"/>
                    </a:cubicBezTo>
                    <a:cubicBezTo>
                      <a:pt x="1304209" y="1292791"/>
                      <a:pt x="1304209" y="1292791"/>
                      <a:pt x="1304209" y="1292791"/>
                    </a:cubicBezTo>
                    <a:cubicBezTo>
                      <a:pt x="1304209" y="1293505"/>
                      <a:pt x="1303492" y="1294219"/>
                      <a:pt x="1303492" y="1294932"/>
                    </a:cubicBezTo>
                    <a:cubicBezTo>
                      <a:pt x="1303492" y="1295646"/>
                      <a:pt x="1302776" y="1296360"/>
                      <a:pt x="1302776" y="1297074"/>
                    </a:cubicBezTo>
                    <a:cubicBezTo>
                      <a:pt x="1302776" y="1297074"/>
                      <a:pt x="1302776" y="1297074"/>
                      <a:pt x="1302059" y="1297074"/>
                    </a:cubicBezTo>
                    <a:cubicBezTo>
                      <a:pt x="1302059" y="1297788"/>
                      <a:pt x="1301343" y="1298501"/>
                      <a:pt x="1301343" y="1298501"/>
                    </a:cubicBezTo>
                    <a:cubicBezTo>
                      <a:pt x="1301343" y="1298501"/>
                      <a:pt x="1301343" y="1299215"/>
                      <a:pt x="1301343" y="1299215"/>
                    </a:cubicBezTo>
                    <a:cubicBezTo>
                      <a:pt x="1300626" y="1299215"/>
                      <a:pt x="1299909" y="1299929"/>
                      <a:pt x="1299909" y="1300643"/>
                    </a:cubicBezTo>
                    <a:cubicBezTo>
                      <a:pt x="1299909" y="1300643"/>
                      <a:pt x="1299193" y="1300643"/>
                      <a:pt x="1299193" y="1300643"/>
                    </a:cubicBezTo>
                    <a:cubicBezTo>
                      <a:pt x="1299193" y="1301356"/>
                      <a:pt x="1298476" y="1301356"/>
                      <a:pt x="1297760" y="1302070"/>
                    </a:cubicBezTo>
                    <a:cubicBezTo>
                      <a:pt x="1297043" y="1302070"/>
                      <a:pt x="1296327" y="1302784"/>
                      <a:pt x="1295610" y="1302784"/>
                    </a:cubicBezTo>
                    <a:cubicBezTo>
                      <a:pt x="1294177" y="1303498"/>
                      <a:pt x="1292744" y="1304211"/>
                      <a:pt x="1291311" y="1304211"/>
                    </a:cubicBezTo>
                    <a:cubicBezTo>
                      <a:pt x="1290595" y="1304211"/>
                      <a:pt x="1289878" y="1304211"/>
                      <a:pt x="1289161" y="1304211"/>
                    </a:cubicBezTo>
                    <a:cubicBezTo>
                      <a:pt x="1289161" y="1304211"/>
                      <a:pt x="1289161" y="1304211"/>
                      <a:pt x="1176665" y="1304925"/>
                    </a:cubicBezTo>
                    <a:cubicBezTo>
                      <a:pt x="1168067" y="1304925"/>
                      <a:pt x="1160901" y="1297788"/>
                      <a:pt x="1160901" y="1289222"/>
                    </a:cubicBezTo>
                    <a:cubicBezTo>
                      <a:pt x="1160901" y="1280657"/>
                      <a:pt x="1168067" y="1273520"/>
                      <a:pt x="1176665" y="1273520"/>
                    </a:cubicBezTo>
                    <a:cubicBezTo>
                      <a:pt x="1176665" y="1273520"/>
                      <a:pt x="1176665" y="1273520"/>
                      <a:pt x="1251185" y="1273520"/>
                    </a:cubicBezTo>
                    <a:cubicBezTo>
                      <a:pt x="1251185" y="1273520"/>
                      <a:pt x="1251185" y="1273520"/>
                      <a:pt x="1120775" y="1142902"/>
                    </a:cubicBezTo>
                    <a:cubicBezTo>
                      <a:pt x="1130807" y="1138619"/>
                      <a:pt x="1138689" y="1130768"/>
                      <a:pt x="1142988" y="1120775"/>
                    </a:cubicBezTo>
                    <a:close/>
                    <a:moveTo>
                      <a:pt x="250825" y="250825"/>
                    </a:moveTo>
                    <a:lnTo>
                      <a:pt x="1054100" y="250825"/>
                    </a:lnTo>
                    <a:lnTo>
                      <a:pt x="1054100" y="1054100"/>
                    </a:lnTo>
                    <a:lnTo>
                      <a:pt x="250825" y="1054100"/>
                    </a:lnTo>
                    <a:close/>
                    <a:moveTo>
                      <a:pt x="1176449" y="0"/>
                    </a:moveTo>
                    <a:cubicBezTo>
                      <a:pt x="1176449" y="0"/>
                      <a:pt x="1176449" y="0"/>
                      <a:pt x="1288509" y="0"/>
                    </a:cubicBezTo>
                    <a:cubicBezTo>
                      <a:pt x="1289223" y="0"/>
                      <a:pt x="1289936" y="0"/>
                      <a:pt x="1289936" y="0"/>
                    </a:cubicBezTo>
                    <a:cubicBezTo>
                      <a:pt x="1289936" y="0"/>
                      <a:pt x="1290650" y="0"/>
                      <a:pt x="1290650" y="0"/>
                    </a:cubicBezTo>
                    <a:cubicBezTo>
                      <a:pt x="1291364" y="0"/>
                      <a:pt x="1292078" y="0"/>
                      <a:pt x="1292791" y="710"/>
                    </a:cubicBezTo>
                    <a:cubicBezTo>
                      <a:pt x="1293505" y="710"/>
                      <a:pt x="1294219" y="710"/>
                      <a:pt x="1294933" y="1421"/>
                    </a:cubicBezTo>
                    <a:cubicBezTo>
                      <a:pt x="1295646" y="1421"/>
                      <a:pt x="1296360" y="2131"/>
                      <a:pt x="1297074" y="2131"/>
                    </a:cubicBezTo>
                    <a:cubicBezTo>
                      <a:pt x="1297788" y="2842"/>
                      <a:pt x="1298501" y="3552"/>
                      <a:pt x="1298501" y="3552"/>
                    </a:cubicBezTo>
                    <a:cubicBezTo>
                      <a:pt x="1298501" y="3552"/>
                      <a:pt x="1298501" y="3552"/>
                      <a:pt x="1299215" y="3552"/>
                    </a:cubicBezTo>
                    <a:cubicBezTo>
                      <a:pt x="1299215" y="4262"/>
                      <a:pt x="1299929" y="4262"/>
                      <a:pt x="1300643" y="4973"/>
                    </a:cubicBezTo>
                    <a:cubicBezTo>
                      <a:pt x="1300643" y="4973"/>
                      <a:pt x="1300643" y="4973"/>
                      <a:pt x="1300643" y="5683"/>
                    </a:cubicBezTo>
                    <a:cubicBezTo>
                      <a:pt x="1301356" y="5683"/>
                      <a:pt x="1301356" y="6393"/>
                      <a:pt x="1302070" y="7104"/>
                    </a:cubicBezTo>
                    <a:cubicBezTo>
                      <a:pt x="1302070" y="7814"/>
                      <a:pt x="1302784" y="8524"/>
                      <a:pt x="1302784" y="8524"/>
                    </a:cubicBezTo>
                    <a:cubicBezTo>
                      <a:pt x="1302784" y="9235"/>
                      <a:pt x="1302784" y="9235"/>
                      <a:pt x="1302784" y="9235"/>
                    </a:cubicBezTo>
                    <a:cubicBezTo>
                      <a:pt x="1303498" y="10656"/>
                      <a:pt x="1304211" y="11366"/>
                      <a:pt x="1304211" y="12787"/>
                    </a:cubicBezTo>
                    <a:cubicBezTo>
                      <a:pt x="1304211" y="13497"/>
                      <a:pt x="1304211" y="13497"/>
                      <a:pt x="1304211" y="13497"/>
                    </a:cubicBezTo>
                    <a:cubicBezTo>
                      <a:pt x="1304211" y="14207"/>
                      <a:pt x="1304211" y="14918"/>
                      <a:pt x="1304211" y="15628"/>
                    </a:cubicBezTo>
                    <a:cubicBezTo>
                      <a:pt x="1304211" y="15628"/>
                      <a:pt x="1304211" y="15628"/>
                      <a:pt x="1304925" y="127155"/>
                    </a:cubicBezTo>
                    <a:cubicBezTo>
                      <a:pt x="1304925" y="135679"/>
                      <a:pt x="1297788" y="142783"/>
                      <a:pt x="1289223" y="142783"/>
                    </a:cubicBezTo>
                    <a:cubicBezTo>
                      <a:pt x="1280657" y="142783"/>
                      <a:pt x="1273520" y="135679"/>
                      <a:pt x="1273520" y="127155"/>
                    </a:cubicBezTo>
                    <a:cubicBezTo>
                      <a:pt x="1273520" y="127155"/>
                      <a:pt x="1273520" y="127155"/>
                      <a:pt x="1273520" y="53277"/>
                    </a:cubicBezTo>
                    <a:cubicBezTo>
                      <a:pt x="1273520" y="53277"/>
                      <a:pt x="1273520" y="53277"/>
                      <a:pt x="1142902" y="182563"/>
                    </a:cubicBezTo>
                    <a:cubicBezTo>
                      <a:pt x="1138619" y="172618"/>
                      <a:pt x="1130768" y="164804"/>
                      <a:pt x="1120775" y="160542"/>
                    </a:cubicBezTo>
                    <a:cubicBezTo>
                      <a:pt x="1120775" y="160542"/>
                      <a:pt x="1120775" y="160542"/>
                      <a:pt x="1250680" y="31256"/>
                    </a:cubicBezTo>
                    <a:cubicBezTo>
                      <a:pt x="1250680" y="31256"/>
                      <a:pt x="1250680" y="31256"/>
                      <a:pt x="1176449" y="31256"/>
                    </a:cubicBezTo>
                    <a:cubicBezTo>
                      <a:pt x="1167883" y="31256"/>
                      <a:pt x="1160746" y="24152"/>
                      <a:pt x="1160746" y="15628"/>
                    </a:cubicBezTo>
                    <a:cubicBezTo>
                      <a:pt x="1160746" y="7104"/>
                      <a:pt x="1167883" y="0"/>
                      <a:pt x="1176449" y="0"/>
                    </a:cubicBezTo>
                    <a:close/>
                    <a:moveTo>
                      <a:pt x="128260" y="0"/>
                    </a:moveTo>
                    <a:cubicBezTo>
                      <a:pt x="136858" y="0"/>
                      <a:pt x="144024" y="7138"/>
                      <a:pt x="144024" y="15703"/>
                    </a:cubicBezTo>
                    <a:cubicBezTo>
                      <a:pt x="144024" y="24268"/>
                      <a:pt x="136858" y="31406"/>
                      <a:pt x="128260" y="31406"/>
                    </a:cubicBezTo>
                    <a:cubicBezTo>
                      <a:pt x="128260" y="31406"/>
                      <a:pt x="128260" y="31406"/>
                      <a:pt x="53740" y="31406"/>
                    </a:cubicBezTo>
                    <a:cubicBezTo>
                      <a:pt x="53740" y="31406"/>
                      <a:pt x="53740" y="31406"/>
                      <a:pt x="184150" y="162024"/>
                    </a:cubicBezTo>
                    <a:cubicBezTo>
                      <a:pt x="174118" y="166306"/>
                      <a:pt x="166236" y="174157"/>
                      <a:pt x="161937" y="184150"/>
                    </a:cubicBezTo>
                    <a:cubicBezTo>
                      <a:pt x="161937" y="184150"/>
                      <a:pt x="161937" y="184150"/>
                      <a:pt x="31527" y="54246"/>
                    </a:cubicBezTo>
                    <a:cubicBezTo>
                      <a:pt x="31527" y="54246"/>
                      <a:pt x="31527" y="54246"/>
                      <a:pt x="31527" y="128477"/>
                    </a:cubicBezTo>
                    <a:cubicBezTo>
                      <a:pt x="31527" y="137042"/>
                      <a:pt x="24362" y="144180"/>
                      <a:pt x="15764" y="144180"/>
                    </a:cubicBezTo>
                    <a:cubicBezTo>
                      <a:pt x="7165" y="144180"/>
                      <a:pt x="0" y="137042"/>
                      <a:pt x="0" y="128477"/>
                    </a:cubicBezTo>
                    <a:cubicBezTo>
                      <a:pt x="0" y="128477"/>
                      <a:pt x="0" y="128477"/>
                      <a:pt x="0" y="16417"/>
                    </a:cubicBezTo>
                    <a:cubicBezTo>
                      <a:pt x="0" y="15703"/>
                      <a:pt x="0" y="14989"/>
                      <a:pt x="0" y="14989"/>
                    </a:cubicBezTo>
                    <a:cubicBezTo>
                      <a:pt x="0" y="14989"/>
                      <a:pt x="0" y="14275"/>
                      <a:pt x="0" y="14275"/>
                    </a:cubicBezTo>
                    <a:cubicBezTo>
                      <a:pt x="0" y="13562"/>
                      <a:pt x="0" y="12848"/>
                      <a:pt x="716" y="12848"/>
                    </a:cubicBezTo>
                    <a:cubicBezTo>
                      <a:pt x="716" y="12134"/>
                      <a:pt x="716" y="12134"/>
                      <a:pt x="716" y="12134"/>
                    </a:cubicBezTo>
                    <a:cubicBezTo>
                      <a:pt x="716" y="11420"/>
                      <a:pt x="716" y="10707"/>
                      <a:pt x="1433" y="9993"/>
                    </a:cubicBezTo>
                    <a:cubicBezTo>
                      <a:pt x="1433" y="9279"/>
                      <a:pt x="1433" y="8565"/>
                      <a:pt x="2149" y="7851"/>
                    </a:cubicBezTo>
                    <a:cubicBezTo>
                      <a:pt x="2866" y="7138"/>
                      <a:pt x="2866" y="6424"/>
                      <a:pt x="3582" y="6424"/>
                    </a:cubicBezTo>
                    <a:cubicBezTo>
                      <a:pt x="3582" y="6424"/>
                      <a:pt x="3582" y="5710"/>
                      <a:pt x="3582" y="5710"/>
                    </a:cubicBezTo>
                    <a:cubicBezTo>
                      <a:pt x="4299" y="5710"/>
                      <a:pt x="4299" y="4996"/>
                      <a:pt x="5016" y="4283"/>
                    </a:cubicBezTo>
                    <a:cubicBezTo>
                      <a:pt x="5732" y="3569"/>
                      <a:pt x="6449" y="3569"/>
                      <a:pt x="7165" y="2855"/>
                    </a:cubicBezTo>
                    <a:cubicBezTo>
                      <a:pt x="7882" y="2855"/>
                      <a:pt x="7882" y="2141"/>
                      <a:pt x="8598" y="2141"/>
                    </a:cubicBezTo>
                    <a:cubicBezTo>
                      <a:pt x="8598" y="2141"/>
                      <a:pt x="9315" y="2141"/>
                      <a:pt x="9315" y="2141"/>
                    </a:cubicBezTo>
                    <a:cubicBezTo>
                      <a:pt x="10031" y="1428"/>
                      <a:pt x="11464" y="714"/>
                      <a:pt x="12897" y="714"/>
                    </a:cubicBezTo>
                    <a:cubicBezTo>
                      <a:pt x="13614" y="714"/>
                      <a:pt x="13614" y="714"/>
                      <a:pt x="13614" y="714"/>
                    </a:cubicBezTo>
                    <a:cubicBezTo>
                      <a:pt x="14330" y="714"/>
                      <a:pt x="15047" y="714"/>
                      <a:pt x="15764" y="714"/>
                    </a:cubicBezTo>
                    <a:cubicBezTo>
                      <a:pt x="15764" y="714"/>
                      <a:pt x="15764" y="714"/>
                      <a:pt x="128260" y="0"/>
                    </a:cubicBezTo>
                    <a:close/>
                  </a:path>
                </a:pathLst>
              </a:custGeom>
              <a:solidFill>
                <a:schemeClr val="tx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sp>
        <p:nvSpPr>
          <p:cNvPr id="44" name="Oval 43">
            <a:extLst>
              <a:ext uri="{FF2B5EF4-FFF2-40B4-BE49-F238E27FC236}">
                <a16:creationId xmlns:a16="http://schemas.microsoft.com/office/drawing/2014/main" id="{C875641E-086F-3FCC-4DAE-DCED6B8835B2}"/>
              </a:ext>
            </a:extLst>
          </p:cNvPr>
          <p:cNvSpPr/>
          <p:nvPr/>
        </p:nvSpPr>
        <p:spPr>
          <a:xfrm>
            <a:off x="5084327" y="3045207"/>
            <a:ext cx="650278" cy="78657"/>
          </a:xfrm>
          <a:prstGeom prst="ellipse">
            <a:avLst/>
          </a:prstGeom>
          <a:solidFill>
            <a:schemeClr val="bg1">
              <a:lumMod val="85000"/>
            </a:schemeClr>
          </a:solidFill>
          <a:ln w="9525" cap="rnd" cmpd="sng" algn="ctr">
            <a:solidFill>
              <a:schemeClr val="bg1">
                <a:lumMod val="8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56" name="Rectangle: Rounded Corners 55">
            <a:extLst>
              <a:ext uri="{FF2B5EF4-FFF2-40B4-BE49-F238E27FC236}">
                <a16:creationId xmlns:a16="http://schemas.microsoft.com/office/drawing/2014/main" id="{A3AB6EB7-BEE1-24FE-C155-D551DEE37ED7}"/>
              </a:ext>
            </a:extLst>
          </p:cNvPr>
          <p:cNvSpPr/>
          <p:nvPr/>
        </p:nvSpPr>
        <p:spPr>
          <a:xfrm rot="3614674">
            <a:off x="5159772" y="2430088"/>
            <a:ext cx="574834" cy="574833"/>
          </a:xfrm>
          <a:prstGeom prst="roundRect">
            <a:avLst/>
          </a:prstGeom>
          <a:solidFill>
            <a:schemeClr val="tx2"/>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57" name="Rectangle: Rounded Corners 56">
            <a:extLst>
              <a:ext uri="{FF2B5EF4-FFF2-40B4-BE49-F238E27FC236}">
                <a16:creationId xmlns:a16="http://schemas.microsoft.com/office/drawing/2014/main" id="{89D3119F-F609-B4A5-8AF3-EE3FCCBBA06C}"/>
              </a:ext>
            </a:extLst>
          </p:cNvPr>
          <p:cNvSpPr/>
          <p:nvPr/>
        </p:nvSpPr>
        <p:spPr>
          <a:xfrm rot="2700000">
            <a:off x="5084328" y="2427599"/>
            <a:ext cx="574834" cy="574833"/>
          </a:xfrm>
          <a:prstGeom prst="roundRect">
            <a:avLst/>
          </a:prstGeom>
          <a:solidFill>
            <a:srgbClr val="F2F2F2"/>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grpSp>
        <p:nvGrpSpPr>
          <p:cNvPr id="110" name="bcgIcons_Strategy Operating Model ">
            <a:extLst>
              <a:ext uri="{FF2B5EF4-FFF2-40B4-BE49-F238E27FC236}">
                <a16:creationId xmlns:a16="http://schemas.microsoft.com/office/drawing/2014/main" id="{92E26C17-3AA4-928D-9B95-C820572FE3B7}"/>
              </a:ext>
            </a:extLst>
          </p:cNvPr>
          <p:cNvGrpSpPr>
            <a:grpSpLocks noChangeAspect="1"/>
          </p:cNvGrpSpPr>
          <p:nvPr/>
        </p:nvGrpSpPr>
        <p:grpSpPr>
          <a:xfrm>
            <a:off x="5191152" y="2534422"/>
            <a:ext cx="361185" cy="361185"/>
            <a:chOff x="6464300" y="2606675"/>
            <a:chExt cx="1646238" cy="1644650"/>
          </a:xfrm>
        </p:grpSpPr>
        <p:sp>
          <p:nvSpPr>
            <p:cNvPr id="111" name="AutoShape 3">
              <a:extLst>
                <a:ext uri="{FF2B5EF4-FFF2-40B4-BE49-F238E27FC236}">
                  <a16:creationId xmlns:a16="http://schemas.microsoft.com/office/drawing/2014/main" id="{D8D8B6E0-D6D8-6F88-6D3D-C6B00CBEA82B}"/>
                </a:ext>
              </a:extLst>
            </p:cNvPr>
            <p:cNvSpPr>
              <a:spLocks noChangeAspect="1" noChangeArrowheads="1" noTextEdit="1"/>
            </p:cNvSpPr>
            <p:nvPr/>
          </p:nvSpPr>
          <p:spPr bwMode="auto">
            <a:xfrm>
              <a:off x="6464300" y="2606675"/>
              <a:ext cx="1646238"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112" name="Group 111">
              <a:extLst>
                <a:ext uri="{FF2B5EF4-FFF2-40B4-BE49-F238E27FC236}">
                  <a16:creationId xmlns:a16="http://schemas.microsoft.com/office/drawing/2014/main" id="{F36D7D84-5C1F-F2B6-B9FE-29662A8E9B60}"/>
                </a:ext>
              </a:extLst>
            </p:cNvPr>
            <p:cNvGrpSpPr/>
            <p:nvPr/>
          </p:nvGrpSpPr>
          <p:grpSpPr>
            <a:xfrm>
              <a:off x="6634163" y="2962275"/>
              <a:ext cx="1304925" cy="933450"/>
              <a:chOff x="6634163" y="2962275"/>
              <a:chExt cx="1304925" cy="933450"/>
            </a:xfrm>
          </p:grpSpPr>
          <p:sp>
            <p:nvSpPr>
              <p:cNvPr id="113" name="Freeform 13">
                <a:extLst>
                  <a:ext uri="{FF2B5EF4-FFF2-40B4-BE49-F238E27FC236}">
                    <a16:creationId xmlns:a16="http://schemas.microsoft.com/office/drawing/2014/main" id="{CC4950CC-383E-70BA-1D04-907894E1D9E5}"/>
                  </a:ext>
                </a:extLst>
              </p:cNvPr>
              <p:cNvSpPr>
                <a:spLocks/>
              </p:cNvSpPr>
              <p:nvPr/>
            </p:nvSpPr>
            <p:spPr bwMode="auto">
              <a:xfrm>
                <a:off x="6634163" y="2962275"/>
                <a:ext cx="1304925" cy="933450"/>
              </a:xfrm>
              <a:custGeom>
                <a:avLst/>
                <a:gdLst>
                  <a:gd name="connsiteX0" fmla="*/ 689333 w 1304925"/>
                  <a:gd name="connsiteY0" fmla="*/ 635000 h 933450"/>
                  <a:gd name="connsiteX1" fmla="*/ 723721 w 1304925"/>
                  <a:gd name="connsiteY1" fmla="*/ 645612 h 933450"/>
                  <a:gd name="connsiteX2" fmla="*/ 740199 w 1304925"/>
                  <a:gd name="connsiteY2" fmla="*/ 729801 h 933450"/>
                  <a:gd name="connsiteX3" fmla="*/ 654229 w 1304925"/>
                  <a:gd name="connsiteY3" fmla="*/ 746073 h 933450"/>
                  <a:gd name="connsiteX4" fmla="*/ 638468 w 1304925"/>
                  <a:gd name="connsiteY4" fmla="*/ 661177 h 933450"/>
                  <a:gd name="connsiteX5" fmla="*/ 689333 w 1304925"/>
                  <a:gd name="connsiteY5" fmla="*/ 635000 h 933450"/>
                  <a:gd name="connsiteX6" fmla="*/ 1083033 w 1304925"/>
                  <a:gd name="connsiteY6" fmla="*/ 274638 h 933450"/>
                  <a:gd name="connsiteX7" fmla="*/ 1117421 w 1304925"/>
                  <a:gd name="connsiteY7" fmla="*/ 285380 h 933450"/>
                  <a:gd name="connsiteX8" fmla="*/ 1133899 w 1304925"/>
                  <a:gd name="connsiteY8" fmla="*/ 370596 h 933450"/>
                  <a:gd name="connsiteX9" fmla="*/ 1047929 w 1304925"/>
                  <a:gd name="connsiteY9" fmla="*/ 387066 h 933450"/>
                  <a:gd name="connsiteX10" fmla="*/ 1032168 w 1304925"/>
                  <a:gd name="connsiteY10" fmla="*/ 301134 h 933450"/>
                  <a:gd name="connsiteX11" fmla="*/ 1083033 w 1304925"/>
                  <a:gd name="connsiteY11" fmla="*/ 274638 h 933450"/>
                  <a:gd name="connsiteX12" fmla="*/ 368300 w 1304925"/>
                  <a:gd name="connsiteY12" fmla="*/ 180975 h 933450"/>
                  <a:gd name="connsiteX13" fmla="*/ 430213 w 1304925"/>
                  <a:gd name="connsiteY13" fmla="*/ 242094 h 933450"/>
                  <a:gd name="connsiteX14" fmla="*/ 368300 w 1304925"/>
                  <a:gd name="connsiteY14" fmla="*/ 303213 h 933450"/>
                  <a:gd name="connsiteX15" fmla="*/ 306387 w 1304925"/>
                  <a:gd name="connsiteY15" fmla="*/ 242094 h 933450"/>
                  <a:gd name="connsiteX16" fmla="*/ 368300 w 1304925"/>
                  <a:gd name="connsiteY16" fmla="*/ 180975 h 933450"/>
                  <a:gd name="connsiteX17" fmla="*/ 30162 w 1304925"/>
                  <a:gd name="connsiteY17" fmla="*/ 31750 h 933450"/>
                  <a:gd name="connsiteX18" fmla="*/ 30162 w 1304925"/>
                  <a:gd name="connsiteY18" fmla="*/ 901700 h 933450"/>
                  <a:gd name="connsiteX19" fmla="*/ 1274762 w 1304925"/>
                  <a:gd name="connsiteY19" fmla="*/ 901700 h 933450"/>
                  <a:gd name="connsiteX20" fmla="*/ 1274762 w 1304925"/>
                  <a:gd name="connsiteY20" fmla="*/ 31750 h 933450"/>
                  <a:gd name="connsiteX21" fmla="*/ 30162 w 1304925"/>
                  <a:gd name="connsiteY21" fmla="*/ 31750 h 933450"/>
                  <a:gd name="connsiteX22" fmla="*/ 15705 w 1304925"/>
                  <a:gd name="connsiteY22" fmla="*/ 0 h 933450"/>
                  <a:gd name="connsiteX23" fmla="*/ 1289220 w 1304925"/>
                  <a:gd name="connsiteY23" fmla="*/ 0 h 933450"/>
                  <a:gd name="connsiteX24" fmla="*/ 1304925 w 1304925"/>
                  <a:gd name="connsiteY24" fmla="*/ 15724 h 933450"/>
                  <a:gd name="connsiteX25" fmla="*/ 1304925 w 1304925"/>
                  <a:gd name="connsiteY25" fmla="*/ 917726 h 933450"/>
                  <a:gd name="connsiteX26" fmla="*/ 1289220 w 1304925"/>
                  <a:gd name="connsiteY26" fmla="*/ 933450 h 933450"/>
                  <a:gd name="connsiteX27" fmla="*/ 15705 w 1304925"/>
                  <a:gd name="connsiteY27" fmla="*/ 933450 h 933450"/>
                  <a:gd name="connsiteX28" fmla="*/ 0 w 1304925"/>
                  <a:gd name="connsiteY28" fmla="*/ 917726 h 933450"/>
                  <a:gd name="connsiteX29" fmla="*/ 0 w 1304925"/>
                  <a:gd name="connsiteY29" fmla="*/ 15724 h 933450"/>
                  <a:gd name="connsiteX30" fmla="*/ 15705 w 1304925"/>
                  <a:gd name="connsiteY30" fmla="*/ 0 h 933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304925" h="933450">
                    <a:moveTo>
                      <a:pt x="689333" y="635000"/>
                    </a:moveTo>
                    <a:cubicBezTo>
                      <a:pt x="701512" y="635000"/>
                      <a:pt x="712975" y="638537"/>
                      <a:pt x="723721" y="645612"/>
                    </a:cubicBezTo>
                    <a:cubicBezTo>
                      <a:pt x="751661" y="664007"/>
                      <a:pt x="758825" y="702210"/>
                      <a:pt x="740199" y="729801"/>
                    </a:cubicBezTo>
                    <a:cubicBezTo>
                      <a:pt x="720856" y="757393"/>
                      <a:pt x="682169" y="765175"/>
                      <a:pt x="654229" y="746073"/>
                    </a:cubicBezTo>
                    <a:cubicBezTo>
                      <a:pt x="626289" y="726972"/>
                      <a:pt x="619125" y="688768"/>
                      <a:pt x="638468" y="661177"/>
                    </a:cubicBezTo>
                    <a:cubicBezTo>
                      <a:pt x="649931" y="644197"/>
                      <a:pt x="669274" y="635000"/>
                      <a:pt x="689333" y="635000"/>
                    </a:cubicBezTo>
                    <a:close/>
                    <a:moveTo>
                      <a:pt x="1083033" y="274638"/>
                    </a:moveTo>
                    <a:cubicBezTo>
                      <a:pt x="1095212" y="274638"/>
                      <a:pt x="1106675" y="278219"/>
                      <a:pt x="1117421" y="285380"/>
                    </a:cubicBezTo>
                    <a:cubicBezTo>
                      <a:pt x="1145361" y="303998"/>
                      <a:pt x="1152525" y="342668"/>
                      <a:pt x="1133899" y="370596"/>
                    </a:cubicBezTo>
                    <a:cubicBezTo>
                      <a:pt x="1114556" y="398524"/>
                      <a:pt x="1075869" y="406401"/>
                      <a:pt x="1047929" y="387066"/>
                    </a:cubicBezTo>
                    <a:cubicBezTo>
                      <a:pt x="1019989" y="367732"/>
                      <a:pt x="1012825" y="329062"/>
                      <a:pt x="1032168" y="301134"/>
                    </a:cubicBezTo>
                    <a:cubicBezTo>
                      <a:pt x="1043631" y="283947"/>
                      <a:pt x="1062974" y="274638"/>
                      <a:pt x="1083033" y="274638"/>
                    </a:cubicBezTo>
                    <a:close/>
                    <a:moveTo>
                      <a:pt x="368300" y="180975"/>
                    </a:moveTo>
                    <a:cubicBezTo>
                      <a:pt x="402494" y="180975"/>
                      <a:pt x="430213" y="208339"/>
                      <a:pt x="430213" y="242094"/>
                    </a:cubicBezTo>
                    <a:cubicBezTo>
                      <a:pt x="430213" y="275849"/>
                      <a:pt x="402494" y="303213"/>
                      <a:pt x="368300" y="303213"/>
                    </a:cubicBezTo>
                    <a:cubicBezTo>
                      <a:pt x="334106" y="303213"/>
                      <a:pt x="306387" y="275849"/>
                      <a:pt x="306387" y="242094"/>
                    </a:cubicBezTo>
                    <a:cubicBezTo>
                      <a:pt x="306387" y="208339"/>
                      <a:pt x="334106" y="180975"/>
                      <a:pt x="368300" y="180975"/>
                    </a:cubicBezTo>
                    <a:close/>
                    <a:moveTo>
                      <a:pt x="30162" y="31750"/>
                    </a:moveTo>
                    <a:cubicBezTo>
                      <a:pt x="30162" y="31750"/>
                      <a:pt x="30162" y="31750"/>
                      <a:pt x="30162" y="901700"/>
                    </a:cubicBezTo>
                    <a:cubicBezTo>
                      <a:pt x="30162" y="901700"/>
                      <a:pt x="30162" y="901700"/>
                      <a:pt x="1274762" y="901700"/>
                    </a:cubicBezTo>
                    <a:cubicBezTo>
                      <a:pt x="1274762" y="901700"/>
                      <a:pt x="1274762" y="901700"/>
                      <a:pt x="1274762" y="31750"/>
                    </a:cubicBezTo>
                    <a:cubicBezTo>
                      <a:pt x="1274762" y="31750"/>
                      <a:pt x="1274762" y="31750"/>
                      <a:pt x="30162" y="31750"/>
                    </a:cubicBezTo>
                    <a:close/>
                    <a:moveTo>
                      <a:pt x="15705" y="0"/>
                    </a:moveTo>
                    <a:cubicBezTo>
                      <a:pt x="15705" y="0"/>
                      <a:pt x="15705" y="0"/>
                      <a:pt x="1289220" y="0"/>
                    </a:cubicBezTo>
                    <a:cubicBezTo>
                      <a:pt x="1297787" y="0"/>
                      <a:pt x="1304925" y="6433"/>
                      <a:pt x="1304925" y="15724"/>
                    </a:cubicBezTo>
                    <a:cubicBezTo>
                      <a:pt x="1304925" y="15724"/>
                      <a:pt x="1304925" y="15724"/>
                      <a:pt x="1304925" y="917726"/>
                    </a:cubicBezTo>
                    <a:cubicBezTo>
                      <a:pt x="1304925" y="927017"/>
                      <a:pt x="1297787" y="933450"/>
                      <a:pt x="1289220" y="933450"/>
                    </a:cubicBezTo>
                    <a:cubicBezTo>
                      <a:pt x="1289220" y="933450"/>
                      <a:pt x="1289220" y="933450"/>
                      <a:pt x="15705" y="933450"/>
                    </a:cubicBezTo>
                    <a:cubicBezTo>
                      <a:pt x="7139" y="933450"/>
                      <a:pt x="0" y="927017"/>
                      <a:pt x="0" y="917726"/>
                    </a:cubicBezTo>
                    <a:cubicBezTo>
                      <a:pt x="0" y="917726"/>
                      <a:pt x="0" y="917726"/>
                      <a:pt x="0" y="15724"/>
                    </a:cubicBezTo>
                    <a:cubicBezTo>
                      <a:pt x="0" y="6433"/>
                      <a:pt x="7139" y="0"/>
                      <a:pt x="15705"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4" name="Freeform 14">
                <a:extLst>
                  <a:ext uri="{FF2B5EF4-FFF2-40B4-BE49-F238E27FC236}">
                    <a16:creationId xmlns:a16="http://schemas.microsoft.com/office/drawing/2014/main" id="{3B3DE972-DF41-28E7-7818-F64CB3DE093F}"/>
                  </a:ext>
                </a:extLst>
              </p:cNvPr>
              <p:cNvSpPr>
                <a:spLocks noChangeArrowheads="1"/>
              </p:cNvSpPr>
              <p:nvPr/>
            </p:nvSpPr>
            <p:spPr bwMode="auto">
              <a:xfrm>
                <a:off x="6696075" y="3025775"/>
                <a:ext cx="1181100" cy="806450"/>
              </a:xfrm>
              <a:custGeom>
                <a:avLst/>
                <a:gdLst>
                  <a:gd name="connsiteX0" fmla="*/ 83732 w 1181100"/>
                  <a:gd name="connsiteY0" fmla="*/ 401488 h 806450"/>
                  <a:gd name="connsiteX1" fmla="*/ 72361 w 1181100"/>
                  <a:gd name="connsiteY1" fmla="*/ 405803 h 806450"/>
                  <a:gd name="connsiteX2" fmla="*/ 72361 w 1181100"/>
                  <a:gd name="connsiteY2" fmla="*/ 428812 h 806450"/>
                  <a:gd name="connsiteX3" fmla="*/ 105763 w 1181100"/>
                  <a:gd name="connsiteY3" fmla="*/ 461888 h 806450"/>
                  <a:gd name="connsiteX4" fmla="*/ 72361 w 1181100"/>
                  <a:gd name="connsiteY4" fmla="*/ 494964 h 806450"/>
                  <a:gd name="connsiteX5" fmla="*/ 72361 w 1181100"/>
                  <a:gd name="connsiteY5" fmla="*/ 517974 h 806450"/>
                  <a:gd name="connsiteX6" fmla="*/ 83732 w 1181100"/>
                  <a:gd name="connsiteY6" fmla="*/ 522288 h 806450"/>
                  <a:gd name="connsiteX7" fmla="*/ 95103 w 1181100"/>
                  <a:gd name="connsiteY7" fmla="*/ 517974 h 806450"/>
                  <a:gd name="connsiteX8" fmla="*/ 127794 w 1181100"/>
                  <a:gd name="connsiteY8" fmla="*/ 484179 h 806450"/>
                  <a:gd name="connsiteX9" fmla="*/ 160486 w 1181100"/>
                  <a:gd name="connsiteY9" fmla="*/ 517974 h 806450"/>
                  <a:gd name="connsiteX10" fmla="*/ 171857 w 1181100"/>
                  <a:gd name="connsiteY10" fmla="*/ 522288 h 806450"/>
                  <a:gd name="connsiteX11" fmla="*/ 183228 w 1181100"/>
                  <a:gd name="connsiteY11" fmla="*/ 517974 h 806450"/>
                  <a:gd name="connsiteX12" fmla="*/ 183228 w 1181100"/>
                  <a:gd name="connsiteY12" fmla="*/ 494964 h 806450"/>
                  <a:gd name="connsiteX13" fmla="*/ 149826 w 1181100"/>
                  <a:gd name="connsiteY13" fmla="*/ 461888 h 806450"/>
                  <a:gd name="connsiteX14" fmla="*/ 183228 w 1181100"/>
                  <a:gd name="connsiteY14" fmla="*/ 428812 h 806450"/>
                  <a:gd name="connsiteX15" fmla="*/ 183228 w 1181100"/>
                  <a:gd name="connsiteY15" fmla="*/ 405803 h 806450"/>
                  <a:gd name="connsiteX16" fmla="*/ 171857 w 1181100"/>
                  <a:gd name="connsiteY16" fmla="*/ 401488 h 806450"/>
                  <a:gd name="connsiteX17" fmla="*/ 160486 w 1181100"/>
                  <a:gd name="connsiteY17" fmla="*/ 405803 h 806450"/>
                  <a:gd name="connsiteX18" fmla="*/ 127794 w 1181100"/>
                  <a:gd name="connsiteY18" fmla="*/ 439598 h 806450"/>
                  <a:gd name="connsiteX19" fmla="*/ 95103 w 1181100"/>
                  <a:gd name="connsiteY19" fmla="*/ 405803 h 806450"/>
                  <a:gd name="connsiteX20" fmla="*/ 83732 w 1181100"/>
                  <a:gd name="connsiteY20" fmla="*/ 401488 h 806450"/>
                  <a:gd name="connsiteX21" fmla="*/ 1002874 w 1181100"/>
                  <a:gd name="connsiteY21" fmla="*/ 182462 h 806450"/>
                  <a:gd name="connsiteX22" fmla="*/ 942998 w 1181100"/>
                  <a:gd name="connsiteY22" fmla="*/ 221097 h 806450"/>
                  <a:gd name="connsiteX23" fmla="*/ 967306 w 1181100"/>
                  <a:gd name="connsiteY23" fmla="*/ 350296 h 806450"/>
                  <a:gd name="connsiteX24" fmla="*/ 1020211 w 1181100"/>
                  <a:gd name="connsiteY24" fmla="*/ 366713 h 806450"/>
                  <a:gd name="connsiteX25" fmla="*/ 1096710 w 1181100"/>
                  <a:gd name="connsiteY25" fmla="*/ 326026 h 806450"/>
                  <a:gd name="connsiteX26" fmla="*/ 1111009 w 1181100"/>
                  <a:gd name="connsiteY26" fmla="*/ 256787 h 806450"/>
                  <a:gd name="connsiteX27" fmla="*/ 1072402 w 1181100"/>
                  <a:gd name="connsiteY27" fmla="*/ 196827 h 806450"/>
                  <a:gd name="connsiteX28" fmla="*/ 1002874 w 1181100"/>
                  <a:gd name="connsiteY28" fmla="*/ 182462 h 806450"/>
                  <a:gd name="connsiteX29" fmla="*/ 824460 w 1181100"/>
                  <a:gd name="connsiteY29" fmla="*/ 181262 h 806450"/>
                  <a:gd name="connsiteX30" fmla="*/ 813653 w 1181100"/>
                  <a:gd name="connsiteY30" fmla="*/ 186527 h 806450"/>
                  <a:gd name="connsiteX31" fmla="*/ 815082 w 1181100"/>
                  <a:gd name="connsiteY31" fmla="*/ 208656 h 806450"/>
                  <a:gd name="connsiteX32" fmla="*/ 857239 w 1181100"/>
                  <a:gd name="connsiteY32" fmla="*/ 246491 h 806450"/>
                  <a:gd name="connsiteX33" fmla="*/ 637881 w 1181100"/>
                  <a:gd name="connsiteY33" fmla="*/ 350714 h 806450"/>
                  <a:gd name="connsiteX34" fmla="*/ 590723 w 1181100"/>
                  <a:gd name="connsiteY34" fmla="*/ 547024 h 806450"/>
                  <a:gd name="connsiteX35" fmla="*/ 549281 w 1181100"/>
                  <a:gd name="connsiteY35" fmla="*/ 579861 h 806450"/>
                  <a:gd name="connsiteX36" fmla="*/ 573575 w 1181100"/>
                  <a:gd name="connsiteY36" fmla="*/ 709069 h 806450"/>
                  <a:gd name="connsiteX37" fmla="*/ 626449 w 1181100"/>
                  <a:gd name="connsiteY37" fmla="*/ 725488 h 806450"/>
                  <a:gd name="connsiteX38" fmla="*/ 702903 w 1181100"/>
                  <a:gd name="connsiteY38" fmla="*/ 684798 h 806450"/>
                  <a:gd name="connsiteX39" fmla="*/ 717193 w 1181100"/>
                  <a:gd name="connsiteY39" fmla="*/ 615554 h 806450"/>
                  <a:gd name="connsiteX40" fmla="*/ 678609 w 1181100"/>
                  <a:gd name="connsiteY40" fmla="*/ 555590 h 806450"/>
                  <a:gd name="connsiteX41" fmla="*/ 622162 w 1181100"/>
                  <a:gd name="connsiteY41" fmla="*/ 539886 h 806450"/>
                  <a:gd name="connsiteX42" fmla="*/ 662890 w 1181100"/>
                  <a:gd name="connsiteY42" fmla="*/ 369988 h 806450"/>
                  <a:gd name="connsiteX43" fmla="*/ 864384 w 1181100"/>
                  <a:gd name="connsiteY43" fmla="*/ 277186 h 806450"/>
                  <a:gd name="connsiteX44" fmla="*/ 821513 w 1181100"/>
                  <a:gd name="connsiteY44" fmla="*/ 325729 h 806450"/>
                  <a:gd name="connsiteX45" fmla="*/ 822942 w 1181100"/>
                  <a:gd name="connsiteY45" fmla="*/ 347858 h 806450"/>
                  <a:gd name="connsiteX46" fmla="*/ 833660 w 1181100"/>
                  <a:gd name="connsiteY46" fmla="*/ 352141 h 806450"/>
                  <a:gd name="connsiteX47" fmla="*/ 845092 w 1181100"/>
                  <a:gd name="connsiteY47" fmla="*/ 346430 h 806450"/>
                  <a:gd name="connsiteX48" fmla="*/ 910113 w 1181100"/>
                  <a:gd name="connsiteY48" fmla="*/ 272903 h 806450"/>
                  <a:gd name="connsiteX49" fmla="*/ 914400 w 1181100"/>
                  <a:gd name="connsiteY49" fmla="*/ 261482 h 806450"/>
                  <a:gd name="connsiteX50" fmla="*/ 909399 w 1181100"/>
                  <a:gd name="connsiteY50" fmla="*/ 250774 h 806450"/>
                  <a:gd name="connsiteX51" fmla="*/ 835803 w 1181100"/>
                  <a:gd name="connsiteY51" fmla="*/ 185099 h 806450"/>
                  <a:gd name="connsiteX52" fmla="*/ 824460 w 1181100"/>
                  <a:gd name="connsiteY52" fmla="*/ 181262 h 806450"/>
                  <a:gd name="connsiteX53" fmla="*/ 306100 w 1181100"/>
                  <a:gd name="connsiteY53" fmla="*/ 85725 h 806450"/>
                  <a:gd name="connsiteX54" fmla="*/ 212725 w 1181100"/>
                  <a:gd name="connsiteY54" fmla="*/ 178632 h 806450"/>
                  <a:gd name="connsiteX55" fmla="*/ 306100 w 1181100"/>
                  <a:gd name="connsiteY55" fmla="*/ 271539 h 806450"/>
                  <a:gd name="connsiteX56" fmla="*/ 362124 w 1181100"/>
                  <a:gd name="connsiteY56" fmla="*/ 252957 h 806450"/>
                  <a:gd name="connsiteX57" fmla="*/ 424613 w 1181100"/>
                  <a:gd name="connsiteY57" fmla="*/ 416616 h 806450"/>
                  <a:gd name="connsiteX58" fmla="*/ 309691 w 1181100"/>
                  <a:gd name="connsiteY58" fmla="*/ 606718 h 806450"/>
                  <a:gd name="connsiteX59" fmla="*/ 317592 w 1181100"/>
                  <a:gd name="connsiteY59" fmla="*/ 542398 h 806450"/>
                  <a:gd name="connsiteX60" fmla="*/ 303945 w 1181100"/>
                  <a:gd name="connsiteY60" fmla="*/ 525246 h 806450"/>
                  <a:gd name="connsiteX61" fmla="*/ 286707 w 1181100"/>
                  <a:gd name="connsiteY61" fmla="*/ 538110 h 806450"/>
                  <a:gd name="connsiteX62" fmla="*/ 273778 w 1181100"/>
                  <a:gd name="connsiteY62" fmla="*/ 636734 h 806450"/>
                  <a:gd name="connsiteX63" fmla="*/ 287425 w 1181100"/>
                  <a:gd name="connsiteY63" fmla="*/ 653886 h 806450"/>
                  <a:gd name="connsiteX64" fmla="*/ 385827 w 1181100"/>
                  <a:gd name="connsiteY64" fmla="*/ 666750 h 806450"/>
                  <a:gd name="connsiteX65" fmla="*/ 387982 w 1181100"/>
                  <a:gd name="connsiteY65" fmla="*/ 666750 h 806450"/>
                  <a:gd name="connsiteX66" fmla="*/ 403784 w 1181100"/>
                  <a:gd name="connsiteY66" fmla="*/ 653171 h 806450"/>
                  <a:gd name="connsiteX67" fmla="*/ 390137 w 1181100"/>
                  <a:gd name="connsiteY67" fmla="*/ 636019 h 806450"/>
                  <a:gd name="connsiteX68" fmla="*/ 332676 w 1181100"/>
                  <a:gd name="connsiteY68" fmla="*/ 628158 h 806450"/>
                  <a:gd name="connsiteX69" fmla="*/ 456217 w 1181100"/>
                  <a:gd name="connsiteY69" fmla="*/ 418046 h 806450"/>
                  <a:gd name="connsiteX70" fmla="*/ 383672 w 1181100"/>
                  <a:gd name="connsiteY70" fmla="*/ 230088 h 806450"/>
                  <a:gd name="connsiteX71" fmla="*/ 399474 w 1181100"/>
                  <a:gd name="connsiteY71" fmla="*/ 178632 h 806450"/>
                  <a:gd name="connsiteX72" fmla="*/ 306100 w 1181100"/>
                  <a:gd name="connsiteY72" fmla="*/ 85725 h 806450"/>
                  <a:gd name="connsiteX73" fmla="*/ 591953 w 1181100"/>
                  <a:gd name="connsiteY73" fmla="*/ 80795 h 806450"/>
                  <a:gd name="connsiteX74" fmla="*/ 580435 w 1181100"/>
                  <a:gd name="connsiteY74" fmla="*/ 85053 h 806450"/>
                  <a:gd name="connsiteX75" fmla="*/ 580435 w 1181100"/>
                  <a:gd name="connsiteY75" fmla="*/ 107763 h 806450"/>
                  <a:gd name="connsiteX76" fmla="*/ 614270 w 1181100"/>
                  <a:gd name="connsiteY76" fmla="*/ 140410 h 806450"/>
                  <a:gd name="connsiteX77" fmla="*/ 580435 w 1181100"/>
                  <a:gd name="connsiteY77" fmla="*/ 173056 h 806450"/>
                  <a:gd name="connsiteX78" fmla="*/ 580435 w 1181100"/>
                  <a:gd name="connsiteY78" fmla="*/ 195767 h 806450"/>
                  <a:gd name="connsiteX79" fmla="*/ 591953 w 1181100"/>
                  <a:gd name="connsiteY79" fmla="*/ 200025 h 806450"/>
                  <a:gd name="connsiteX80" fmla="*/ 603472 w 1181100"/>
                  <a:gd name="connsiteY80" fmla="*/ 195767 h 806450"/>
                  <a:gd name="connsiteX81" fmla="*/ 636588 w 1181100"/>
                  <a:gd name="connsiteY81" fmla="*/ 162411 h 806450"/>
                  <a:gd name="connsiteX82" fmla="*/ 669704 w 1181100"/>
                  <a:gd name="connsiteY82" fmla="*/ 195767 h 806450"/>
                  <a:gd name="connsiteX83" fmla="*/ 681222 w 1181100"/>
                  <a:gd name="connsiteY83" fmla="*/ 200025 h 806450"/>
                  <a:gd name="connsiteX84" fmla="*/ 692741 w 1181100"/>
                  <a:gd name="connsiteY84" fmla="*/ 195767 h 806450"/>
                  <a:gd name="connsiteX85" fmla="*/ 692741 w 1181100"/>
                  <a:gd name="connsiteY85" fmla="*/ 173056 h 806450"/>
                  <a:gd name="connsiteX86" fmla="*/ 658905 w 1181100"/>
                  <a:gd name="connsiteY86" fmla="*/ 140410 h 806450"/>
                  <a:gd name="connsiteX87" fmla="*/ 692741 w 1181100"/>
                  <a:gd name="connsiteY87" fmla="*/ 107763 h 806450"/>
                  <a:gd name="connsiteX88" fmla="*/ 692741 w 1181100"/>
                  <a:gd name="connsiteY88" fmla="*/ 85053 h 806450"/>
                  <a:gd name="connsiteX89" fmla="*/ 681222 w 1181100"/>
                  <a:gd name="connsiteY89" fmla="*/ 80795 h 806450"/>
                  <a:gd name="connsiteX90" fmla="*/ 669704 w 1181100"/>
                  <a:gd name="connsiteY90" fmla="*/ 85053 h 806450"/>
                  <a:gd name="connsiteX91" fmla="*/ 636588 w 1181100"/>
                  <a:gd name="connsiteY91" fmla="*/ 118409 h 806450"/>
                  <a:gd name="connsiteX92" fmla="*/ 603472 w 1181100"/>
                  <a:gd name="connsiteY92" fmla="*/ 85053 h 806450"/>
                  <a:gd name="connsiteX93" fmla="*/ 591953 w 1181100"/>
                  <a:gd name="connsiteY93" fmla="*/ 80795 h 806450"/>
                  <a:gd name="connsiteX94" fmla="*/ 0 w 1181100"/>
                  <a:gd name="connsiteY94" fmla="*/ 0 h 806450"/>
                  <a:gd name="connsiteX95" fmla="*/ 1181100 w 1181100"/>
                  <a:gd name="connsiteY95" fmla="*/ 0 h 806450"/>
                  <a:gd name="connsiteX96" fmla="*/ 1181100 w 1181100"/>
                  <a:gd name="connsiteY96" fmla="*/ 806450 h 806450"/>
                  <a:gd name="connsiteX97" fmla="*/ 0 w 1181100"/>
                  <a:gd name="connsiteY97" fmla="*/ 806450 h 80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181100" h="806450">
                    <a:moveTo>
                      <a:pt x="83732" y="401488"/>
                    </a:moveTo>
                    <a:cubicBezTo>
                      <a:pt x="79645" y="401488"/>
                      <a:pt x="75559" y="402926"/>
                      <a:pt x="72361" y="405803"/>
                    </a:cubicBezTo>
                    <a:cubicBezTo>
                      <a:pt x="66675" y="412274"/>
                      <a:pt x="66675" y="422341"/>
                      <a:pt x="72361" y="428812"/>
                    </a:cubicBezTo>
                    <a:cubicBezTo>
                      <a:pt x="72361" y="428812"/>
                      <a:pt x="72361" y="428812"/>
                      <a:pt x="105763" y="461888"/>
                    </a:cubicBezTo>
                    <a:cubicBezTo>
                      <a:pt x="105763" y="461888"/>
                      <a:pt x="105763" y="461888"/>
                      <a:pt x="72361" y="494964"/>
                    </a:cubicBezTo>
                    <a:cubicBezTo>
                      <a:pt x="66675" y="501436"/>
                      <a:pt x="66675" y="511502"/>
                      <a:pt x="72361" y="517974"/>
                    </a:cubicBezTo>
                    <a:cubicBezTo>
                      <a:pt x="75914" y="520850"/>
                      <a:pt x="79468" y="522288"/>
                      <a:pt x="83732" y="522288"/>
                    </a:cubicBezTo>
                    <a:cubicBezTo>
                      <a:pt x="87996" y="522288"/>
                      <a:pt x="91549" y="520850"/>
                      <a:pt x="95103" y="517974"/>
                    </a:cubicBezTo>
                    <a:cubicBezTo>
                      <a:pt x="95103" y="517974"/>
                      <a:pt x="95103" y="517974"/>
                      <a:pt x="127794" y="484179"/>
                    </a:cubicBezTo>
                    <a:cubicBezTo>
                      <a:pt x="127794" y="484179"/>
                      <a:pt x="127794" y="484179"/>
                      <a:pt x="160486" y="517974"/>
                    </a:cubicBezTo>
                    <a:cubicBezTo>
                      <a:pt x="164039" y="520850"/>
                      <a:pt x="167593" y="522288"/>
                      <a:pt x="171857" y="522288"/>
                    </a:cubicBezTo>
                    <a:cubicBezTo>
                      <a:pt x="176121" y="522288"/>
                      <a:pt x="179674" y="520850"/>
                      <a:pt x="183228" y="517974"/>
                    </a:cubicBezTo>
                    <a:cubicBezTo>
                      <a:pt x="188913" y="511502"/>
                      <a:pt x="188913" y="501436"/>
                      <a:pt x="183228" y="494964"/>
                    </a:cubicBezTo>
                    <a:lnTo>
                      <a:pt x="149826" y="461888"/>
                    </a:lnTo>
                    <a:cubicBezTo>
                      <a:pt x="149826" y="461888"/>
                      <a:pt x="149826" y="461888"/>
                      <a:pt x="183228" y="428812"/>
                    </a:cubicBezTo>
                    <a:cubicBezTo>
                      <a:pt x="188913" y="422341"/>
                      <a:pt x="188913" y="412274"/>
                      <a:pt x="183228" y="405803"/>
                    </a:cubicBezTo>
                    <a:cubicBezTo>
                      <a:pt x="180030" y="402926"/>
                      <a:pt x="175943" y="401488"/>
                      <a:pt x="171857" y="401488"/>
                    </a:cubicBezTo>
                    <a:cubicBezTo>
                      <a:pt x="167770" y="401488"/>
                      <a:pt x="163684" y="402926"/>
                      <a:pt x="160486" y="405803"/>
                    </a:cubicBezTo>
                    <a:cubicBezTo>
                      <a:pt x="160486" y="405803"/>
                      <a:pt x="160486" y="405803"/>
                      <a:pt x="127794" y="439598"/>
                    </a:cubicBezTo>
                    <a:cubicBezTo>
                      <a:pt x="127794" y="439598"/>
                      <a:pt x="127794" y="439598"/>
                      <a:pt x="95103" y="405803"/>
                    </a:cubicBezTo>
                    <a:cubicBezTo>
                      <a:pt x="91905" y="402926"/>
                      <a:pt x="87818" y="401488"/>
                      <a:pt x="83732" y="401488"/>
                    </a:cubicBezTo>
                    <a:close/>
                    <a:moveTo>
                      <a:pt x="1002874" y="182462"/>
                    </a:moveTo>
                    <a:cubicBezTo>
                      <a:pt x="979460" y="186834"/>
                      <a:pt x="957654" y="200039"/>
                      <a:pt x="942998" y="221097"/>
                    </a:cubicBezTo>
                    <a:cubicBezTo>
                      <a:pt x="914400" y="263925"/>
                      <a:pt x="925124" y="321743"/>
                      <a:pt x="967306" y="350296"/>
                    </a:cubicBezTo>
                    <a:cubicBezTo>
                      <a:pt x="983749" y="361003"/>
                      <a:pt x="1001623" y="366713"/>
                      <a:pt x="1020211" y="366713"/>
                    </a:cubicBezTo>
                    <a:cubicBezTo>
                      <a:pt x="1049524" y="366713"/>
                      <a:pt x="1078836" y="352437"/>
                      <a:pt x="1096710" y="326026"/>
                    </a:cubicBezTo>
                    <a:cubicBezTo>
                      <a:pt x="1111009" y="305326"/>
                      <a:pt x="1116013" y="281056"/>
                      <a:pt x="1111009" y="256787"/>
                    </a:cubicBezTo>
                    <a:cubicBezTo>
                      <a:pt x="1106719" y="232518"/>
                      <a:pt x="1093135" y="211103"/>
                      <a:pt x="1072402" y="196827"/>
                    </a:cubicBezTo>
                    <a:cubicBezTo>
                      <a:pt x="1051311" y="182551"/>
                      <a:pt x="1026288" y="178090"/>
                      <a:pt x="1002874" y="182462"/>
                    </a:cubicBezTo>
                    <a:close/>
                    <a:moveTo>
                      <a:pt x="824460" y="181262"/>
                    </a:moveTo>
                    <a:cubicBezTo>
                      <a:pt x="820441" y="181530"/>
                      <a:pt x="816511" y="183314"/>
                      <a:pt x="813653" y="186527"/>
                    </a:cubicBezTo>
                    <a:cubicBezTo>
                      <a:pt x="807937" y="192951"/>
                      <a:pt x="808651" y="202945"/>
                      <a:pt x="815082" y="208656"/>
                    </a:cubicBezTo>
                    <a:cubicBezTo>
                      <a:pt x="815082" y="208656"/>
                      <a:pt x="815082" y="208656"/>
                      <a:pt x="857239" y="246491"/>
                    </a:cubicBezTo>
                    <a:cubicBezTo>
                      <a:pt x="757921" y="257198"/>
                      <a:pt x="683611" y="292177"/>
                      <a:pt x="637881" y="350714"/>
                    </a:cubicBezTo>
                    <a:cubicBezTo>
                      <a:pt x="577147" y="429238"/>
                      <a:pt x="587151" y="523467"/>
                      <a:pt x="590723" y="547024"/>
                    </a:cubicBezTo>
                    <a:cubicBezTo>
                      <a:pt x="575004" y="553449"/>
                      <a:pt x="559999" y="564870"/>
                      <a:pt x="549281" y="579861"/>
                    </a:cubicBezTo>
                    <a:cubicBezTo>
                      <a:pt x="520700" y="622693"/>
                      <a:pt x="531418" y="680515"/>
                      <a:pt x="573575" y="709069"/>
                    </a:cubicBezTo>
                    <a:cubicBezTo>
                      <a:pt x="590009" y="719777"/>
                      <a:pt x="607872" y="725488"/>
                      <a:pt x="626449" y="725488"/>
                    </a:cubicBezTo>
                    <a:cubicBezTo>
                      <a:pt x="655744" y="725488"/>
                      <a:pt x="685040" y="711211"/>
                      <a:pt x="702903" y="684798"/>
                    </a:cubicBezTo>
                    <a:cubicBezTo>
                      <a:pt x="717193" y="664097"/>
                      <a:pt x="722195" y="639825"/>
                      <a:pt x="717193" y="615554"/>
                    </a:cubicBezTo>
                    <a:cubicBezTo>
                      <a:pt x="712906" y="591283"/>
                      <a:pt x="699330" y="569867"/>
                      <a:pt x="678609" y="555590"/>
                    </a:cubicBezTo>
                    <a:cubicBezTo>
                      <a:pt x="661460" y="544169"/>
                      <a:pt x="641454" y="539172"/>
                      <a:pt x="622162" y="539886"/>
                    </a:cubicBezTo>
                    <a:cubicBezTo>
                      <a:pt x="618589" y="517756"/>
                      <a:pt x="612159" y="435663"/>
                      <a:pt x="662890" y="369988"/>
                    </a:cubicBezTo>
                    <a:cubicBezTo>
                      <a:pt x="703617" y="317162"/>
                      <a:pt x="771496" y="286467"/>
                      <a:pt x="864384" y="277186"/>
                    </a:cubicBezTo>
                    <a:cubicBezTo>
                      <a:pt x="864384" y="277186"/>
                      <a:pt x="864384" y="277186"/>
                      <a:pt x="821513" y="325729"/>
                    </a:cubicBezTo>
                    <a:cubicBezTo>
                      <a:pt x="815797" y="332153"/>
                      <a:pt x="816511" y="342147"/>
                      <a:pt x="822942" y="347858"/>
                    </a:cubicBezTo>
                    <a:cubicBezTo>
                      <a:pt x="825800" y="350714"/>
                      <a:pt x="829372" y="352141"/>
                      <a:pt x="833660" y="352141"/>
                    </a:cubicBezTo>
                    <a:cubicBezTo>
                      <a:pt x="837947" y="352141"/>
                      <a:pt x="842234" y="350000"/>
                      <a:pt x="845092" y="346430"/>
                    </a:cubicBezTo>
                    <a:cubicBezTo>
                      <a:pt x="845092" y="346430"/>
                      <a:pt x="845092" y="346430"/>
                      <a:pt x="910113" y="272903"/>
                    </a:cubicBezTo>
                    <a:cubicBezTo>
                      <a:pt x="912971" y="270048"/>
                      <a:pt x="914400" y="265765"/>
                      <a:pt x="914400" y="261482"/>
                    </a:cubicBezTo>
                    <a:cubicBezTo>
                      <a:pt x="914400" y="257912"/>
                      <a:pt x="912257" y="253629"/>
                      <a:pt x="909399" y="250774"/>
                    </a:cubicBezTo>
                    <a:cubicBezTo>
                      <a:pt x="909399" y="250774"/>
                      <a:pt x="909399" y="250774"/>
                      <a:pt x="835803" y="185099"/>
                    </a:cubicBezTo>
                    <a:cubicBezTo>
                      <a:pt x="832588" y="182244"/>
                      <a:pt x="828479" y="180994"/>
                      <a:pt x="824460" y="181262"/>
                    </a:cubicBezTo>
                    <a:close/>
                    <a:moveTo>
                      <a:pt x="306100" y="85725"/>
                    </a:moveTo>
                    <a:cubicBezTo>
                      <a:pt x="254385" y="85725"/>
                      <a:pt x="212725" y="127176"/>
                      <a:pt x="212725" y="178632"/>
                    </a:cubicBezTo>
                    <a:cubicBezTo>
                      <a:pt x="212725" y="230088"/>
                      <a:pt x="254385" y="271539"/>
                      <a:pt x="306100" y="271539"/>
                    </a:cubicBezTo>
                    <a:cubicBezTo>
                      <a:pt x="326929" y="271539"/>
                      <a:pt x="346323" y="264392"/>
                      <a:pt x="362124" y="252957"/>
                    </a:cubicBezTo>
                    <a:cubicBezTo>
                      <a:pt x="377208" y="269395"/>
                      <a:pt x="429641" y="333000"/>
                      <a:pt x="424613" y="416616"/>
                    </a:cubicBezTo>
                    <a:cubicBezTo>
                      <a:pt x="420304" y="483080"/>
                      <a:pt x="381518" y="546686"/>
                      <a:pt x="309691" y="606718"/>
                    </a:cubicBezTo>
                    <a:cubicBezTo>
                      <a:pt x="309691" y="606718"/>
                      <a:pt x="309691" y="606718"/>
                      <a:pt x="317592" y="542398"/>
                    </a:cubicBezTo>
                    <a:cubicBezTo>
                      <a:pt x="319028" y="533822"/>
                      <a:pt x="313282" y="525961"/>
                      <a:pt x="303945" y="525246"/>
                    </a:cubicBezTo>
                    <a:cubicBezTo>
                      <a:pt x="295326" y="523817"/>
                      <a:pt x="287425" y="529534"/>
                      <a:pt x="286707" y="538110"/>
                    </a:cubicBezTo>
                    <a:cubicBezTo>
                      <a:pt x="286707" y="538110"/>
                      <a:pt x="286707" y="538110"/>
                      <a:pt x="273778" y="636734"/>
                    </a:cubicBezTo>
                    <a:cubicBezTo>
                      <a:pt x="272341" y="645310"/>
                      <a:pt x="278806" y="653171"/>
                      <a:pt x="287425" y="653886"/>
                    </a:cubicBezTo>
                    <a:cubicBezTo>
                      <a:pt x="287425" y="653886"/>
                      <a:pt x="287425" y="653886"/>
                      <a:pt x="385827" y="666750"/>
                    </a:cubicBezTo>
                    <a:cubicBezTo>
                      <a:pt x="386545" y="666750"/>
                      <a:pt x="387264" y="666750"/>
                      <a:pt x="387982" y="666750"/>
                    </a:cubicBezTo>
                    <a:cubicBezTo>
                      <a:pt x="395883" y="666750"/>
                      <a:pt x="402347" y="661033"/>
                      <a:pt x="403784" y="653171"/>
                    </a:cubicBezTo>
                    <a:cubicBezTo>
                      <a:pt x="404502" y="644595"/>
                      <a:pt x="398756" y="636734"/>
                      <a:pt x="390137" y="636019"/>
                    </a:cubicBezTo>
                    <a:cubicBezTo>
                      <a:pt x="390137" y="636019"/>
                      <a:pt x="390137" y="636019"/>
                      <a:pt x="332676" y="628158"/>
                    </a:cubicBezTo>
                    <a:cubicBezTo>
                      <a:pt x="410248" y="563123"/>
                      <a:pt x="451908" y="492371"/>
                      <a:pt x="456217" y="418046"/>
                    </a:cubicBezTo>
                    <a:cubicBezTo>
                      <a:pt x="461963" y="319422"/>
                      <a:pt x="400192" y="246525"/>
                      <a:pt x="383672" y="230088"/>
                    </a:cubicBezTo>
                    <a:cubicBezTo>
                      <a:pt x="393728" y="215080"/>
                      <a:pt x="399474" y="197213"/>
                      <a:pt x="399474" y="178632"/>
                    </a:cubicBezTo>
                    <a:cubicBezTo>
                      <a:pt x="399474" y="127176"/>
                      <a:pt x="357815" y="85725"/>
                      <a:pt x="306100" y="85725"/>
                    </a:cubicBezTo>
                    <a:close/>
                    <a:moveTo>
                      <a:pt x="591953" y="80795"/>
                    </a:moveTo>
                    <a:cubicBezTo>
                      <a:pt x="587814" y="80795"/>
                      <a:pt x="583674" y="82214"/>
                      <a:pt x="580435" y="85053"/>
                    </a:cubicBezTo>
                    <a:cubicBezTo>
                      <a:pt x="574675" y="91440"/>
                      <a:pt x="574675" y="101376"/>
                      <a:pt x="580435" y="107763"/>
                    </a:cubicBezTo>
                    <a:lnTo>
                      <a:pt x="614270" y="140410"/>
                    </a:lnTo>
                    <a:cubicBezTo>
                      <a:pt x="614270" y="140410"/>
                      <a:pt x="614270" y="140410"/>
                      <a:pt x="580435" y="173056"/>
                    </a:cubicBezTo>
                    <a:cubicBezTo>
                      <a:pt x="574675" y="179444"/>
                      <a:pt x="574675" y="189380"/>
                      <a:pt x="580435" y="195767"/>
                    </a:cubicBezTo>
                    <a:cubicBezTo>
                      <a:pt x="584034" y="198606"/>
                      <a:pt x="587634" y="200025"/>
                      <a:pt x="591953" y="200025"/>
                    </a:cubicBezTo>
                    <a:cubicBezTo>
                      <a:pt x="596273" y="200025"/>
                      <a:pt x="599872" y="198606"/>
                      <a:pt x="603472" y="195767"/>
                    </a:cubicBezTo>
                    <a:cubicBezTo>
                      <a:pt x="603472" y="195767"/>
                      <a:pt x="603472" y="195767"/>
                      <a:pt x="636588" y="162411"/>
                    </a:cubicBezTo>
                    <a:cubicBezTo>
                      <a:pt x="636588" y="162411"/>
                      <a:pt x="636588" y="162411"/>
                      <a:pt x="669704" y="195767"/>
                    </a:cubicBezTo>
                    <a:cubicBezTo>
                      <a:pt x="673303" y="198606"/>
                      <a:pt x="676903" y="200025"/>
                      <a:pt x="681222" y="200025"/>
                    </a:cubicBezTo>
                    <a:cubicBezTo>
                      <a:pt x="685542" y="200025"/>
                      <a:pt x="689141" y="198606"/>
                      <a:pt x="692741" y="195767"/>
                    </a:cubicBezTo>
                    <a:cubicBezTo>
                      <a:pt x="698500" y="189380"/>
                      <a:pt x="698500" y="179444"/>
                      <a:pt x="692741" y="173056"/>
                    </a:cubicBezTo>
                    <a:cubicBezTo>
                      <a:pt x="692741" y="173056"/>
                      <a:pt x="692741" y="173056"/>
                      <a:pt x="658905" y="140410"/>
                    </a:cubicBezTo>
                    <a:cubicBezTo>
                      <a:pt x="658905" y="140410"/>
                      <a:pt x="658905" y="140410"/>
                      <a:pt x="692741" y="107763"/>
                    </a:cubicBezTo>
                    <a:cubicBezTo>
                      <a:pt x="698500" y="101376"/>
                      <a:pt x="698500" y="91440"/>
                      <a:pt x="692741" y="85053"/>
                    </a:cubicBezTo>
                    <a:cubicBezTo>
                      <a:pt x="689501" y="82214"/>
                      <a:pt x="685362" y="80795"/>
                      <a:pt x="681222" y="80795"/>
                    </a:cubicBezTo>
                    <a:cubicBezTo>
                      <a:pt x="677083" y="80795"/>
                      <a:pt x="672943" y="82214"/>
                      <a:pt x="669704" y="85053"/>
                    </a:cubicBezTo>
                    <a:cubicBezTo>
                      <a:pt x="669704" y="85053"/>
                      <a:pt x="669704" y="85053"/>
                      <a:pt x="636588" y="118409"/>
                    </a:cubicBezTo>
                    <a:cubicBezTo>
                      <a:pt x="636588" y="118409"/>
                      <a:pt x="636588" y="118409"/>
                      <a:pt x="603472" y="85053"/>
                    </a:cubicBezTo>
                    <a:cubicBezTo>
                      <a:pt x="600232" y="82214"/>
                      <a:pt x="596093" y="80795"/>
                      <a:pt x="591953" y="80795"/>
                    </a:cubicBezTo>
                    <a:close/>
                    <a:moveTo>
                      <a:pt x="0" y="0"/>
                    </a:moveTo>
                    <a:lnTo>
                      <a:pt x="1181100" y="0"/>
                    </a:lnTo>
                    <a:lnTo>
                      <a:pt x="1181100" y="806450"/>
                    </a:lnTo>
                    <a:lnTo>
                      <a:pt x="0" y="806450"/>
                    </a:lnTo>
                    <a:close/>
                  </a:path>
                </a:pathLst>
              </a:custGeom>
              <a:solidFill>
                <a:schemeClr val="tx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sp>
        <p:nvSpPr>
          <p:cNvPr id="45" name="Oval 44">
            <a:extLst>
              <a:ext uri="{FF2B5EF4-FFF2-40B4-BE49-F238E27FC236}">
                <a16:creationId xmlns:a16="http://schemas.microsoft.com/office/drawing/2014/main" id="{91C17036-239D-DF64-D3BA-9C88344848CE}"/>
              </a:ext>
            </a:extLst>
          </p:cNvPr>
          <p:cNvSpPr/>
          <p:nvPr/>
        </p:nvSpPr>
        <p:spPr>
          <a:xfrm>
            <a:off x="6458590" y="3045207"/>
            <a:ext cx="650278" cy="78657"/>
          </a:xfrm>
          <a:prstGeom prst="ellipse">
            <a:avLst/>
          </a:prstGeom>
          <a:solidFill>
            <a:schemeClr val="bg1">
              <a:lumMod val="85000"/>
            </a:schemeClr>
          </a:solidFill>
          <a:ln w="9525" cap="rnd" cmpd="sng" algn="ctr">
            <a:solidFill>
              <a:schemeClr val="bg1">
                <a:lumMod val="8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59" name="Rectangle: Rounded Corners 58">
            <a:extLst>
              <a:ext uri="{FF2B5EF4-FFF2-40B4-BE49-F238E27FC236}">
                <a16:creationId xmlns:a16="http://schemas.microsoft.com/office/drawing/2014/main" id="{EF3849E0-7BC7-27FA-BE5E-595A2CAF9783}"/>
              </a:ext>
            </a:extLst>
          </p:cNvPr>
          <p:cNvSpPr/>
          <p:nvPr/>
        </p:nvSpPr>
        <p:spPr>
          <a:xfrm rot="3614674">
            <a:off x="6534035" y="2430088"/>
            <a:ext cx="574834" cy="574833"/>
          </a:xfrm>
          <a:prstGeom prst="roundRect">
            <a:avLst/>
          </a:prstGeom>
          <a:solidFill>
            <a:schemeClr val="tx2"/>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0" name="Rectangle: Rounded Corners 59">
            <a:extLst>
              <a:ext uri="{FF2B5EF4-FFF2-40B4-BE49-F238E27FC236}">
                <a16:creationId xmlns:a16="http://schemas.microsoft.com/office/drawing/2014/main" id="{B021AD10-293D-5389-760C-0659D4AF1931}"/>
              </a:ext>
            </a:extLst>
          </p:cNvPr>
          <p:cNvSpPr/>
          <p:nvPr/>
        </p:nvSpPr>
        <p:spPr>
          <a:xfrm rot="2700000">
            <a:off x="6458591" y="2427599"/>
            <a:ext cx="574834" cy="574833"/>
          </a:xfrm>
          <a:prstGeom prst="roundRect">
            <a:avLst/>
          </a:prstGeom>
          <a:solidFill>
            <a:srgbClr val="F2F2F2"/>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grpSp>
        <p:nvGrpSpPr>
          <p:cNvPr id="117" name="bcgIcons_Gavel ">
            <a:extLst>
              <a:ext uri="{FF2B5EF4-FFF2-40B4-BE49-F238E27FC236}">
                <a16:creationId xmlns:a16="http://schemas.microsoft.com/office/drawing/2014/main" id="{2CC89CAB-DCA2-993E-D0D1-56D8E68B7539}"/>
              </a:ext>
            </a:extLst>
          </p:cNvPr>
          <p:cNvGrpSpPr>
            <a:grpSpLocks noChangeAspect="1"/>
          </p:cNvGrpSpPr>
          <p:nvPr/>
        </p:nvGrpSpPr>
        <p:grpSpPr>
          <a:xfrm>
            <a:off x="6565413" y="2534421"/>
            <a:ext cx="361186" cy="361185"/>
            <a:chOff x="5273675" y="2514600"/>
            <a:chExt cx="1644650" cy="1646238"/>
          </a:xfrm>
        </p:grpSpPr>
        <p:sp>
          <p:nvSpPr>
            <p:cNvPr id="118" name="AutoShape 3">
              <a:extLst>
                <a:ext uri="{FF2B5EF4-FFF2-40B4-BE49-F238E27FC236}">
                  <a16:creationId xmlns:a16="http://schemas.microsoft.com/office/drawing/2014/main" id="{B89D7DBD-A677-80D4-2D18-B6340AEF7992}"/>
                </a:ext>
              </a:extLst>
            </p:cNvPr>
            <p:cNvSpPr>
              <a:spLocks noChangeAspect="1" noChangeArrowheads="1" noTextEdit="1"/>
            </p:cNvSpPr>
            <p:nvPr/>
          </p:nvSpPr>
          <p:spPr bwMode="auto">
            <a:xfrm>
              <a:off x="5273675" y="2514600"/>
              <a:ext cx="1644650" cy="1646238"/>
            </a:xfrm>
            <a:prstGeom prst="rect">
              <a:avLst/>
            </a:prstGeom>
            <a:noFill/>
            <a:ln>
              <a:noFill/>
            </a:ln>
            <a:extLst>
              <a:ext uri="{909E8E84-426E-40DD-AFC4-6F175D3DCCD1}">
                <a14:hiddenFill xmlns:a14="http://schemas.microsoft.com/office/drawing/2010/main">
                  <a:solidFill>
                    <a:srgbClr val="D4DF33"/>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dirty="0"/>
            </a:p>
          </p:txBody>
        </p:sp>
        <p:grpSp>
          <p:nvGrpSpPr>
            <p:cNvPr id="119" name="Group 118">
              <a:extLst>
                <a:ext uri="{FF2B5EF4-FFF2-40B4-BE49-F238E27FC236}">
                  <a16:creationId xmlns:a16="http://schemas.microsoft.com/office/drawing/2014/main" id="{9A0858CA-610D-7A63-5DA7-F8562BBBBEA0}"/>
                </a:ext>
              </a:extLst>
            </p:cNvPr>
            <p:cNvGrpSpPr/>
            <p:nvPr/>
          </p:nvGrpSpPr>
          <p:grpSpPr>
            <a:xfrm>
              <a:off x="5439085" y="2789764"/>
              <a:ext cx="1313830" cy="1095911"/>
              <a:chOff x="5437188" y="2790289"/>
              <a:chExt cx="1313830" cy="1095911"/>
            </a:xfrm>
          </p:grpSpPr>
          <p:sp>
            <p:nvSpPr>
              <p:cNvPr id="120" name="Freeform 5">
                <a:extLst>
                  <a:ext uri="{FF2B5EF4-FFF2-40B4-BE49-F238E27FC236}">
                    <a16:creationId xmlns:a16="http://schemas.microsoft.com/office/drawing/2014/main" id="{F8772FEE-F45A-DB67-D9D3-2034520F0C73}"/>
                  </a:ext>
                </a:extLst>
              </p:cNvPr>
              <p:cNvSpPr>
                <a:spLocks/>
              </p:cNvSpPr>
              <p:nvPr/>
            </p:nvSpPr>
            <p:spPr bwMode="auto">
              <a:xfrm>
                <a:off x="5437188" y="2790289"/>
                <a:ext cx="741363" cy="1095911"/>
              </a:xfrm>
              <a:custGeom>
                <a:avLst/>
                <a:gdLst>
                  <a:gd name="connsiteX0" fmla="*/ 59994 w 741363"/>
                  <a:gd name="connsiteY0" fmla="*/ 940336 h 1095911"/>
                  <a:gd name="connsiteX1" fmla="*/ 681369 w 741363"/>
                  <a:gd name="connsiteY1" fmla="*/ 940336 h 1095911"/>
                  <a:gd name="connsiteX2" fmla="*/ 697081 w 741363"/>
                  <a:gd name="connsiteY2" fmla="*/ 956182 h 1095911"/>
                  <a:gd name="connsiteX3" fmla="*/ 697081 w 741363"/>
                  <a:gd name="connsiteY3" fmla="*/ 1006600 h 1095911"/>
                  <a:gd name="connsiteX4" fmla="*/ 725650 w 741363"/>
                  <a:gd name="connsiteY4" fmla="*/ 1006600 h 1095911"/>
                  <a:gd name="connsiteX5" fmla="*/ 741363 w 741363"/>
                  <a:gd name="connsiteY5" fmla="*/ 1022445 h 1095911"/>
                  <a:gd name="connsiteX6" fmla="*/ 741363 w 741363"/>
                  <a:gd name="connsiteY6" fmla="*/ 1079345 h 1095911"/>
                  <a:gd name="connsiteX7" fmla="*/ 725650 w 741363"/>
                  <a:gd name="connsiteY7" fmla="*/ 1095911 h 1095911"/>
                  <a:gd name="connsiteX8" fmla="*/ 15713 w 741363"/>
                  <a:gd name="connsiteY8" fmla="*/ 1095911 h 1095911"/>
                  <a:gd name="connsiteX9" fmla="*/ 0 w 741363"/>
                  <a:gd name="connsiteY9" fmla="*/ 1079345 h 1095911"/>
                  <a:gd name="connsiteX10" fmla="*/ 0 w 741363"/>
                  <a:gd name="connsiteY10" fmla="*/ 1022445 h 1095911"/>
                  <a:gd name="connsiteX11" fmla="*/ 15713 w 741363"/>
                  <a:gd name="connsiteY11" fmla="*/ 1006600 h 1095911"/>
                  <a:gd name="connsiteX12" fmla="*/ 44282 w 741363"/>
                  <a:gd name="connsiteY12" fmla="*/ 1006600 h 1095911"/>
                  <a:gd name="connsiteX13" fmla="*/ 44282 w 741363"/>
                  <a:gd name="connsiteY13" fmla="*/ 956182 h 1095911"/>
                  <a:gd name="connsiteX14" fmla="*/ 59994 w 741363"/>
                  <a:gd name="connsiteY14" fmla="*/ 940336 h 1095911"/>
                  <a:gd name="connsiteX15" fmla="*/ 243001 w 741363"/>
                  <a:gd name="connsiteY15" fmla="*/ 537111 h 1095911"/>
                  <a:gd name="connsiteX16" fmla="*/ 257312 w 741363"/>
                  <a:gd name="connsiteY16" fmla="*/ 544981 h 1095911"/>
                  <a:gd name="connsiteX17" fmla="*/ 497021 w 741363"/>
                  <a:gd name="connsiteY17" fmla="*/ 632975 h 1095911"/>
                  <a:gd name="connsiteX18" fmla="*/ 512763 w 741363"/>
                  <a:gd name="connsiteY18" fmla="*/ 635836 h 1095911"/>
                  <a:gd name="connsiteX19" fmla="*/ 501314 w 741363"/>
                  <a:gd name="connsiteY19" fmla="*/ 667314 h 1095911"/>
                  <a:gd name="connsiteX20" fmla="*/ 441208 w 741363"/>
                  <a:gd name="connsiteY20" fmla="*/ 695214 h 1095911"/>
                  <a:gd name="connsiteX21" fmla="*/ 259458 w 741363"/>
                  <a:gd name="connsiteY21" fmla="*/ 628682 h 1095911"/>
                  <a:gd name="connsiteX22" fmla="*/ 231552 w 741363"/>
                  <a:gd name="connsiteY22" fmla="*/ 568589 h 1095911"/>
                  <a:gd name="connsiteX23" fmla="*/ 243001 w 741363"/>
                  <a:gd name="connsiteY23" fmla="*/ 537111 h 1095911"/>
                  <a:gd name="connsiteX24" fmla="*/ 488852 w 741363"/>
                  <a:gd name="connsiteY24" fmla="*/ 2734 h 1095911"/>
                  <a:gd name="connsiteX25" fmla="*/ 670054 w 741363"/>
                  <a:gd name="connsiteY25" fmla="*/ 69694 h 1095911"/>
                  <a:gd name="connsiteX26" fmla="*/ 697876 w 741363"/>
                  <a:gd name="connsiteY26" fmla="*/ 128819 h 1095911"/>
                  <a:gd name="connsiteX27" fmla="*/ 685749 w 741363"/>
                  <a:gd name="connsiteY27" fmla="*/ 160874 h 1095911"/>
                  <a:gd name="connsiteX28" fmla="*/ 672194 w 741363"/>
                  <a:gd name="connsiteY28" fmla="*/ 152326 h 1095911"/>
                  <a:gd name="connsiteX29" fmla="*/ 433207 w 741363"/>
                  <a:gd name="connsiteY29" fmla="*/ 65420 h 1095911"/>
                  <a:gd name="connsiteX30" fmla="*/ 417512 w 741363"/>
                  <a:gd name="connsiteY30" fmla="*/ 62571 h 1095911"/>
                  <a:gd name="connsiteX31" fmla="*/ 428927 w 741363"/>
                  <a:gd name="connsiteY31" fmla="*/ 30516 h 1095911"/>
                  <a:gd name="connsiteX32" fmla="*/ 488852 w 741363"/>
                  <a:gd name="connsiteY32" fmla="*/ 2734 h 1095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741363" h="1095911">
                    <a:moveTo>
                      <a:pt x="59994" y="940336"/>
                    </a:moveTo>
                    <a:cubicBezTo>
                      <a:pt x="59994" y="940336"/>
                      <a:pt x="59994" y="940336"/>
                      <a:pt x="681369" y="940336"/>
                    </a:cubicBezTo>
                    <a:cubicBezTo>
                      <a:pt x="690653" y="940336"/>
                      <a:pt x="697081" y="947539"/>
                      <a:pt x="697081" y="956182"/>
                    </a:cubicBezTo>
                    <a:cubicBezTo>
                      <a:pt x="697081" y="956182"/>
                      <a:pt x="697081" y="956182"/>
                      <a:pt x="697081" y="1006600"/>
                    </a:cubicBezTo>
                    <a:cubicBezTo>
                      <a:pt x="697081" y="1006600"/>
                      <a:pt x="697081" y="1006600"/>
                      <a:pt x="725650" y="1006600"/>
                    </a:cubicBezTo>
                    <a:cubicBezTo>
                      <a:pt x="734221" y="1006600"/>
                      <a:pt x="741363" y="1013802"/>
                      <a:pt x="741363" y="1022445"/>
                    </a:cubicBezTo>
                    <a:cubicBezTo>
                      <a:pt x="741363" y="1022445"/>
                      <a:pt x="741363" y="1022445"/>
                      <a:pt x="741363" y="1079345"/>
                    </a:cubicBezTo>
                    <a:cubicBezTo>
                      <a:pt x="741363" y="1088709"/>
                      <a:pt x="734221" y="1095911"/>
                      <a:pt x="725650" y="1095911"/>
                    </a:cubicBezTo>
                    <a:cubicBezTo>
                      <a:pt x="725650" y="1095911"/>
                      <a:pt x="725650" y="1095911"/>
                      <a:pt x="15713" y="1095911"/>
                    </a:cubicBezTo>
                    <a:cubicBezTo>
                      <a:pt x="7142" y="1095911"/>
                      <a:pt x="0" y="1088709"/>
                      <a:pt x="0" y="1079345"/>
                    </a:cubicBezTo>
                    <a:cubicBezTo>
                      <a:pt x="0" y="1079345"/>
                      <a:pt x="0" y="1079345"/>
                      <a:pt x="0" y="1022445"/>
                    </a:cubicBezTo>
                    <a:cubicBezTo>
                      <a:pt x="0" y="1013802"/>
                      <a:pt x="7142" y="1006600"/>
                      <a:pt x="15713" y="1006600"/>
                    </a:cubicBezTo>
                    <a:cubicBezTo>
                      <a:pt x="15713" y="1006600"/>
                      <a:pt x="15713" y="1006600"/>
                      <a:pt x="44282" y="1006600"/>
                    </a:cubicBezTo>
                    <a:cubicBezTo>
                      <a:pt x="44282" y="1006600"/>
                      <a:pt x="44282" y="1006600"/>
                      <a:pt x="44282" y="956182"/>
                    </a:cubicBezTo>
                    <a:cubicBezTo>
                      <a:pt x="44282" y="947539"/>
                      <a:pt x="51424" y="940336"/>
                      <a:pt x="59994" y="940336"/>
                    </a:cubicBezTo>
                    <a:close/>
                    <a:moveTo>
                      <a:pt x="243001" y="537111"/>
                    </a:moveTo>
                    <a:cubicBezTo>
                      <a:pt x="247294" y="539973"/>
                      <a:pt x="251587" y="542834"/>
                      <a:pt x="257312" y="544981"/>
                    </a:cubicBezTo>
                    <a:cubicBezTo>
                      <a:pt x="257312" y="544981"/>
                      <a:pt x="257312" y="544981"/>
                      <a:pt x="497021" y="632975"/>
                    </a:cubicBezTo>
                    <a:cubicBezTo>
                      <a:pt x="502030" y="634405"/>
                      <a:pt x="507039" y="635836"/>
                      <a:pt x="512763" y="635836"/>
                    </a:cubicBezTo>
                    <a:cubicBezTo>
                      <a:pt x="512763" y="635836"/>
                      <a:pt x="512763" y="635836"/>
                      <a:pt x="501314" y="667314"/>
                    </a:cubicBezTo>
                    <a:cubicBezTo>
                      <a:pt x="492012" y="691637"/>
                      <a:pt x="465537" y="703799"/>
                      <a:pt x="441208" y="695214"/>
                    </a:cubicBezTo>
                    <a:cubicBezTo>
                      <a:pt x="441208" y="695214"/>
                      <a:pt x="441208" y="695214"/>
                      <a:pt x="259458" y="628682"/>
                    </a:cubicBezTo>
                    <a:cubicBezTo>
                      <a:pt x="235130" y="619382"/>
                      <a:pt x="222250" y="592912"/>
                      <a:pt x="231552" y="568589"/>
                    </a:cubicBezTo>
                    <a:cubicBezTo>
                      <a:pt x="231552" y="568589"/>
                      <a:pt x="231552" y="568589"/>
                      <a:pt x="243001" y="537111"/>
                    </a:cubicBezTo>
                    <a:close/>
                    <a:moveTo>
                      <a:pt x="488852" y="2734"/>
                    </a:moveTo>
                    <a:cubicBezTo>
                      <a:pt x="488852" y="2734"/>
                      <a:pt x="488852" y="2734"/>
                      <a:pt x="670054" y="69694"/>
                    </a:cubicBezTo>
                    <a:cubicBezTo>
                      <a:pt x="694310" y="78242"/>
                      <a:pt x="706437" y="104599"/>
                      <a:pt x="697876" y="128819"/>
                    </a:cubicBezTo>
                    <a:cubicBezTo>
                      <a:pt x="697876" y="128819"/>
                      <a:pt x="697876" y="128819"/>
                      <a:pt x="685749" y="160874"/>
                    </a:cubicBezTo>
                    <a:cubicBezTo>
                      <a:pt x="682182" y="157312"/>
                      <a:pt x="677188" y="154463"/>
                      <a:pt x="672194" y="152326"/>
                    </a:cubicBezTo>
                    <a:lnTo>
                      <a:pt x="433207" y="65420"/>
                    </a:lnTo>
                    <a:cubicBezTo>
                      <a:pt x="428213" y="63283"/>
                      <a:pt x="422506" y="62571"/>
                      <a:pt x="417512" y="62571"/>
                    </a:cubicBezTo>
                    <a:cubicBezTo>
                      <a:pt x="417512" y="62571"/>
                      <a:pt x="417512" y="62571"/>
                      <a:pt x="428927" y="30516"/>
                    </a:cubicBezTo>
                    <a:cubicBezTo>
                      <a:pt x="437487" y="6296"/>
                      <a:pt x="464596" y="-5814"/>
                      <a:pt x="488852" y="273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121" name="Freeform 6">
                <a:extLst>
                  <a:ext uri="{FF2B5EF4-FFF2-40B4-BE49-F238E27FC236}">
                    <a16:creationId xmlns:a16="http://schemas.microsoft.com/office/drawing/2014/main" id="{6A2D8F2D-F295-D25F-5654-8C4EF83A3C74}"/>
                  </a:ext>
                </a:extLst>
              </p:cNvPr>
              <p:cNvSpPr>
                <a:spLocks/>
              </p:cNvSpPr>
              <p:nvPr/>
            </p:nvSpPr>
            <p:spPr bwMode="auto">
              <a:xfrm>
                <a:off x="5695077" y="2883282"/>
                <a:ext cx="1055941" cy="616303"/>
              </a:xfrm>
              <a:custGeom>
                <a:avLst/>
                <a:gdLst>
                  <a:gd name="connsiteX0" fmla="*/ 387558 w 1055941"/>
                  <a:gd name="connsiteY0" fmla="*/ 269493 h 616303"/>
                  <a:gd name="connsiteX1" fmla="*/ 393981 w 1055941"/>
                  <a:gd name="connsiteY1" fmla="*/ 270920 h 616303"/>
                  <a:gd name="connsiteX2" fmla="*/ 1027064 w 1055941"/>
                  <a:gd name="connsiteY2" fmla="*/ 482090 h 616303"/>
                  <a:gd name="connsiteX3" fmla="*/ 1053472 w 1055941"/>
                  <a:gd name="connsiteY3" fmla="*/ 537022 h 616303"/>
                  <a:gd name="connsiteX4" fmla="*/ 1034201 w 1055941"/>
                  <a:gd name="connsiteY4" fmla="*/ 589101 h 616303"/>
                  <a:gd name="connsiteX5" fmla="*/ 979244 w 1055941"/>
                  <a:gd name="connsiteY5" fmla="*/ 613357 h 616303"/>
                  <a:gd name="connsiteX6" fmla="*/ 359008 w 1055941"/>
                  <a:gd name="connsiteY6" fmla="*/ 365090 h 616303"/>
                  <a:gd name="connsiteX7" fmla="*/ 353298 w 1055941"/>
                  <a:gd name="connsiteY7" fmla="*/ 361523 h 616303"/>
                  <a:gd name="connsiteX8" fmla="*/ 387558 w 1055941"/>
                  <a:gd name="connsiteY8" fmla="*/ 269493 h 616303"/>
                  <a:gd name="connsiteX9" fmla="*/ 164418 w 1055941"/>
                  <a:gd name="connsiteY9" fmla="*/ 889 h 616303"/>
                  <a:gd name="connsiteX10" fmla="*/ 403099 w 1055941"/>
                  <a:gd name="connsiteY10" fmla="*/ 88757 h 616303"/>
                  <a:gd name="connsiteX11" fmla="*/ 412361 w 1055941"/>
                  <a:gd name="connsiteY11" fmla="*/ 108759 h 616303"/>
                  <a:gd name="connsiteX12" fmla="*/ 326151 w 1055941"/>
                  <a:gd name="connsiteY12" fmla="*/ 343789 h 616303"/>
                  <a:gd name="connsiteX13" fmla="*/ 269153 w 1055941"/>
                  <a:gd name="connsiteY13" fmla="*/ 499522 h 616303"/>
                  <a:gd name="connsiteX14" fmla="*/ 249204 w 1055941"/>
                  <a:gd name="connsiteY14" fmla="*/ 508809 h 616303"/>
                  <a:gd name="connsiteX15" fmla="*/ 10523 w 1055941"/>
                  <a:gd name="connsiteY15" fmla="*/ 421656 h 616303"/>
                  <a:gd name="connsiteX16" fmla="*/ 1261 w 1055941"/>
                  <a:gd name="connsiteY16" fmla="*/ 400939 h 616303"/>
                  <a:gd name="connsiteX17" fmla="*/ 143757 w 1055941"/>
                  <a:gd name="connsiteY17" fmla="*/ 10176 h 616303"/>
                  <a:gd name="connsiteX18" fmla="*/ 164418 w 1055941"/>
                  <a:gd name="connsiteY18" fmla="*/ 889 h 61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55941" h="616303">
                    <a:moveTo>
                      <a:pt x="387558" y="269493"/>
                    </a:moveTo>
                    <a:cubicBezTo>
                      <a:pt x="389699" y="269493"/>
                      <a:pt x="391840" y="270207"/>
                      <a:pt x="393981" y="270920"/>
                    </a:cubicBezTo>
                    <a:cubicBezTo>
                      <a:pt x="393981" y="270920"/>
                      <a:pt x="393981" y="270920"/>
                      <a:pt x="1027064" y="482090"/>
                    </a:cubicBezTo>
                    <a:cubicBezTo>
                      <a:pt x="1049903" y="489937"/>
                      <a:pt x="1061323" y="514193"/>
                      <a:pt x="1053472" y="537022"/>
                    </a:cubicBezTo>
                    <a:cubicBezTo>
                      <a:pt x="1053472" y="537022"/>
                      <a:pt x="1053472" y="537022"/>
                      <a:pt x="1034201" y="589101"/>
                    </a:cubicBezTo>
                    <a:cubicBezTo>
                      <a:pt x="1026350" y="611217"/>
                      <a:pt x="1001369" y="621918"/>
                      <a:pt x="979244" y="613357"/>
                    </a:cubicBezTo>
                    <a:cubicBezTo>
                      <a:pt x="979244" y="613357"/>
                      <a:pt x="979244" y="613357"/>
                      <a:pt x="359008" y="365090"/>
                    </a:cubicBezTo>
                    <a:cubicBezTo>
                      <a:pt x="356867" y="364377"/>
                      <a:pt x="355439" y="362950"/>
                      <a:pt x="353298" y="361523"/>
                    </a:cubicBezTo>
                    <a:cubicBezTo>
                      <a:pt x="353298" y="361523"/>
                      <a:pt x="353298" y="361523"/>
                      <a:pt x="387558" y="269493"/>
                    </a:cubicBezTo>
                    <a:close/>
                    <a:moveTo>
                      <a:pt x="164418" y="889"/>
                    </a:moveTo>
                    <a:cubicBezTo>
                      <a:pt x="164418" y="889"/>
                      <a:pt x="164418" y="889"/>
                      <a:pt x="403099" y="88757"/>
                    </a:cubicBezTo>
                    <a:cubicBezTo>
                      <a:pt x="410936" y="91614"/>
                      <a:pt x="415211" y="100901"/>
                      <a:pt x="412361" y="108759"/>
                    </a:cubicBezTo>
                    <a:cubicBezTo>
                      <a:pt x="412361" y="108759"/>
                      <a:pt x="412361" y="108759"/>
                      <a:pt x="326151" y="343789"/>
                    </a:cubicBezTo>
                    <a:cubicBezTo>
                      <a:pt x="326151" y="343789"/>
                      <a:pt x="326151" y="343789"/>
                      <a:pt x="269153" y="499522"/>
                    </a:cubicBezTo>
                    <a:cubicBezTo>
                      <a:pt x="266303" y="508095"/>
                      <a:pt x="257041" y="512381"/>
                      <a:pt x="249204" y="508809"/>
                    </a:cubicBezTo>
                    <a:cubicBezTo>
                      <a:pt x="249204" y="508809"/>
                      <a:pt x="249204" y="508809"/>
                      <a:pt x="10523" y="421656"/>
                    </a:cubicBezTo>
                    <a:cubicBezTo>
                      <a:pt x="1973" y="418084"/>
                      <a:pt x="-2302" y="409511"/>
                      <a:pt x="1261" y="400939"/>
                    </a:cubicBezTo>
                    <a:cubicBezTo>
                      <a:pt x="1261" y="400939"/>
                      <a:pt x="1261" y="400939"/>
                      <a:pt x="143757" y="10176"/>
                    </a:cubicBezTo>
                    <a:cubicBezTo>
                      <a:pt x="147319" y="2317"/>
                      <a:pt x="155869" y="-1969"/>
                      <a:pt x="164418" y="88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grpSp>
      </p:grpSp>
      <p:sp>
        <p:nvSpPr>
          <p:cNvPr id="46" name="Oval 45">
            <a:extLst>
              <a:ext uri="{FF2B5EF4-FFF2-40B4-BE49-F238E27FC236}">
                <a16:creationId xmlns:a16="http://schemas.microsoft.com/office/drawing/2014/main" id="{D29872C2-ED66-F980-9910-5EB488D4F7A8}"/>
              </a:ext>
            </a:extLst>
          </p:cNvPr>
          <p:cNvSpPr/>
          <p:nvPr/>
        </p:nvSpPr>
        <p:spPr>
          <a:xfrm>
            <a:off x="7832855" y="3045207"/>
            <a:ext cx="650278" cy="78657"/>
          </a:xfrm>
          <a:prstGeom prst="ellipse">
            <a:avLst/>
          </a:prstGeom>
          <a:solidFill>
            <a:schemeClr val="bg1">
              <a:lumMod val="85000"/>
            </a:schemeClr>
          </a:solidFill>
          <a:ln w="9525" cap="rnd" cmpd="sng" algn="ctr">
            <a:solidFill>
              <a:schemeClr val="bg1">
                <a:lumMod val="8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2" name="Rectangle: Rounded Corners 61">
            <a:extLst>
              <a:ext uri="{FF2B5EF4-FFF2-40B4-BE49-F238E27FC236}">
                <a16:creationId xmlns:a16="http://schemas.microsoft.com/office/drawing/2014/main" id="{D3DBD7F0-4D92-87A0-1063-D98265B9B404}"/>
              </a:ext>
            </a:extLst>
          </p:cNvPr>
          <p:cNvSpPr/>
          <p:nvPr/>
        </p:nvSpPr>
        <p:spPr>
          <a:xfrm rot="3614674">
            <a:off x="7908300" y="2430088"/>
            <a:ext cx="574834" cy="574833"/>
          </a:xfrm>
          <a:prstGeom prst="roundRect">
            <a:avLst/>
          </a:prstGeom>
          <a:solidFill>
            <a:schemeClr val="tx2"/>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3" name="Rectangle: Rounded Corners 62">
            <a:extLst>
              <a:ext uri="{FF2B5EF4-FFF2-40B4-BE49-F238E27FC236}">
                <a16:creationId xmlns:a16="http://schemas.microsoft.com/office/drawing/2014/main" id="{2C506617-620C-9D00-D9B5-6A92590FF43C}"/>
              </a:ext>
            </a:extLst>
          </p:cNvPr>
          <p:cNvSpPr/>
          <p:nvPr/>
        </p:nvSpPr>
        <p:spPr>
          <a:xfrm rot="2700000">
            <a:off x="7832856" y="2427599"/>
            <a:ext cx="574834" cy="574833"/>
          </a:xfrm>
          <a:prstGeom prst="roundRect">
            <a:avLst/>
          </a:prstGeom>
          <a:solidFill>
            <a:srgbClr val="F2F2F2"/>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grpSp>
        <p:nvGrpSpPr>
          <p:cNvPr id="130" name="bcgIcons_Financial Statement">
            <a:extLst>
              <a:ext uri="{FF2B5EF4-FFF2-40B4-BE49-F238E27FC236}">
                <a16:creationId xmlns:a16="http://schemas.microsoft.com/office/drawing/2014/main" id="{AB0699F5-13E6-D485-8647-8FD11DBFF1E0}"/>
              </a:ext>
            </a:extLst>
          </p:cNvPr>
          <p:cNvGrpSpPr>
            <a:grpSpLocks noChangeAspect="1"/>
          </p:cNvGrpSpPr>
          <p:nvPr/>
        </p:nvGrpSpPr>
        <p:grpSpPr>
          <a:xfrm>
            <a:off x="7939679" y="2534422"/>
            <a:ext cx="361185" cy="361185"/>
            <a:chOff x="5273675" y="2606675"/>
            <a:chExt cx="1644650" cy="1644650"/>
          </a:xfrm>
        </p:grpSpPr>
        <p:sp>
          <p:nvSpPr>
            <p:cNvPr id="131" name="AutoShape 22">
              <a:extLst>
                <a:ext uri="{FF2B5EF4-FFF2-40B4-BE49-F238E27FC236}">
                  <a16:creationId xmlns:a16="http://schemas.microsoft.com/office/drawing/2014/main" id="{5B588CD1-B16B-F292-4F65-91551D93F108}"/>
                </a:ext>
              </a:extLst>
            </p:cNvPr>
            <p:cNvSpPr>
              <a:spLocks noChangeAspect="1" noChangeArrowheads="1" noTextEdi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132" name="Group 131">
              <a:extLst>
                <a:ext uri="{FF2B5EF4-FFF2-40B4-BE49-F238E27FC236}">
                  <a16:creationId xmlns:a16="http://schemas.microsoft.com/office/drawing/2014/main" id="{D8CE0BC3-5146-127F-BABE-7EA4E06D5886}"/>
                </a:ext>
              </a:extLst>
            </p:cNvPr>
            <p:cNvGrpSpPr/>
            <p:nvPr/>
          </p:nvGrpSpPr>
          <p:grpSpPr>
            <a:xfrm>
              <a:off x="5646738" y="2890838"/>
              <a:ext cx="895350" cy="1190625"/>
              <a:chOff x="5646738" y="2890838"/>
              <a:chExt cx="895350" cy="1190625"/>
            </a:xfrm>
          </p:grpSpPr>
          <p:sp>
            <p:nvSpPr>
              <p:cNvPr id="133" name="Freeform 5">
                <a:extLst>
                  <a:ext uri="{FF2B5EF4-FFF2-40B4-BE49-F238E27FC236}">
                    <a16:creationId xmlns:a16="http://schemas.microsoft.com/office/drawing/2014/main" id="{5C8D66C9-CA92-366C-8AC3-DDB199DBCC50}"/>
                  </a:ext>
                </a:extLst>
              </p:cNvPr>
              <p:cNvSpPr>
                <a:spLocks/>
              </p:cNvSpPr>
              <p:nvPr/>
            </p:nvSpPr>
            <p:spPr bwMode="auto">
              <a:xfrm>
                <a:off x="5646738" y="2890838"/>
                <a:ext cx="895350" cy="1190625"/>
              </a:xfrm>
              <a:custGeom>
                <a:avLst/>
                <a:gdLst>
                  <a:gd name="connsiteX0" fmla="*/ 415018 w 895350"/>
                  <a:gd name="connsiteY0" fmla="*/ 361950 h 1190625"/>
                  <a:gd name="connsiteX1" fmla="*/ 473943 w 895350"/>
                  <a:gd name="connsiteY1" fmla="*/ 361950 h 1190625"/>
                  <a:gd name="connsiteX2" fmla="*/ 473943 w 895350"/>
                  <a:gd name="connsiteY2" fmla="*/ 363380 h 1190625"/>
                  <a:gd name="connsiteX3" fmla="*/ 473943 w 895350"/>
                  <a:gd name="connsiteY3" fmla="*/ 406263 h 1190625"/>
                  <a:gd name="connsiteX4" fmla="*/ 512280 w 895350"/>
                  <a:gd name="connsiteY4" fmla="*/ 414125 h 1190625"/>
                  <a:gd name="connsiteX5" fmla="*/ 544227 w 895350"/>
                  <a:gd name="connsiteY5" fmla="*/ 429848 h 1190625"/>
                  <a:gd name="connsiteX6" fmla="*/ 538547 w 895350"/>
                  <a:gd name="connsiteY6" fmla="*/ 445572 h 1190625"/>
                  <a:gd name="connsiteX7" fmla="*/ 527188 w 895350"/>
                  <a:gd name="connsiteY7" fmla="*/ 478449 h 1190625"/>
                  <a:gd name="connsiteX8" fmla="*/ 523639 w 895350"/>
                  <a:gd name="connsiteY8" fmla="*/ 488455 h 1190625"/>
                  <a:gd name="connsiteX9" fmla="*/ 510150 w 895350"/>
                  <a:gd name="connsiteY9" fmla="*/ 479879 h 1190625"/>
                  <a:gd name="connsiteX10" fmla="*/ 449095 w 895350"/>
                  <a:gd name="connsiteY10" fmla="*/ 463440 h 1190625"/>
                  <a:gd name="connsiteX11" fmla="*/ 413598 w 895350"/>
                  <a:gd name="connsiteY11" fmla="*/ 475590 h 1190625"/>
                  <a:gd name="connsiteX12" fmla="*/ 400819 w 895350"/>
                  <a:gd name="connsiteY12" fmla="*/ 507038 h 1190625"/>
                  <a:gd name="connsiteX13" fmla="*/ 412178 w 895350"/>
                  <a:gd name="connsiteY13" fmla="*/ 533483 h 1190625"/>
                  <a:gd name="connsiteX14" fmla="*/ 451935 w 895350"/>
                  <a:gd name="connsiteY14" fmla="*/ 564930 h 1190625"/>
                  <a:gd name="connsiteX15" fmla="*/ 472523 w 895350"/>
                  <a:gd name="connsiteY15" fmla="*/ 576366 h 1190625"/>
                  <a:gd name="connsiteX16" fmla="*/ 508730 w 895350"/>
                  <a:gd name="connsiteY16" fmla="*/ 596378 h 1190625"/>
                  <a:gd name="connsiteX17" fmla="*/ 526478 w 895350"/>
                  <a:gd name="connsiteY17" fmla="*/ 610672 h 1190625"/>
                  <a:gd name="connsiteX18" fmla="*/ 539257 w 895350"/>
                  <a:gd name="connsiteY18" fmla="*/ 624967 h 1190625"/>
                  <a:gd name="connsiteX19" fmla="*/ 552036 w 895350"/>
                  <a:gd name="connsiteY19" fmla="*/ 648552 h 1190625"/>
                  <a:gd name="connsiteX20" fmla="*/ 554166 w 895350"/>
                  <a:gd name="connsiteY20" fmla="*/ 653555 h 1190625"/>
                  <a:gd name="connsiteX21" fmla="*/ 561265 w 895350"/>
                  <a:gd name="connsiteY21" fmla="*/ 685003 h 1190625"/>
                  <a:gd name="connsiteX22" fmla="*/ 561975 w 895350"/>
                  <a:gd name="connsiteY22" fmla="*/ 695009 h 1190625"/>
                  <a:gd name="connsiteX23" fmla="*/ 560555 w 895350"/>
                  <a:gd name="connsiteY23" fmla="*/ 709303 h 1190625"/>
                  <a:gd name="connsiteX24" fmla="*/ 550616 w 895350"/>
                  <a:gd name="connsiteY24" fmla="*/ 740751 h 1190625"/>
                  <a:gd name="connsiteX25" fmla="*/ 538547 w 895350"/>
                  <a:gd name="connsiteY25" fmla="*/ 758619 h 1190625"/>
                  <a:gd name="connsiteX26" fmla="*/ 522219 w 895350"/>
                  <a:gd name="connsiteY26" fmla="*/ 772913 h 1190625"/>
                  <a:gd name="connsiteX27" fmla="*/ 473943 w 895350"/>
                  <a:gd name="connsiteY27" fmla="*/ 795784 h 1190625"/>
                  <a:gd name="connsiteX28" fmla="*/ 473943 w 895350"/>
                  <a:gd name="connsiteY28" fmla="*/ 804361 h 1190625"/>
                  <a:gd name="connsiteX29" fmla="*/ 473943 w 895350"/>
                  <a:gd name="connsiteY29" fmla="*/ 855821 h 1190625"/>
                  <a:gd name="connsiteX30" fmla="*/ 473943 w 895350"/>
                  <a:gd name="connsiteY30" fmla="*/ 857250 h 1190625"/>
                  <a:gd name="connsiteX31" fmla="*/ 415018 w 895350"/>
                  <a:gd name="connsiteY31" fmla="*/ 857250 h 1190625"/>
                  <a:gd name="connsiteX32" fmla="*/ 415018 w 895350"/>
                  <a:gd name="connsiteY32" fmla="*/ 855821 h 1190625"/>
                  <a:gd name="connsiteX33" fmla="*/ 415018 w 895350"/>
                  <a:gd name="connsiteY33" fmla="*/ 804361 h 1190625"/>
                  <a:gd name="connsiteX34" fmla="*/ 415018 w 895350"/>
                  <a:gd name="connsiteY34" fmla="*/ 800073 h 1190625"/>
                  <a:gd name="connsiteX35" fmla="*/ 333375 w 895350"/>
                  <a:gd name="connsiteY35" fmla="*/ 773628 h 1190625"/>
                  <a:gd name="connsiteX36" fmla="*/ 333375 w 895350"/>
                  <a:gd name="connsiteY36" fmla="*/ 772913 h 1190625"/>
                  <a:gd name="connsiteX37" fmla="*/ 346864 w 895350"/>
                  <a:gd name="connsiteY37" fmla="*/ 740751 h 1190625"/>
                  <a:gd name="connsiteX38" fmla="*/ 358223 w 895350"/>
                  <a:gd name="connsiteY38" fmla="*/ 712877 h 1190625"/>
                  <a:gd name="connsiteX39" fmla="*/ 391590 w 895350"/>
                  <a:gd name="connsiteY39" fmla="*/ 731460 h 1190625"/>
                  <a:gd name="connsiteX40" fmla="*/ 435606 w 895350"/>
                  <a:gd name="connsiteY40" fmla="*/ 740751 h 1190625"/>
                  <a:gd name="connsiteX41" fmla="*/ 495241 w 895350"/>
                  <a:gd name="connsiteY41" fmla="*/ 698583 h 1190625"/>
                  <a:gd name="connsiteX42" fmla="*/ 493821 w 895350"/>
                  <a:gd name="connsiteY42" fmla="*/ 685003 h 1190625"/>
                  <a:gd name="connsiteX43" fmla="*/ 480332 w 895350"/>
                  <a:gd name="connsiteY43" fmla="*/ 660703 h 1190625"/>
                  <a:gd name="connsiteX44" fmla="*/ 473233 w 895350"/>
                  <a:gd name="connsiteY44" fmla="*/ 653555 h 1190625"/>
                  <a:gd name="connsiteX45" fmla="*/ 422827 w 895350"/>
                  <a:gd name="connsiteY45" fmla="*/ 622108 h 1190625"/>
                  <a:gd name="connsiteX46" fmla="*/ 392300 w 895350"/>
                  <a:gd name="connsiteY46" fmla="*/ 604240 h 1190625"/>
                  <a:gd name="connsiteX47" fmla="*/ 375972 w 895350"/>
                  <a:gd name="connsiteY47" fmla="*/ 593519 h 1190625"/>
                  <a:gd name="connsiteX48" fmla="*/ 366032 w 895350"/>
                  <a:gd name="connsiteY48" fmla="*/ 585657 h 1190625"/>
                  <a:gd name="connsiteX49" fmla="*/ 348284 w 895350"/>
                  <a:gd name="connsiteY49" fmla="*/ 564930 h 1190625"/>
                  <a:gd name="connsiteX50" fmla="*/ 341895 w 895350"/>
                  <a:gd name="connsiteY50" fmla="*/ 551351 h 1190625"/>
                  <a:gd name="connsiteX51" fmla="*/ 336215 w 895350"/>
                  <a:gd name="connsiteY51" fmla="*/ 533483 h 1190625"/>
                  <a:gd name="connsiteX52" fmla="*/ 333375 w 895350"/>
                  <a:gd name="connsiteY52" fmla="*/ 509182 h 1190625"/>
                  <a:gd name="connsiteX53" fmla="*/ 333375 w 895350"/>
                  <a:gd name="connsiteY53" fmla="*/ 508467 h 1190625"/>
                  <a:gd name="connsiteX54" fmla="*/ 338345 w 895350"/>
                  <a:gd name="connsiteY54" fmla="*/ 478449 h 1190625"/>
                  <a:gd name="connsiteX55" fmla="*/ 356093 w 895350"/>
                  <a:gd name="connsiteY55" fmla="*/ 445572 h 1190625"/>
                  <a:gd name="connsiteX56" fmla="*/ 356803 w 895350"/>
                  <a:gd name="connsiteY56" fmla="*/ 444857 h 1190625"/>
                  <a:gd name="connsiteX57" fmla="*/ 399399 w 895350"/>
                  <a:gd name="connsiteY57" fmla="*/ 414125 h 1190625"/>
                  <a:gd name="connsiteX58" fmla="*/ 415018 w 895350"/>
                  <a:gd name="connsiteY58" fmla="*/ 409122 h 1190625"/>
                  <a:gd name="connsiteX59" fmla="*/ 415018 w 895350"/>
                  <a:gd name="connsiteY59" fmla="*/ 363380 h 1190625"/>
                  <a:gd name="connsiteX60" fmla="*/ 415018 w 895350"/>
                  <a:gd name="connsiteY60" fmla="*/ 361950 h 1190625"/>
                  <a:gd name="connsiteX61" fmla="*/ 30162 w 895350"/>
                  <a:gd name="connsiteY61" fmla="*/ 31750 h 1190625"/>
                  <a:gd name="connsiteX62" fmla="*/ 30162 w 895350"/>
                  <a:gd name="connsiteY62" fmla="*/ 1158875 h 1190625"/>
                  <a:gd name="connsiteX63" fmla="*/ 865187 w 895350"/>
                  <a:gd name="connsiteY63" fmla="*/ 1158875 h 1190625"/>
                  <a:gd name="connsiteX64" fmla="*/ 865187 w 895350"/>
                  <a:gd name="connsiteY64" fmla="*/ 31750 h 1190625"/>
                  <a:gd name="connsiteX65" fmla="*/ 30162 w 895350"/>
                  <a:gd name="connsiteY65" fmla="*/ 31750 h 1190625"/>
                  <a:gd name="connsiteX66" fmla="*/ 15683 w 895350"/>
                  <a:gd name="connsiteY66" fmla="*/ 0 h 1190625"/>
                  <a:gd name="connsiteX67" fmla="*/ 879667 w 895350"/>
                  <a:gd name="connsiteY67" fmla="*/ 0 h 1190625"/>
                  <a:gd name="connsiteX68" fmla="*/ 895350 w 895350"/>
                  <a:gd name="connsiteY68" fmla="*/ 15704 h 1190625"/>
                  <a:gd name="connsiteX69" fmla="*/ 895350 w 895350"/>
                  <a:gd name="connsiteY69" fmla="*/ 1174922 h 1190625"/>
                  <a:gd name="connsiteX70" fmla="*/ 879667 w 895350"/>
                  <a:gd name="connsiteY70" fmla="*/ 1190625 h 1190625"/>
                  <a:gd name="connsiteX71" fmla="*/ 15683 w 895350"/>
                  <a:gd name="connsiteY71" fmla="*/ 1190625 h 1190625"/>
                  <a:gd name="connsiteX72" fmla="*/ 0 w 895350"/>
                  <a:gd name="connsiteY72" fmla="*/ 1174922 h 1190625"/>
                  <a:gd name="connsiteX73" fmla="*/ 0 w 895350"/>
                  <a:gd name="connsiteY73" fmla="*/ 15704 h 1190625"/>
                  <a:gd name="connsiteX74" fmla="*/ 15683 w 895350"/>
                  <a:gd name="connsiteY74" fmla="*/ 0 h 119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895350" h="1190625">
                    <a:moveTo>
                      <a:pt x="415018" y="361950"/>
                    </a:moveTo>
                    <a:cubicBezTo>
                      <a:pt x="415018" y="361950"/>
                      <a:pt x="415018" y="361950"/>
                      <a:pt x="473943" y="361950"/>
                    </a:cubicBezTo>
                    <a:cubicBezTo>
                      <a:pt x="473943" y="361950"/>
                      <a:pt x="473943" y="361950"/>
                      <a:pt x="473943" y="363380"/>
                    </a:cubicBezTo>
                    <a:cubicBezTo>
                      <a:pt x="473943" y="363380"/>
                      <a:pt x="473943" y="363380"/>
                      <a:pt x="473943" y="406263"/>
                    </a:cubicBezTo>
                    <a:cubicBezTo>
                      <a:pt x="488142" y="408407"/>
                      <a:pt x="500921" y="410551"/>
                      <a:pt x="512280" y="414125"/>
                    </a:cubicBezTo>
                    <a:cubicBezTo>
                      <a:pt x="525058" y="418413"/>
                      <a:pt x="536417" y="423416"/>
                      <a:pt x="544227" y="429848"/>
                    </a:cubicBezTo>
                    <a:cubicBezTo>
                      <a:pt x="544227" y="429848"/>
                      <a:pt x="544227" y="429848"/>
                      <a:pt x="538547" y="445572"/>
                    </a:cubicBezTo>
                    <a:cubicBezTo>
                      <a:pt x="536417" y="453434"/>
                      <a:pt x="532158" y="463440"/>
                      <a:pt x="527188" y="478449"/>
                    </a:cubicBezTo>
                    <a:cubicBezTo>
                      <a:pt x="525768" y="482023"/>
                      <a:pt x="525058" y="485596"/>
                      <a:pt x="523639" y="488455"/>
                    </a:cubicBezTo>
                    <a:cubicBezTo>
                      <a:pt x="519379" y="485596"/>
                      <a:pt x="514409" y="482738"/>
                      <a:pt x="510150" y="479879"/>
                    </a:cubicBezTo>
                    <a:cubicBezTo>
                      <a:pt x="490981" y="468443"/>
                      <a:pt x="470393" y="463440"/>
                      <a:pt x="449095" y="463440"/>
                    </a:cubicBezTo>
                    <a:cubicBezTo>
                      <a:pt x="434186" y="463440"/>
                      <a:pt x="421408" y="467014"/>
                      <a:pt x="413598" y="475590"/>
                    </a:cubicBezTo>
                    <a:cubicBezTo>
                      <a:pt x="405079" y="484167"/>
                      <a:pt x="400819" y="494173"/>
                      <a:pt x="400819" y="507038"/>
                    </a:cubicBezTo>
                    <a:cubicBezTo>
                      <a:pt x="400819" y="515615"/>
                      <a:pt x="405079" y="524906"/>
                      <a:pt x="412178" y="533483"/>
                    </a:cubicBezTo>
                    <a:cubicBezTo>
                      <a:pt x="420698" y="544203"/>
                      <a:pt x="433476" y="554209"/>
                      <a:pt x="451935" y="564930"/>
                    </a:cubicBezTo>
                    <a:cubicBezTo>
                      <a:pt x="458324" y="568504"/>
                      <a:pt x="464714" y="572792"/>
                      <a:pt x="472523" y="576366"/>
                    </a:cubicBezTo>
                    <a:cubicBezTo>
                      <a:pt x="487432" y="583513"/>
                      <a:pt x="499501" y="589945"/>
                      <a:pt x="508730" y="596378"/>
                    </a:cubicBezTo>
                    <a:cubicBezTo>
                      <a:pt x="515829" y="601381"/>
                      <a:pt x="521509" y="605669"/>
                      <a:pt x="526478" y="610672"/>
                    </a:cubicBezTo>
                    <a:cubicBezTo>
                      <a:pt x="531448" y="614961"/>
                      <a:pt x="535708" y="619964"/>
                      <a:pt x="539257" y="624967"/>
                    </a:cubicBezTo>
                    <a:cubicBezTo>
                      <a:pt x="544937" y="632114"/>
                      <a:pt x="549196" y="639976"/>
                      <a:pt x="552036" y="648552"/>
                    </a:cubicBezTo>
                    <a:cubicBezTo>
                      <a:pt x="552746" y="649982"/>
                      <a:pt x="553456" y="652126"/>
                      <a:pt x="554166" y="653555"/>
                    </a:cubicBezTo>
                    <a:cubicBezTo>
                      <a:pt x="557716" y="663561"/>
                      <a:pt x="560555" y="673567"/>
                      <a:pt x="561265" y="685003"/>
                    </a:cubicBezTo>
                    <a:cubicBezTo>
                      <a:pt x="561975" y="687862"/>
                      <a:pt x="561975" y="691435"/>
                      <a:pt x="561975" y="695009"/>
                    </a:cubicBezTo>
                    <a:cubicBezTo>
                      <a:pt x="561975" y="700012"/>
                      <a:pt x="561265" y="705015"/>
                      <a:pt x="560555" y="709303"/>
                    </a:cubicBezTo>
                    <a:cubicBezTo>
                      <a:pt x="559135" y="720739"/>
                      <a:pt x="555586" y="731460"/>
                      <a:pt x="550616" y="740751"/>
                    </a:cubicBezTo>
                    <a:cubicBezTo>
                      <a:pt x="547067" y="747183"/>
                      <a:pt x="542807" y="753616"/>
                      <a:pt x="538547" y="758619"/>
                    </a:cubicBezTo>
                    <a:cubicBezTo>
                      <a:pt x="533578" y="763622"/>
                      <a:pt x="527898" y="768625"/>
                      <a:pt x="522219" y="772913"/>
                    </a:cubicBezTo>
                    <a:cubicBezTo>
                      <a:pt x="508730" y="783634"/>
                      <a:pt x="493111" y="790781"/>
                      <a:pt x="473943" y="795784"/>
                    </a:cubicBezTo>
                    <a:cubicBezTo>
                      <a:pt x="473943" y="795784"/>
                      <a:pt x="473943" y="795784"/>
                      <a:pt x="473943" y="804361"/>
                    </a:cubicBezTo>
                    <a:cubicBezTo>
                      <a:pt x="473943" y="812223"/>
                      <a:pt x="473943" y="827232"/>
                      <a:pt x="473943" y="855821"/>
                    </a:cubicBezTo>
                    <a:cubicBezTo>
                      <a:pt x="473943" y="855821"/>
                      <a:pt x="473943" y="855821"/>
                      <a:pt x="473943" y="857250"/>
                    </a:cubicBezTo>
                    <a:cubicBezTo>
                      <a:pt x="473943" y="857250"/>
                      <a:pt x="473943" y="857250"/>
                      <a:pt x="415018" y="857250"/>
                    </a:cubicBezTo>
                    <a:cubicBezTo>
                      <a:pt x="415018" y="857250"/>
                      <a:pt x="415018" y="857250"/>
                      <a:pt x="415018" y="855821"/>
                    </a:cubicBezTo>
                    <a:cubicBezTo>
                      <a:pt x="415018" y="855821"/>
                      <a:pt x="415018" y="855821"/>
                      <a:pt x="415018" y="804361"/>
                    </a:cubicBezTo>
                    <a:cubicBezTo>
                      <a:pt x="415018" y="802932"/>
                      <a:pt x="415018" y="801502"/>
                      <a:pt x="415018" y="800073"/>
                    </a:cubicBezTo>
                    <a:cubicBezTo>
                      <a:pt x="384491" y="798643"/>
                      <a:pt x="358223" y="789352"/>
                      <a:pt x="333375" y="773628"/>
                    </a:cubicBezTo>
                    <a:cubicBezTo>
                      <a:pt x="333375" y="773628"/>
                      <a:pt x="333375" y="773628"/>
                      <a:pt x="333375" y="772913"/>
                    </a:cubicBezTo>
                    <a:cubicBezTo>
                      <a:pt x="334795" y="771484"/>
                      <a:pt x="336925" y="765051"/>
                      <a:pt x="346864" y="740751"/>
                    </a:cubicBezTo>
                    <a:cubicBezTo>
                      <a:pt x="349704" y="733604"/>
                      <a:pt x="353963" y="724312"/>
                      <a:pt x="358223" y="712877"/>
                    </a:cubicBezTo>
                    <a:cubicBezTo>
                      <a:pt x="369582" y="720739"/>
                      <a:pt x="380231" y="727171"/>
                      <a:pt x="391590" y="731460"/>
                    </a:cubicBezTo>
                    <a:cubicBezTo>
                      <a:pt x="406499" y="737892"/>
                      <a:pt x="421408" y="740751"/>
                      <a:pt x="435606" y="740751"/>
                    </a:cubicBezTo>
                    <a:cubicBezTo>
                      <a:pt x="475363" y="740751"/>
                      <a:pt x="495241" y="726457"/>
                      <a:pt x="495241" y="698583"/>
                    </a:cubicBezTo>
                    <a:cubicBezTo>
                      <a:pt x="495241" y="693580"/>
                      <a:pt x="494531" y="689291"/>
                      <a:pt x="493821" y="685003"/>
                    </a:cubicBezTo>
                    <a:cubicBezTo>
                      <a:pt x="490981" y="677141"/>
                      <a:pt x="486722" y="668564"/>
                      <a:pt x="480332" y="660703"/>
                    </a:cubicBezTo>
                    <a:cubicBezTo>
                      <a:pt x="478203" y="658558"/>
                      <a:pt x="476073" y="656414"/>
                      <a:pt x="473233" y="653555"/>
                    </a:cubicBezTo>
                    <a:cubicBezTo>
                      <a:pt x="461874" y="643549"/>
                      <a:pt x="445545" y="633543"/>
                      <a:pt x="422827" y="622108"/>
                    </a:cubicBezTo>
                    <a:cubicBezTo>
                      <a:pt x="410758" y="614961"/>
                      <a:pt x="400819" y="609243"/>
                      <a:pt x="392300" y="604240"/>
                    </a:cubicBezTo>
                    <a:cubicBezTo>
                      <a:pt x="385201" y="600666"/>
                      <a:pt x="380231" y="597093"/>
                      <a:pt x="375972" y="593519"/>
                    </a:cubicBezTo>
                    <a:cubicBezTo>
                      <a:pt x="372422" y="590660"/>
                      <a:pt x="368872" y="587801"/>
                      <a:pt x="366032" y="585657"/>
                    </a:cubicBezTo>
                    <a:cubicBezTo>
                      <a:pt x="358933" y="579939"/>
                      <a:pt x="353254" y="572792"/>
                      <a:pt x="348284" y="564930"/>
                    </a:cubicBezTo>
                    <a:cubicBezTo>
                      <a:pt x="346154" y="560642"/>
                      <a:pt x="343314" y="556354"/>
                      <a:pt x="341895" y="551351"/>
                    </a:cubicBezTo>
                    <a:cubicBezTo>
                      <a:pt x="339055" y="545633"/>
                      <a:pt x="337635" y="539915"/>
                      <a:pt x="336215" y="533483"/>
                    </a:cubicBezTo>
                    <a:cubicBezTo>
                      <a:pt x="334085" y="525621"/>
                      <a:pt x="333375" y="517044"/>
                      <a:pt x="333375" y="509182"/>
                    </a:cubicBezTo>
                    <a:cubicBezTo>
                      <a:pt x="333375" y="509182"/>
                      <a:pt x="333375" y="509182"/>
                      <a:pt x="333375" y="508467"/>
                    </a:cubicBezTo>
                    <a:cubicBezTo>
                      <a:pt x="333375" y="497747"/>
                      <a:pt x="335505" y="487026"/>
                      <a:pt x="338345" y="478449"/>
                    </a:cubicBezTo>
                    <a:cubicBezTo>
                      <a:pt x="341895" y="467014"/>
                      <a:pt x="348284" y="456293"/>
                      <a:pt x="356093" y="445572"/>
                    </a:cubicBezTo>
                    <a:cubicBezTo>
                      <a:pt x="356093" y="445572"/>
                      <a:pt x="356803" y="445572"/>
                      <a:pt x="356803" y="444857"/>
                    </a:cubicBezTo>
                    <a:cubicBezTo>
                      <a:pt x="367452" y="431278"/>
                      <a:pt x="381651" y="421272"/>
                      <a:pt x="399399" y="414125"/>
                    </a:cubicBezTo>
                    <a:cubicBezTo>
                      <a:pt x="404369" y="412695"/>
                      <a:pt x="409339" y="410551"/>
                      <a:pt x="415018" y="409122"/>
                    </a:cubicBezTo>
                    <a:cubicBezTo>
                      <a:pt x="415018" y="409122"/>
                      <a:pt x="415018" y="409122"/>
                      <a:pt x="415018" y="363380"/>
                    </a:cubicBezTo>
                    <a:cubicBezTo>
                      <a:pt x="415018" y="363380"/>
                      <a:pt x="415018" y="363380"/>
                      <a:pt x="415018" y="361950"/>
                    </a:cubicBezTo>
                    <a:close/>
                    <a:moveTo>
                      <a:pt x="30162" y="31750"/>
                    </a:moveTo>
                    <a:cubicBezTo>
                      <a:pt x="30162" y="31750"/>
                      <a:pt x="30162" y="31750"/>
                      <a:pt x="30162" y="1158875"/>
                    </a:cubicBezTo>
                    <a:cubicBezTo>
                      <a:pt x="30162" y="1158875"/>
                      <a:pt x="30162" y="1158875"/>
                      <a:pt x="865187" y="1158875"/>
                    </a:cubicBezTo>
                    <a:cubicBezTo>
                      <a:pt x="865187" y="1158875"/>
                      <a:pt x="865187" y="1158875"/>
                      <a:pt x="865187" y="31750"/>
                    </a:cubicBezTo>
                    <a:cubicBezTo>
                      <a:pt x="865187" y="31750"/>
                      <a:pt x="865187" y="31750"/>
                      <a:pt x="30162" y="31750"/>
                    </a:cubicBezTo>
                    <a:close/>
                    <a:moveTo>
                      <a:pt x="15683" y="0"/>
                    </a:moveTo>
                    <a:cubicBezTo>
                      <a:pt x="15683" y="0"/>
                      <a:pt x="15683" y="0"/>
                      <a:pt x="879667" y="0"/>
                    </a:cubicBezTo>
                    <a:cubicBezTo>
                      <a:pt x="888934" y="0"/>
                      <a:pt x="895350" y="7138"/>
                      <a:pt x="895350" y="15704"/>
                    </a:cubicBezTo>
                    <a:cubicBezTo>
                      <a:pt x="895350" y="15704"/>
                      <a:pt x="895350" y="15704"/>
                      <a:pt x="895350" y="1174922"/>
                    </a:cubicBezTo>
                    <a:cubicBezTo>
                      <a:pt x="895350" y="1184201"/>
                      <a:pt x="888934" y="1190625"/>
                      <a:pt x="879667" y="1190625"/>
                    </a:cubicBezTo>
                    <a:cubicBezTo>
                      <a:pt x="879667" y="1190625"/>
                      <a:pt x="879667" y="1190625"/>
                      <a:pt x="15683" y="1190625"/>
                    </a:cubicBezTo>
                    <a:cubicBezTo>
                      <a:pt x="6416" y="1190625"/>
                      <a:pt x="0" y="1184201"/>
                      <a:pt x="0" y="1174922"/>
                    </a:cubicBezTo>
                    <a:cubicBezTo>
                      <a:pt x="0" y="1174922"/>
                      <a:pt x="0" y="1174922"/>
                      <a:pt x="0" y="15704"/>
                    </a:cubicBezTo>
                    <a:cubicBezTo>
                      <a:pt x="0" y="7138"/>
                      <a:pt x="6416" y="0"/>
                      <a:pt x="15683"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134" name="Freeform 6">
                <a:extLst>
                  <a:ext uri="{FF2B5EF4-FFF2-40B4-BE49-F238E27FC236}">
                    <a16:creationId xmlns:a16="http://schemas.microsoft.com/office/drawing/2014/main" id="{842FE1D7-5CF6-D342-CE99-A43F6DFA362E}"/>
                  </a:ext>
                </a:extLst>
              </p:cNvPr>
              <p:cNvSpPr>
                <a:spLocks/>
              </p:cNvSpPr>
              <p:nvPr/>
            </p:nvSpPr>
            <p:spPr bwMode="auto">
              <a:xfrm>
                <a:off x="5780088" y="3138488"/>
                <a:ext cx="628650" cy="725487"/>
              </a:xfrm>
              <a:custGeom>
                <a:avLst/>
                <a:gdLst>
                  <a:gd name="connsiteX0" fmla="*/ 384092 w 628650"/>
                  <a:gd name="connsiteY0" fmla="*/ 693737 h 725487"/>
                  <a:gd name="connsiteX1" fmla="*/ 517608 w 628650"/>
                  <a:gd name="connsiteY1" fmla="*/ 693737 h 725487"/>
                  <a:gd name="connsiteX2" fmla="*/ 533400 w 628650"/>
                  <a:gd name="connsiteY2" fmla="*/ 709981 h 725487"/>
                  <a:gd name="connsiteX3" fmla="*/ 517608 w 628650"/>
                  <a:gd name="connsiteY3" fmla="*/ 725487 h 725487"/>
                  <a:gd name="connsiteX4" fmla="*/ 384092 w 628650"/>
                  <a:gd name="connsiteY4" fmla="*/ 725487 h 725487"/>
                  <a:gd name="connsiteX5" fmla="*/ 368300 w 628650"/>
                  <a:gd name="connsiteY5" fmla="*/ 709981 h 725487"/>
                  <a:gd name="connsiteX6" fmla="*/ 384092 w 628650"/>
                  <a:gd name="connsiteY6" fmla="*/ 693737 h 725487"/>
                  <a:gd name="connsiteX7" fmla="*/ 15692 w 628650"/>
                  <a:gd name="connsiteY7" fmla="*/ 693737 h 725487"/>
                  <a:gd name="connsiteX8" fmla="*/ 244657 w 628650"/>
                  <a:gd name="connsiteY8" fmla="*/ 693737 h 725487"/>
                  <a:gd name="connsiteX9" fmla="*/ 260350 w 628650"/>
                  <a:gd name="connsiteY9" fmla="*/ 709981 h 725487"/>
                  <a:gd name="connsiteX10" fmla="*/ 244657 w 628650"/>
                  <a:gd name="connsiteY10" fmla="*/ 725487 h 725487"/>
                  <a:gd name="connsiteX11" fmla="*/ 15692 w 628650"/>
                  <a:gd name="connsiteY11" fmla="*/ 725487 h 725487"/>
                  <a:gd name="connsiteX12" fmla="*/ 0 w 628650"/>
                  <a:gd name="connsiteY12" fmla="*/ 709981 h 725487"/>
                  <a:gd name="connsiteX13" fmla="*/ 15692 w 628650"/>
                  <a:gd name="connsiteY13" fmla="*/ 693737 h 725487"/>
                  <a:gd name="connsiteX14" fmla="*/ 385913 w 628650"/>
                  <a:gd name="connsiteY14" fmla="*/ 579437 h 725487"/>
                  <a:gd name="connsiteX15" fmla="*/ 613658 w 628650"/>
                  <a:gd name="connsiteY15" fmla="*/ 579437 h 725487"/>
                  <a:gd name="connsiteX16" fmla="*/ 628650 w 628650"/>
                  <a:gd name="connsiteY16" fmla="*/ 594869 h 725487"/>
                  <a:gd name="connsiteX17" fmla="*/ 613658 w 628650"/>
                  <a:gd name="connsiteY17" fmla="*/ 609600 h 725487"/>
                  <a:gd name="connsiteX18" fmla="*/ 385913 w 628650"/>
                  <a:gd name="connsiteY18" fmla="*/ 609600 h 725487"/>
                  <a:gd name="connsiteX19" fmla="*/ 373062 w 628650"/>
                  <a:gd name="connsiteY19" fmla="*/ 602585 h 725487"/>
                  <a:gd name="connsiteX20" fmla="*/ 373062 w 628650"/>
                  <a:gd name="connsiteY20" fmla="*/ 586452 h 725487"/>
                  <a:gd name="connsiteX21" fmla="*/ 385913 w 628650"/>
                  <a:gd name="connsiteY21" fmla="*/ 579437 h 725487"/>
                  <a:gd name="connsiteX22" fmla="*/ 15666 w 628650"/>
                  <a:gd name="connsiteY22" fmla="*/ 579437 h 725487"/>
                  <a:gd name="connsiteX23" fmla="*/ 238556 w 628650"/>
                  <a:gd name="connsiteY23" fmla="*/ 579437 h 725487"/>
                  <a:gd name="connsiteX24" fmla="*/ 249238 w 628650"/>
                  <a:gd name="connsiteY24" fmla="*/ 581541 h 725487"/>
                  <a:gd name="connsiteX25" fmla="*/ 249238 w 628650"/>
                  <a:gd name="connsiteY25" fmla="*/ 608197 h 725487"/>
                  <a:gd name="connsiteX26" fmla="*/ 242829 w 628650"/>
                  <a:gd name="connsiteY26" fmla="*/ 609600 h 725487"/>
                  <a:gd name="connsiteX27" fmla="*/ 15666 w 628650"/>
                  <a:gd name="connsiteY27" fmla="*/ 609600 h 725487"/>
                  <a:gd name="connsiteX28" fmla="*/ 0 w 628650"/>
                  <a:gd name="connsiteY28" fmla="*/ 594869 h 725487"/>
                  <a:gd name="connsiteX29" fmla="*/ 15666 w 628650"/>
                  <a:gd name="connsiteY29" fmla="*/ 579437 h 725487"/>
                  <a:gd name="connsiteX30" fmla="*/ 461866 w 628650"/>
                  <a:gd name="connsiteY30" fmla="*/ 463550 h 725487"/>
                  <a:gd name="connsiteX31" fmla="*/ 613682 w 628650"/>
                  <a:gd name="connsiteY31" fmla="*/ 463550 h 725487"/>
                  <a:gd name="connsiteX32" fmla="*/ 628650 w 628650"/>
                  <a:gd name="connsiteY32" fmla="*/ 478982 h 725487"/>
                  <a:gd name="connsiteX33" fmla="*/ 613682 w 628650"/>
                  <a:gd name="connsiteY33" fmla="*/ 493713 h 725487"/>
                  <a:gd name="connsiteX34" fmla="*/ 454025 w 628650"/>
                  <a:gd name="connsiteY34" fmla="*/ 493713 h 725487"/>
                  <a:gd name="connsiteX35" fmla="*/ 461866 w 628650"/>
                  <a:gd name="connsiteY35" fmla="*/ 463550 h 725487"/>
                  <a:gd name="connsiteX36" fmla="*/ 15710 w 628650"/>
                  <a:gd name="connsiteY36" fmla="*/ 463550 h 725487"/>
                  <a:gd name="connsiteX37" fmla="*/ 192088 w 628650"/>
                  <a:gd name="connsiteY37" fmla="*/ 463550 h 725487"/>
                  <a:gd name="connsiteX38" fmla="*/ 178520 w 628650"/>
                  <a:gd name="connsiteY38" fmla="*/ 493713 h 725487"/>
                  <a:gd name="connsiteX39" fmla="*/ 15710 w 628650"/>
                  <a:gd name="connsiteY39" fmla="*/ 493713 h 725487"/>
                  <a:gd name="connsiteX40" fmla="*/ 0 w 628650"/>
                  <a:gd name="connsiteY40" fmla="*/ 478982 h 725487"/>
                  <a:gd name="connsiteX41" fmla="*/ 15710 w 628650"/>
                  <a:gd name="connsiteY41" fmla="*/ 463550 h 725487"/>
                  <a:gd name="connsiteX42" fmla="*/ 422275 w 628650"/>
                  <a:gd name="connsiteY42" fmla="*/ 347662 h 725487"/>
                  <a:gd name="connsiteX43" fmla="*/ 612994 w 628650"/>
                  <a:gd name="connsiteY43" fmla="*/ 347662 h 725487"/>
                  <a:gd name="connsiteX44" fmla="*/ 628650 w 628650"/>
                  <a:gd name="connsiteY44" fmla="*/ 362393 h 725487"/>
                  <a:gd name="connsiteX45" fmla="*/ 612994 w 628650"/>
                  <a:gd name="connsiteY45" fmla="*/ 377825 h 725487"/>
                  <a:gd name="connsiteX46" fmla="*/ 444336 w 628650"/>
                  <a:gd name="connsiteY46" fmla="*/ 377825 h 725487"/>
                  <a:gd name="connsiteX47" fmla="*/ 422275 w 628650"/>
                  <a:gd name="connsiteY47" fmla="*/ 347662 h 725487"/>
                  <a:gd name="connsiteX48" fmla="*/ 15700 w 628650"/>
                  <a:gd name="connsiteY48" fmla="*/ 347662 h 725487"/>
                  <a:gd name="connsiteX49" fmla="*/ 196967 w 628650"/>
                  <a:gd name="connsiteY49" fmla="*/ 347662 h 725487"/>
                  <a:gd name="connsiteX50" fmla="*/ 211953 w 628650"/>
                  <a:gd name="connsiteY50" fmla="*/ 362393 h 725487"/>
                  <a:gd name="connsiteX51" fmla="*/ 233363 w 628650"/>
                  <a:gd name="connsiteY51" fmla="*/ 377825 h 725487"/>
                  <a:gd name="connsiteX52" fmla="*/ 15700 w 628650"/>
                  <a:gd name="connsiteY52" fmla="*/ 377825 h 725487"/>
                  <a:gd name="connsiteX53" fmla="*/ 0 w 628650"/>
                  <a:gd name="connsiteY53" fmla="*/ 362393 h 725487"/>
                  <a:gd name="connsiteX54" fmla="*/ 15700 w 628650"/>
                  <a:gd name="connsiteY54" fmla="*/ 347662 h 725487"/>
                  <a:gd name="connsiteX55" fmla="*/ 428925 w 628650"/>
                  <a:gd name="connsiteY55" fmla="*/ 230187 h 725487"/>
                  <a:gd name="connsiteX56" fmla="*/ 613671 w 628650"/>
                  <a:gd name="connsiteY56" fmla="*/ 230187 h 725487"/>
                  <a:gd name="connsiteX57" fmla="*/ 628650 w 628650"/>
                  <a:gd name="connsiteY57" fmla="*/ 245709 h 725487"/>
                  <a:gd name="connsiteX58" fmla="*/ 613671 w 628650"/>
                  <a:gd name="connsiteY58" fmla="*/ 261937 h 725487"/>
                  <a:gd name="connsiteX59" fmla="*/ 417512 w 628650"/>
                  <a:gd name="connsiteY59" fmla="*/ 261937 h 725487"/>
                  <a:gd name="connsiteX60" fmla="*/ 421079 w 628650"/>
                  <a:gd name="connsiteY60" fmla="*/ 250648 h 725487"/>
                  <a:gd name="connsiteX61" fmla="*/ 428212 w 628650"/>
                  <a:gd name="connsiteY61" fmla="*/ 231598 h 725487"/>
                  <a:gd name="connsiteX62" fmla="*/ 428925 w 628650"/>
                  <a:gd name="connsiteY62" fmla="*/ 230187 h 725487"/>
                  <a:gd name="connsiteX63" fmla="*/ 15636 w 628650"/>
                  <a:gd name="connsiteY63" fmla="*/ 230187 h 725487"/>
                  <a:gd name="connsiteX64" fmla="*/ 169863 w 628650"/>
                  <a:gd name="connsiteY64" fmla="*/ 230187 h 725487"/>
                  <a:gd name="connsiteX65" fmla="*/ 166309 w 628650"/>
                  <a:gd name="connsiteY65" fmla="*/ 261231 h 725487"/>
                  <a:gd name="connsiteX66" fmla="*/ 166309 w 628650"/>
                  <a:gd name="connsiteY66" fmla="*/ 261937 h 725487"/>
                  <a:gd name="connsiteX67" fmla="*/ 15636 w 628650"/>
                  <a:gd name="connsiteY67" fmla="*/ 261937 h 725487"/>
                  <a:gd name="connsiteX68" fmla="*/ 0 w 628650"/>
                  <a:gd name="connsiteY68" fmla="*/ 245709 h 725487"/>
                  <a:gd name="connsiteX69" fmla="*/ 15636 w 628650"/>
                  <a:gd name="connsiteY69" fmla="*/ 230187 h 725487"/>
                  <a:gd name="connsiteX70" fmla="*/ 385913 w 628650"/>
                  <a:gd name="connsiteY70" fmla="*/ 114300 h 725487"/>
                  <a:gd name="connsiteX71" fmla="*/ 613658 w 628650"/>
                  <a:gd name="connsiteY71" fmla="*/ 114300 h 725487"/>
                  <a:gd name="connsiteX72" fmla="*/ 628650 w 628650"/>
                  <a:gd name="connsiteY72" fmla="*/ 130175 h 725487"/>
                  <a:gd name="connsiteX73" fmla="*/ 613658 w 628650"/>
                  <a:gd name="connsiteY73" fmla="*/ 146050 h 725487"/>
                  <a:gd name="connsiteX74" fmla="*/ 414470 w 628650"/>
                  <a:gd name="connsiteY74" fmla="*/ 146050 h 725487"/>
                  <a:gd name="connsiteX75" fmla="*/ 390911 w 628650"/>
                  <a:gd name="connsiteY75" fmla="*/ 135948 h 725487"/>
                  <a:gd name="connsiteX76" fmla="*/ 390197 w 628650"/>
                  <a:gd name="connsiteY76" fmla="*/ 135948 h 725487"/>
                  <a:gd name="connsiteX77" fmla="*/ 373062 w 628650"/>
                  <a:gd name="connsiteY77" fmla="*/ 131618 h 725487"/>
                  <a:gd name="connsiteX78" fmla="*/ 373062 w 628650"/>
                  <a:gd name="connsiteY78" fmla="*/ 120794 h 725487"/>
                  <a:gd name="connsiteX79" fmla="*/ 385913 w 628650"/>
                  <a:gd name="connsiteY79" fmla="*/ 114300 h 725487"/>
                  <a:gd name="connsiteX80" fmla="*/ 15666 w 628650"/>
                  <a:gd name="connsiteY80" fmla="*/ 114300 h 725487"/>
                  <a:gd name="connsiteX81" fmla="*/ 242829 w 628650"/>
                  <a:gd name="connsiteY81" fmla="*/ 114300 h 725487"/>
                  <a:gd name="connsiteX82" fmla="*/ 249238 w 628650"/>
                  <a:gd name="connsiteY82" fmla="*/ 115743 h 725487"/>
                  <a:gd name="connsiteX83" fmla="*/ 249238 w 628650"/>
                  <a:gd name="connsiteY83" fmla="*/ 138834 h 725487"/>
                  <a:gd name="connsiteX84" fmla="*/ 234996 w 628650"/>
                  <a:gd name="connsiteY84" fmla="*/ 146050 h 725487"/>
                  <a:gd name="connsiteX85" fmla="*/ 15666 w 628650"/>
                  <a:gd name="connsiteY85" fmla="*/ 146050 h 725487"/>
                  <a:gd name="connsiteX86" fmla="*/ 0 w 628650"/>
                  <a:gd name="connsiteY86" fmla="*/ 130175 h 725487"/>
                  <a:gd name="connsiteX87" fmla="*/ 15666 w 628650"/>
                  <a:gd name="connsiteY87" fmla="*/ 114300 h 725487"/>
                  <a:gd name="connsiteX88" fmla="*/ 384036 w 628650"/>
                  <a:gd name="connsiteY88" fmla="*/ 0 h 725487"/>
                  <a:gd name="connsiteX89" fmla="*/ 612915 w 628650"/>
                  <a:gd name="connsiteY89" fmla="*/ 0 h 725487"/>
                  <a:gd name="connsiteX90" fmla="*/ 628650 w 628650"/>
                  <a:gd name="connsiteY90" fmla="*/ 15081 h 725487"/>
                  <a:gd name="connsiteX91" fmla="*/ 612915 w 628650"/>
                  <a:gd name="connsiteY91" fmla="*/ 30163 h 725487"/>
                  <a:gd name="connsiteX92" fmla="*/ 384036 w 628650"/>
                  <a:gd name="connsiteY92" fmla="*/ 30163 h 725487"/>
                  <a:gd name="connsiteX93" fmla="*/ 368300 w 628650"/>
                  <a:gd name="connsiteY93" fmla="*/ 15081 h 725487"/>
                  <a:gd name="connsiteX94" fmla="*/ 384036 w 628650"/>
                  <a:gd name="connsiteY94" fmla="*/ 0 h 725487"/>
                  <a:gd name="connsiteX95" fmla="*/ 15692 w 628650"/>
                  <a:gd name="connsiteY95" fmla="*/ 0 h 725487"/>
                  <a:gd name="connsiteX96" fmla="*/ 244657 w 628650"/>
                  <a:gd name="connsiteY96" fmla="*/ 0 h 725487"/>
                  <a:gd name="connsiteX97" fmla="*/ 260350 w 628650"/>
                  <a:gd name="connsiteY97" fmla="*/ 15081 h 725487"/>
                  <a:gd name="connsiteX98" fmla="*/ 244657 w 628650"/>
                  <a:gd name="connsiteY98" fmla="*/ 30163 h 725487"/>
                  <a:gd name="connsiteX99" fmla="*/ 15692 w 628650"/>
                  <a:gd name="connsiteY99" fmla="*/ 30163 h 725487"/>
                  <a:gd name="connsiteX100" fmla="*/ 0 w 628650"/>
                  <a:gd name="connsiteY100" fmla="*/ 15081 h 725487"/>
                  <a:gd name="connsiteX101" fmla="*/ 15692 w 628650"/>
                  <a:gd name="connsiteY101" fmla="*/ 0 h 72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628650" h="725487">
                    <a:moveTo>
                      <a:pt x="384092" y="693737"/>
                    </a:moveTo>
                    <a:cubicBezTo>
                      <a:pt x="384092" y="693737"/>
                      <a:pt x="384092" y="693737"/>
                      <a:pt x="517608" y="693737"/>
                    </a:cubicBezTo>
                    <a:cubicBezTo>
                      <a:pt x="526222" y="693737"/>
                      <a:pt x="533400" y="701121"/>
                      <a:pt x="533400" y="709981"/>
                    </a:cubicBezTo>
                    <a:cubicBezTo>
                      <a:pt x="533400" y="718103"/>
                      <a:pt x="526222" y="725487"/>
                      <a:pt x="517608" y="725487"/>
                    </a:cubicBezTo>
                    <a:cubicBezTo>
                      <a:pt x="517608" y="725487"/>
                      <a:pt x="517608" y="725487"/>
                      <a:pt x="384092" y="725487"/>
                    </a:cubicBezTo>
                    <a:cubicBezTo>
                      <a:pt x="375479" y="725487"/>
                      <a:pt x="368300" y="718103"/>
                      <a:pt x="368300" y="709981"/>
                    </a:cubicBezTo>
                    <a:cubicBezTo>
                      <a:pt x="368300" y="701121"/>
                      <a:pt x="375479" y="693737"/>
                      <a:pt x="384092" y="693737"/>
                    </a:cubicBezTo>
                    <a:close/>
                    <a:moveTo>
                      <a:pt x="15692" y="693737"/>
                    </a:moveTo>
                    <a:cubicBezTo>
                      <a:pt x="15692" y="693737"/>
                      <a:pt x="15692" y="693737"/>
                      <a:pt x="244657" y="693737"/>
                    </a:cubicBezTo>
                    <a:cubicBezTo>
                      <a:pt x="253217" y="693737"/>
                      <a:pt x="260350" y="701121"/>
                      <a:pt x="260350" y="709981"/>
                    </a:cubicBezTo>
                    <a:cubicBezTo>
                      <a:pt x="260350" y="718103"/>
                      <a:pt x="253217" y="725487"/>
                      <a:pt x="244657" y="725487"/>
                    </a:cubicBezTo>
                    <a:cubicBezTo>
                      <a:pt x="244657" y="725487"/>
                      <a:pt x="244657" y="725487"/>
                      <a:pt x="15692" y="725487"/>
                    </a:cubicBezTo>
                    <a:cubicBezTo>
                      <a:pt x="7133" y="725487"/>
                      <a:pt x="0" y="718103"/>
                      <a:pt x="0" y="709981"/>
                    </a:cubicBezTo>
                    <a:cubicBezTo>
                      <a:pt x="0" y="701121"/>
                      <a:pt x="7133" y="693737"/>
                      <a:pt x="15692" y="693737"/>
                    </a:cubicBezTo>
                    <a:close/>
                    <a:moveTo>
                      <a:pt x="385913" y="579437"/>
                    </a:moveTo>
                    <a:cubicBezTo>
                      <a:pt x="385913" y="579437"/>
                      <a:pt x="385913" y="579437"/>
                      <a:pt x="613658" y="579437"/>
                    </a:cubicBezTo>
                    <a:cubicBezTo>
                      <a:pt x="622225" y="579437"/>
                      <a:pt x="628650" y="586452"/>
                      <a:pt x="628650" y="594869"/>
                    </a:cubicBezTo>
                    <a:cubicBezTo>
                      <a:pt x="628650" y="602585"/>
                      <a:pt x="622225" y="609600"/>
                      <a:pt x="613658" y="609600"/>
                    </a:cubicBezTo>
                    <a:cubicBezTo>
                      <a:pt x="613658" y="609600"/>
                      <a:pt x="613658" y="609600"/>
                      <a:pt x="385913" y="609600"/>
                    </a:cubicBezTo>
                    <a:cubicBezTo>
                      <a:pt x="380916" y="609600"/>
                      <a:pt x="375918" y="606794"/>
                      <a:pt x="373062" y="602585"/>
                    </a:cubicBezTo>
                    <a:cubicBezTo>
                      <a:pt x="373062" y="602585"/>
                      <a:pt x="373062" y="602585"/>
                      <a:pt x="373062" y="586452"/>
                    </a:cubicBezTo>
                    <a:cubicBezTo>
                      <a:pt x="375918" y="582243"/>
                      <a:pt x="380916" y="579437"/>
                      <a:pt x="385913" y="579437"/>
                    </a:cubicBezTo>
                    <a:close/>
                    <a:moveTo>
                      <a:pt x="15666" y="579437"/>
                    </a:moveTo>
                    <a:cubicBezTo>
                      <a:pt x="15666" y="579437"/>
                      <a:pt x="15666" y="579437"/>
                      <a:pt x="238556" y="579437"/>
                    </a:cubicBezTo>
                    <a:cubicBezTo>
                      <a:pt x="242117" y="580138"/>
                      <a:pt x="245677" y="580840"/>
                      <a:pt x="249238" y="581541"/>
                    </a:cubicBezTo>
                    <a:cubicBezTo>
                      <a:pt x="249238" y="581541"/>
                      <a:pt x="249238" y="581541"/>
                      <a:pt x="249238" y="608197"/>
                    </a:cubicBezTo>
                    <a:cubicBezTo>
                      <a:pt x="247101" y="608898"/>
                      <a:pt x="244965" y="609600"/>
                      <a:pt x="242829" y="609600"/>
                    </a:cubicBezTo>
                    <a:cubicBezTo>
                      <a:pt x="242829" y="609600"/>
                      <a:pt x="242829" y="609600"/>
                      <a:pt x="15666" y="609600"/>
                    </a:cubicBezTo>
                    <a:cubicBezTo>
                      <a:pt x="7121" y="609600"/>
                      <a:pt x="0" y="602585"/>
                      <a:pt x="0" y="594869"/>
                    </a:cubicBezTo>
                    <a:cubicBezTo>
                      <a:pt x="0" y="586452"/>
                      <a:pt x="7121" y="579437"/>
                      <a:pt x="15666" y="579437"/>
                    </a:cubicBezTo>
                    <a:close/>
                    <a:moveTo>
                      <a:pt x="461866" y="463550"/>
                    </a:moveTo>
                    <a:cubicBezTo>
                      <a:pt x="461866" y="463550"/>
                      <a:pt x="461866" y="463550"/>
                      <a:pt x="613682" y="463550"/>
                    </a:cubicBezTo>
                    <a:cubicBezTo>
                      <a:pt x="622235" y="463550"/>
                      <a:pt x="628650" y="470565"/>
                      <a:pt x="628650" y="478982"/>
                    </a:cubicBezTo>
                    <a:cubicBezTo>
                      <a:pt x="628650" y="487400"/>
                      <a:pt x="622235" y="493713"/>
                      <a:pt x="613682" y="493713"/>
                    </a:cubicBezTo>
                    <a:cubicBezTo>
                      <a:pt x="613682" y="493713"/>
                      <a:pt x="613682" y="493713"/>
                      <a:pt x="454025" y="493713"/>
                    </a:cubicBezTo>
                    <a:cubicBezTo>
                      <a:pt x="457589" y="483892"/>
                      <a:pt x="460440" y="474072"/>
                      <a:pt x="461866" y="463550"/>
                    </a:cubicBezTo>
                    <a:close/>
                    <a:moveTo>
                      <a:pt x="15710" y="463550"/>
                    </a:moveTo>
                    <a:cubicBezTo>
                      <a:pt x="15710" y="463550"/>
                      <a:pt x="15710" y="463550"/>
                      <a:pt x="192088" y="463550"/>
                    </a:cubicBezTo>
                    <a:cubicBezTo>
                      <a:pt x="186375" y="477579"/>
                      <a:pt x="182091" y="486698"/>
                      <a:pt x="178520" y="493713"/>
                    </a:cubicBezTo>
                    <a:cubicBezTo>
                      <a:pt x="178520" y="493713"/>
                      <a:pt x="178520" y="493713"/>
                      <a:pt x="15710" y="493713"/>
                    </a:cubicBezTo>
                    <a:cubicBezTo>
                      <a:pt x="7141" y="493713"/>
                      <a:pt x="0" y="487400"/>
                      <a:pt x="0" y="478982"/>
                    </a:cubicBezTo>
                    <a:cubicBezTo>
                      <a:pt x="0" y="470565"/>
                      <a:pt x="7141" y="463550"/>
                      <a:pt x="15710" y="463550"/>
                    </a:cubicBezTo>
                    <a:close/>
                    <a:moveTo>
                      <a:pt x="422275" y="347662"/>
                    </a:moveTo>
                    <a:cubicBezTo>
                      <a:pt x="422275" y="347662"/>
                      <a:pt x="422275" y="347662"/>
                      <a:pt x="612994" y="347662"/>
                    </a:cubicBezTo>
                    <a:cubicBezTo>
                      <a:pt x="621534" y="347662"/>
                      <a:pt x="628650" y="354677"/>
                      <a:pt x="628650" y="362393"/>
                    </a:cubicBezTo>
                    <a:cubicBezTo>
                      <a:pt x="628650" y="370810"/>
                      <a:pt x="621534" y="377825"/>
                      <a:pt x="612994" y="377825"/>
                    </a:cubicBezTo>
                    <a:cubicBezTo>
                      <a:pt x="612994" y="377825"/>
                      <a:pt x="612994" y="377825"/>
                      <a:pt x="444336" y="377825"/>
                    </a:cubicBezTo>
                    <a:cubicBezTo>
                      <a:pt x="438643" y="367303"/>
                      <a:pt x="431527" y="357482"/>
                      <a:pt x="422275" y="347662"/>
                    </a:cubicBezTo>
                    <a:close/>
                    <a:moveTo>
                      <a:pt x="15700" y="347662"/>
                    </a:moveTo>
                    <a:cubicBezTo>
                      <a:pt x="15700" y="347662"/>
                      <a:pt x="15700" y="347662"/>
                      <a:pt x="196967" y="347662"/>
                    </a:cubicBezTo>
                    <a:cubicBezTo>
                      <a:pt x="201962" y="353274"/>
                      <a:pt x="206244" y="358184"/>
                      <a:pt x="211953" y="362393"/>
                    </a:cubicBezTo>
                    <a:cubicBezTo>
                      <a:pt x="217662" y="367303"/>
                      <a:pt x="224085" y="372213"/>
                      <a:pt x="233363" y="377825"/>
                    </a:cubicBezTo>
                    <a:cubicBezTo>
                      <a:pt x="233363" y="377825"/>
                      <a:pt x="233363" y="377825"/>
                      <a:pt x="15700" y="377825"/>
                    </a:cubicBezTo>
                    <a:cubicBezTo>
                      <a:pt x="7136" y="377825"/>
                      <a:pt x="0" y="370810"/>
                      <a:pt x="0" y="362393"/>
                    </a:cubicBezTo>
                    <a:cubicBezTo>
                      <a:pt x="0" y="354677"/>
                      <a:pt x="7136" y="347662"/>
                      <a:pt x="15700" y="347662"/>
                    </a:cubicBezTo>
                    <a:close/>
                    <a:moveTo>
                      <a:pt x="428925" y="230187"/>
                    </a:moveTo>
                    <a:cubicBezTo>
                      <a:pt x="428925" y="230187"/>
                      <a:pt x="428925" y="230187"/>
                      <a:pt x="613671" y="230187"/>
                    </a:cubicBezTo>
                    <a:cubicBezTo>
                      <a:pt x="621517" y="230187"/>
                      <a:pt x="628650" y="237242"/>
                      <a:pt x="628650" y="245709"/>
                    </a:cubicBezTo>
                    <a:cubicBezTo>
                      <a:pt x="628650" y="254176"/>
                      <a:pt x="621517" y="261937"/>
                      <a:pt x="613671" y="261937"/>
                    </a:cubicBezTo>
                    <a:cubicBezTo>
                      <a:pt x="613671" y="261937"/>
                      <a:pt x="613671" y="261937"/>
                      <a:pt x="417512" y="261937"/>
                    </a:cubicBezTo>
                    <a:cubicBezTo>
                      <a:pt x="417512" y="261937"/>
                      <a:pt x="417512" y="261937"/>
                      <a:pt x="421079" y="250648"/>
                    </a:cubicBezTo>
                    <a:cubicBezTo>
                      <a:pt x="423932" y="243592"/>
                      <a:pt x="426072" y="237242"/>
                      <a:pt x="428212" y="231598"/>
                    </a:cubicBezTo>
                    <a:cubicBezTo>
                      <a:pt x="428212" y="230892"/>
                      <a:pt x="428212" y="230187"/>
                      <a:pt x="428925" y="230187"/>
                    </a:cubicBezTo>
                    <a:close/>
                    <a:moveTo>
                      <a:pt x="15636" y="230187"/>
                    </a:moveTo>
                    <a:cubicBezTo>
                      <a:pt x="15636" y="230187"/>
                      <a:pt x="15636" y="230187"/>
                      <a:pt x="169863" y="230187"/>
                    </a:cubicBezTo>
                    <a:cubicBezTo>
                      <a:pt x="167731" y="240065"/>
                      <a:pt x="166309" y="249942"/>
                      <a:pt x="166309" y="261231"/>
                    </a:cubicBezTo>
                    <a:cubicBezTo>
                      <a:pt x="166309" y="261231"/>
                      <a:pt x="166309" y="261231"/>
                      <a:pt x="166309" y="261937"/>
                    </a:cubicBezTo>
                    <a:cubicBezTo>
                      <a:pt x="166309" y="261937"/>
                      <a:pt x="166309" y="261937"/>
                      <a:pt x="15636" y="261937"/>
                    </a:cubicBezTo>
                    <a:cubicBezTo>
                      <a:pt x="7107" y="261937"/>
                      <a:pt x="0" y="254176"/>
                      <a:pt x="0" y="245709"/>
                    </a:cubicBezTo>
                    <a:cubicBezTo>
                      <a:pt x="0" y="237242"/>
                      <a:pt x="7107" y="230187"/>
                      <a:pt x="15636" y="230187"/>
                    </a:cubicBezTo>
                    <a:close/>
                    <a:moveTo>
                      <a:pt x="385913" y="114300"/>
                    </a:moveTo>
                    <a:cubicBezTo>
                      <a:pt x="385913" y="114300"/>
                      <a:pt x="385913" y="114300"/>
                      <a:pt x="613658" y="114300"/>
                    </a:cubicBezTo>
                    <a:cubicBezTo>
                      <a:pt x="622225" y="114300"/>
                      <a:pt x="628650" y="120794"/>
                      <a:pt x="628650" y="130175"/>
                    </a:cubicBezTo>
                    <a:cubicBezTo>
                      <a:pt x="628650" y="138834"/>
                      <a:pt x="622225" y="146050"/>
                      <a:pt x="613658" y="146050"/>
                    </a:cubicBezTo>
                    <a:cubicBezTo>
                      <a:pt x="613658" y="146050"/>
                      <a:pt x="613658" y="146050"/>
                      <a:pt x="414470" y="146050"/>
                    </a:cubicBezTo>
                    <a:cubicBezTo>
                      <a:pt x="407331" y="142442"/>
                      <a:pt x="399478" y="138834"/>
                      <a:pt x="390911" y="135948"/>
                    </a:cubicBezTo>
                    <a:cubicBezTo>
                      <a:pt x="390911" y="135948"/>
                      <a:pt x="390911" y="135948"/>
                      <a:pt x="390197" y="135948"/>
                    </a:cubicBezTo>
                    <a:cubicBezTo>
                      <a:pt x="384485" y="134504"/>
                      <a:pt x="378774" y="133061"/>
                      <a:pt x="373062" y="131618"/>
                    </a:cubicBezTo>
                    <a:cubicBezTo>
                      <a:pt x="373062" y="131618"/>
                      <a:pt x="373062" y="131618"/>
                      <a:pt x="373062" y="120794"/>
                    </a:cubicBezTo>
                    <a:cubicBezTo>
                      <a:pt x="375918" y="117186"/>
                      <a:pt x="380916" y="114300"/>
                      <a:pt x="385913" y="114300"/>
                    </a:cubicBezTo>
                    <a:close/>
                    <a:moveTo>
                      <a:pt x="15666" y="114300"/>
                    </a:moveTo>
                    <a:cubicBezTo>
                      <a:pt x="15666" y="114300"/>
                      <a:pt x="15666" y="114300"/>
                      <a:pt x="242829" y="114300"/>
                    </a:cubicBezTo>
                    <a:cubicBezTo>
                      <a:pt x="244965" y="114300"/>
                      <a:pt x="247101" y="114300"/>
                      <a:pt x="249238" y="115743"/>
                    </a:cubicBezTo>
                    <a:cubicBezTo>
                      <a:pt x="249238" y="115743"/>
                      <a:pt x="249238" y="115743"/>
                      <a:pt x="249238" y="138834"/>
                    </a:cubicBezTo>
                    <a:cubicBezTo>
                      <a:pt x="244253" y="140999"/>
                      <a:pt x="239268" y="143164"/>
                      <a:pt x="234996" y="146050"/>
                    </a:cubicBezTo>
                    <a:cubicBezTo>
                      <a:pt x="234996" y="146050"/>
                      <a:pt x="234996" y="146050"/>
                      <a:pt x="15666" y="146050"/>
                    </a:cubicBezTo>
                    <a:cubicBezTo>
                      <a:pt x="7121" y="146050"/>
                      <a:pt x="0" y="138834"/>
                      <a:pt x="0" y="130175"/>
                    </a:cubicBezTo>
                    <a:cubicBezTo>
                      <a:pt x="0" y="120794"/>
                      <a:pt x="7121" y="114300"/>
                      <a:pt x="15666" y="114300"/>
                    </a:cubicBezTo>
                    <a:close/>
                    <a:moveTo>
                      <a:pt x="384036" y="0"/>
                    </a:moveTo>
                    <a:cubicBezTo>
                      <a:pt x="384036" y="0"/>
                      <a:pt x="384036" y="0"/>
                      <a:pt x="612915" y="0"/>
                    </a:cubicBezTo>
                    <a:cubicBezTo>
                      <a:pt x="621498" y="0"/>
                      <a:pt x="628650" y="6855"/>
                      <a:pt x="628650" y="15081"/>
                    </a:cubicBezTo>
                    <a:cubicBezTo>
                      <a:pt x="628650" y="23308"/>
                      <a:pt x="621498" y="30163"/>
                      <a:pt x="612915" y="30163"/>
                    </a:cubicBezTo>
                    <a:cubicBezTo>
                      <a:pt x="612915" y="30163"/>
                      <a:pt x="612915" y="30163"/>
                      <a:pt x="384036" y="30163"/>
                    </a:cubicBezTo>
                    <a:cubicBezTo>
                      <a:pt x="375453" y="30163"/>
                      <a:pt x="368300" y="23308"/>
                      <a:pt x="368300" y="15081"/>
                    </a:cubicBezTo>
                    <a:cubicBezTo>
                      <a:pt x="368300" y="6855"/>
                      <a:pt x="375453" y="0"/>
                      <a:pt x="384036" y="0"/>
                    </a:cubicBezTo>
                    <a:close/>
                    <a:moveTo>
                      <a:pt x="15692" y="0"/>
                    </a:moveTo>
                    <a:cubicBezTo>
                      <a:pt x="15692" y="0"/>
                      <a:pt x="15692" y="0"/>
                      <a:pt x="244657" y="0"/>
                    </a:cubicBezTo>
                    <a:cubicBezTo>
                      <a:pt x="253217" y="0"/>
                      <a:pt x="260350" y="6855"/>
                      <a:pt x="260350" y="15081"/>
                    </a:cubicBezTo>
                    <a:cubicBezTo>
                      <a:pt x="260350" y="23308"/>
                      <a:pt x="253217" y="30163"/>
                      <a:pt x="244657" y="30163"/>
                    </a:cubicBezTo>
                    <a:cubicBezTo>
                      <a:pt x="244657" y="30163"/>
                      <a:pt x="244657" y="30163"/>
                      <a:pt x="15692" y="30163"/>
                    </a:cubicBezTo>
                    <a:cubicBezTo>
                      <a:pt x="7133" y="30163"/>
                      <a:pt x="0" y="23308"/>
                      <a:pt x="0" y="15081"/>
                    </a:cubicBezTo>
                    <a:cubicBezTo>
                      <a:pt x="0" y="6855"/>
                      <a:pt x="7133" y="0"/>
                      <a:pt x="15692"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grpSp>
      </p:grpSp>
      <p:sp>
        <p:nvSpPr>
          <p:cNvPr id="47" name="Oval 46">
            <a:extLst>
              <a:ext uri="{FF2B5EF4-FFF2-40B4-BE49-F238E27FC236}">
                <a16:creationId xmlns:a16="http://schemas.microsoft.com/office/drawing/2014/main" id="{C6221500-6A66-3166-3C4A-0DAEF9B46A97}"/>
              </a:ext>
            </a:extLst>
          </p:cNvPr>
          <p:cNvSpPr/>
          <p:nvPr/>
        </p:nvSpPr>
        <p:spPr>
          <a:xfrm>
            <a:off x="9207115" y="3045207"/>
            <a:ext cx="650278" cy="78657"/>
          </a:xfrm>
          <a:prstGeom prst="ellipse">
            <a:avLst/>
          </a:prstGeom>
          <a:solidFill>
            <a:schemeClr val="bg1">
              <a:lumMod val="85000"/>
            </a:schemeClr>
          </a:solidFill>
          <a:ln w="9525" cap="rnd" cmpd="sng" algn="ctr">
            <a:solidFill>
              <a:schemeClr val="bg1">
                <a:lumMod val="8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5" name="Rectangle: Rounded Corners 64">
            <a:extLst>
              <a:ext uri="{FF2B5EF4-FFF2-40B4-BE49-F238E27FC236}">
                <a16:creationId xmlns:a16="http://schemas.microsoft.com/office/drawing/2014/main" id="{29599ADD-864E-FAD7-EEB4-D5A5517704D0}"/>
              </a:ext>
            </a:extLst>
          </p:cNvPr>
          <p:cNvSpPr/>
          <p:nvPr/>
        </p:nvSpPr>
        <p:spPr>
          <a:xfrm rot="3614674">
            <a:off x="9282560" y="2430088"/>
            <a:ext cx="574834" cy="574833"/>
          </a:xfrm>
          <a:prstGeom prst="roundRect">
            <a:avLst/>
          </a:prstGeom>
          <a:solidFill>
            <a:schemeClr val="tx2"/>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6" name="Rectangle: Rounded Corners 65">
            <a:extLst>
              <a:ext uri="{FF2B5EF4-FFF2-40B4-BE49-F238E27FC236}">
                <a16:creationId xmlns:a16="http://schemas.microsoft.com/office/drawing/2014/main" id="{7538F24D-449E-0E64-DE19-4DECEC8A0691}"/>
              </a:ext>
            </a:extLst>
          </p:cNvPr>
          <p:cNvSpPr/>
          <p:nvPr/>
        </p:nvSpPr>
        <p:spPr>
          <a:xfrm rot="2700000">
            <a:off x="9207116" y="2427599"/>
            <a:ext cx="574834" cy="574833"/>
          </a:xfrm>
          <a:prstGeom prst="roundRect">
            <a:avLst/>
          </a:prstGeom>
          <a:solidFill>
            <a:srgbClr val="F2F2F2"/>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grpSp>
        <p:nvGrpSpPr>
          <p:cNvPr id="137" name="bcgIcons_Simplicity ">
            <a:extLst>
              <a:ext uri="{FF2B5EF4-FFF2-40B4-BE49-F238E27FC236}">
                <a16:creationId xmlns:a16="http://schemas.microsoft.com/office/drawing/2014/main" id="{14965A96-A9CB-65FF-3DC9-BFB2E6714988}"/>
              </a:ext>
            </a:extLst>
          </p:cNvPr>
          <p:cNvGrpSpPr>
            <a:grpSpLocks noChangeAspect="1"/>
          </p:cNvGrpSpPr>
          <p:nvPr/>
        </p:nvGrpSpPr>
        <p:grpSpPr bwMode="auto">
          <a:xfrm>
            <a:off x="9313940" y="2534421"/>
            <a:ext cx="361185" cy="361185"/>
            <a:chOff x="1682" y="0"/>
            <a:chExt cx="4316" cy="4320"/>
          </a:xfrm>
        </p:grpSpPr>
        <p:sp>
          <p:nvSpPr>
            <p:cNvPr id="138" name="AutoShape 23">
              <a:extLst>
                <a:ext uri="{FF2B5EF4-FFF2-40B4-BE49-F238E27FC236}">
                  <a16:creationId xmlns:a16="http://schemas.microsoft.com/office/drawing/2014/main" id="{3D05E398-0118-11F7-2A58-6B0CEF802E73}"/>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9" name="Freeform 25">
              <a:extLst>
                <a:ext uri="{FF2B5EF4-FFF2-40B4-BE49-F238E27FC236}">
                  <a16:creationId xmlns:a16="http://schemas.microsoft.com/office/drawing/2014/main" id="{ACBAEE41-0BF6-86BF-17AC-007A0AED006C}"/>
                </a:ext>
              </a:extLst>
            </p:cNvPr>
            <p:cNvSpPr>
              <a:spLocks noEditPoints="1"/>
            </p:cNvSpPr>
            <p:nvPr/>
          </p:nvSpPr>
          <p:spPr bwMode="auto">
            <a:xfrm>
              <a:off x="2251" y="351"/>
              <a:ext cx="3178" cy="3615"/>
            </a:xfrm>
            <a:custGeom>
              <a:avLst/>
              <a:gdLst>
                <a:gd name="T0" fmla="*/ 1693 w 1696"/>
                <a:gd name="T1" fmla="*/ 1152 h 1928"/>
                <a:gd name="T2" fmla="*/ 1394 w 1696"/>
                <a:gd name="T3" fmla="*/ 1637 h 1928"/>
                <a:gd name="T4" fmla="*/ 865 w 1696"/>
                <a:gd name="T5" fmla="*/ 1831 h 1928"/>
                <a:gd name="T6" fmla="*/ 924 w 1696"/>
                <a:gd name="T7" fmla="*/ 1891 h 1928"/>
                <a:gd name="T8" fmla="*/ 923 w 1696"/>
                <a:gd name="T9" fmla="*/ 1922 h 1928"/>
                <a:gd name="T10" fmla="*/ 908 w 1696"/>
                <a:gd name="T11" fmla="*/ 1928 h 1928"/>
                <a:gd name="T12" fmla="*/ 892 w 1696"/>
                <a:gd name="T13" fmla="*/ 1922 h 1928"/>
                <a:gd name="T14" fmla="*/ 796 w 1696"/>
                <a:gd name="T15" fmla="*/ 1823 h 1928"/>
                <a:gd name="T16" fmla="*/ 796 w 1696"/>
                <a:gd name="T17" fmla="*/ 1791 h 1928"/>
                <a:gd name="T18" fmla="*/ 895 w 1696"/>
                <a:gd name="T19" fmla="*/ 1695 h 1928"/>
                <a:gd name="T20" fmla="*/ 926 w 1696"/>
                <a:gd name="T21" fmla="*/ 1695 h 1928"/>
                <a:gd name="T22" fmla="*/ 926 w 1696"/>
                <a:gd name="T23" fmla="*/ 1726 h 1928"/>
                <a:gd name="T24" fmla="*/ 864 w 1696"/>
                <a:gd name="T25" fmla="*/ 1787 h 1928"/>
                <a:gd name="T26" fmla="*/ 1650 w 1696"/>
                <a:gd name="T27" fmla="*/ 1143 h 1928"/>
                <a:gd name="T28" fmla="*/ 1677 w 1696"/>
                <a:gd name="T29" fmla="*/ 1126 h 1928"/>
                <a:gd name="T30" fmla="*/ 1693 w 1696"/>
                <a:gd name="T31" fmla="*/ 1152 h 1928"/>
                <a:gd name="T32" fmla="*/ 900 w 1696"/>
                <a:gd name="T33" fmla="*/ 107 h 1928"/>
                <a:gd name="T34" fmla="*/ 804 w 1696"/>
                <a:gd name="T35" fmla="*/ 8 h 1928"/>
                <a:gd name="T36" fmla="*/ 773 w 1696"/>
                <a:gd name="T37" fmla="*/ 8 h 1928"/>
                <a:gd name="T38" fmla="*/ 772 w 1696"/>
                <a:gd name="T39" fmla="*/ 39 h 1928"/>
                <a:gd name="T40" fmla="*/ 831 w 1696"/>
                <a:gd name="T41" fmla="*/ 99 h 1928"/>
                <a:gd name="T42" fmla="*/ 302 w 1696"/>
                <a:gd name="T43" fmla="*/ 293 h 1928"/>
                <a:gd name="T44" fmla="*/ 3 w 1696"/>
                <a:gd name="T45" fmla="*/ 778 h 1928"/>
                <a:gd name="T46" fmla="*/ 19 w 1696"/>
                <a:gd name="T47" fmla="*/ 804 h 1928"/>
                <a:gd name="T48" fmla="*/ 24 w 1696"/>
                <a:gd name="T49" fmla="*/ 804 h 1928"/>
                <a:gd name="T50" fmla="*/ 46 w 1696"/>
                <a:gd name="T51" fmla="*/ 787 h 1928"/>
                <a:gd name="T52" fmla="*/ 832 w 1696"/>
                <a:gd name="T53" fmla="*/ 143 h 1928"/>
                <a:gd name="T54" fmla="*/ 770 w 1696"/>
                <a:gd name="T55" fmla="*/ 204 h 1928"/>
                <a:gd name="T56" fmla="*/ 770 w 1696"/>
                <a:gd name="T57" fmla="*/ 235 h 1928"/>
                <a:gd name="T58" fmla="*/ 786 w 1696"/>
                <a:gd name="T59" fmla="*/ 241 h 1928"/>
                <a:gd name="T60" fmla="*/ 801 w 1696"/>
                <a:gd name="T61" fmla="*/ 235 h 1928"/>
                <a:gd name="T62" fmla="*/ 900 w 1696"/>
                <a:gd name="T63" fmla="*/ 139 h 1928"/>
                <a:gd name="T64" fmla="*/ 900 w 1696"/>
                <a:gd name="T65" fmla="*/ 107 h 1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96" h="1928">
                  <a:moveTo>
                    <a:pt x="1693" y="1152"/>
                  </a:moveTo>
                  <a:cubicBezTo>
                    <a:pt x="1652" y="1342"/>
                    <a:pt x="1545" y="1514"/>
                    <a:pt x="1394" y="1637"/>
                  </a:cubicBezTo>
                  <a:cubicBezTo>
                    <a:pt x="1245" y="1759"/>
                    <a:pt x="1057" y="1827"/>
                    <a:pt x="865" y="1831"/>
                  </a:cubicBezTo>
                  <a:cubicBezTo>
                    <a:pt x="924" y="1891"/>
                    <a:pt x="924" y="1891"/>
                    <a:pt x="924" y="1891"/>
                  </a:cubicBezTo>
                  <a:cubicBezTo>
                    <a:pt x="932" y="1900"/>
                    <a:pt x="932" y="1914"/>
                    <a:pt x="923" y="1922"/>
                  </a:cubicBezTo>
                  <a:cubicBezTo>
                    <a:pt x="919" y="1926"/>
                    <a:pt x="913" y="1928"/>
                    <a:pt x="908" y="1928"/>
                  </a:cubicBezTo>
                  <a:cubicBezTo>
                    <a:pt x="902" y="1928"/>
                    <a:pt x="896" y="1926"/>
                    <a:pt x="892" y="1922"/>
                  </a:cubicBezTo>
                  <a:cubicBezTo>
                    <a:pt x="796" y="1823"/>
                    <a:pt x="796" y="1823"/>
                    <a:pt x="796" y="1823"/>
                  </a:cubicBezTo>
                  <a:cubicBezTo>
                    <a:pt x="787" y="1814"/>
                    <a:pt x="787" y="1800"/>
                    <a:pt x="796" y="1791"/>
                  </a:cubicBezTo>
                  <a:cubicBezTo>
                    <a:pt x="895" y="1695"/>
                    <a:pt x="895" y="1695"/>
                    <a:pt x="895" y="1695"/>
                  </a:cubicBezTo>
                  <a:cubicBezTo>
                    <a:pt x="904" y="1686"/>
                    <a:pt x="918" y="1687"/>
                    <a:pt x="926" y="1695"/>
                  </a:cubicBezTo>
                  <a:cubicBezTo>
                    <a:pt x="935" y="1704"/>
                    <a:pt x="934" y="1718"/>
                    <a:pt x="926" y="1726"/>
                  </a:cubicBezTo>
                  <a:cubicBezTo>
                    <a:pt x="864" y="1787"/>
                    <a:pt x="864" y="1787"/>
                    <a:pt x="864" y="1787"/>
                  </a:cubicBezTo>
                  <a:cubicBezTo>
                    <a:pt x="1240" y="1779"/>
                    <a:pt x="1569" y="1511"/>
                    <a:pt x="1650" y="1143"/>
                  </a:cubicBezTo>
                  <a:cubicBezTo>
                    <a:pt x="1653" y="1131"/>
                    <a:pt x="1665" y="1124"/>
                    <a:pt x="1677" y="1126"/>
                  </a:cubicBezTo>
                  <a:cubicBezTo>
                    <a:pt x="1689" y="1129"/>
                    <a:pt x="1696" y="1141"/>
                    <a:pt x="1693" y="1152"/>
                  </a:cubicBezTo>
                  <a:close/>
                  <a:moveTo>
                    <a:pt x="900" y="107"/>
                  </a:moveTo>
                  <a:cubicBezTo>
                    <a:pt x="804" y="8"/>
                    <a:pt x="804" y="8"/>
                    <a:pt x="804" y="8"/>
                  </a:cubicBezTo>
                  <a:cubicBezTo>
                    <a:pt x="795" y="0"/>
                    <a:pt x="782" y="0"/>
                    <a:pt x="773" y="8"/>
                  </a:cubicBezTo>
                  <a:cubicBezTo>
                    <a:pt x="764" y="17"/>
                    <a:pt x="764" y="30"/>
                    <a:pt x="772" y="39"/>
                  </a:cubicBezTo>
                  <a:cubicBezTo>
                    <a:pt x="831" y="99"/>
                    <a:pt x="831" y="99"/>
                    <a:pt x="831" y="99"/>
                  </a:cubicBezTo>
                  <a:cubicBezTo>
                    <a:pt x="639" y="103"/>
                    <a:pt x="451" y="172"/>
                    <a:pt x="302" y="293"/>
                  </a:cubicBezTo>
                  <a:cubicBezTo>
                    <a:pt x="151" y="416"/>
                    <a:pt x="44" y="588"/>
                    <a:pt x="3" y="778"/>
                  </a:cubicBezTo>
                  <a:cubicBezTo>
                    <a:pt x="0" y="789"/>
                    <a:pt x="7" y="801"/>
                    <a:pt x="19" y="804"/>
                  </a:cubicBezTo>
                  <a:cubicBezTo>
                    <a:pt x="21" y="804"/>
                    <a:pt x="23" y="804"/>
                    <a:pt x="24" y="804"/>
                  </a:cubicBezTo>
                  <a:cubicBezTo>
                    <a:pt x="34" y="804"/>
                    <a:pt x="43" y="797"/>
                    <a:pt x="46" y="787"/>
                  </a:cubicBezTo>
                  <a:cubicBezTo>
                    <a:pt x="127" y="419"/>
                    <a:pt x="456" y="151"/>
                    <a:pt x="832" y="143"/>
                  </a:cubicBezTo>
                  <a:cubicBezTo>
                    <a:pt x="770" y="204"/>
                    <a:pt x="770" y="204"/>
                    <a:pt x="770" y="204"/>
                  </a:cubicBezTo>
                  <a:cubicBezTo>
                    <a:pt x="762" y="212"/>
                    <a:pt x="761" y="226"/>
                    <a:pt x="770" y="235"/>
                  </a:cubicBezTo>
                  <a:cubicBezTo>
                    <a:pt x="774" y="239"/>
                    <a:pt x="780" y="241"/>
                    <a:pt x="786" y="241"/>
                  </a:cubicBezTo>
                  <a:cubicBezTo>
                    <a:pt x="791" y="241"/>
                    <a:pt x="797" y="239"/>
                    <a:pt x="801" y="235"/>
                  </a:cubicBezTo>
                  <a:cubicBezTo>
                    <a:pt x="900" y="139"/>
                    <a:pt x="900" y="139"/>
                    <a:pt x="900" y="139"/>
                  </a:cubicBezTo>
                  <a:cubicBezTo>
                    <a:pt x="909" y="130"/>
                    <a:pt x="909" y="116"/>
                    <a:pt x="900" y="10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0" name="Freeform 26">
              <a:extLst>
                <a:ext uri="{FF2B5EF4-FFF2-40B4-BE49-F238E27FC236}">
                  <a16:creationId xmlns:a16="http://schemas.microsoft.com/office/drawing/2014/main" id="{59AB4A99-BDF7-B81F-6EDF-9CCA260F7715}"/>
                </a:ext>
              </a:extLst>
            </p:cNvPr>
            <p:cNvSpPr>
              <a:spLocks noEditPoints="1"/>
            </p:cNvSpPr>
            <p:nvPr/>
          </p:nvSpPr>
          <p:spPr bwMode="auto">
            <a:xfrm>
              <a:off x="2032" y="570"/>
              <a:ext cx="3616" cy="3176"/>
            </a:xfrm>
            <a:custGeom>
              <a:avLst/>
              <a:gdLst>
                <a:gd name="T0" fmla="*/ 1922 w 1930"/>
                <a:gd name="T1" fmla="*/ 804 h 1694"/>
                <a:gd name="T2" fmla="*/ 1823 w 1930"/>
                <a:gd name="T3" fmla="*/ 900 h 1694"/>
                <a:gd name="T4" fmla="*/ 1807 w 1930"/>
                <a:gd name="T5" fmla="*/ 907 h 1694"/>
                <a:gd name="T6" fmla="*/ 1791 w 1930"/>
                <a:gd name="T7" fmla="*/ 900 h 1694"/>
                <a:gd name="T8" fmla="*/ 1695 w 1930"/>
                <a:gd name="T9" fmla="*/ 801 h 1694"/>
                <a:gd name="T10" fmla="*/ 1695 w 1930"/>
                <a:gd name="T11" fmla="*/ 770 h 1694"/>
                <a:gd name="T12" fmla="*/ 1726 w 1930"/>
                <a:gd name="T13" fmla="*/ 770 h 1694"/>
                <a:gd name="T14" fmla="*/ 1787 w 1930"/>
                <a:gd name="T15" fmla="*/ 832 h 1694"/>
                <a:gd name="T16" fmla="*/ 1143 w 1930"/>
                <a:gd name="T17" fmla="*/ 46 h 1694"/>
                <a:gd name="T18" fmla="*/ 1126 w 1930"/>
                <a:gd name="T19" fmla="*/ 19 h 1694"/>
                <a:gd name="T20" fmla="*/ 1152 w 1930"/>
                <a:gd name="T21" fmla="*/ 3 h 1694"/>
                <a:gd name="T22" fmla="*/ 1637 w 1930"/>
                <a:gd name="T23" fmla="*/ 302 h 1694"/>
                <a:gd name="T24" fmla="*/ 1831 w 1930"/>
                <a:gd name="T25" fmla="*/ 831 h 1694"/>
                <a:gd name="T26" fmla="*/ 1891 w 1930"/>
                <a:gd name="T27" fmla="*/ 772 h 1694"/>
                <a:gd name="T28" fmla="*/ 1922 w 1930"/>
                <a:gd name="T29" fmla="*/ 773 h 1694"/>
                <a:gd name="T30" fmla="*/ 1922 w 1930"/>
                <a:gd name="T31" fmla="*/ 804 h 1694"/>
                <a:gd name="T32" fmla="*/ 787 w 1930"/>
                <a:gd name="T33" fmla="*/ 1651 h 1694"/>
                <a:gd name="T34" fmla="*/ 143 w 1930"/>
                <a:gd name="T35" fmla="*/ 864 h 1694"/>
                <a:gd name="T36" fmla="*/ 204 w 1930"/>
                <a:gd name="T37" fmla="*/ 926 h 1694"/>
                <a:gd name="T38" fmla="*/ 219 w 1930"/>
                <a:gd name="T39" fmla="*/ 932 h 1694"/>
                <a:gd name="T40" fmla="*/ 235 w 1930"/>
                <a:gd name="T41" fmla="*/ 926 h 1694"/>
                <a:gd name="T42" fmla="*/ 235 w 1930"/>
                <a:gd name="T43" fmla="*/ 895 h 1694"/>
                <a:gd name="T44" fmla="*/ 139 w 1930"/>
                <a:gd name="T45" fmla="*/ 796 h 1694"/>
                <a:gd name="T46" fmla="*/ 107 w 1930"/>
                <a:gd name="T47" fmla="*/ 796 h 1694"/>
                <a:gd name="T48" fmla="*/ 8 w 1930"/>
                <a:gd name="T49" fmla="*/ 892 h 1694"/>
                <a:gd name="T50" fmla="*/ 8 w 1930"/>
                <a:gd name="T51" fmla="*/ 923 h 1694"/>
                <a:gd name="T52" fmla="*/ 39 w 1930"/>
                <a:gd name="T53" fmla="*/ 924 h 1694"/>
                <a:gd name="T54" fmla="*/ 99 w 1930"/>
                <a:gd name="T55" fmla="*/ 865 h 1694"/>
                <a:gd name="T56" fmla="*/ 293 w 1930"/>
                <a:gd name="T57" fmla="*/ 1394 h 1694"/>
                <a:gd name="T58" fmla="*/ 778 w 1930"/>
                <a:gd name="T59" fmla="*/ 1693 h 1694"/>
                <a:gd name="T60" fmla="*/ 782 w 1930"/>
                <a:gd name="T61" fmla="*/ 1694 h 1694"/>
                <a:gd name="T62" fmla="*/ 804 w 1930"/>
                <a:gd name="T63" fmla="*/ 1677 h 1694"/>
                <a:gd name="T64" fmla="*/ 787 w 1930"/>
                <a:gd name="T65" fmla="*/ 1651 h 1694"/>
                <a:gd name="T66" fmla="*/ 1473 w 1930"/>
                <a:gd name="T67" fmla="*/ 848 h 1694"/>
                <a:gd name="T68" fmla="*/ 965 w 1930"/>
                <a:gd name="T69" fmla="*/ 1356 h 1694"/>
                <a:gd name="T70" fmla="*/ 457 w 1930"/>
                <a:gd name="T71" fmla="*/ 848 h 1694"/>
                <a:gd name="T72" fmla="*/ 965 w 1930"/>
                <a:gd name="T73" fmla="*/ 340 h 1694"/>
                <a:gd name="T74" fmla="*/ 1473 w 1930"/>
                <a:gd name="T75" fmla="*/ 848 h 1694"/>
                <a:gd name="T76" fmla="*/ 1290 w 1930"/>
                <a:gd name="T77" fmla="*/ 639 h 1694"/>
                <a:gd name="T78" fmla="*/ 1259 w 1930"/>
                <a:gd name="T79" fmla="*/ 640 h 1694"/>
                <a:gd name="T80" fmla="*/ 921 w 1930"/>
                <a:gd name="T81" fmla="*/ 988 h 1694"/>
                <a:gd name="T82" fmla="*/ 735 w 1930"/>
                <a:gd name="T83" fmla="*/ 819 h 1694"/>
                <a:gd name="T84" fmla="*/ 704 w 1930"/>
                <a:gd name="T85" fmla="*/ 820 h 1694"/>
                <a:gd name="T86" fmla="*/ 705 w 1930"/>
                <a:gd name="T87" fmla="*/ 851 h 1694"/>
                <a:gd name="T88" fmla="*/ 907 w 1930"/>
                <a:gd name="T89" fmla="*/ 1035 h 1694"/>
                <a:gd name="T90" fmla="*/ 922 w 1930"/>
                <a:gd name="T91" fmla="*/ 1041 h 1694"/>
                <a:gd name="T92" fmla="*/ 937 w 1930"/>
                <a:gd name="T93" fmla="*/ 1034 h 1694"/>
                <a:gd name="T94" fmla="*/ 1290 w 1930"/>
                <a:gd name="T95" fmla="*/ 671 h 1694"/>
                <a:gd name="T96" fmla="*/ 1290 w 1930"/>
                <a:gd name="T97" fmla="*/ 639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30" h="1694">
                  <a:moveTo>
                    <a:pt x="1922" y="804"/>
                  </a:moveTo>
                  <a:cubicBezTo>
                    <a:pt x="1823" y="900"/>
                    <a:pt x="1823" y="900"/>
                    <a:pt x="1823" y="900"/>
                  </a:cubicBezTo>
                  <a:cubicBezTo>
                    <a:pt x="1818" y="905"/>
                    <a:pt x="1813" y="907"/>
                    <a:pt x="1807" y="907"/>
                  </a:cubicBezTo>
                  <a:cubicBezTo>
                    <a:pt x="1801" y="907"/>
                    <a:pt x="1796" y="904"/>
                    <a:pt x="1791" y="900"/>
                  </a:cubicBezTo>
                  <a:cubicBezTo>
                    <a:pt x="1695" y="801"/>
                    <a:pt x="1695" y="801"/>
                    <a:pt x="1695" y="801"/>
                  </a:cubicBezTo>
                  <a:cubicBezTo>
                    <a:pt x="1686" y="792"/>
                    <a:pt x="1687" y="778"/>
                    <a:pt x="1695" y="770"/>
                  </a:cubicBezTo>
                  <a:cubicBezTo>
                    <a:pt x="1704" y="761"/>
                    <a:pt x="1718" y="762"/>
                    <a:pt x="1726" y="770"/>
                  </a:cubicBezTo>
                  <a:cubicBezTo>
                    <a:pt x="1787" y="832"/>
                    <a:pt x="1787" y="832"/>
                    <a:pt x="1787" y="832"/>
                  </a:cubicBezTo>
                  <a:cubicBezTo>
                    <a:pt x="1779" y="456"/>
                    <a:pt x="1511" y="127"/>
                    <a:pt x="1143" y="46"/>
                  </a:cubicBezTo>
                  <a:cubicBezTo>
                    <a:pt x="1131" y="43"/>
                    <a:pt x="1124" y="31"/>
                    <a:pt x="1126" y="19"/>
                  </a:cubicBezTo>
                  <a:cubicBezTo>
                    <a:pt x="1129" y="8"/>
                    <a:pt x="1141" y="0"/>
                    <a:pt x="1152" y="3"/>
                  </a:cubicBezTo>
                  <a:cubicBezTo>
                    <a:pt x="1342" y="44"/>
                    <a:pt x="1514" y="151"/>
                    <a:pt x="1637" y="302"/>
                  </a:cubicBezTo>
                  <a:cubicBezTo>
                    <a:pt x="1759" y="451"/>
                    <a:pt x="1827" y="639"/>
                    <a:pt x="1831" y="831"/>
                  </a:cubicBezTo>
                  <a:cubicBezTo>
                    <a:pt x="1891" y="772"/>
                    <a:pt x="1891" y="772"/>
                    <a:pt x="1891" y="772"/>
                  </a:cubicBezTo>
                  <a:cubicBezTo>
                    <a:pt x="1900" y="764"/>
                    <a:pt x="1914" y="764"/>
                    <a:pt x="1922" y="773"/>
                  </a:cubicBezTo>
                  <a:cubicBezTo>
                    <a:pt x="1930" y="781"/>
                    <a:pt x="1930" y="795"/>
                    <a:pt x="1922" y="804"/>
                  </a:cubicBezTo>
                  <a:close/>
                  <a:moveTo>
                    <a:pt x="787" y="1651"/>
                  </a:moveTo>
                  <a:cubicBezTo>
                    <a:pt x="419" y="1569"/>
                    <a:pt x="151" y="1240"/>
                    <a:pt x="143" y="864"/>
                  </a:cubicBezTo>
                  <a:cubicBezTo>
                    <a:pt x="204" y="926"/>
                    <a:pt x="204" y="926"/>
                    <a:pt x="204" y="926"/>
                  </a:cubicBezTo>
                  <a:cubicBezTo>
                    <a:pt x="208" y="930"/>
                    <a:pt x="214" y="932"/>
                    <a:pt x="219" y="932"/>
                  </a:cubicBezTo>
                  <a:cubicBezTo>
                    <a:pt x="225" y="932"/>
                    <a:pt x="230" y="930"/>
                    <a:pt x="235" y="926"/>
                  </a:cubicBezTo>
                  <a:cubicBezTo>
                    <a:pt x="243" y="918"/>
                    <a:pt x="244" y="904"/>
                    <a:pt x="235" y="895"/>
                  </a:cubicBezTo>
                  <a:cubicBezTo>
                    <a:pt x="139" y="796"/>
                    <a:pt x="139" y="796"/>
                    <a:pt x="139" y="796"/>
                  </a:cubicBezTo>
                  <a:cubicBezTo>
                    <a:pt x="130" y="787"/>
                    <a:pt x="116" y="787"/>
                    <a:pt x="107" y="796"/>
                  </a:cubicBezTo>
                  <a:cubicBezTo>
                    <a:pt x="8" y="892"/>
                    <a:pt x="8" y="892"/>
                    <a:pt x="8" y="892"/>
                  </a:cubicBezTo>
                  <a:cubicBezTo>
                    <a:pt x="0" y="901"/>
                    <a:pt x="0" y="915"/>
                    <a:pt x="8" y="923"/>
                  </a:cubicBezTo>
                  <a:cubicBezTo>
                    <a:pt x="16" y="932"/>
                    <a:pt x="30" y="932"/>
                    <a:pt x="39" y="924"/>
                  </a:cubicBezTo>
                  <a:cubicBezTo>
                    <a:pt x="99" y="865"/>
                    <a:pt x="99" y="865"/>
                    <a:pt x="99" y="865"/>
                  </a:cubicBezTo>
                  <a:cubicBezTo>
                    <a:pt x="103" y="1057"/>
                    <a:pt x="172" y="1245"/>
                    <a:pt x="293" y="1394"/>
                  </a:cubicBezTo>
                  <a:cubicBezTo>
                    <a:pt x="416" y="1545"/>
                    <a:pt x="588" y="1652"/>
                    <a:pt x="778" y="1693"/>
                  </a:cubicBezTo>
                  <a:cubicBezTo>
                    <a:pt x="779" y="1694"/>
                    <a:pt x="781" y="1694"/>
                    <a:pt x="782" y="1694"/>
                  </a:cubicBezTo>
                  <a:cubicBezTo>
                    <a:pt x="792" y="1694"/>
                    <a:pt x="802" y="1687"/>
                    <a:pt x="804" y="1677"/>
                  </a:cubicBezTo>
                  <a:cubicBezTo>
                    <a:pt x="806" y="1665"/>
                    <a:pt x="799" y="1653"/>
                    <a:pt x="787" y="1651"/>
                  </a:cubicBezTo>
                  <a:close/>
                  <a:moveTo>
                    <a:pt x="1473" y="848"/>
                  </a:moveTo>
                  <a:cubicBezTo>
                    <a:pt x="1473" y="1129"/>
                    <a:pt x="1246" y="1356"/>
                    <a:pt x="965" y="1356"/>
                  </a:cubicBezTo>
                  <a:cubicBezTo>
                    <a:pt x="684" y="1356"/>
                    <a:pt x="457" y="1129"/>
                    <a:pt x="457" y="848"/>
                  </a:cubicBezTo>
                  <a:cubicBezTo>
                    <a:pt x="457" y="567"/>
                    <a:pt x="684" y="340"/>
                    <a:pt x="965" y="340"/>
                  </a:cubicBezTo>
                  <a:cubicBezTo>
                    <a:pt x="1246" y="340"/>
                    <a:pt x="1473" y="567"/>
                    <a:pt x="1473" y="848"/>
                  </a:cubicBezTo>
                  <a:close/>
                  <a:moveTo>
                    <a:pt x="1290" y="639"/>
                  </a:moveTo>
                  <a:cubicBezTo>
                    <a:pt x="1281" y="631"/>
                    <a:pt x="1267" y="631"/>
                    <a:pt x="1259" y="640"/>
                  </a:cubicBezTo>
                  <a:cubicBezTo>
                    <a:pt x="921" y="988"/>
                    <a:pt x="921" y="988"/>
                    <a:pt x="921" y="988"/>
                  </a:cubicBezTo>
                  <a:cubicBezTo>
                    <a:pt x="735" y="819"/>
                    <a:pt x="735" y="819"/>
                    <a:pt x="735" y="819"/>
                  </a:cubicBezTo>
                  <a:cubicBezTo>
                    <a:pt x="726" y="810"/>
                    <a:pt x="712" y="811"/>
                    <a:pt x="704" y="820"/>
                  </a:cubicBezTo>
                  <a:cubicBezTo>
                    <a:pt x="696" y="829"/>
                    <a:pt x="696" y="843"/>
                    <a:pt x="705" y="851"/>
                  </a:cubicBezTo>
                  <a:cubicBezTo>
                    <a:pt x="907" y="1035"/>
                    <a:pt x="907" y="1035"/>
                    <a:pt x="907" y="1035"/>
                  </a:cubicBezTo>
                  <a:cubicBezTo>
                    <a:pt x="911" y="1039"/>
                    <a:pt x="916" y="1041"/>
                    <a:pt x="922" y="1041"/>
                  </a:cubicBezTo>
                  <a:cubicBezTo>
                    <a:pt x="927" y="1041"/>
                    <a:pt x="933" y="1039"/>
                    <a:pt x="937" y="1034"/>
                  </a:cubicBezTo>
                  <a:cubicBezTo>
                    <a:pt x="1290" y="671"/>
                    <a:pt x="1290" y="671"/>
                    <a:pt x="1290" y="671"/>
                  </a:cubicBezTo>
                  <a:cubicBezTo>
                    <a:pt x="1299" y="662"/>
                    <a:pt x="1299" y="648"/>
                    <a:pt x="1290" y="63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48" name="Oval 47">
            <a:extLst>
              <a:ext uri="{FF2B5EF4-FFF2-40B4-BE49-F238E27FC236}">
                <a16:creationId xmlns:a16="http://schemas.microsoft.com/office/drawing/2014/main" id="{EC4516E9-EC1A-AA4F-9BF2-E7552BBF379A}"/>
              </a:ext>
            </a:extLst>
          </p:cNvPr>
          <p:cNvSpPr/>
          <p:nvPr/>
        </p:nvSpPr>
        <p:spPr>
          <a:xfrm>
            <a:off x="10581378" y="3045207"/>
            <a:ext cx="650278" cy="78657"/>
          </a:xfrm>
          <a:prstGeom prst="ellipse">
            <a:avLst/>
          </a:prstGeom>
          <a:solidFill>
            <a:schemeClr val="bg1">
              <a:lumMod val="85000"/>
            </a:schemeClr>
          </a:solidFill>
          <a:ln w="9525" cap="rnd" cmpd="sng" algn="ctr">
            <a:solidFill>
              <a:schemeClr val="bg1">
                <a:lumMod val="8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8" name="Rectangle: Rounded Corners 67">
            <a:extLst>
              <a:ext uri="{FF2B5EF4-FFF2-40B4-BE49-F238E27FC236}">
                <a16:creationId xmlns:a16="http://schemas.microsoft.com/office/drawing/2014/main" id="{E6FB3588-A4F8-E273-0C3C-DA2DB7FB4E20}"/>
              </a:ext>
            </a:extLst>
          </p:cNvPr>
          <p:cNvSpPr/>
          <p:nvPr/>
        </p:nvSpPr>
        <p:spPr>
          <a:xfrm rot="3614674">
            <a:off x="10656822" y="2430088"/>
            <a:ext cx="574834" cy="574833"/>
          </a:xfrm>
          <a:prstGeom prst="roundRect">
            <a:avLst/>
          </a:prstGeom>
          <a:solidFill>
            <a:schemeClr val="tx2"/>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9" name="Rectangle: Rounded Corners 68">
            <a:extLst>
              <a:ext uri="{FF2B5EF4-FFF2-40B4-BE49-F238E27FC236}">
                <a16:creationId xmlns:a16="http://schemas.microsoft.com/office/drawing/2014/main" id="{60C4623E-3790-1487-FDBC-6BA10C66F12D}"/>
              </a:ext>
            </a:extLst>
          </p:cNvPr>
          <p:cNvSpPr/>
          <p:nvPr/>
        </p:nvSpPr>
        <p:spPr>
          <a:xfrm rot="2700000">
            <a:off x="10581378" y="2427599"/>
            <a:ext cx="574834" cy="574833"/>
          </a:xfrm>
          <a:prstGeom prst="roundRect">
            <a:avLst/>
          </a:prstGeom>
          <a:solidFill>
            <a:srgbClr val="F2F2F2"/>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grpSp>
        <p:nvGrpSpPr>
          <p:cNvPr id="143" name="bcgIcons_Approved ">
            <a:extLst>
              <a:ext uri="{FF2B5EF4-FFF2-40B4-BE49-F238E27FC236}">
                <a16:creationId xmlns:a16="http://schemas.microsoft.com/office/drawing/2014/main" id="{ED505C66-91CF-C444-AAA8-FE0E07F9AB11}"/>
              </a:ext>
            </a:extLst>
          </p:cNvPr>
          <p:cNvGrpSpPr>
            <a:grpSpLocks noChangeAspect="1"/>
          </p:cNvGrpSpPr>
          <p:nvPr/>
        </p:nvGrpSpPr>
        <p:grpSpPr>
          <a:xfrm>
            <a:off x="10688201" y="2534421"/>
            <a:ext cx="361185" cy="361185"/>
            <a:chOff x="5273675" y="2606675"/>
            <a:chExt cx="1646238" cy="1644650"/>
          </a:xfrm>
        </p:grpSpPr>
        <p:sp>
          <p:nvSpPr>
            <p:cNvPr id="144" name="AutoShape 3">
              <a:extLst>
                <a:ext uri="{FF2B5EF4-FFF2-40B4-BE49-F238E27FC236}">
                  <a16:creationId xmlns:a16="http://schemas.microsoft.com/office/drawing/2014/main" id="{68E58EA8-2E07-789B-B5B8-5CAF3AA22EFE}"/>
                </a:ext>
              </a:extLst>
            </p:cNvPr>
            <p:cNvSpPr>
              <a:spLocks noChangeAspect="1" noChangeArrowheads="1" noTextEdit="1"/>
            </p:cNvSpPr>
            <p:nvPr/>
          </p:nvSpPr>
          <p:spPr bwMode="auto">
            <a:xfrm>
              <a:off x="5273675" y="2606675"/>
              <a:ext cx="1646238"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145" name="Group 144">
              <a:extLst>
                <a:ext uri="{FF2B5EF4-FFF2-40B4-BE49-F238E27FC236}">
                  <a16:creationId xmlns:a16="http://schemas.microsoft.com/office/drawing/2014/main" id="{627FEBE4-20D3-22BC-C577-E41FCABBBED3}"/>
                </a:ext>
              </a:extLst>
            </p:cNvPr>
            <p:cNvGrpSpPr/>
            <p:nvPr/>
          </p:nvGrpSpPr>
          <p:grpSpPr>
            <a:xfrm>
              <a:off x="5646738" y="2774950"/>
              <a:ext cx="999551" cy="1346201"/>
              <a:chOff x="5646738" y="2774950"/>
              <a:chExt cx="999551" cy="1346201"/>
            </a:xfrm>
          </p:grpSpPr>
          <p:sp>
            <p:nvSpPr>
              <p:cNvPr id="146" name="Freeform 26">
                <a:extLst>
                  <a:ext uri="{FF2B5EF4-FFF2-40B4-BE49-F238E27FC236}">
                    <a16:creationId xmlns:a16="http://schemas.microsoft.com/office/drawing/2014/main" id="{B3CFFB0F-71AF-8F19-5EA9-8E3012DF9055}"/>
                  </a:ext>
                </a:extLst>
              </p:cNvPr>
              <p:cNvSpPr>
                <a:spLocks/>
              </p:cNvSpPr>
              <p:nvPr/>
            </p:nvSpPr>
            <p:spPr bwMode="auto">
              <a:xfrm>
                <a:off x="5646738" y="2889250"/>
                <a:ext cx="898525" cy="1192213"/>
              </a:xfrm>
              <a:custGeom>
                <a:avLst/>
                <a:gdLst>
                  <a:gd name="connsiteX0" fmla="*/ 625475 w 898525"/>
                  <a:gd name="connsiteY0" fmla="*/ 0 h 1192213"/>
                  <a:gd name="connsiteX1" fmla="*/ 882800 w 898525"/>
                  <a:gd name="connsiteY1" fmla="*/ 0 h 1192213"/>
                  <a:gd name="connsiteX2" fmla="*/ 898525 w 898525"/>
                  <a:gd name="connsiteY2" fmla="*/ 15701 h 1192213"/>
                  <a:gd name="connsiteX3" fmla="*/ 898525 w 898525"/>
                  <a:gd name="connsiteY3" fmla="*/ 835025 h 1192213"/>
                  <a:gd name="connsiteX4" fmla="*/ 867074 w 898525"/>
                  <a:gd name="connsiteY4" fmla="*/ 823606 h 1192213"/>
                  <a:gd name="connsiteX5" fmla="*/ 867074 w 898525"/>
                  <a:gd name="connsiteY5" fmla="*/ 31403 h 1192213"/>
                  <a:gd name="connsiteX6" fmla="*/ 625475 w 898525"/>
                  <a:gd name="connsiteY6" fmla="*/ 31403 h 1192213"/>
                  <a:gd name="connsiteX7" fmla="*/ 625475 w 898525"/>
                  <a:gd name="connsiteY7" fmla="*/ 0 h 1192213"/>
                  <a:gd name="connsiteX8" fmla="*/ 15734 w 898525"/>
                  <a:gd name="connsiteY8" fmla="*/ 0 h 1192213"/>
                  <a:gd name="connsiteX9" fmla="*/ 273195 w 898525"/>
                  <a:gd name="connsiteY9" fmla="*/ 0 h 1192213"/>
                  <a:gd name="connsiteX10" fmla="*/ 273195 w 898525"/>
                  <a:gd name="connsiteY10" fmla="*/ 31412 h 1192213"/>
                  <a:gd name="connsiteX11" fmla="*/ 31468 w 898525"/>
                  <a:gd name="connsiteY11" fmla="*/ 31412 h 1192213"/>
                  <a:gd name="connsiteX12" fmla="*/ 31468 w 898525"/>
                  <a:gd name="connsiteY12" fmla="*/ 1160802 h 1192213"/>
                  <a:gd name="connsiteX13" fmla="*/ 618622 w 898525"/>
                  <a:gd name="connsiteY13" fmla="*/ 1160802 h 1192213"/>
                  <a:gd name="connsiteX14" fmla="*/ 642938 w 898525"/>
                  <a:gd name="connsiteY14" fmla="*/ 1192213 h 1192213"/>
                  <a:gd name="connsiteX15" fmla="*/ 15734 w 898525"/>
                  <a:gd name="connsiteY15" fmla="*/ 1192213 h 1192213"/>
                  <a:gd name="connsiteX16" fmla="*/ 0 w 898525"/>
                  <a:gd name="connsiteY16" fmla="*/ 1176507 h 1192213"/>
                  <a:gd name="connsiteX17" fmla="*/ 0 w 898525"/>
                  <a:gd name="connsiteY17" fmla="*/ 15706 h 1192213"/>
                  <a:gd name="connsiteX18" fmla="*/ 15734 w 898525"/>
                  <a:gd name="connsiteY18" fmla="*/ 0 h 119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8525" h="1192213">
                    <a:moveTo>
                      <a:pt x="625475" y="0"/>
                    </a:moveTo>
                    <a:cubicBezTo>
                      <a:pt x="625475" y="0"/>
                      <a:pt x="625475" y="0"/>
                      <a:pt x="882800" y="0"/>
                    </a:cubicBezTo>
                    <a:cubicBezTo>
                      <a:pt x="892092" y="0"/>
                      <a:pt x="898525" y="7137"/>
                      <a:pt x="898525" y="15701"/>
                    </a:cubicBezTo>
                    <a:cubicBezTo>
                      <a:pt x="898525" y="15701"/>
                      <a:pt x="898525" y="15701"/>
                      <a:pt x="898525" y="835025"/>
                    </a:cubicBezTo>
                    <a:cubicBezTo>
                      <a:pt x="888518" y="830743"/>
                      <a:pt x="878511" y="826461"/>
                      <a:pt x="867074" y="823606"/>
                    </a:cubicBezTo>
                    <a:cubicBezTo>
                      <a:pt x="867074" y="823606"/>
                      <a:pt x="867074" y="823606"/>
                      <a:pt x="867074" y="31403"/>
                    </a:cubicBezTo>
                    <a:cubicBezTo>
                      <a:pt x="867074" y="31403"/>
                      <a:pt x="867074" y="31403"/>
                      <a:pt x="625475" y="31403"/>
                    </a:cubicBezTo>
                    <a:cubicBezTo>
                      <a:pt x="625475" y="31403"/>
                      <a:pt x="625475" y="31403"/>
                      <a:pt x="625475" y="0"/>
                    </a:cubicBezTo>
                    <a:close/>
                    <a:moveTo>
                      <a:pt x="15734" y="0"/>
                    </a:moveTo>
                    <a:cubicBezTo>
                      <a:pt x="15734" y="0"/>
                      <a:pt x="15734" y="0"/>
                      <a:pt x="273195" y="0"/>
                    </a:cubicBezTo>
                    <a:cubicBezTo>
                      <a:pt x="273195" y="0"/>
                      <a:pt x="273195" y="0"/>
                      <a:pt x="273195" y="31412"/>
                    </a:cubicBezTo>
                    <a:cubicBezTo>
                      <a:pt x="273195" y="31412"/>
                      <a:pt x="273195" y="31412"/>
                      <a:pt x="31468" y="31412"/>
                    </a:cubicBezTo>
                    <a:cubicBezTo>
                      <a:pt x="31468" y="31412"/>
                      <a:pt x="31468" y="31412"/>
                      <a:pt x="31468" y="1160802"/>
                    </a:cubicBezTo>
                    <a:cubicBezTo>
                      <a:pt x="31468" y="1160802"/>
                      <a:pt x="31468" y="1160802"/>
                      <a:pt x="618622" y="1160802"/>
                    </a:cubicBezTo>
                    <a:cubicBezTo>
                      <a:pt x="625774" y="1172224"/>
                      <a:pt x="633641" y="1182932"/>
                      <a:pt x="642938" y="1192213"/>
                    </a:cubicBezTo>
                    <a:cubicBezTo>
                      <a:pt x="642938" y="1192213"/>
                      <a:pt x="642938" y="1192213"/>
                      <a:pt x="15734" y="1192213"/>
                    </a:cubicBezTo>
                    <a:cubicBezTo>
                      <a:pt x="6437" y="1192213"/>
                      <a:pt x="0" y="1185788"/>
                      <a:pt x="0" y="1176507"/>
                    </a:cubicBezTo>
                    <a:cubicBezTo>
                      <a:pt x="0" y="1176507"/>
                      <a:pt x="0" y="1176507"/>
                      <a:pt x="0" y="15706"/>
                    </a:cubicBezTo>
                    <a:cubicBezTo>
                      <a:pt x="0" y="7139"/>
                      <a:pt x="6437" y="0"/>
                      <a:pt x="15734"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147" name="Freeform 25">
                <a:extLst>
                  <a:ext uri="{FF2B5EF4-FFF2-40B4-BE49-F238E27FC236}">
                    <a16:creationId xmlns:a16="http://schemas.microsoft.com/office/drawing/2014/main" id="{E24E63DC-7BE9-B315-64DC-C4572AEED063}"/>
                  </a:ext>
                </a:extLst>
              </p:cNvPr>
              <p:cNvSpPr>
                <a:spLocks/>
              </p:cNvSpPr>
              <p:nvPr/>
            </p:nvSpPr>
            <p:spPr bwMode="auto">
              <a:xfrm>
                <a:off x="5783263" y="2774950"/>
                <a:ext cx="863026" cy="1346201"/>
              </a:xfrm>
              <a:custGeom>
                <a:avLst/>
                <a:gdLst>
                  <a:gd name="connsiteX0" fmla="*/ 789902 w 863026"/>
                  <a:gd name="connsiteY0" fmla="*/ 1074664 h 1346201"/>
                  <a:gd name="connsiteX1" fmla="*/ 778541 w 863026"/>
                  <a:gd name="connsiteY1" fmla="*/ 1078848 h 1346201"/>
                  <a:gd name="connsiteX2" fmla="*/ 762082 w 863026"/>
                  <a:gd name="connsiteY2" fmla="*/ 1094518 h 1346201"/>
                  <a:gd name="connsiteX3" fmla="*/ 730596 w 863026"/>
                  <a:gd name="connsiteY3" fmla="*/ 1124433 h 1346201"/>
                  <a:gd name="connsiteX4" fmla="*/ 627548 w 863026"/>
                  <a:gd name="connsiteY4" fmla="*/ 1223437 h 1346201"/>
                  <a:gd name="connsiteX5" fmla="*/ 558850 w 863026"/>
                  <a:gd name="connsiteY5" fmla="*/ 1155060 h 1346201"/>
                  <a:gd name="connsiteX6" fmla="*/ 536666 w 863026"/>
                  <a:gd name="connsiteY6" fmla="*/ 1155060 h 1346201"/>
                  <a:gd name="connsiteX7" fmla="*/ 536666 w 863026"/>
                  <a:gd name="connsiteY7" fmla="*/ 1177140 h 1346201"/>
                  <a:gd name="connsiteX8" fmla="*/ 616098 w 863026"/>
                  <a:gd name="connsiteY8" fmla="*/ 1256202 h 1346201"/>
                  <a:gd name="connsiteX9" fmla="*/ 626832 w 863026"/>
                  <a:gd name="connsiteY9" fmla="*/ 1260475 h 1346201"/>
                  <a:gd name="connsiteX10" fmla="*/ 637567 w 863026"/>
                  <a:gd name="connsiteY10" fmla="*/ 1256202 h 1346201"/>
                  <a:gd name="connsiteX11" fmla="*/ 730596 w 863026"/>
                  <a:gd name="connsiteY11" fmla="*/ 1167881 h 1346201"/>
                  <a:gd name="connsiteX12" fmla="*/ 762082 w 863026"/>
                  <a:gd name="connsiteY12" fmla="*/ 1137966 h 1346201"/>
                  <a:gd name="connsiteX13" fmla="*/ 800010 w 863026"/>
                  <a:gd name="connsiteY13" fmla="*/ 1101641 h 1346201"/>
                  <a:gd name="connsiteX14" fmla="*/ 800725 w 863026"/>
                  <a:gd name="connsiteY14" fmla="*/ 1079560 h 1346201"/>
                  <a:gd name="connsiteX15" fmla="*/ 789902 w 863026"/>
                  <a:gd name="connsiteY15" fmla="*/ 1074664 h 1346201"/>
                  <a:gd name="connsiteX16" fmla="*/ 15705 w 863026"/>
                  <a:gd name="connsiteY16" fmla="*/ 1057275 h 1346201"/>
                  <a:gd name="connsiteX17" fmla="*/ 468313 w 863026"/>
                  <a:gd name="connsiteY17" fmla="*/ 1057275 h 1346201"/>
                  <a:gd name="connsiteX18" fmla="*/ 456177 w 863026"/>
                  <a:gd name="connsiteY18" fmla="*/ 1089025 h 1346201"/>
                  <a:gd name="connsiteX19" fmla="*/ 15705 w 863026"/>
                  <a:gd name="connsiteY19" fmla="*/ 1089025 h 1346201"/>
                  <a:gd name="connsiteX20" fmla="*/ 0 w 863026"/>
                  <a:gd name="connsiteY20" fmla="*/ 1073150 h 1346201"/>
                  <a:gd name="connsiteX21" fmla="*/ 15705 w 863026"/>
                  <a:gd name="connsiteY21" fmla="*/ 1057275 h 1346201"/>
                  <a:gd name="connsiteX22" fmla="*/ 670322 w 863026"/>
                  <a:gd name="connsiteY22" fmla="*/ 960438 h 1346201"/>
                  <a:gd name="connsiteX23" fmla="*/ 731044 w 863026"/>
                  <a:gd name="connsiteY23" fmla="*/ 970439 h 1346201"/>
                  <a:gd name="connsiteX24" fmla="*/ 762477 w 863026"/>
                  <a:gd name="connsiteY24" fmla="*/ 984013 h 1346201"/>
                  <a:gd name="connsiteX25" fmla="*/ 808911 w 863026"/>
                  <a:gd name="connsiteY25" fmla="*/ 1019731 h 1346201"/>
                  <a:gd name="connsiteX26" fmla="*/ 820341 w 863026"/>
                  <a:gd name="connsiteY26" fmla="*/ 1274764 h 1346201"/>
                  <a:gd name="connsiteX27" fmla="*/ 803911 w 863026"/>
                  <a:gd name="connsiteY27" fmla="*/ 1292623 h 1346201"/>
                  <a:gd name="connsiteX28" fmla="*/ 788194 w 863026"/>
                  <a:gd name="connsiteY28" fmla="*/ 1306196 h 1346201"/>
                  <a:gd name="connsiteX29" fmla="*/ 787480 w 863026"/>
                  <a:gd name="connsiteY29" fmla="*/ 1306196 h 1346201"/>
                  <a:gd name="connsiteX30" fmla="*/ 670322 w 863026"/>
                  <a:gd name="connsiteY30" fmla="*/ 1346201 h 1346201"/>
                  <a:gd name="connsiteX31" fmla="*/ 552450 w 863026"/>
                  <a:gd name="connsiteY31" fmla="*/ 1306196 h 1346201"/>
                  <a:gd name="connsiteX32" fmla="*/ 531019 w 863026"/>
                  <a:gd name="connsiteY32" fmla="*/ 1287622 h 1346201"/>
                  <a:gd name="connsiteX33" fmla="*/ 520303 w 863026"/>
                  <a:gd name="connsiteY33" fmla="*/ 1274764 h 1346201"/>
                  <a:gd name="connsiteX34" fmla="*/ 488871 w 863026"/>
                  <a:gd name="connsiteY34" fmla="*/ 1088311 h 1346201"/>
                  <a:gd name="connsiteX35" fmla="*/ 503158 w 863026"/>
                  <a:gd name="connsiteY35" fmla="*/ 1056879 h 1346201"/>
                  <a:gd name="connsiteX36" fmla="*/ 536734 w 863026"/>
                  <a:gd name="connsiteY36" fmla="*/ 1014731 h 1346201"/>
                  <a:gd name="connsiteX37" fmla="*/ 603885 w 863026"/>
                  <a:gd name="connsiteY37" fmla="*/ 972583 h 1346201"/>
                  <a:gd name="connsiteX38" fmla="*/ 623888 w 863026"/>
                  <a:gd name="connsiteY38" fmla="*/ 966153 h 1346201"/>
                  <a:gd name="connsiteX39" fmla="*/ 670322 w 863026"/>
                  <a:gd name="connsiteY39" fmla="*/ 960438 h 1346201"/>
                  <a:gd name="connsiteX40" fmla="*/ 15693 w 863026"/>
                  <a:gd name="connsiteY40" fmla="*/ 941388 h 1346201"/>
                  <a:gd name="connsiteX41" fmla="*/ 598488 w 863026"/>
                  <a:gd name="connsiteY41" fmla="*/ 941388 h 1346201"/>
                  <a:gd name="connsiteX42" fmla="*/ 537855 w 863026"/>
                  <a:gd name="connsiteY42" fmla="*/ 973138 h 1346201"/>
                  <a:gd name="connsiteX43" fmla="*/ 15693 w 863026"/>
                  <a:gd name="connsiteY43" fmla="*/ 973138 h 1346201"/>
                  <a:gd name="connsiteX44" fmla="*/ 0 w 863026"/>
                  <a:gd name="connsiteY44" fmla="*/ 957263 h 1346201"/>
                  <a:gd name="connsiteX45" fmla="*/ 15693 w 863026"/>
                  <a:gd name="connsiteY45" fmla="*/ 941388 h 1346201"/>
                  <a:gd name="connsiteX46" fmla="*/ 15712 w 863026"/>
                  <a:gd name="connsiteY46" fmla="*/ 825500 h 1346201"/>
                  <a:gd name="connsiteX47" fmla="*/ 611351 w 863026"/>
                  <a:gd name="connsiteY47" fmla="*/ 825500 h 1346201"/>
                  <a:gd name="connsiteX48" fmla="*/ 627063 w 863026"/>
                  <a:gd name="connsiteY48" fmla="*/ 841375 h 1346201"/>
                  <a:gd name="connsiteX49" fmla="*/ 611351 w 863026"/>
                  <a:gd name="connsiteY49" fmla="*/ 857250 h 1346201"/>
                  <a:gd name="connsiteX50" fmla="*/ 15712 w 863026"/>
                  <a:gd name="connsiteY50" fmla="*/ 857250 h 1346201"/>
                  <a:gd name="connsiteX51" fmla="*/ 0 w 863026"/>
                  <a:gd name="connsiteY51" fmla="*/ 841375 h 1346201"/>
                  <a:gd name="connsiteX52" fmla="*/ 15712 w 863026"/>
                  <a:gd name="connsiteY52" fmla="*/ 825500 h 1346201"/>
                  <a:gd name="connsiteX53" fmla="*/ 15712 w 863026"/>
                  <a:gd name="connsiteY53" fmla="*/ 709613 h 1346201"/>
                  <a:gd name="connsiteX54" fmla="*/ 611351 w 863026"/>
                  <a:gd name="connsiteY54" fmla="*/ 709613 h 1346201"/>
                  <a:gd name="connsiteX55" fmla="*/ 627063 w 863026"/>
                  <a:gd name="connsiteY55" fmla="*/ 725488 h 1346201"/>
                  <a:gd name="connsiteX56" fmla="*/ 611351 w 863026"/>
                  <a:gd name="connsiteY56" fmla="*/ 741363 h 1346201"/>
                  <a:gd name="connsiteX57" fmla="*/ 15712 w 863026"/>
                  <a:gd name="connsiteY57" fmla="*/ 741363 h 1346201"/>
                  <a:gd name="connsiteX58" fmla="*/ 0 w 863026"/>
                  <a:gd name="connsiteY58" fmla="*/ 725488 h 1346201"/>
                  <a:gd name="connsiteX59" fmla="*/ 15712 w 863026"/>
                  <a:gd name="connsiteY59" fmla="*/ 709613 h 1346201"/>
                  <a:gd name="connsiteX60" fmla="*/ 15712 w 863026"/>
                  <a:gd name="connsiteY60" fmla="*/ 593725 h 1346201"/>
                  <a:gd name="connsiteX61" fmla="*/ 611351 w 863026"/>
                  <a:gd name="connsiteY61" fmla="*/ 593725 h 1346201"/>
                  <a:gd name="connsiteX62" fmla="*/ 627063 w 863026"/>
                  <a:gd name="connsiteY62" fmla="*/ 609600 h 1346201"/>
                  <a:gd name="connsiteX63" fmla="*/ 611351 w 863026"/>
                  <a:gd name="connsiteY63" fmla="*/ 625475 h 1346201"/>
                  <a:gd name="connsiteX64" fmla="*/ 15712 w 863026"/>
                  <a:gd name="connsiteY64" fmla="*/ 625475 h 1346201"/>
                  <a:gd name="connsiteX65" fmla="*/ 0 w 863026"/>
                  <a:gd name="connsiteY65" fmla="*/ 609600 h 1346201"/>
                  <a:gd name="connsiteX66" fmla="*/ 15712 w 863026"/>
                  <a:gd name="connsiteY66" fmla="*/ 593725 h 1346201"/>
                  <a:gd name="connsiteX67" fmla="*/ 15712 w 863026"/>
                  <a:gd name="connsiteY67" fmla="*/ 477838 h 1346201"/>
                  <a:gd name="connsiteX68" fmla="*/ 611351 w 863026"/>
                  <a:gd name="connsiteY68" fmla="*/ 477838 h 1346201"/>
                  <a:gd name="connsiteX69" fmla="*/ 627063 w 863026"/>
                  <a:gd name="connsiteY69" fmla="*/ 493713 h 1346201"/>
                  <a:gd name="connsiteX70" fmla="*/ 611351 w 863026"/>
                  <a:gd name="connsiteY70" fmla="*/ 509588 h 1346201"/>
                  <a:gd name="connsiteX71" fmla="*/ 15712 w 863026"/>
                  <a:gd name="connsiteY71" fmla="*/ 509588 h 1346201"/>
                  <a:gd name="connsiteX72" fmla="*/ 0 w 863026"/>
                  <a:gd name="connsiteY72" fmla="*/ 493713 h 1346201"/>
                  <a:gd name="connsiteX73" fmla="*/ 15712 w 863026"/>
                  <a:gd name="connsiteY73" fmla="*/ 477838 h 1346201"/>
                  <a:gd name="connsiteX74" fmla="*/ 15712 w 863026"/>
                  <a:gd name="connsiteY74" fmla="*/ 361950 h 1346201"/>
                  <a:gd name="connsiteX75" fmla="*/ 611351 w 863026"/>
                  <a:gd name="connsiteY75" fmla="*/ 361950 h 1346201"/>
                  <a:gd name="connsiteX76" fmla="*/ 627063 w 863026"/>
                  <a:gd name="connsiteY76" fmla="*/ 377825 h 1346201"/>
                  <a:gd name="connsiteX77" fmla="*/ 611351 w 863026"/>
                  <a:gd name="connsiteY77" fmla="*/ 393700 h 1346201"/>
                  <a:gd name="connsiteX78" fmla="*/ 15712 w 863026"/>
                  <a:gd name="connsiteY78" fmla="*/ 393700 h 1346201"/>
                  <a:gd name="connsiteX79" fmla="*/ 0 w 863026"/>
                  <a:gd name="connsiteY79" fmla="*/ 377825 h 1346201"/>
                  <a:gd name="connsiteX80" fmla="*/ 15712 w 863026"/>
                  <a:gd name="connsiteY80" fmla="*/ 361950 h 1346201"/>
                  <a:gd name="connsiteX81" fmla="*/ 312738 w 863026"/>
                  <a:gd name="connsiteY81" fmla="*/ 31750 h 1346201"/>
                  <a:gd name="connsiteX82" fmla="*/ 290655 w 863026"/>
                  <a:gd name="connsiteY82" fmla="*/ 35314 h 1346201"/>
                  <a:gd name="connsiteX83" fmla="*/ 257175 w 863026"/>
                  <a:gd name="connsiteY83" fmla="*/ 66675 h 1346201"/>
                  <a:gd name="connsiteX84" fmla="*/ 368300 w 863026"/>
                  <a:gd name="connsiteY84" fmla="*/ 66675 h 1346201"/>
                  <a:gd name="connsiteX85" fmla="*/ 334820 w 863026"/>
                  <a:gd name="connsiteY85" fmla="*/ 35314 h 1346201"/>
                  <a:gd name="connsiteX86" fmla="*/ 312738 w 863026"/>
                  <a:gd name="connsiteY86" fmla="*/ 31750 h 1346201"/>
                  <a:gd name="connsiteX87" fmla="*/ 312737 w 863026"/>
                  <a:gd name="connsiteY87" fmla="*/ 0 h 1346201"/>
                  <a:gd name="connsiteX88" fmla="*/ 385762 w 863026"/>
                  <a:gd name="connsiteY88" fmla="*/ 34890 h 1346201"/>
                  <a:gd name="connsiteX89" fmla="*/ 402229 w 863026"/>
                  <a:gd name="connsiteY89" fmla="*/ 66220 h 1346201"/>
                  <a:gd name="connsiteX90" fmla="*/ 451628 w 863026"/>
                  <a:gd name="connsiteY90" fmla="*/ 66220 h 1346201"/>
                  <a:gd name="connsiteX91" fmla="*/ 458787 w 863026"/>
                  <a:gd name="connsiteY91" fmla="*/ 73340 h 1346201"/>
                  <a:gd name="connsiteX92" fmla="*/ 458787 w 863026"/>
                  <a:gd name="connsiteY92" fmla="*/ 113927 h 1346201"/>
                  <a:gd name="connsiteX93" fmla="*/ 458787 w 863026"/>
                  <a:gd name="connsiteY93" fmla="*/ 145256 h 1346201"/>
                  <a:gd name="connsiteX94" fmla="*/ 458787 w 863026"/>
                  <a:gd name="connsiteY94" fmla="*/ 178010 h 1346201"/>
                  <a:gd name="connsiteX95" fmla="*/ 443037 w 863026"/>
                  <a:gd name="connsiteY95" fmla="*/ 193675 h 1346201"/>
                  <a:gd name="connsiteX96" fmla="*/ 182438 w 863026"/>
                  <a:gd name="connsiteY96" fmla="*/ 193675 h 1346201"/>
                  <a:gd name="connsiteX97" fmla="*/ 166687 w 863026"/>
                  <a:gd name="connsiteY97" fmla="*/ 178010 h 1346201"/>
                  <a:gd name="connsiteX98" fmla="*/ 166687 w 863026"/>
                  <a:gd name="connsiteY98" fmla="*/ 145256 h 1346201"/>
                  <a:gd name="connsiteX99" fmla="*/ 166687 w 863026"/>
                  <a:gd name="connsiteY99" fmla="*/ 113927 h 1346201"/>
                  <a:gd name="connsiteX100" fmla="*/ 166687 w 863026"/>
                  <a:gd name="connsiteY100" fmla="*/ 73340 h 1346201"/>
                  <a:gd name="connsiteX101" fmla="*/ 173847 w 863026"/>
                  <a:gd name="connsiteY101" fmla="*/ 66220 h 1346201"/>
                  <a:gd name="connsiteX102" fmla="*/ 223246 w 863026"/>
                  <a:gd name="connsiteY102" fmla="*/ 66220 h 1346201"/>
                  <a:gd name="connsiteX103" fmla="*/ 239712 w 863026"/>
                  <a:gd name="connsiteY103" fmla="*/ 34890 h 1346201"/>
                  <a:gd name="connsiteX104" fmla="*/ 312737 w 863026"/>
                  <a:gd name="connsiteY104" fmla="*/ 0 h 134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863026" h="1346201">
                    <a:moveTo>
                      <a:pt x="789902" y="1074664"/>
                    </a:moveTo>
                    <a:cubicBezTo>
                      <a:pt x="785876" y="1074575"/>
                      <a:pt x="781761" y="1075999"/>
                      <a:pt x="778541" y="1078848"/>
                    </a:cubicBezTo>
                    <a:cubicBezTo>
                      <a:pt x="778541" y="1078848"/>
                      <a:pt x="778541" y="1078848"/>
                      <a:pt x="762082" y="1094518"/>
                    </a:cubicBezTo>
                    <a:cubicBezTo>
                      <a:pt x="762082" y="1094518"/>
                      <a:pt x="762082" y="1094518"/>
                      <a:pt x="730596" y="1124433"/>
                    </a:cubicBezTo>
                    <a:cubicBezTo>
                      <a:pt x="730596" y="1124433"/>
                      <a:pt x="730596" y="1124433"/>
                      <a:pt x="627548" y="1223437"/>
                    </a:cubicBezTo>
                    <a:cubicBezTo>
                      <a:pt x="627548" y="1223437"/>
                      <a:pt x="627548" y="1223437"/>
                      <a:pt x="558850" y="1155060"/>
                    </a:cubicBezTo>
                    <a:cubicBezTo>
                      <a:pt x="552409" y="1148650"/>
                      <a:pt x="542391" y="1148650"/>
                      <a:pt x="536666" y="1155060"/>
                    </a:cubicBezTo>
                    <a:cubicBezTo>
                      <a:pt x="530225" y="1160758"/>
                      <a:pt x="530225" y="1170730"/>
                      <a:pt x="536666" y="1177140"/>
                    </a:cubicBezTo>
                    <a:cubicBezTo>
                      <a:pt x="536666" y="1177140"/>
                      <a:pt x="536666" y="1177140"/>
                      <a:pt x="616098" y="1256202"/>
                    </a:cubicBezTo>
                    <a:cubicBezTo>
                      <a:pt x="618961" y="1259051"/>
                      <a:pt x="623254" y="1260475"/>
                      <a:pt x="626832" y="1260475"/>
                    </a:cubicBezTo>
                    <a:cubicBezTo>
                      <a:pt x="631126" y="1260475"/>
                      <a:pt x="634704" y="1259051"/>
                      <a:pt x="637567" y="1256202"/>
                    </a:cubicBezTo>
                    <a:cubicBezTo>
                      <a:pt x="637567" y="1256202"/>
                      <a:pt x="637567" y="1256202"/>
                      <a:pt x="730596" y="1167881"/>
                    </a:cubicBezTo>
                    <a:cubicBezTo>
                      <a:pt x="730596" y="1167881"/>
                      <a:pt x="730596" y="1167881"/>
                      <a:pt x="762082" y="1137966"/>
                    </a:cubicBezTo>
                    <a:cubicBezTo>
                      <a:pt x="762082" y="1137966"/>
                      <a:pt x="762082" y="1137966"/>
                      <a:pt x="800010" y="1101641"/>
                    </a:cubicBezTo>
                    <a:cubicBezTo>
                      <a:pt x="806450" y="1095943"/>
                      <a:pt x="806450" y="1085971"/>
                      <a:pt x="800725" y="1079560"/>
                    </a:cubicBezTo>
                    <a:cubicBezTo>
                      <a:pt x="797863" y="1076355"/>
                      <a:pt x="793927" y="1074753"/>
                      <a:pt x="789902" y="1074664"/>
                    </a:cubicBezTo>
                    <a:close/>
                    <a:moveTo>
                      <a:pt x="15705" y="1057275"/>
                    </a:moveTo>
                    <a:cubicBezTo>
                      <a:pt x="15705" y="1057275"/>
                      <a:pt x="15705" y="1057275"/>
                      <a:pt x="468313" y="1057275"/>
                    </a:cubicBezTo>
                    <a:cubicBezTo>
                      <a:pt x="463316" y="1067377"/>
                      <a:pt x="459032" y="1078201"/>
                      <a:pt x="456177" y="1089025"/>
                    </a:cubicBezTo>
                    <a:cubicBezTo>
                      <a:pt x="456177" y="1089025"/>
                      <a:pt x="456177" y="1089025"/>
                      <a:pt x="15705" y="1089025"/>
                    </a:cubicBezTo>
                    <a:cubicBezTo>
                      <a:pt x="6425" y="1089025"/>
                      <a:pt x="0" y="1081809"/>
                      <a:pt x="0" y="1073150"/>
                    </a:cubicBezTo>
                    <a:cubicBezTo>
                      <a:pt x="0" y="1064491"/>
                      <a:pt x="6425" y="1057275"/>
                      <a:pt x="15705" y="1057275"/>
                    </a:cubicBezTo>
                    <a:close/>
                    <a:moveTo>
                      <a:pt x="670322" y="960438"/>
                    </a:moveTo>
                    <a:cubicBezTo>
                      <a:pt x="691039" y="960438"/>
                      <a:pt x="711756" y="964010"/>
                      <a:pt x="731044" y="970439"/>
                    </a:cubicBezTo>
                    <a:cubicBezTo>
                      <a:pt x="742474" y="974011"/>
                      <a:pt x="752476" y="979012"/>
                      <a:pt x="762477" y="984013"/>
                    </a:cubicBezTo>
                    <a:cubicBezTo>
                      <a:pt x="779622" y="993299"/>
                      <a:pt x="795338" y="1005444"/>
                      <a:pt x="808911" y="1019731"/>
                    </a:cubicBezTo>
                    <a:cubicBezTo>
                      <a:pt x="876777" y="1089740"/>
                      <a:pt x="881063" y="1199754"/>
                      <a:pt x="820341" y="1274764"/>
                    </a:cubicBezTo>
                    <a:cubicBezTo>
                      <a:pt x="815341" y="1281193"/>
                      <a:pt x="809626" y="1286908"/>
                      <a:pt x="803911" y="1292623"/>
                    </a:cubicBezTo>
                    <a:cubicBezTo>
                      <a:pt x="797481" y="1298338"/>
                      <a:pt x="793195" y="1302624"/>
                      <a:pt x="788194" y="1306196"/>
                    </a:cubicBezTo>
                    <a:cubicBezTo>
                      <a:pt x="788194" y="1306196"/>
                      <a:pt x="788194" y="1306196"/>
                      <a:pt x="787480" y="1306196"/>
                    </a:cubicBezTo>
                    <a:cubicBezTo>
                      <a:pt x="754619" y="1331914"/>
                      <a:pt x="712471" y="1346201"/>
                      <a:pt x="670322" y="1346201"/>
                    </a:cubicBezTo>
                    <a:cubicBezTo>
                      <a:pt x="626745" y="1346201"/>
                      <a:pt x="586026" y="1332628"/>
                      <a:pt x="552450" y="1306196"/>
                    </a:cubicBezTo>
                    <a:cubicBezTo>
                      <a:pt x="545307" y="1300481"/>
                      <a:pt x="538163" y="1294052"/>
                      <a:pt x="531019" y="1287622"/>
                    </a:cubicBezTo>
                    <a:cubicBezTo>
                      <a:pt x="527447" y="1283336"/>
                      <a:pt x="523875" y="1279050"/>
                      <a:pt x="520303" y="1274764"/>
                    </a:cubicBezTo>
                    <a:cubicBezTo>
                      <a:pt x="476727" y="1221900"/>
                      <a:pt x="466725" y="1150462"/>
                      <a:pt x="488871" y="1088311"/>
                    </a:cubicBezTo>
                    <a:cubicBezTo>
                      <a:pt x="492443" y="1077596"/>
                      <a:pt x="497443" y="1066880"/>
                      <a:pt x="503158" y="1056879"/>
                    </a:cubicBezTo>
                    <a:cubicBezTo>
                      <a:pt x="512445" y="1041877"/>
                      <a:pt x="523161" y="1027589"/>
                      <a:pt x="536734" y="1014731"/>
                    </a:cubicBezTo>
                    <a:cubicBezTo>
                      <a:pt x="556022" y="995443"/>
                      <a:pt x="578882" y="981155"/>
                      <a:pt x="603885" y="972583"/>
                    </a:cubicBezTo>
                    <a:cubicBezTo>
                      <a:pt x="610315" y="969725"/>
                      <a:pt x="616744" y="968296"/>
                      <a:pt x="623888" y="966153"/>
                    </a:cubicBezTo>
                    <a:cubicBezTo>
                      <a:pt x="638890" y="962581"/>
                      <a:pt x="654606" y="960438"/>
                      <a:pt x="670322" y="960438"/>
                    </a:cubicBezTo>
                    <a:close/>
                    <a:moveTo>
                      <a:pt x="15693" y="941388"/>
                    </a:moveTo>
                    <a:cubicBezTo>
                      <a:pt x="15693" y="941388"/>
                      <a:pt x="15693" y="941388"/>
                      <a:pt x="598488" y="941388"/>
                    </a:cubicBezTo>
                    <a:cubicBezTo>
                      <a:pt x="576375" y="948604"/>
                      <a:pt x="556401" y="959428"/>
                      <a:pt x="537855" y="973138"/>
                    </a:cubicBezTo>
                    <a:cubicBezTo>
                      <a:pt x="537855" y="973138"/>
                      <a:pt x="537855" y="973138"/>
                      <a:pt x="15693" y="973138"/>
                    </a:cubicBezTo>
                    <a:cubicBezTo>
                      <a:pt x="6420" y="973138"/>
                      <a:pt x="0" y="965922"/>
                      <a:pt x="0" y="957263"/>
                    </a:cubicBezTo>
                    <a:cubicBezTo>
                      <a:pt x="0" y="948604"/>
                      <a:pt x="6420" y="941388"/>
                      <a:pt x="15693" y="941388"/>
                    </a:cubicBezTo>
                    <a:close/>
                    <a:moveTo>
                      <a:pt x="15712" y="825500"/>
                    </a:moveTo>
                    <a:cubicBezTo>
                      <a:pt x="15712" y="825500"/>
                      <a:pt x="15712" y="825500"/>
                      <a:pt x="611351" y="825500"/>
                    </a:cubicBezTo>
                    <a:cubicBezTo>
                      <a:pt x="620635" y="825500"/>
                      <a:pt x="627063" y="832716"/>
                      <a:pt x="627063" y="841375"/>
                    </a:cubicBezTo>
                    <a:cubicBezTo>
                      <a:pt x="627063" y="850756"/>
                      <a:pt x="620635" y="857250"/>
                      <a:pt x="611351" y="857250"/>
                    </a:cubicBezTo>
                    <a:cubicBezTo>
                      <a:pt x="611351" y="857250"/>
                      <a:pt x="611351" y="857250"/>
                      <a:pt x="15712" y="857250"/>
                    </a:cubicBezTo>
                    <a:cubicBezTo>
                      <a:pt x="6428" y="857250"/>
                      <a:pt x="0" y="850756"/>
                      <a:pt x="0" y="841375"/>
                    </a:cubicBezTo>
                    <a:cubicBezTo>
                      <a:pt x="0" y="832716"/>
                      <a:pt x="6428" y="825500"/>
                      <a:pt x="15712" y="825500"/>
                    </a:cubicBezTo>
                    <a:close/>
                    <a:moveTo>
                      <a:pt x="15712" y="709613"/>
                    </a:moveTo>
                    <a:cubicBezTo>
                      <a:pt x="15712" y="709613"/>
                      <a:pt x="15712" y="709613"/>
                      <a:pt x="611351" y="709613"/>
                    </a:cubicBezTo>
                    <a:cubicBezTo>
                      <a:pt x="620635" y="709613"/>
                      <a:pt x="627063" y="716829"/>
                      <a:pt x="627063" y="725488"/>
                    </a:cubicBezTo>
                    <a:cubicBezTo>
                      <a:pt x="627063" y="734147"/>
                      <a:pt x="620635" y="741363"/>
                      <a:pt x="611351" y="741363"/>
                    </a:cubicBezTo>
                    <a:cubicBezTo>
                      <a:pt x="611351" y="741363"/>
                      <a:pt x="611351" y="741363"/>
                      <a:pt x="15712" y="741363"/>
                    </a:cubicBezTo>
                    <a:cubicBezTo>
                      <a:pt x="6428" y="741363"/>
                      <a:pt x="0" y="734147"/>
                      <a:pt x="0" y="725488"/>
                    </a:cubicBezTo>
                    <a:cubicBezTo>
                      <a:pt x="0" y="716829"/>
                      <a:pt x="6428" y="709613"/>
                      <a:pt x="15712" y="709613"/>
                    </a:cubicBezTo>
                    <a:close/>
                    <a:moveTo>
                      <a:pt x="15712" y="593725"/>
                    </a:moveTo>
                    <a:cubicBezTo>
                      <a:pt x="15712" y="593725"/>
                      <a:pt x="15712" y="593725"/>
                      <a:pt x="611351" y="593725"/>
                    </a:cubicBezTo>
                    <a:cubicBezTo>
                      <a:pt x="620635" y="593725"/>
                      <a:pt x="627063" y="600941"/>
                      <a:pt x="627063" y="609600"/>
                    </a:cubicBezTo>
                    <a:cubicBezTo>
                      <a:pt x="627063" y="618259"/>
                      <a:pt x="620635" y="625475"/>
                      <a:pt x="611351" y="625475"/>
                    </a:cubicBezTo>
                    <a:cubicBezTo>
                      <a:pt x="611351" y="625475"/>
                      <a:pt x="611351" y="625475"/>
                      <a:pt x="15712" y="625475"/>
                    </a:cubicBezTo>
                    <a:cubicBezTo>
                      <a:pt x="6428" y="625475"/>
                      <a:pt x="0" y="618259"/>
                      <a:pt x="0" y="609600"/>
                    </a:cubicBezTo>
                    <a:cubicBezTo>
                      <a:pt x="0" y="600941"/>
                      <a:pt x="6428" y="593725"/>
                      <a:pt x="15712" y="593725"/>
                    </a:cubicBezTo>
                    <a:close/>
                    <a:moveTo>
                      <a:pt x="15712" y="477838"/>
                    </a:moveTo>
                    <a:cubicBezTo>
                      <a:pt x="15712" y="477838"/>
                      <a:pt x="15712" y="477838"/>
                      <a:pt x="611351" y="477838"/>
                    </a:cubicBezTo>
                    <a:cubicBezTo>
                      <a:pt x="620635" y="477838"/>
                      <a:pt x="627063" y="484332"/>
                      <a:pt x="627063" y="493713"/>
                    </a:cubicBezTo>
                    <a:cubicBezTo>
                      <a:pt x="627063" y="502372"/>
                      <a:pt x="620635" y="509588"/>
                      <a:pt x="611351" y="509588"/>
                    </a:cubicBezTo>
                    <a:cubicBezTo>
                      <a:pt x="611351" y="509588"/>
                      <a:pt x="611351" y="509588"/>
                      <a:pt x="15712" y="509588"/>
                    </a:cubicBezTo>
                    <a:cubicBezTo>
                      <a:pt x="6428" y="509588"/>
                      <a:pt x="0" y="502372"/>
                      <a:pt x="0" y="493713"/>
                    </a:cubicBezTo>
                    <a:cubicBezTo>
                      <a:pt x="0" y="484332"/>
                      <a:pt x="6428" y="477838"/>
                      <a:pt x="15712" y="477838"/>
                    </a:cubicBezTo>
                    <a:close/>
                    <a:moveTo>
                      <a:pt x="15712" y="361950"/>
                    </a:moveTo>
                    <a:cubicBezTo>
                      <a:pt x="15712" y="361950"/>
                      <a:pt x="15712" y="361950"/>
                      <a:pt x="611351" y="361950"/>
                    </a:cubicBezTo>
                    <a:cubicBezTo>
                      <a:pt x="620635" y="361950"/>
                      <a:pt x="627063" y="369166"/>
                      <a:pt x="627063" y="377825"/>
                    </a:cubicBezTo>
                    <a:cubicBezTo>
                      <a:pt x="627063" y="386484"/>
                      <a:pt x="620635" y="393700"/>
                      <a:pt x="611351" y="393700"/>
                    </a:cubicBezTo>
                    <a:cubicBezTo>
                      <a:pt x="611351" y="393700"/>
                      <a:pt x="611351" y="393700"/>
                      <a:pt x="15712" y="393700"/>
                    </a:cubicBezTo>
                    <a:cubicBezTo>
                      <a:pt x="6428" y="393700"/>
                      <a:pt x="0" y="386484"/>
                      <a:pt x="0" y="377825"/>
                    </a:cubicBezTo>
                    <a:cubicBezTo>
                      <a:pt x="0" y="369166"/>
                      <a:pt x="6428" y="361950"/>
                      <a:pt x="15712" y="361950"/>
                    </a:cubicBezTo>
                    <a:close/>
                    <a:moveTo>
                      <a:pt x="312738" y="31750"/>
                    </a:moveTo>
                    <a:cubicBezTo>
                      <a:pt x="304902" y="31750"/>
                      <a:pt x="297779" y="33176"/>
                      <a:pt x="290655" y="35314"/>
                    </a:cubicBezTo>
                    <a:cubicBezTo>
                      <a:pt x="276408" y="41016"/>
                      <a:pt x="264299" y="52420"/>
                      <a:pt x="257175" y="66675"/>
                    </a:cubicBezTo>
                    <a:cubicBezTo>
                      <a:pt x="257175" y="66675"/>
                      <a:pt x="257175" y="66675"/>
                      <a:pt x="368300" y="66675"/>
                    </a:cubicBezTo>
                    <a:cubicBezTo>
                      <a:pt x="361177" y="52420"/>
                      <a:pt x="349067" y="41016"/>
                      <a:pt x="334820" y="35314"/>
                    </a:cubicBezTo>
                    <a:cubicBezTo>
                      <a:pt x="327697" y="33176"/>
                      <a:pt x="320573" y="31750"/>
                      <a:pt x="312738" y="31750"/>
                    </a:cubicBezTo>
                    <a:close/>
                    <a:moveTo>
                      <a:pt x="312737" y="0"/>
                    </a:moveTo>
                    <a:cubicBezTo>
                      <a:pt x="342090" y="0"/>
                      <a:pt x="368580" y="13529"/>
                      <a:pt x="385762" y="34890"/>
                    </a:cubicBezTo>
                    <a:cubicBezTo>
                      <a:pt x="392922" y="44147"/>
                      <a:pt x="398649" y="54827"/>
                      <a:pt x="402229" y="66220"/>
                    </a:cubicBezTo>
                    <a:cubicBezTo>
                      <a:pt x="402229" y="66220"/>
                      <a:pt x="402229" y="66220"/>
                      <a:pt x="451628" y="66220"/>
                    </a:cubicBezTo>
                    <a:cubicBezTo>
                      <a:pt x="455208" y="66220"/>
                      <a:pt x="458787" y="69068"/>
                      <a:pt x="458787" y="73340"/>
                    </a:cubicBezTo>
                    <a:cubicBezTo>
                      <a:pt x="458787" y="73340"/>
                      <a:pt x="458787" y="73340"/>
                      <a:pt x="458787" y="113927"/>
                    </a:cubicBezTo>
                    <a:cubicBezTo>
                      <a:pt x="458787" y="113927"/>
                      <a:pt x="458787" y="113927"/>
                      <a:pt x="458787" y="145256"/>
                    </a:cubicBezTo>
                    <a:cubicBezTo>
                      <a:pt x="458787" y="145256"/>
                      <a:pt x="458787" y="145256"/>
                      <a:pt x="458787" y="178010"/>
                    </a:cubicBezTo>
                    <a:cubicBezTo>
                      <a:pt x="458787" y="186555"/>
                      <a:pt x="451628" y="193675"/>
                      <a:pt x="443037" y="193675"/>
                    </a:cubicBezTo>
                    <a:cubicBezTo>
                      <a:pt x="443037" y="193675"/>
                      <a:pt x="443037" y="193675"/>
                      <a:pt x="182438" y="193675"/>
                    </a:cubicBezTo>
                    <a:cubicBezTo>
                      <a:pt x="173847" y="193675"/>
                      <a:pt x="166687" y="186555"/>
                      <a:pt x="166687" y="178010"/>
                    </a:cubicBezTo>
                    <a:cubicBezTo>
                      <a:pt x="166687" y="178010"/>
                      <a:pt x="166687" y="178010"/>
                      <a:pt x="166687" y="145256"/>
                    </a:cubicBezTo>
                    <a:cubicBezTo>
                      <a:pt x="166687" y="145256"/>
                      <a:pt x="166687" y="145256"/>
                      <a:pt x="166687" y="113927"/>
                    </a:cubicBezTo>
                    <a:cubicBezTo>
                      <a:pt x="166687" y="113927"/>
                      <a:pt x="166687" y="113927"/>
                      <a:pt x="166687" y="73340"/>
                    </a:cubicBezTo>
                    <a:cubicBezTo>
                      <a:pt x="166687" y="69068"/>
                      <a:pt x="170267" y="66220"/>
                      <a:pt x="173847" y="66220"/>
                    </a:cubicBezTo>
                    <a:cubicBezTo>
                      <a:pt x="173847" y="66220"/>
                      <a:pt x="173847" y="66220"/>
                      <a:pt x="223246" y="66220"/>
                    </a:cubicBezTo>
                    <a:cubicBezTo>
                      <a:pt x="226825" y="54827"/>
                      <a:pt x="232553" y="44147"/>
                      <a:pt x="239712" y="34890"/>
                    </a:cubicBezTo>
                    <a:cubicBezTo>
                      <a:pt x="256895" y="13529"/>
                      <a:pt x="283384" y="0"/>
                      <a:pt x="312737"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grpSp>
      </p:grpSp>
      <p:sp>
        <p:nvSpPr>
          <p:cNvPr id="148" name="Oval 20">
            <a:extLst>
              <a:ext uri="{FF2B5EF4-FFF2-40B4-BE49-F238E27FC236}">
                <a16:creationId xmlns:a16="http://schemas.microsoft.com/office/drawing/2014/main" id="{91F3A429-6560-1CC2-861A-435178FBDCE4}"/>
              </a:ext>
            </a:extLst>
          </p:cNvPr>
          <p:cNvSpPr>
            <a:spLocks noChangeAspect="1" noChangeArrowheads="1"/>
          </p:cNvSpPr>
          <p:nvPr/>
        </p:nvSpPr>
        <p:spPr bwMode="auto">
          <a:xfrm>
            <a:off x="1988356" y="3195638"/>
            <a:ext cx="205226" cy="205226"/>
          </a:xfrm>
          <a:prstGeom prst="ellipse">
            <a:avLst/>
          </a:prstGeom>
          <a:solidFill>
            <a:srgbClr val="FFFFFF"/>
          </a:solidFill>
          <a:ln>
            <a:solidFill>
              <a:schemeClr val="tx2"/>
            </a:solidFill>
          </a:ln>
        </p:spPr>
        <p:txBody>
          <a:bodyPr vert="horz" wrap="square" lIns="0" tIns="0" rIns="0" bIns="0" numCol="1" anchor="ctr" anchorCtr="0" compatLnSpc="1">
            <a:prstTxWarp prst="textNoShape">
              <a:avLst/>
            </a:prstTxWarp>
          </a:bodyPr>
          <a:lstStyle/>
          <a:p>
            <a:pPr algn="ctr"/>
            <a:r>
              <a:rPr lang="en-US" sz="1200" dirty="0">
                <a:solidFill>
                  <a:schemeClr val="tx2"/>
                </a:solidFill>
              </a:rPr>
              <a:t>1</a:t>
            </a:r>
          </a:p>
        </p:txBody>
      </p:sp>
      <p:sp>
        <p:nvSpPr>
          <p:cNvPr id="149" name="Oval 20">
            <a:extLst>
              <a:ext uri="{FF2B5EF4-FFF2-40B4-BE49-F238E27FC236}">
                <a16:creationId xmlns:a16="http://schemas.microsoft.com/office/drawing/2014/main" id="{B5E7D910-E3CF-9672-807B-012EC7D91DA9}"/>
              </a:ext>
            </a:extLst>
          </p:cNvPr>
          <p:cNvSpPr>
            <a:spLocks noChangeAspect="1" noChangeArrowheads="1"/>
          </p:cNvSpPr>
          <p:nvPr/>
        </p:nvSpPr>
        <p:spPr bwMode="auto">
          <a:xfrm>
            <a:off x="3362619" y="3195638"/>
            <a:ext cx="205226" cy="205226"/>
          </a:xfrm>
          <a:prstGeom prst="ellipse">
            <a:avLst/>
          </a:prstGeom>
          <a:solidFill>
            <a:srgbClr val="FFFFFF"/>
          </a:solidFill>
          <a:ln>
            <a:solidFill>
              <a:schemeClr val="tx2"/>
            </a:solidFill>
          </a:ln>
        </p:spPr>
        <p:txBody>
          <a:bodyPr vert="horz" wrap="square" lIns="0" tIns="0" rIns="0" bIns="0" numCol="1" anchor="ctr" anchorCtr="0" compatLnSpc="1">
            <a:prstTxWarp prst="textNoShape">
              <a:avLst/>
            </a:prstTxWarp>
          </a:bodyPr>
          <a:lstStyle/>
          <a:p>
            <a:pPr algn="ctr"/>
            <a:r>
              <a:rPr lang="en-US" sz="1200" dirty="0">
                <a:solidFill>
                  <a:schemeClr val="tx2"/>
                </a:solidFill>
              </a:rPr>
              <a:t>2</a:t>
            </a:r>
          </a:p>
        </p:txBody>
      </p:sp>
      <p:sp>
        <p:nvSpPr>
          <p:cNvPr id="150" name="Oval 20">
            <a:extLst>
              <a:ext uri="{FF2B5EF4-FFF2-40B4-BE49-F238E27FC236}">
                <a16:creationId xmlns:a16="http://schemas.microsoft.com/office/drawing/2014/main" id="{7BA52E0B-712C-D1B3-BF71-46B46F0A9C6C}"/>
              </a:ext>
            </a:extLst>
          </p:cNvPr>
          <p:cNvSpPr>
            <a:spLocks noChangeAspect="1" noChangeArrowheads="1"/>
          </p:cNvSpPr>
          <p:nvPr/>
        </p:nvSpPr>
        <p:spPr bwMode="auto">
          <a:xfrm>
            <a:off x="4736880" y="3195638"/>
            <a:ext cx="205226" cy="205226"/>
          </a:xfrm>
          <a:prstGeom prst="ellipse">
            <a:avLst/>
          </a:prstGeom>
          <a:solidFill>
            <a:srgbClr val="FFFFFF"/>
          </a:solidFill>
          <a:ln>
            <a:solidFill>
              <a:schemeClr val="tx2"/>
            </a:solidFill>
          </a:ln>
        </p:spPr>
        <p:txBody>
          <a:bodyPr vert="horz" wrap="square" lIns="0" tIns="0" rIns="0" bIns="0" numCol="1" anchor="ctr" anchorCtr="0" compatLnSpc="1">
            <a:prstTxWarp prst="textNoShape">
              <a:avLst/>
            </a:prstTxWarp>
          </a:bodyPr>
          <a:lstStyle/>
          <a:p>
            <a:pPr algn="ctr"/>
            <a:r>
              <a:rPr lang="en-US" sz="1200" dirty="0">
                <a:solidFill>
                  <a:schemeClr val="tx2"/>
                </a:solidFill>
              </a:rPr>
              <a:t>3</a:t>
            </a:r>
          </a:p>
        </p:txBody>
      </p:sp>
      <p:sp>
        <p:nvSpPr>
          <p:cNvPr id="151" name="Oval 20">
            <a:extLst>
              <a:ext uri="{FF2B5EF4-FFF2-40B4-BE49-F238E27FC236}">
                <a16:creationId xmlns:a16="http://schemas.microsoft.com/office/drawing/2014/main" id="{C78AAB16-A9AC-373D-FF06-EB1BB70AD3FA}"/>
              </a:ext>
            </a:extLst>
          </p:cNvPr>
          <p:cNvSpPr>
            <a:spLocks noChangeAspect="1" noChangeArrowheads="1"/>
          </p:cNvSpPr>
          <p:nvPr/>
        </p:nvSpPr>
        <p:spPr bwMode="auto">
          <a:xfrm>
            <a:off x="6111143" y="3195638"/>
            <a:ext cx="205226" cy="205226"/>
          </a:xfrm>
          <a:prstGeom prst="ellipse">
            <a:avLst/>
          </a:prstGeom>
          <a:solidFill>
            <a:srgbClr val="FFFFFF"/>
          </a:solidFill>
          <a:ln>
            <a:solidFill>
              <a:schemeClr val="tx2"/>
            </a:solidFill>
          </a:ln>
        </p:spPr>
        <p:txBody>
          <a:bodyPr vert="horz" wrap="square" lIns="0" tIns="0" rIns="0" bIns="0" numCol="1" anchor="ctr" anchorCtr="0" compatLnSpc="1">
            <a:prstTxWarp prst="textNoShape">
              <a:avLst/>
            </a:prstTxWarp>
          </a:bodyPr>
          <a:lstStyle/>
          <a:p>
            <a:pPr algn="ctr"/>
            <a:r>
              <a:rPr lang="en-US" sz="1200" dirty="0">
                <a:solidFill>
                  <a:schemeClr val="tx2"/>
                </a:solidFill>
              </a:rPr>
              <a:t>4</a:t>
            </a:r>
          </a:p>
        </p:txBody>
      </p:sp>
      <p:sp>
        <p:nvSpPr>
          <p:cNvPr id="152" name="Oval 20">
            <a:extLst>
              <a:ext uri="{FF2B5EF4-FFF2-40B4-BE49-F238E27FC236}">
                <a16:creationId xmlns:a16="http://schemas.microsoft.com/office/drawing/2014/main" id="{6798648E-DD8F-F6D1-8C6F-4C4D4B36CA08}"/>
              </a:ext>
            </a:extLst>
          </p:cNvPr>
          <p:cNvSpPr>
            <a:spLocks noChangeAspect="1" noChangeArrowheads="1"/>
          </p:cNvSpPr>
          <p:nvPr/>
        </p:nvSpPr>
        <p:spPr bwMode="auto">
          <a:xfrm>
            <a:off x="7485409" y="3195638"/>
            <a:ext cx="205226" cy="205226"/>
          </a:xfrm>
          <a:prstGeom prst="ellipse">
            <a:avLst/>
          </a:prstGeom>
          <a:solidFill>
            <a:srgbClr val="FFFFFF"/>
          </a:solidFill>
          <a:ln>
            <a:solidFill>
              <a:schemeClr val="tx2"/>
            </a:solidFill>
          </a:ln>
        </p:spPr>
        <p:txBody>
          <a:bodyPr vert="horz" wrap="square" lIns="0" tIns="0" rIns="0" bIns="0" numCol="1" anchor="ctr" anchorCtr="0" compatLnSpc="1">
            <a:prstTxWarp prst="textNoShape">
              <a:avLst/>
            </a:prstTxWarp>
          </a:bodyPr>
          <a:lstStyle/>
          <a:p>
            <a:pPr algn="ctr"/>
            <a:r>
              <a:rPr lang="en-US" sz="1200" dirty="0">
                <a:solidFill>
                  <a:schemeClr val="tx2"/>
                </a:solidFill>
              </a:rPr>
              <a:t>5</a:t>
            </a:r>
          </a:p>
        </p:txBody>
      </p:sp>
      <p:sp>
        <p:nvSpPr>
          <p:cNvPr id="153" name="Oval 20">
            <a:extLst>
              <a:ext uri="{FF2B5EF4-FFF2-40B4-BE49-F238E27FC236}">
                <a16:creationId xmlns:a16="http://schemas.microsoft.com/office/drawing/2014/main" id="{A1495322-450C-784A-361E-657D4A3F7EDD}"/>
              </a:ext>
            </a:extLst>
          </p:cNvPr>
          <p:cNvSpPr>
            <a:spLocks noChangeAspect="1" noChangeArrowheads="1"/>
          </p:cNvSpPr>
          <p:nvPr/>
        </p:nvSpPr>
        <p:spPr bwMode="auto">
          <a:xfrm>
            <a:off x="8859668" y="3195638"/>
            <a:ext cx="205226" cy="205226"/>
          </a:xfrm>
          <a:prstGeom prst="ellipse">
            <a:avLst/>
          </a:prstGeom>
          <a:solidFill>
            <a:srgbClr val="FFFFFF"/>
          </a:solidFill>
          <a:ln>
            <a:solidFill>
              <a:schemeClr val="tx2"/>
            </a:solidFill>
          </a:ln>
        </p:spPr>
        <p:txBody>
          <a:bodyPr vert="horz" wrap="square" lIns="0" tIns="0" rIns="0" bIns="0" numCol="1" anchor="ctr" anchorCtr="0" compatLnSpc="1">
            <a:prstTxWarp prst="textNoShape">
              <a:avLst/>
            </a:prstTxWarp>
          </a:bodyPr>
          <a:lstStyle/>
          <a:p>
            <a:pPr algn="ctr"/>
            <a:r>
              <a:rPr lang="en-US" sz="1200" dirty="0">
                <a:solidFill>
                  <a:schemeClr val="tx2"/>
                </a:solidFill>
              </a:rPr>
              <a:t>6</a:t>
            </a:r>
          </a:p>
        </p:txBody>
      </p:sp>
      <p:sp>
        <p:nvSpPr>
          <p:cNvPr id="154" name="Oval 20">
            <a:extLst>
              <a:ext uri="{FF2B5EF4-FFF2-40B4-BE49-F238E27FC236}">
                <a16:creationId xmlns:a16="http://schemas.microsoft.com/office/drawing/2014/main" id="{EF9F00B9-EA7B-AA81-A3AC-4970782E6E34}"/>
              </a:ext>
            </a:extLst>
          </p:cNvPr>
          <p:cNvSpPr>
            <a:spLocks noChangeAspect="1" noChangeArrowheads="1"/>
          </p:cNvSpPr>
          <p:nvPr/>
        </p:nvSpPr>
        <p:spPr bwMode="auto">
          <a:xfrm>
            <a:off x="10233931" y="3195638"/>
            <a:ext cx="205228" cy="205226"/>
          </a:xfrm>
          <a:prstGeom prst="ellipse">
            <a:avLst/>
          </a:prstGeom>
          <a:solidFill>
            <a:srgbClr val="FFFFFF"/>
          </a:solidFill>
          <a:ln>
            <a:solidFill>
              <a:schemeClr val="tx2"/>
            </a:solidFill>
          </a:ln>
        </p:spPr>
        <p:txBody>
          <a:bodyPr vert="horz" wrap="square" lIns="0" tIns="0" rIns="0" bIns="0" numCol="1" anchor="ctr" anchorCtr="0" compatLnSpc="1">
            <a:prstTxWarp prst="textNoShape">
              <a:avLst/>
            </a:prstTxWarp>
          </a:bodyPr>
          <a:lstStyle/>
          <a:p>
            <a:pPr algn="ctr"/>
            <a:r>
              <a:rPr lang="en-US" sz="1200" dirty="0">
                <a:solidFill>
                  <a:schemeClr val="tx2"/>
                </a:solidFill>
              </a:rPr>
              <a:t>7</a:t>
            </a:r>
          </a:p>
        </p:txBody>
      </p:sp>
      <p:sp>
        <p:nvSpPr>
          <p:cNvPr id="123" name="Parallelogram 122">
            <a:extLst>
              <a:ext uri="{FF2B5EF4-FFF2-40B4-BE49-F238E27FC236}">
                <a16:creationId xmlns:a16="http://schemas.microsoft.com/office/drawing/2014/main" id="{4FC9CC17-84C5-4745-8095-FC4433F326ED}"/>
              </a:ext>
            </a:extLst>
          </p:cNvPr>
          <p:cNvSpPr/>
          <p:nvPr/>
        </p:nvSpPr>
        <p:spPr>
          <a:xfrm>
            <a:off x="645269" y="3298251"/>
            <a:ext cx="1282822" cy="471815"/>
          </a:xfrm>
          <a:prstGeom prst="parallelogram">
            <a:avLst>
              <a:gd name="adj" fmla="val 15741"/>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r>
              <a:rPr lang="en-US" sz="1400" dirty="0">
                <a:solidFill>
                  <a:srgbClr val="FFFFFF"/>
                </a:solidFill>
              </a:rPr>
              <a:t>Policy</a:t>
            </a:r>
            <a:br>
              <a:rPr lang="en-US" sz="1400" dirty="0">
                <a:solidFill>
                  <a:srgbClr val="FFFFFF"/>
                </a:solidFill>
              </a:rPr>
            </a:br>
            <a:r>
              <a:rPr lang="en-US" sz="1400" dirty="0">
                <a:solidFill>
                  <a:srgbClr val="FFFFFF"/>
                </a:solidFill>
              </a:rPr>
              <a:t>identification </a:t>
            </a:r>
          </a:p>
        </p:txBody>
      </p:sp>
      <p:sp>
        <p:nvSpPr>
          <p:cNvPr id="124" name="TextBox 123">
            <a:extLst>
              <a:ext uri="{FF2B5EF4-FFF2-40B4-BE49-F238E27FC236}">
                <a16:creationId xmlns:a16="http://schemas.microsoft.com/office/drawing/2014/main" id="{408A8F78-60EE-4657-857F-EB593B571980}"/>
              </a:ext>
            </a:extLst>
          </p:cNvPr>
          <p:cNvSpPr txBox="1"/>
          <p:nvPr/>
        </p:nvSpPr>
        <p:spPr>
          <a:xfrm>
            <a:off x="645269" y="3870802"/>
            <a:ext cx="1282822" cy="2253133"/>
          </a:xfrm>
          <a:prstGeom prst="rect">
            <a:avLst/>
          </a:prstGeom>
          <a:noFill/>
        </p:spPr>
        <p:txBody>
          <a:bodyPr wrap="square" lIns="0" tIns="0" rIns="0" bIns="0" rtlCol="0" anchor="t">
            <a:noAutofit/>
          </a:bodyPr>
          <a:lstStyle>
            <a:defPPr>
              <a:defRPr lang="en-US"/>
            </a:defPPr>
            <a:lvl1pPr marR="0" lvl="0" indent="0" fontAlgn="auto">
              <a:lnSpc>
                <a:spcPct val="100000"/>
              </a:lnSpc>
              <a:spcBef>
                <a:spcPts val="1200"/>
              </a:spcBef>
              <a:spcAft>
                <a:spcPts val="0"/>
              </a:spcAft>
              <a:buClrTx/>
              <a:buSzPct val="100000"/>
              <a:buFont typeface="Trebuchet MS" panose="020B0603020202020204" pitchFamily="34" charset="0"/>
              <a:buChar char="​"/>
              <a:tabLst/>
              <a:defRPr kumimoji="0" sz="1600" b="0" i="0" u="none" strike="noStrike" cap="none" spc="0" normalizeH="0" baseline="0">
                <a:ln>
                  <a:noFill/>
                </a:ln>
                <a:solidFill>
                  <a:srgbClr val="575757"/>
                </a:solidFill>
                <a:effectLst/>
                <a:uLnTx/>
                <a:uFillTx/>
                <a:latin typeface="Trebuchet MS"/>
              </a:defRPr>
            </a:lvl1pPr>
          </a:lstStyle>
          <a:p>
            <a:pPr marL="0" marR="0" lvl="0" indent="0" algn="ctr"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sym typeface="Wingdings" panose="05000000000000000000" pitchFamily="2" charset="2"/>
              </a:rPr>
              <a:t>Define if proposed solution to challenges faced consists of a new policy / an update to an existing policy is</a:t>
            </a:r>
          </a:p>
        </p:txBody>
      </p:sp>
      <p:cxnSp>
        <p:nvCxnSpPr>
          <p:cNvPr id="125" name="Straight Connector 124">
            <a:extLst>
              <a:ext uri="{FF2B5EF4-FFF2-40B4-BE49-F238E27FC236}">
                <a16:creationId xmlns:a16="http://schemas.microsoft.com/office/drawing/2014/main" id="{4D7A47B7-B306-4E29-B49C-C5134A278F3C}"/>
              </a:ext>
            </a:extLst>
          </p:cNvPr>
          <p:cNvCxnSpPr>
            <a:cxnSpLocks/>
          </p:cNvCxnSpPr>
          <p:nvPr/>
        </p:nvCxnSpPr>
        <p:spPr>
          <a:xfrm>
            <a:off x="1973811" y="3870803"/>
            <a:ext cx="0" cy="2253133"/>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sp>
        <p:nvSpPr>
          <p:cNvPr id="126" name="Oval 20">
            <a:extLst>
              <a:ext uri="{FF2B5EF4-FFF2-40B4-BE49-F238E27FC236}">
                <a16:creationId xmlns:a16="http://schemas.microsoft.com/office/drawing/2014/main" id="{9895AA4F-BDDE-4938-8F9A-4EC394C44725}"/>
              </a:ext>
            </a:extLst>
          </p:cNvPr>
          <p:cNvSpPr>
            <a:spLocks noChangeAspect="1" noChangeArrowheads="1"/>
          </p:cNvSpPr>
          <p:nvPr/>
        </p:nvSpPr>
        <p:spPr bwMode="auto">
          <a:xfrm>
            <a:off x="614094" y="3195638"/>
            <a:ext cx="205226" cy="205226"/>
          </a:xfrm>
          <a:prstGeom prst="ellipse">
            <a:avLst/>
          </a:prstGeom>
          <a:solidFill>
            <a:srgbClr val="FFFFFF"/>
          </a:solidFill>
          <a:ln>
            <a:solidFill>
              <a:schemeClr val="tx2"/>
            </a:solidFill>
          </a:ln>
        </p:spPr>
        <p:txBody>
          <a:bodyPr vert="horz" wrap="square" lIns="0" tIns="0" rIns="0" bIns="0" numCol="1" anchor="ctr" anchorCtr="0" compatLnSpc="1">
            <a:prstTxWarp prst="textNoShape">
              <a:avLst/>
            </a:prstTxWarp>
          </a:bodyPr>
          <a:lstStyle/>
          <a:p>
            <a:pPr algn="ctr"/>
            <a:r>
              <a:rPr lang="en-US" sz="1200" dirty="0">
                <a:solidFill>
                  <a:schemeClr val="tx2"/>
                </a:solidFill>
              </a:rPr>
              <a:t>0</a:t>
            </a:r>
          </a:p>
        </p:txBody>
      </p:sp>
      <p:sp>
        <p:nvSpPr>
          <p:cNvPr id="128" name="Oval 127">
            <a:extLst>
              <a:ext uri="{FF2B5EF4-FFF2-40B4-BE49-F238E27FC236}">
                <a16:creationId xmlns:a16="http://schemas.microsoft.com/office/drawing/2014/main" id="{412BEE56-1D9D-494B-84AB-0ACDCE5C4E74}"/>
              </a:ext>
            </a:extLst>
          </p:cNvPr>
          <p:cNvSpPr/>
          <p:nvPr/>
        </p:nvSpPr>
        <p:spPr>
          <a:xfrm>
            <a:off x="2335803" y="3045207"/>
            <a:ext cx="650278" cy="78657"/>
          </a:xfrm>
          <a:prstGeom prst="ellipse">
            <a:avLst/>
          </a:prstGeom>
          <a:solidFill>
            <a:schemeClr val="bg1">
              <a:lumMod val="85000"/>
            </a:schemeClr>
          </a:solidFill>
          <a:ln w="9525" cap="rnd" cmpd="sng" algn="ctr">
            <a:solidFill>
              <a:schemeClr val="bg1">
                <a:lumMod val="8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129" name="Rectangle: Rounded Corners 128">
            <a:extLst>
              <a:ext uri="{FF2B5EF4-FFF2-40B4-BE49-F238E27FC236}">
                <a16:creationId xmlns:a16="http://schemas.microsoft.com/office/drawing/2014/main" id="{F6D80B41-5A6B-4160-ADF0-2AF1C1F7E575}"/>
              </a:ext>
            </a:extLst>
          </p:cNvPr>
          <p:cNvSpPr/>
          <p:nvPr/>
        </p:nvSpPr>
        <p:spPr>
          <a:xfrm rot="3614674">
            <a:off x="2411248" y="2430088"/>
            <a:ext cx="574834" cy="574833"/>
          </a:xfrm>
          <a:prstGeom prst="roundRect">
            <a:avLst/>
          </a:prstGeom>
          <a:solidFill>
            <a:schemeClr val="tx2"/>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135" name="Rectangle: Rounded Corners 134">
            <a:extLst>
              <a:ext uri="{FF2B5EF4-FFF2-40B4-BE49-F238E27FC236}">
                <a16:creationId xmlns:a16="http://schemas.microsoft.com/office/drawing/2014/main" id="{BFAC3E40-13A5-4046-9496-7191E861EDC0}"/>
              </a:ext>
            </a:extLst>
          </p:cNvPr>
          <p:cNvSpPr/>
          <p:nvPr/>
        </p:nvSpPr>
        <p:spPr>
          <a:xfrm rot="2700000">
            <a:off x="2335804" y="2427599"/>
            <a:ext cx="574834" cy="574833"/>
          </a:xfrm>
          <a:prstGeom prst="roundRect">
            <a:avLst/>
          </a:prstGeom>
          <a:solidFill>
            <a:srgbClr val="F2F2F2"/>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96" name="AutoShape 16">
            <a:extLst>
              <a:ext uri="{FF2B5EF4-FFF2-40B4-BE49-F238E27FC236}">
                <a16:creationId xmlns:a16="http://schemas.microsoft.com/office/drawing/2014/main" id="{D9C66BD5-C7B6-DAA0-5989-2689E30DF542}"/>
              </a:ext>
            </a:extLst>
          </p:cNvPr>
          <p:cNvSpPr>
            <a:spLocks noChangeAspect="1" noChangeArrowheads="1" noTextEdit="1"/>
          </p:cNvSpPr>
          <p:nvPr/>
        </p:nvSpPr>
        <p:spPr bwMode="auto">
          <a:xfrm>
            <a:off x="2406677" y="2498471"/>
            <a:ext cx="433087" cy="43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98" name="Group 97">
            <a:extLst>
              <a:ext uri="{FF2B5EF4-FFF2-40B4-BE49-F238E27FC236}">
                <a16:creationId xmlns:a16="http://schemas.microsoft.com/office/drawing/2014/main" id="{01356EE8-6A1E-7D84-64CC-3AF310636A9A}"/>
              </a:ext>
            </a:extLst>
          </p:cNvPr>
          <p:cNvGrpSpPr/>
          <p:nvPr/>
        </p:nvGrpSpPr>
        <p:grpSpPr>
          <a:xfrm>
            <a:off x="2443046" y="2534422"/>
            <a:ext cx="361185" cy="361185"/>
            <a:chOff x="5411787" y="2744787"/>
            <a:chExt cx="1368427" cy="1371602"/>
          </a:xfrm>
        </p:grpSpPr>
        <p:sp>
          <p:nvSpPr>
            <p:cNvPr id="99" name="Freeform 30">
              <a:extLst>
                <a:ext uri="{FF2B5EF4-FFF2-40B4-BE49-F238E27FC236}">
                  <a16:creationId xmlns:a16="http://schemas.microsoft.com/office/drawing/2014/main" id="{76A972B2-2739-859B-62CE-8F2AC5306CF8}"/>
                </a:ext>
              </a:extLst>
            </p:cNvPr>
            <p:cNvSpPr>
              <a:spLocks noChangeArrowheads="1"/>
            </p:cNvSpPr>
            <p:nvPr/>
          </p:nvSpPr>
          <p:spPr bwMode="auto">
            <a:xfrm>
              <a:off x="5411788" y="2744787"/>
              <a:ext cx="1368425" cy="1304927"/>
            </a:xfrm>
            <a:custGeom>
              <a:avLst/>
              <a:gdLst>
                <a:gd name="connsiteX0" fmla="*/ 163512 w 1368425"/>
                <a:gd name="connsiteY0" fmla="*/ 1103313 h 1304927"/>
                <a:gd name="connsiteX1" fmla="*/ 265112 w 1368425"/>
                <a:gd name="connsiteY1" fmla="*/ 1204120 h 1304927"/>
                <a:gd name="connsiteX2" fmla="*/ 163512 w 1368425"/>
                <a:gd name="connsiteY2" fmla="*/ 1304927 h 1304927"/>
                <a:gd name="connsiteX3" fmla="*/ 61912 w 1368425"/>
                <a:gd name="connsiteY3" fmla="*/ 1204120 h 1304927"/>
                <a:gd name="connsiteX4" fmla="*/ 163512 w 1368425"/>
                <a:gd name="connsiteY4" fmla="*/ 1103313 h 1304927"/>
                <a:gd name="connsiteX5" fmla="*/ 465830 w 1368425"/>
                <a:gd name="connsiteY5" fmla="*/ 890422 h 1304927"/>
                <a:gd name="connsiteX6" fmla="*/ 476211 w 1368425"/>
                <a:gd name="connsiteY6" fmla="*/ 894685 h 1304927"/>
                <a:gd name="connsiteX7" fmla="*/ 476921 w 1368425"/>
                <a:gd name="connsiteY7" fmla="*/ 895396 h 1304927"/>
                <a:gd name="connsiteX8" fmla="*/ 476921 w 1368425"/>
                <a:gd name="connsiteY8" fmla="*/ 916712 h 1304927"/>
                <a:gd name="connsiteX9" fmla="*/ 366893 w 1368425"/>
                <a:gd name="connsiteY9" fmla="*/ 1027556 h 1304927"/>
                <a:gd name="connsiteX10" fmla="*/ 452076 w 1368425"/>
                <a:gd name="connsiteY10" fmla="*/ 1014056 h 1304927"/>
                <a:gd name="connsiteX11" fmla="*/ 469822 w 1368425"/>
                <a:gd name="connsiteY11" fmla="*/ 1027556 h 1304927"/>
                <a:gd name="connsiteX12" fmla="*/ 456335 w 1368425"/>
                <a:gd name="connsiteY12" fmla="*/ 1044609 h 1304927"/>
                <a:gd name="connsiteX13" fmla="*/ 325011 w 1368425"/>
                <a:gd name="connsiteY13" fmla="*/ 1065214 h 1304927"/>
                <a:gd name="connsiteX14" fmla="*/ 323592 w 1368425"/>
                <a:gd name="connsiteY14" fmla="*/ 1065214 h 1304927"/>
                <a:gd name="connsiteX15" fmla="*/ 322882 w 1368425"/>
                <a:gd name="connsiteY15" fmla="*/ 1065214 h 1304927"/>
                <a:gd name="connsiteX16" fmla="*/ 320752 w 1368425"/>
                <a:gd name="connsiteY16" fmla="*/ 1065214 h 1304927"/>
                <a:gd name="connsiteX17" fmla="*/ 318623 w 1368425"/>
                <a:gd name="connsiteY17" fmla="*/ 1064504 h 1304927"/>
                <a:gd name="connsiteX18" fmla="*/ 317203 w 1368425"/>
                <a:gd name="connsiteY18" fmla="*/ 1063793 h 1304927"/>
                <a:gd name="connsiteX19" fmla="*/ 316493 w 1368425"/>
                <a:gd name="connsiteY19" fmla="*/ 1063793 h 1304927"/>
                <a:gd name="connsiteX20" fmla="*/ 315073 w 1368425"/>
                <a:gd name="connsiteY20" fmla="*/ 1063083 h 1304927"/>
                <a:gd name="connsiteX21" fmla="*/ 313654 w 1368425"/>
                <a:gd name="connsiteY21" fmla="*/ 1061661 h 1304927"/>
                <a:gd name="connsiteX22" fmla="*/ 312944 w 1368425"/>
                <a:gd name="connsiteY22" fmla="*/ 1061661 h 1304927"/>
                <a:gd name="connsiteX23" fmla="*/ 312234 w 1368425"/>
                <a:gd name="connsiteY23" fmla="*/ 1060240 h 1304927"/>
                <a:gd name="connsiteX24" fmla="*/ 311524 w 1368425"/>
                <a:gd name="connsiteY24" fmla="*/ 1060240 h 1304927"/>
                <a:gd name="connsiteX25" fmla="*/ 310814 w 1368425"/>
                <a:gd name="connsiteY25" fmla="*/ 1058819 h 1304927"/>
                <a:gd name="connsiteX26" fmla="*/ 310104 w 1368425"/>
                <a:gd name="connsiteY26" fmla="*/ 1058109 h 1304927"/>
                <a:gd name="connsiteX27" fmla="*/ 309394 w 1368425"/>
                <a:gd name="connsiteY27" fmla="*/ 1056688 h 1304927"/>
                <a:gd name="connsiteX28" fmla="*/ 308685 w 1368425"/>
                <a:gd name="connsiteY28" fmla="*/ 1054556 h 1304927"/>
                <a:gd name="connsiteX29" fmla="*/ 307975 w 1368425"/>
                <a:gd name="connsiteY29" fmla="*/ 1054556 h 1304927"/>
                <a:gd name="connsiteX30" fmla="*/ 307975 w 1368425"/>
                <a:gd name="connsiteY30" fmla="*/ 1052424 h 1304927"/>
                <a:gd name="connsiteX31" fmla="*/ 307975 w 1368425"/>
                <a:gd name="connsiteY31" fmla="*/ 1049582 h 1304927"/>
                <a:gd name="connsiteX32" fmla="*/ 307975 w 1368425"/>
                <a:gd name="connsiteY32" fmla="*/ 1047451 h 1304927"/>
                <a:gd name="connsiteX33" fmla="*/ 329270 w 1368425"/>
                <a:gd name="connsiteY33" fmla="*/ 916712 h 1304927"/>
                <a:gd name="connsiteX34" fmla="*/ 347017 w 1368425"/>
                <a:gd name="connsiteY34" fmla="*/ 903922 h 1304927"/>
                <a:gd name="connsiteX35" fmla="*/ 359794 w 1368425"/>
                <a:gd name="connsiteY35" fmla="*/ 921686 h 1304927"/>
                <a:gd name="connsiteX36" fmla="*/ 345597 w 1368425"/>
                <a:gd name="connsiteY36" fmla="*/ 1004819 h 1304927"/>
                <a:gd name="connsiteX37" fmla="*/ 454915 w 1368425"/>
                <a:gd name="connsiteY37" fmla="*/ 894685 h 1304927"/>
                <a:gd name="connsiteX38" fmla="*/ 465830 w 1368425"/>
                <a:gd name="connsiteY38" fmla="*/ 890422 h 1304927"/>
                <a:gd name="connsiteX39" fmla="*/ 902947 w 1368425"/>
                <a:gd name="connsiteY39" fmla="*/ 888847 h 1304927"/>
                <a:gd name="connsiteX40" fmla="*/ 913648 w 1368425"/>
                <a:gd name="connsiteY40" fmla="*/ 893149 h 1304927"/>
                <a:gd name="connsiteX41" fmla="*/ 1024940 w 1368425"/>
                <a:gd name="connsiteY41" fmla="*/ 1004991 h 1304927"/>
                <a:gd name="connsiteX42" fmla="*/ 1012099 w 1368425"/>
                <a:gd name="connsiteY42" fmla="*/ 918958 h 1304927"/>
                <a:gd name="connsiteX43" fmla="*/ 1024940 w 1368425"/>
                <a:gd name="connsiteY43" fmla="*/ 901035 h 1304927"/>
                <a:gd name="connsiteX44" fmla="*/ 1042776 w 1368425"/>
                <a:gd name="connsiteY44" fmla="*/ 913940 h 1304927"/>
                <a:gd name="connsiteX45" fmla="*/ 1062038 w 1368425"/>
                <a:gd name="connsiteY45" fmla="*/ 1047290 h 1304927"/>
                <a:gd name="connsiteX46" fmla="*/ 1062038 w 1368425"/>
                <a:gd name="connsiteY46" fmla="*/ 1049441 h 1304927"/>
                <a:gd name="connsiteX47" fmla="*/ 1062038 w 1368425"/>
                <a:gd name="connsiteY47" fmla="*/ 1050157 h 1304927"/>
                <a:gd name="connsiteX48" fmla="*/ 1062038 w 1368425"/>
                <a:gd name="connsiteY48" fmla="*/ 1052308 h 1304927"/>
                <a:gd name="connsiteX49" fmla="*/ 1061325 w 1368425"/>
                <a:gd name="connsiteY49" fmla="*/ 1055176 h 1304927"/>
                <a:gd name="connsiteX50" fmla="*/ 1061325 w 1368425"/>
                <a:gd name="connsiteY50" fmla="*/ 1055893 h 1304927"/>
                <a:gd name="connsiteX51" fmla="*/ 1060611 w 1368425"/>
                <a:gd name="connsiteY51" fmla="*/ 1057327 h 1304927"/>
                <a:gd name="connsiteX52" fmla="*/ 1059898 w 1368425"/>
                <a:gd name="connsiteY52" fmla="*/ 1058044 h 1304927"/>
                <a:gd name="connsiteX53" fmla="*/ 1059185 w 1368425"/>
                <a:gd name="connsiteY53" fmla="*/ 1059478 h 1304927"/>
                <a:gd name="connsiteX54" fmla="*/ 1058471 w 1368425"/>
                <a:gd name="connsiteY54" fmla="*/ 1060195 h 1304927"/>
                <a:gd name="connsiteX55" fmla="*/ 1057044 w 1368425"/>
                <a:gd name="connsiteY55" fmla="*/ 1060912 h 1304927"/>
                <a:gd name="connsiteX56" fmla="*/ 1056331 w 1368425"/>
                <a:gd name="connsiteY56" fmla="*/ 1061628 h 1304927"/>
                <a:gd name="connsiteX57" fmla="*/ 1054904 w 1368425"/>
                <a:gd name="connsiteY57" fmla="*/ 1063062 h 1304927"/>
                <a:gd name="connsiteX58" fmla="*/ 1054191 w 1368425"/>
                <a:gd name="connsiteY58" fmla="*/ 1063062 h 1304927"/>
                <a:gd name="connsiteX59" fmla="*/ 1053477 w 1368425"/>
                <a:gd name="connsiteY59" fmla="*/ 1063779 h 1304927"/>
                <a:gd name="connsiteX60" fmla="*/ 1052050 w 1368425"/>
                <a:gd name="connsiteY60" fmla="*/ 1064496 h 1304927"/>
                <a:gd name="connsiteX61" fmla="*/ 1049910 w 1368425"/>
                <a:gd name="connsiteY61" fmla="*/ 1065213 h 1304927"/>
                <a:gd name="connsiteX62" fmla="*/ 1049197 w 1368425"/>
                <a:gd name="connsiteY62" fmla="*/ 1065213 h 1304927"/>
                <a:gd name="connsiteX63" fmla="*/ 1047770 w 1368425"/>
                <a:gd name="connsiteY63" fmla="*/ 1065213 h 1304927"/>
                <a:gd name="connsiteX64" fmla="*/ 1044916 w 1368425"/>
                <a:gd name="connsiteY64" fmla="*/ 1065213 h 1304927"/>
                <a:gd name="connsiteX65" fmla="*/ 914361 w 1368425"/>
                <a:gd name="connsiteY65" fmla="*/ 1043705 h 1304927"/>
                <a:gd name="connsiteX66" fmla="*/ 900806 w 1368425"/>
                <a:gd name="connsiteY66" fmla="*/ 1026499 h 1304927"/>
                <a:gd name="connsiteX67" fmla="*/ 918642 w 1368425"/>
                <a:gd name="connsiteY67" fmla="*/ 1012877 h 1304927"/>
                <a:gd name="connsiteX68" fmla="*/ 1002824 w 1368425"/>
                <a:gd name="connsiteY68" fmla="*/ 1026499 h 1304927"/>
                <a:gd name="connsiteX69" fmla="*/ 891532 w 1368425"/>
                <a:gd name="connsiteY69" fmla="*/ 915374 h 1304927"/>
                <a:gd name="connsiteX70" fmla="*/ 892245 w 1368425"/>
                <a:gd name="connsiteY70" fmla="*/ 893866 h 1304927"/>
                <a:gd name="connsiteX71" fmla="*/ 892245 w 1368425"/>
                <a:gd name="connsiteY71" fmla="*/ 893149 h 1304927"/>
                <a:gd name="connsiteX72" fmla="*/ 902947 w 1368425"/>
                <a:gd name="connsiteY72" fmla="*/ 888847 h 1304927"/>
                <a:gd name="connsiteX73" fmla="*/ 684212 w 1368425"/>
                <a:gd name="connsiteY73" fmla="*/ 463550 h 1304927"/>
                <a:gd name="connsiteX74" fmla="*/ 463549 w 1368425"/>
                <a:gd name="connsiteY74" fmla="*/ 684213 h 1304927"/>
                <a:gd name="connsiteX75" fmla="*/ 684212 w 1368425"/>
                <a:gd name="connsiteY75" fmla="*/ 904876 h 1304927"/>
                <a:gd name="connsiteX76" fmla="*/ 904875 w 1368425"/>
                <a:gd name="connsiteY76" fmla="*/ 684213 h 1304927"/>
                <a:gd name="connsiteX77" fmla="*/ 684212 w 1368425"/>
                <a:gd name="connsiteY77" fmla="*/ 463550 h 1304927"/>
                <a:gd name="connsiteX78" fmla="*/ 684212 w 1368425"/>
                <a:gd name="connsiteY78" fmla="*/ 431800 h 1304927"/>
                <a:gd name="connsiteX79" fmla="*/ 936625 w 1368425"/>
                <a:gd name="connsiteY79" fmla="*/ 684213 h 1304927"/>
                <a:gd name="connsiteX80" fmla="*/ 684212 w 1368425"/>
                <a:gd name="connsiteY80" fmla="*/ 936626 h 1304927"/>
                <a:gd name="connsiteX81" fmla="*/ 431799 w 1368425"/>
                <a:gd name="connsiteY81" fmla="*/ 684213 h 1304927"/>
                <a:gd name="connsiteX82" fmla="*/ 684212 w 1368425"/>
                <a:gd name="connsiteY82" fmla="*/ 431800 h 1304927"/>
                <a:gd name="connsiteX83" fmla="*/ 319204 w 1368425"/>
                <a:gd name="connsiteY83" fmla="*/ 309563 h 1304927"/>
                <a:gd name="connsiteX84" fmla="*/ 321341 w 1368425"/>
                <a:gd name="connsiteY84" fmla="*/ 309563 h 1304927"/>
                <a:gd name="connsiteX85" fmla="*/ 322053 w 1368425"/>
                <a:gd name="connsiteY85" fmla="*/ 309563 h 1304927"/>
                <a:gd name="connsiteX86" fmla="*/ 324189 w 1368425"/>
                <a:gd name="connsiteY86" fmla="*/ 309563 h 1304927"/>
                <a:gd name="connsiteX87" fmla="*/ 453789 w 1368425"/>
                <a:gd name="connsiteY87" fmla="*/ 330838 h 1304927"/>
                <a:gd name="connsiteX88" fmla="*/ 467319 w 1368425"/>
                <a:gd name="connsiteY88" fmla="*/ 347858 h 1304927"/>
                <a:gd name="connsiteX89" fmla="*/ 452365 w 1368425"/>
                <a:gd name="connsiteY89" fmla="*/ 362042 h 1304927"/>
                <a:gd name="connsiteX90" fmla="*/ 449517 w 1368425"/>
                <a:gd name="connsiteY90" fmla="*/ 361333 h 1304927"/>
                <a:gd name="connsiteX91" fmla="*/ 366202 w 1368425"/>
                <a:gd name="connsiteY91" fmla="*/ 347858 h 1304927"/>
                <a:gd name="connsiteX92" fmla="*/ 473728 w 1368425"/>
                <a:gd name="connsiteY92" fmla="*/ 454943 h 1304927"/>
                <a:gd name="connsiteX93" fmla="*/ 473728 w 1368425"/>
                <a:gd name="connsiteY93" fmla="*/ 476219 h 1304927"/>
                <a:gd name="connsiteX94" fmla="*/ 473016 w 1368425"/>
                <a:gd name="connsiteY94" fmla="*/ 476928 h 1304927"/>
                <a:gd name="connsiteX95" fmla="*/ 451653 w 1368425"/>
                <a:gd name="connsiteY95" fmla="*/ 476928 h 1304927"/>
                <a:gd name="connsiteX96" fmla="*/ 344128 w 1368425"/>
                <a:gd name="connsiteY96" fmla="*/ 369134 h 1304927"/>
                <a:gd name="connsiteX97" fmla="*/ 356945 w 1368425"/>
                <a:gd name="connsiteY97" fmla="*/ 454234 h 1304927"/>
                <a:gd name="connsiteX98" fmla="*/ 345552 w 1368425"/>
                <a:gd name="connsiteY98" fmla="*/ 471964 h 1304927"/>
                <a:gd name="connsiteX99" fmla="*/ 326325 w 1368425"/>
                <a:gd name="connsiteY99" fmla="*/ 459198 h 1304927"/>
                <a:gd name="connsiteX100" fmla="*/ 306387 w 1368425"/>
                <a:gd name="connsiteY100" fmla="*/ 327292 h 1304927"/>
                <a:gd name="connsiteX101" fmla="*/ 306387 w 1368425"/>
                <a:gd name="connsiteY101" fmla="*/ 325165 h 1304927"/>
                <a:gd name="connsiteX102" fmla="*/ 306387 w 1368425"/>
                <a:gd name="connsiteY102" fmla="*/ 324456 h 1304927"/>
                <a:gd name="connsiteX103" fmla="*/ 306387 w 1368425"/>
                <a:gd name="connsiteY103" fmla="*/ 322328 h 1304927"/>
                <a:gd name="connsiteX104" fmla="*/ 307099 w 1368425"/>
                <a:gd name="connsiteY104" fmla="*/ 320201 h 1304927"/>
                <a:gd name="connsiteX105" fmla="*/ 307811 w 1368425"/>
                <a:gd name="connsiteY105" fmla="*/ 318073 h 1304927"/>
                <a:gd name="connsiteX106" fmla="*/ 309235 w 1368425"/>
                <a:gd name="connsiteY106" fmla="*/ 315946 h 1304927"/>
                <a:gd name="connsiteX107" fmla="*/ 310659 w 1368425"/>
                <a:gd name="connsiteY107" fmla="*/ 314527 h 1304927"/>
                <a:gd name="connsiteX108" fmla="*/ 310659 w 1368425"/>
                <a:gd name="connsiteY108" fmla="*/ 313818 h 1304927"/>
                <a:gd name="connsiteX109" fmla="*/ 312083 w 1368425"/>
                <a:gd name="connsiteY109" fmla="*/ 313109 h 1304927"/>
                <a:gd name="connsiteX110" fmla="*/ 312796 w 1368425"/>
                <a:gd name="connsiteY110" fmla="*/ 312400 h 1304927"/>
                <a:gd name="connsiteX111" fmla="*/ 314220 w 1368425"/>
                <a:gd name="connsiteY111" fmla="*/ 311691 h 1304927"/>
                <a:gd name="connsiteX112" fmla="*/ 314932 w 1368425"/>
                <a:gd name="connsiteY112" fmla="*/ 310981 h 1304927"/>
                <a:gd name="connsiteX113" fmla="*/ 317068 w 1368425"/>
                <a:gd name="connsiteY113" fmla="*/ 310272 h 1304927"/>
                <a:gd name="connsiteX114" fmla="*/ 319204 w 1368425"/>
                <a:gd name="connsiteY114" fmla="*/ 309563 h 1304927"/>
                <a:gd name="connsiteX115" fmla="*/ 1046208 w 1368425"/>
                <a:gd name="connsiteY115" fmla="*/ 307976 h 1304927"/>
                <a:gd name="connsiteX116" fmla="*/ 1047633 w 1368425"/>
                <a:gd name="connsiteY116" fmla="*/ 308689 h 1304927"/>
                <a:gd name="connsiteX117" fmla="*/ 1048345 w 1368425"/>
                <a:gd name="connsiteY117" fmla="*/ 308689 h 1304927"/>
                <a:gd name="connsiteX118" fmla="*/ 1049769 w 1368425"/>
                <a:gd name="connsiteY118" fmla="*/ 308689 h 1304927"/>
                <a:gd name="connsiteX119" fmla="*/ 1050481 w 1368425"/>
                <a:gd name="connsiteY119" fmla="*/ 309402 h 1304927"/>
                <a:gd name="connsiteX120" fmla="*/ 1052617 w 1368425"/>
                <a:gd name="connsiteY120" fmla="*/ 310114 h 1304927"/>
                <a:gd name="connsiteX121" fmla="*/ 1054041 w 1368425"/>
                <a:gd name="connsiteY121" fmla="*/ 310827 h 1304927"/>
                <a:gd name="connsiteX122" fmla="*/ 1054754 w 1368425"/>
                <a:gd name="connsiteY122" fmla="*/ 311540 h 1304927"/>
                <a:gd name="connsiteX123" fmla="*/ 1056178 w 1368425"/>
                <a:gd name="connsiteY123" fmla="*/ 312965 h 1304927"/>
                <a:gd name="connsiteX124" fmla="*/ 1057602 w 1368425"/>
                <a:gd name="connsiteY124" fmla="*/ 314391 h 1304927"/>
                <a:gd name="connsiteX125" fmla="*/ 1059026 w 1368425"/>
                <a:gd name="connsiteY125" fmla="*/ 316529 h 1304927"/>
                <a:gd name="connsiteX126" fmla="*/ 1059738 w 1368425"/>
                <a:gd name="connsiteY126" fmla="*/ 318667 h 1304927"/>
                <a:gd name="connsiteX127" fmla="*/ 1060450 w 1368425"/>
                <a:gd name="connsiteY127" fmla="*/ 319380 h 1304927"/>
                <a:gd name="connsiteX128" fmla="*/ 1060450 w 1368425"/>
                <a:gd name="connsiteY128" fmla="*/ 321518 h 1304927"/>
                <a:gd name="connsiteX129" fmla="*/ 1060450 w 1368425"/>
                <a:gd name="connsiteY129" fmla="*/ 323657 h 1304927"/>
                <a:gd name="connsiteX130" fmla="*/ 1060450 w 1368425"/>
                <a:gd name="connsiteY130" fmla="*/ 325795 h 1304927"/>
                <a:gd name="connsiteX131" fmla="*/ 1060450 w 1368425"/>
                <a:gd name="connsiteY131" fmla="*/ 326508 h 1304927"/>
                <a:gd name="connsiteX132" fmla="*/ 1039799 w 1368425"/>
                <a:gd name="connsiteY132" fmla="*/ 457655 h 1304927"/>
                <a:gd name="connsiteX133" fmla="*/ 1024845 w 1368425"/>
                <a:gd name="connsiteY133" fmla="*/ 470484 h 1304927"/>
                <a:gd name="connsiteX134" fmla="*/ 1021997 w 1368425"/>
                <a:gd name="connsiteY134" fmla="*/ 470484 h 1304927"/>
                <a:gd name="connsiteX135" fmla="*/ 1009179 w 1368425"/>
                <a:gd name="connsiteY135" fmla="*/ 452665 h 1304927"/>
                <a:gd name="connsiteX136" fmla="*/ 1023421 w 1368425"/>
                <a:gd name="connsiteY136" fmla="*/ 368560 h 1304927"/>
                <a:gd name="connsiteX137" fmla="*/ 915183 w 1368425"/>
                <a:gd name="connsiteY137" fmla="*/ 476899 h 1304927"/>
                <a:gd name="connsiteX138" fmla="*/ 893821 w 1368425"/>
                <a:gd name="connsiteY138" fmla="*/ 476186 h 1304927"/>
                <a:gd name="connsiteX139" fmla="*/ 893108 w 1368425"/>
                <a:gd name="connsiteY139" fmla="*/ 476186 h 1304927"/>
                <a:gd name="connsiteX140" fmla="*/ 893108 w 1368425"/>
                <a:gd name="connsiteY140" fmla="*/ 454804 h 1304927"/>
                <a:gd name="connsiteX141" fmla="*/ 1002058 w 1368425"/>
                <a:gd name="connsiteY141" fmla="*/ 345752 h 1304927"/>
                <a:gd name="connsiteX142" fmla="*/ 915895 w 1368425"/>
                <a:gd name="connsiteY142" fmla="*/ 359294 h 1304927"/>
                <a:gd name="connsiteX143" fmla="*/ 898093 w 1368425"/>
                <a:gd name="connsiteY143" fmla="*/ 345752 h 1304927"/>
                <a:gd name="connsiteX144" fmla="*/ 911623 w 1368425"/>
                <a:gd name="connsiteY144" fmla="*/ 328646 h 1304927"/>
                <a:gd name="connsiteX145" fmla="*/ 1044072 w 1368425"/>
                <a:gd name="connsiteY145" fmla="*/ 308689 h 1304927"/>
                <a:gd name="connsiteX146" fmla="*/ 1046208 w 1368425"/>
                <a:gd name="connsiteY146" fmla="*/ 307976 h 1304927"/>
                <a:gd name="connsiteX147" fmla="*/ 1204118 w 1368425"/>
                <a:gd name="connsiteY147" fmla="*/ 31750 h 1304927"/>
                <a:gd name="connsiteX148" fmla="*/ 1071561 w 1368425"/>
                <a:gd name="connsiteY148" fmla="*/ 164307 h 1304927"/>
                <a:gd name="connsiteX149" fmla="*/ 1204118 w 1368425"/>
                <a:gd name="connsiteY149" fmla="*/ 296864 h 1304927"/>
                <a:gd name="connsiteX150" fmla="*/ 1336675 w 1368425"/>
                <a:gd name="connsiteY150" fmla="*/ 164307 h 1304927"/>
                <a:gd name="connsiteX151" fmla="*/ 1204118 w 1368425"/>
                <a:gd name="connsiteY151" fmla="*/ 31750 h 1304927"/>
                <a:gd name="connsiteX152" fmla="*/ 164307 w 1368425"/>
                <a:gd name="connsiteY152" fmla="*/ 1 h 1304927"/>
                <a:gd name="connsiteX153" fmla="*/ 328614 w 1368425"/>
                <a:gd name="connsiteY153" fmla="*/ 164308 h 1304927"/>
                <a:gd name="connsiteX154" fmla="*/ 164307 w 1368425"/>
                <a:gd name="connsiteY154" fmla="*/ 328615 h 1304927"/>
                <a:gd name="connsiteX155" fmla="*/ 0 w 1368425"/>
                <a:gd name="connsiteY155" fmla="*/ 164308 h 1304927"/>
                <a:gd name="connsiteX156" fmla="*/ 164307 w 1368425"/>
                <a:gd name="connsiteY156" fmla="*/ 1 h 1304927"/>
                <a:gd name="connsiteX157" fmla="*/ 1204118 w 1368425"/>
                <a:gd name="connsiteY157" fmla="*/ 0 h 1304927"/>
                <a:gd name="connsiteX158" fmla="*/ 1368425 w 1368425"/>
                <a:gd name="connsiteY158" fmla="*/ 164307 h 1304927"/>
                <a:gd name="connsiteX159" fmla="*/ 1204118 w 1368425"/>
                <a:gd name="connsiteY159" fmla="*/ 328614 h 1304927"/>
                <a:gd name="connsiteX160" fmla="*/ 1039811 w 1368425"/>
                <a:gd name="connsiteY160" fmla="*/ 164307 h 1304927"/>
                <a:gd name="connsiteX161" fmla="*/ 1204118 w 1368425"/>
                <a:gd name="connsiteY161" fmla="*/ 0 h 1304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1368425" h="1304927">
                  <a:moveTo>
                    <a:pt x="163512" y="1103313"/>
                  </a:moveTo>
                  <a:cubicBezTo>
                    <a:pt x="219624" y="1103313"/>
                    <a:pt x="265112" y="1148446"/>
                    <a:pt x="265112" y="1204120"/>
                  </a:cubicBezTo>
                  <a:cubicBezTo>
                    <a:pt x="265112" y="1259794"/>
                    <a:pt x="219624" y="1304927"/>
                    <a:pt x="163512" y="1304927"/>
                  </a:cubicBezTo>
                  <a:cubicBezTo>
                    <a:pt x="107400" y="1304927"/>
                    <a:pt x="61912" y="1259794"/>
                    <a:pt x="61912" y="1204120"/>
                  </a:cubicBezTo>
                  <a:cubicBezTo>
                    <a:pt x="61912" y="1148446"/>
                    <a:pt x="107400" y="1103313"/>
                    <a:pt x="163512" y="1103313"/>
                  </a:cubicBezTo>
                  <a:close/>
                  <a:moveTo>
                    <a:pt x="465830" y="890422"/>
                  </a:moveTo>
                  <a:cubicBezTo>
                    <a:pt x="469645" y="890422"/>
                    <a:pt x="473372" y="891843"/>
                    <a:pt x="476211" y="894685"/>
                  </a:cubicBezTo>
                  <a:cubicBezTo>
                    <a:pt x="476211" y="895396"/>
                    <a:pt x="476921" y="895396"/>
                    <a:pt x="476921" y="895396"/>
                  </a:cubicBezTo>
                  <a:cubicBezTo>
                    <a:pt x="482600" y="901080"/>
                    <a:pt x="482600" y="911028"/>
                    <a:pt x="476921" y="916712"/>
                  </a:cubicBezTo>
                  <a:cubicBezTo>
                    <a:pt x="476921" y="916712"/>
                    <a:pt x="476921" y="916712"/>
                    <a:pt x="366893" y="1027556"/>
                  </a:cubicBezTo>
                  <a:cubicBezTo>
                    <a:pt x="366893" y="1027556"/>
                    <a:pt x="366893" y="1027556"/>
                    <a:pt x="452076" y="1014056"/>
                  </a:cubicBezTo>
                  <a:cubicBezTo>
                    <a:pt x="460594" y="1013345"/>
                    <a:pt x="468403" y="1019029"/>
                    <a:pt x="469822" y="1027556"/>
                  </a:cubicBezTo>
                  <a:cubicBezTo>
                    <a:pt x="470532" y="1035372"/>
                    <a:pt x="464853" y="1043898"/>
                    <a:pt x="456335" y="1044609"/>
                  </a:cubicBezTo>
                  <a:cubicBezTo>
                    <a:pt x="456335" y="1044609"/>
                    <a:pt x="456335" y="1044609"/>
                    <a:pt x="325011" y="1065214"/>
                  </a:cubicBezTo>
                  <a:cubicBezTo>
                    <a:pt x="325011" y="1065214"/>
                    <a:pt x="324301" y="1065214"/>
                    <a:pt x="323592" y="1065214"/>
                  </a:cubicBezTo>
                  <a:cubicBezTo>
                    <a:pt x="323592" y="1065214"/>
                    <a:pt x="323592" y="1065214"/>
                    <a:pt x="322882" y="1065214"/>
                  </a:cubicBezTo>
                  <a:cubicBezTo>
                    <a:pt x="322172" y="1065214"/>
                    <a:pt x="321462" y="1065214"/>
                    <a:pt x="320752" y="1065214"/>
                  </a:cubicBezTo>
                  <a:cubicBezTo>
                    <a:pt x="320042" y="1065214"/>
                    <a:pt x="319332" y="1064504"/>
                    <a:pt x="318623" y="1064504"/>
                  </a:cubicBezTo>
                  <a:cubicBezTo>
                    <a:pt x="317913" y="1064504"/>
                    <a:pt x="317913" y="1064504"/>
                    <a:pt x="317203" y="1063793"/>
                  </a:cubicBezTo>
                  <a:cubicBezTo>
                    <a:pt x="317203" y="1063793"/>
                    <a:pt x="317203" y="1063793"/>
                    <a:pt x="316493" y="1063793"/>
                  </a:cubicBezTo>
                  <a:cubicBezTo>
                    <a:pt x="315783" y="1063793"/>
                    <a:pt x="315783" y="1063083"/>
                    <a:pt x="315073" y="1063083"/>
                  </a:cubicBezTo>
                  <a:cubicBezTo>
                    <a:pt x="314363" y="1062372"/>
                    <a:pt x="313654" y="1062372"/>
                    <a:pt x="313654" y="1061661"/>
                  </a:cubicBezTo>
                  <a:cubicBezTo>
                    <a:pt x="312944" y="1061661"/>
                    <a:pt x="312944" y="1061661"/>
                    <a:pt x="312944" y="1061661"/>
                  </a:cubicBezTo>
                  <a:cubicBezTo>
                    <a:pt x="312944" y="1060951"/>
                    <a:pt x="312234" y="1060951"/>
                    <a:pt x="312234" y="1060240"/>
                  </a:cubicBezTo>
                  <a:cubicBezTo>
                    <a:pt x="311524" y="1060240"/>
                    <a:pt x="311524" y="1060240"/>
                    <a:pt x="311524" y="1060240"/>
                  </a:cubicBezTo>
                  <a:cubicBezTo>
                    <a:pt x="311524" y="1059530"/>
                    <a:pt x="310814" y="1059530"/>
                    <a:pt x="310814" y="1058819"/>
                  </a:cubicBezTo>
                  <a:cubicBezTo>
                    <a:pt x="310104" y="1058819"/>
                    <a:pt x="310104" y="1058819"/>
                    <a:pt x="310104" y="1058109"/>
                  </a:cubicBezTo>
                  <a:cubicBezTo>
                    <a:pt x="310104" y="1058109"/>
                    <a:pt x="309394" y="1057398"/>
                    <a:pt x="309394" y="1056688"/>
                  </a:cubicBezTo>
                  <a:cubicBezTo>
                    <a:pt x="308685" y="1055977"/>
                    <a:pt x="308685" y="1055267"/>
                    <a:pt x="308685" y="1054556"/>
                  </a:cubicBezTo>
                  <a:cubicBezTo>
                    <a:pt x="308685" y="1054556"/>
                    <a:pt x="308685" y="1054556"/>
                    <a:pt x="307975" y="1054556"/>
                  </a:cubicBezTo>
                  <a:cubicBezTo>
                    <a:pt x="307975" y="1053846"/>
                    <a:pt x="307975" y="1053135"/>
                    <a:pt x="307975" y="1052424"/>
                  </a:cubicBezTo>
                  <a:cubicBezTo>
                    <a:pt x="307975" y="1051714"/>
                    <a:pt x="307975" y="1051003"/>
                    <a:pt x="307975" y="1049582"/>
                  </a:cubicBezTo>
                  <a:cubicBezTo>
                    <a:pt x="307975" y="1048872"/>
                    <a:pt x="307975" y="1048161"/>
                    <a:pt x="307975" y="1047451"/>
                  </a:cubicBezTo>
                  <a:cubicBezTo>
                    <a:pt x="307975" y="1047451"/>
                    <a:pt x="307975" y="1047451"/>
                    <a:pt x="329270" y="916712"/>
                  </a:cubicBezTo>
                  <a:cubicBezTo>
                    <a:pt x="330690" y="908186"/>
                    <a:pt x="338499" y="902501"/>
                    <a:pt x="347017" y="903922"/>
                  </a:cubicBezTo>
                  <a:cubicBezTo>
                    <a:pt x="355535" y="905343"/>
                    <a:pt x="361214" y="913159"/>
                    <a:pt x="359794" y="921686"/>
                  </a:cubicBezTo>
                  <a:cubicBezTo>
                    <a:pt x="359794" y="921686"/>
                    <a:pt x="359794" y="921686"/>
                    <a:pt x="345597" y="1004819"/>
                  </a:cubicBezTo>
                  <a:cubicBezTo>
                    <a:pt x="345597" y="1004819"/>
                    <a:pt x="345597" y="1004819"/>
                    <a:pt x="454915" y="894685"/>
                  </a:cubicBezTo>
                  <a:cubicBezTo>
                    <a:pt x="458110" y="891843"/>
                    <a:pt x="462014" y="890422"/>
                    <a:pt x="465830" y="890422"/>
                  </a:cubicBezTo>
                  <a:close/>
                  <a:moveTo>
                    <a:pt x="902947" y="888847"/>
                  </a:moveTo>
                  <a:cubicBezTo>
                    <a:pt x="906870" y="888847"/>
                    <a:pt x="910794" y="890281"/>
                    <a:pt x="913648" y="893149"/>
                  </a:cubicBezTo>
                  <a:cubicBezTo>
                    <a:pt x="913648" y="893149"/>
                    <a:pt x="913648" y="893149"/>
                    <a:pt x="1024940" y="1004991"/>
                  </a:cubicBezTo>
                  <a:cubicBezTo>
                    <a:pt x="1024940" y="1004991"/>
                    <a:pt x="1024940" y="1004991"/>
                    <a:pt x="1012099" y="918958"/>
                  </a:cubicBezTo>
                  <a:cubicBezTo>
                    <a:pt x="1010672" y="910355"/>
                    <a:pt x="1016379" y="902469"/>
                    <a:pt x="1024940" y="901035"/>
                  </a:cubicBezTo>
                  <a:cubicBezTo>
                    <a:pt x="1033501" y="899601"/>
                    <a:pt x="1041349" y="905337"/>
                    <a:pt x="1042776" y="913940"/>
                  </a:cubicBezTo>
                  <a:cubicBezTo>
                    <a:pt x="1042776" y="913940"/>
                    <a:pt x="1042776" y="913940"/>
                    <a:pt x="1062038" y="1047290"/>
                  </a:cubicBezTo>
                  <a:cubicBezTo>
                    <a:pt x="1062038" y="1048007"/>
                    <a:pt x="1062038" y="1048724"/>
                    <a:pt x="1062038" y="1049441"/>
                  </a:cubicBezTo>
                  <a:cubicBezTo>
                    <a:pt x="1062038" y="1050157"/>
                    <a:pt x="1062038" y="1050157"/>
                    <a:pt x="1062038" y="1050157"/>
                  </a:cubicBezTo>
                  <a:cubicBezTo>
                    <a:pt x="1062038" y="1050874"/>
                    <a:pt x="1062038" y="1051591"/>
                    <a:pt x="1062038" y="1052308"/>
                  </a:cubicBezTo>
                  <a:cubicBezTo>
                    <a:pt x="1062038" y="1053025"/>
                    <a:pt x="1062038" y="1053742"/>
                    <a:pt x="1061325" y="1055176"/>
                  </a:cubicBezTo>
                  <a:cubicBezTo>
                    <a:pt x="1061325" y="1055176"/>
                    <a:pt x="1061325" y="1055176"/>
                    <a:pt x="1061325" y="1055893"/>
                  </a:cubicBezTo>
                  <a:cubicBezTo>
                    <a:pt x="1060611" y="1055893"/>
                    <a:pt x="1060611" y="1056610"/>
                    <a:pt x="1060611" y="1057327"/>
                  </a:cubicBezTo>
                  <a:cubicBezTo>
                    <a:pt x="1059898" y="1057327"/>
                    <a:pt x="1059898" y="1058044"/>
                    <a:pt x="1059898" y="1058044"/>
                  </a:cubicBezTo>
                  <a:cubicBezTo>
                    <a:pt x="1059185" y="1058761"/>
                    <a:pt x="1059185" y="1058761"/>
                    <a:pt x="1059185" y="1059478"/>
                  </a:cubicBezTo>
                  <a:cubicBezTo>
                    <a:pt x="1058471" y="1059478"/>
                    <a:pt x="1058471" y="1060195"/>
                    <a:pt x="1058471" y="1060195"/>
                  </a:cubicBezTo>
                  <a:cubicBezTo>
                    <a:pt x="1057758" y="1060195"/>
                    <a:pt x="1057758" y="1060912"/>
                    <a:pt x="1057044" y="1060912"/>
                  </a:cubicBezTo>
                  <a:cubicBezTo>
                    <a:pt x="1057044" y="1061628"/>
                    <a:pt x="1056331" y="1061628"/>
                    <a:pt x="1056331" y="1061628"/>
                  </a:cubicBezTo>
                  <a:cubicBezTo>
                    <a:pt x="1056331" y="1062345"/>
                    <a:pt x="1055618" y="1062345"/>
                    <a:pt x="1054904" y="1063062"/>
                  </a:cubicBezTo>
                  <a:cubicBezTo>
                    <a:pt x="1054904" y="1063062"/>
                    <a:pt x="1054904" y="1063062"/>
                    <a:pt x="1054191" y="1063062"/>
                  </a:cubicBezTo>
                  <a:cubicBezTo>
                    <a:pt x="1054191" y="1063779"/>
                    <a:pt x="1054191" y="1063779"/>
                    <a:pt x="1053477" y="1063779"/>
                  </a:cubicBezTo>
                  <a:cubicBezTo>
                    <a:pt x="1053477" y="1063779"/>
                    <a:pt x="1052764" y="1063779"/>
                    <a:pt x="1052050" y="1064496"/>
                  </a:cubicBezTo>
                  <a:cubicBezTo>
                    <a:pt x="1051337" y="1064496"/>
                    <a:pt x="1050624" y="1064496"/>
                    <a:pt x="1049910" y="1065213"/>
                  </a:cubicBezTo>
                  <a:cubicBezTo>
                    <a:pt x="1049910" y="1065213"/>
                    <a:pt x="1049910" y="1065213"/>
                    <a:pt x="1049197" y="1065213"/>
                  </a:cubicBezTo>
                  <a:cubicBezTo>
                    <a:pt x="1048483" y="1065213"/>
                    <a:pt x="1048483" y="1065213"/>
                    <a:pt x="1047770" y="1065213"/>
                  </a:cubicBezTo>
                  <a:cubicBezTo>
                    <a:pt x="1047057" y="1065213"/>
                    <a:pt x="1045630" y="1065213"/>
                    <a:pt x="1044916" y="1065213"/>
                  </a:cubicBezTo>
                  <a:cubicBezTo>
                    <a:pt x="1044916" y="1065213"/>
                    <a:pt x="1044916" y="1065213"/>
                    <a:pt x="914361" y="1043705"/>
                  </a:cubicBezTo>
                  <a:cubicBezTo>
                    <a:pt x="905800" y="1042271"/>
                    <a:pt x="899380" y="1034385"/>
                    <a:pt x="900806" y="1026499"/>
                  </a:cubicBezTo>
                  <a:cubicBezTo>
                    <a:pt x="901520" y="1017178"/>
                    <a:pt x="910081" y="1011443"/>
                    <a:pt x="918642" y="1012877"/>
                  </a:cubicBezTo>
                  <a:cubicBezTo>
                    <a:pt x="918642" y="1012877"/>
                    <a:pt x="918642" y="1012877"/>
                    <a:pt x="1002824" y="1026499"/>
                  </a:cubicBezTo>
                  <a:cubicBezTo>
                    <a:pt x="1002824" y="1026499"/>
                    <a:pt x="1002824" y="1026499"/>
                    <a:pt x="891532" y="915374"/>
                  </a:cubicBezTo>
                  <a:cubicBezTo>
                    <a:pt x="885825" y="908921"/>
                    <a:pt x="885825" y="899601"/>
                    <a:pt x="892245" y="893866"/>
                  </a:cubicBezTo>
                  <a:cubicBezTo>
                    <a:pt x="892245" y="893866"/>
                    <a:pt x="892245" y="893866"/>
                    <a:pt x="892245" y="893149"/>
                  </a:cubicBezTo>
                  <a:cubicBezTo>
                    <a:pt x="895099" y="890281"/>
                    <a:pt x="899023" y="888847"/>
                    <a:pt x="902947" y="888847"/>
                  </a:cubicBezTo>
                  <a:close/>
                  <a:moveTo>
                    <a:pt x="684212" y="463550"/>
                  </a:moveTo>
                  <a:cubicBezTo>
                    <a:pt x="562343" y="463550"/>
                    <a:pt x="463549" y="562344"/>
                    <a:pt x="463549" y="684213"/>
                  </a:cubicBezTo>
                  <a:cubicBezTo>
                    <a:pt x="463549" y="806082"/>
                    <a:pt x="562343" y="904876"/>
                    <a:pt x="684212" y="904876"/>
                  </a:cubicBezTo>
                  <a:cubicBezTo>
                    <a:pt x="806081" y="904876"/>
                    <a:pt x="904875" y="806082"/>
                    <a:pt x="904875" y="684213"/>
                  </a:cubicBezTo>
                  <a:cubicBezTo>
                    <a:pt x="904875" y="562344"/>
                    <a:pt x="806081" y="463550"/>
                    <a:pt x="684212" y="463550"/>
                  </a:cubicBezTo>
                  <a:close/>
                  <a:moveTo>
                    <a:pt x="684212" y="431800"/>
                  </a:moveTo>
                  <a:cubicBezTo>
                    <a:pt x="823616" y="431800"/>
                    <a:pt x="936625" y="544809"/>
                    <a:pt x="936625" y="684213"/>
                  </a:cubicBezTo>
                  <a:cubicBezTo>
                    <a:pt x="936625" y="823617"/>
                    <a:pt x="823616" y="936626"/>
                    <a:pt x="684212" y="936626"/>
                  </a:cubicBezTo>
                  <a:cubicBezTo>
                    <a:pt x="544808" y="936626"/>
                    <a:pt x="431799" y="823617"/>
                    <a:pt x="431799" y="684213"/>
                  </a:cubicBezTo>
                  <a:cubicBezTo>
                    <a:pt x="431799" y="544809"/>
                    <a:pt x="544808" y="431800"/>
                    <a:pt x="684212" y="431800"/>
                  </a:cubicBezTo>
                  <a:close/>
                  <a:moveTo>
                    <a:pt x="319204" y="309563"/>
                  </a:moveTo>
                  <a:cubicBezTo>
                    <a:pt x="319916" y="309563"/>
                    <a:pt x="320629" y="309563"/>
                    <a:pt x="321341" y="309563"/>
                  </a:cubicBezTo>
                  <a:cubicBezTo>
                    <a:pt x="321341" y="309563"/>
                    <a:pt x="321341" y="309563"/>
                    <a:pt x="322053" y="309563"/>
                  </a:cubicBezTo>
                  <a:cubicBezTo>
                    <a:pt x="322765" y="309563"/>
                    <a:pt x="323477" y="309563"/>
                    <a:pt x="324189" y="309563"/>
                  </a:cubicBezTo>
                  <a:cubicBezTo>
                    <a:pt x="324189" y="309563"/>
                    <a:pt x="324189" y="309563"/>
                    <a:pt x="453789" y="330838"/>
                  </a:cubicBezTo>
                  <a:cubicBezTo>
                    <a:pt x="462335" y="332257"/>
                    <a:pt x="468743" y="340058"/>
                    <a:pt x="467319" y="347858"/>
                  </a:cubicBezTo>
                  <a:cubicBezTo>
                    <a:pt x="466607" y="356368"/>
                    <a:pt x="459486" y="362042"/>
                    <a:pt x="452365" y="362042"/>
                  </a:cubicBezTo>
                  <a:cubicBezTo>
                    <a:pt x="450941" y="362042"/>
                    <a:pt x="450229" y="362042"/>
                    <a:pt x="449517" y="361333"/>
                  </a:cubicBezTo>
                  <a:cubicBezTo>
                    <a:pt x="449517" y="361333"/>
                    <a:pt x="449517" y="361333"/>
                    <a:pt x="366202" y="347858"/>
                  </a:cubicBezTo>
                  <a:cubicBezTo>
                    <a:pt x="366202" y="347858"/>
                    <a:pt x="366202" y="347858"/>
                    <a:pt x="473728" y="454943"/>
                  </a:cubicBezTo>
                  <a:cubicBezTo>
                    <a:pt x="479425" y="461326"/>
                    <a:pt x="479425" y="470545"/>
                    <a:pt x="473728" y="476219"/>
                  </a:cubicBezTo>
                  <a:cubicBezTo>
                    <a:pt x="473016" y="476219"/>
                    <a:pt x="473016" y="476928"/>
                    <a:pt x="473016" y="476928"/>
                  </a:cubicBezTo>
                  <a:cubicBezTo>
                    <a:pt x="467319" y="482601"/>
                    <a:pt x="457350" y="482601"/>
                    <a:pt x="451653" y="476928"/>
                  </a:cubicBezTo>
                  <a:cubicBezTo>
                    <a:pt x="451653" y="476928"/>
                    <a:pt x="451653" y="476928"/>
                    <a:pt x="344128" y="369134"/>
                  </a:cubicBezTo>
                  <a:cubicBezTo>
                    <a:pt x="344128" y="369134"/>
                    <a:pt x="344128" y="369134"/>
                    <a:pt x="356945" y="454234"/>
                  </a:cubicBezTo>
                  <a:cubicBezTo>
                    <a:pt x="358369" y="462035"/>
                    <a:pt x="353385" y="469836"/>
                    <a:pt x="345552" y="471964"/>
                  </a:cubicBezTo>
                  <a:cubicBezTo>
                    <a:pt x="336295" y="474091"/>
                    <a:pt x="327749" y="468418"/>
                    <a:pt x="326325" y="459198"/>
                  </a:cubicBezTo>
                  <a:cubicBezTo>
                    <a:pt x="326325" y="459198"/>
                    <a:pt x="326325" y="459198"/>
                    <a:pt x="306387" y="327292"/>
                  </a:cubicBezTo>
                  <a:cubicBezTo>
                    <a:pt x="306387" y="326583"/>
                    <a:pt x="306387" y="325874"/>
                    <a:pt x="306387" y="325165"/>
                  </a:cubicBezTo>
                  <a:cubicBezTo>
                    <a:pt x="306387" y="325165"/>
                    <a:pt x="306387" y="325165"/>
                    <a:pt x="306387" y="324456"/>
                  </a:cubicBezTo>
                  <a:cubicBezTo>
                    <a:pt x="306387" y="323747"/>
                    <a:pt x="306387" y="323037"/>
                    <a:pt x="306387" y="322328"/>
                  </a:cubicBezTo>
                  <a:cubicBezTo>
                    <a:pt x="306387" y="321619"/>
                    <a:pt x="306387" y="320910"/>
                    <a:pt x="307099" y="320201"/>
                  </a:cubicBezTo>
                  <a:cubicBezTo>
                    <a:pt x="307099" y="319492"/>
                    <a:pt x="307811" y="318782"/>
                    <a:pt x="307811" y="318073"/>
                  </a:cubicBezTo>
                  <a:cubicBezTo>
                    <a:pt x="308523" y="317364"/>
                    <a:pt x="308523" y="316655"/>
                    <a:pt x="309235" y="315946"/>
                  </a:cubicBezTo>
                  <a:cubicBezTo>
                    <a:pt x="309947" y="315237"/>
                    <a:pt x="309947" y="314527"/>
                    <a:pt x="310659" y="314527"/>
                  </a:cubicBezTo>
                  <a:cubicBezTo>
                    <a:pt x="310659" y="314527"/>
                    <a:pt x="310659" y="314527"/>
                    <a:pt x="310659" y="313818"/>
                  </a:cubicBezTo>
                  <a:cubicBezTo>
                    <a:pt x="311371" y="313818"/>
                    <a:pt x="312083" y="313109"/>
                    <a:pt x="312083" y="313109"/>
                  </a:cubicBezTo>
                  <a:cubicBezTo>
                    <a:pt x="312083" y="312400"/>
                    <a:pt x="312796" y="312400"/>
                    <a:pt x="312796" y="312400"/>
                  </a:cubicBezTo>
                  <a:cubicBezTo>
                    <a:pt x="313508" y="312400"/>
                    <a:pt x="313508" y="311691"/>
                    <a:pt x="314220" y="311691"/>
                  </a:cubicBezTo>
                  <a:cubicBezTo>
                    <a:pt x="314220" y="311691"/>
                    <a:pt x="314220" y="311691"/>
                    <a:pt x="314932" y="310981"/>
                  </a:cubicBezTo>
                  <a:cubicBezTo>
                    <a:pt x="315644" y="310981"/>
                    <a:pt x="316356" y="310981"/>
                    <a:pt x="317068" y="310272"/>
                  </a:cubicBezTo>
                  <a:cubicBezTo>
                    <a:pt x="317780" y="310272"/>
                    <a:pt x="318492" y="310272"/>
                    <a:pt x="319204" y="309563"/>
                  </a:cubicBezTo>
                  <a:close/>
                  <a:moveTo>
                    <a:pt x="1046208" y="307976"/>
                  </a:moveTo>
                  <a:cubicBezTo>
                    <a:pt x="1046921" y="307976"/>
                    <a:pt x="1047633" y="307976"/>
                    <a:pt x="1047633" y="308689"/>
                  </a:cubicBezTo>
                  <a:cubicBezTo>
                    <a:pt x="1047633" y="308689"/>
                    <a:pt x="1047633" y="308689"/>
                    <a:pt x="1048345" y="308689"/>
                  </a:cubicBezTo>
                  <a:cubicBezTo>
                    <a:pt x="1049057" y="308689"/>
                    <a:pt x="1049057" y="308689"/>
                    <a:pt x="1049769" y="308689"/>
                  </a:cubicBezTo>
                  <a:cubicBezTo>
                    <a:pt x="1050481" y="308689"/>
                    <a:pt x="1050481" y="308689"/>
                    <a:pt x="1050481" y="309402"/>
                  </a:cubicBezTo>
                  <a:cubicBezTo>
                    <a:pt x="1051193" y="309402"/>
                    <a:pt x="1051905" y="309402"/>
                    <a:pt x="1052617" y="310114"/>
                  </a:cubicBezTo>
                  <a:cubicBezTo>
                    <a:pt x="1053329" y="310114"/>
                    <a:pt x="1054041" y="310827"/>
                    <a:pt x="1054041" y="310827"/>
                  </a:cubicBezTo>
                  <a:cubicBezTo>
                    <a:pt x="1054041" y="310827"/>
                    <a:pt x="1054041" y="310827"/>
                    <a:pt x="1054754" y="311540"/>
                  </a:cubicBezTo>
                  <a:cubicBezTo>
                    <a:pt x="1055466" y="311540"/>
                    <a:pt x="1055466" y="312253"/>
                    <a:pt x="1056178" y="312965"/>
                  </a:cubicBezTo>
                  <a:cubicBezTo>
                    <a:pt x="1056890" y="313678"/>
                    <a:pt x="1057602" y="313678"/>
                    <a:pt x="1057602" y="314391"/>
                  </a:cubicBezTo>
                  <a:cubicBezTo>
                    <a:pt x="1058314" y="315104"/>
                    <a:pt x="1059026" y="315816"/>
                    <a:pt x="1059026" y="316529"/>
                  </a:cubicBezTo>
                  <a:cubicBezTo>
                    <a:pt x="1059738" y="317242"/>
                    <a:pt x="1059738" y="317955"/>
                    <a:pt x="1059738" y="318667"/>
                  </a:cubicBezTo>
                  <a:cubicBezTo>
                    <a:pt x="1059738" y="318667"/>
                    <a:pt x="1059738" y="318667"/>
                    <a:pt x="1060450" y="319380"/>
                  </a:cubicBezTo>
                  <a:cubicBezTo>
                    <a:pt x="1060450" y="320093"/>
                    <a:pt x="1060450" y="320806"/>
                    <a:pt x="1060450" y="321518"/>
                  </a:cubicBezTo>
                  <a:cubicBezTo>
                    <a:pt x="1060450" y="322231"/>
                    <a:pt x="1060450" y="322944"/>
                    <a:pt x="1060450" y="323657"/>
                  </a:cubicBezTo>
                  <a:cubicBezTo>
                    <a:pt x="1060450" y="324369"/>
                    <a:pt x="1060450" y="325082"/>
                    <a:pt x="1060450" y="325795"/>
                  </a:cubicBezTo>
                  <a:cubicBezTo>
                    <a:pt x="1060450" y="325795"/>
                    <a:pt x="1060450" y="325795"/>
                    <a:pt x="1060450" y="326508"/>
                  </a:cubicBezTo>
                  <a:cubicBezTo>
                    <a:pt x="1060450" y="326508"/>
                    <a:pt x="1060450" y="326508"/>
                    <a:pt x="1039799" y="457655"/>
                  </a:cubicBezTo>
                  <a:cubicBezTo>
                    <a:pt x="1038375" y="464782"/>
                    <a:pt x="1031966" y="470484"/>
                    <a:pt x="1024845" y="470484"/>
                  </a:cubicBezTo>
                  <a:cubicBezTo>
                    <a:pt x="1024133" y="470484"/>
                    <a:pt x="1022709" y="470484"/>
                    <a:pt x="1021997" y="470484"/>
                  </a:cubicBezTo>
                  <a:cubicBezTo>
                    <a:pt x="1013452" y="469059"/>
                    <a:pt x="1007755" y="461218"/>
                    <a:pt x="1009179" y="452665"/>
                  </a:cubicBezTo>
                  <a:cubicBezTo>
                    <a:pt x="1009179" y="452665"/>
                    <a:pt x="1009179" y="452665"/>
                    <a:pt x="1023421" y="368560"/>
                  </a:cubicBezTo>
                  <a:cubicBezTo>
                    <a:pt x="1023421" y="368560"/>
                    <a:pt x="1023421" y="368560"/>
                    <a:pt x="915183" y="476899"/>
                  </a:cubicBezTo>
                  <a:cubicBezTo>
                    <a:pt x="908774" y="482601"/>
                    <a:pt x="899517" y="482601"/>
                    <a:pt x="893821" y="476186"/>
                  </a:cubicBezTo>
                  <a:cubicBezTo>
                    <a:pt x="893821" y="476186"/>
                    <a:pt x="893821" y="476186"/>
                    <a:pt x="893108" y="476186"/>
                  </a:cubicBezTo>
                  <a:cubicBezTo>
                    <a:pt x="887412" y="470484"/>
                    <a:pt x="887412" y="460506"/>
                    <a:pt x="893108" y="454804"/>
                  </a:cubicBezTo>
                  <a:cubicBezTo>
                    <a:pt x="893108" y="454804"/>
                    <a:pt x="893108" y="454804"/>
                    <a:pt x="1002058" y="345752"/>
                  </a:cubicBezTo>
                  <a:cubicBezTo>
                    <a:pt x="1002058" y="345752"/>
                    <a:pt x="1002058" y="345752"/>
                    <a:pt x="915895" y="359294"/>
                  </a:cubicBezTo>
                  <a:cubicBezTo>
                    <a:pt x="907350" y="360720"/>
                    <a:pt x="899517" y="354305"/>
                    <a:pt x="898093" y="345752"/>
                  </a:cubicBezTo>
                  <a:cubicBezTo>
                    <a:pt x="897381" y="337199"/>
                    <a:pt x="903790" y="330072"/>
                    <a:pt x="911623" y="328646"/>
                  </a:cubicBezTo>
                  <a:cubicBezTo>
                    <a:pt x="911623" y="328646"/>
                    <a:pt x="911623" y="328646"/>
                    <a:pt x="1044072" y="308689"/>
                  </a:cubicBezTo>
                  <a:cubicBezTo>
                    <a:pt x="1044784" y="307976"/>
                    <a:pt x="1045496" y="307976"/>
                    <a:pt x="1046208" y="307976"/>
                  </a:cubicBezTo>
                  <a:close/>
                  <a:moveTo>
                    <a:pt x="1204118" y="31750"/>
                  </a:moveTo>
                  <a:cubicBezTo>
                    <a:pt x="1130909" y="31750"/>
                    <a:pt x="1071561" y="91098"/>
                    <a:pt x="1071561" y="164307"/>
                  </a:cubicBezTo>
                  <a:cubicBezTo>
                    <a:pt x="1071561" y="237516"/>
                    <a:pt x="1130909" y="296864"/>
                    <a:pt x="1204118" y="296864"/>
                  </a:cubicBezTo>
                  <a:cubicBezTo>
                    <a:pt x="1277327" y="296864"/>
                    <a:pt x="1336675" y="237516"/>
                    <a:pt x="1336675" y="164307"/>
                  </a:cubicBezTo>
                  <a:cubicBezTo>
                    <a:pt x="1336675" y="91098"/>
                    <a:pt x="1277327" y="31750"/>
                    <a:pt x="1204118" y="31750"/>
                  </a:cubicBezTo>
                  <a:close/>
                  <a:moveTo>
                    <a:pt x="164307" y="1"/>
                  </a:moveTo>
                  <a:cubicBezTo>
                    <a:pt x="255051" y="1"/>
                    <a:pt x="328614" y="73564"/>
                    <a:pt x="328614" y="164308"/>
                  </a:cubicBezTo>
                  <a:cubicBezTo>
                    <a:pt x="328614" y="255052"/>
                    <a:pt x="255051" y="328615"/>
                    <a:pt x="164307" y="328615"/>
                  </a:cubicBezTo>
                  <a:cubicBezTo>
                    <a:pt x="73563" y="328615"/>
                    <a:pt x="0" y="255052"/>
                    <a:pt x="0" y="164308"/>
                  </a:cubicBezTo>
                  <a:cubicBezTo>
                    <a:pt x="0" y="73564"/>
                    <a:pt x="73563" y="1"/>
                    <a:pt x="164307" y="1"/>
                  </a:cubicBezTo>
                  <a:close/>
                  <a:moveTo>
                    <a:pt x="1204118" y="0"/>
                  </a:moveTo>
                  <a:cubicBezTo>
                    <a:pt x="1294862" y="0"/>
                    <a:pt x="1368425" y="73563"/>
                    <a:pt x="1368425" y="164307"/>
                  </a:cubicBezTo>
                  <a:cubicBezTo>
                    <a:pt x="1368425" y="255051"/>
                    <a:pt x="1294862" y="328614"/>
                    <a:pt x="1204118" y="328614"/>
                  </a:cubicBezTo>
                  <a:cubicBezTo>
                    <a:pt x="1113374" y="328614"/>
                    <a:pt x="1039811" y="255051"/>
                    <a:pt x="1039811" y="164307"/>
                  </a:cubicBezTo>
                  <a:cubicBezTo>
                    <a:pt x="1039811" y="73563"/>
                    <a:pt x="1113374" y="0"/>
                    <a:pt x="1204118"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00" name="Freeform 29">
              <a:extLst>
                <a:ext uri="{FF2B5EF4-FFF2-40B4-BE49-F238E27FC236}">
                  <a16:creationId xmlns:a16="http://schemas.microsoft.com/office/drawing/2014/main" id="{A7B46443-7699-798D-C0F0-594CC2BED34A}"/>
                </a:ext>
              </a:extLst>
            </p:cNvPr>
            <p:cNvSpPr>
              <a:spLocks noChangeArrowheads="1"/>
            </p:cNvSpPr>
            <p:nvPr/>
          </p:nvSpPr>
          <p:spPr bwMode="auto">
            <a:xfrm>
              <a:off x="5411787" y="2808288"/>
              <a:ext cx="1368427" cy="1308101"/>
            </a:xfrm>
            <a:custGeom>
              <a:avLst/>
              <a:gdLst>
                <a:gd name="connsiteX0" fmla="*/ 164307 w 1368427"/>
                <a:gd name="connsiteY0" fmla="*/ 1008061 h 1308101"/>
                <a:gd name="connsiteX1" fmla="*/ 31750 w 1368427"/>
                <a:gd name="connsiteY1" fmla="*/ 1140618 h 1308101"/>
                <a:gd name="connsiteX2" fmla="*/ 164307 w 1368427"/>
                <a:gd name="connsiteY2" fmla="*/ 1273175 h 1308101"/>
                <a:gd name="connsiteX3" fmla="*/ 296864 w 1368427"/>
                <a:gd name="connsiteY3" fmla="*/ 1140618 h 1308101"/>
                <a:gd name="connsiteX4" fmla="*/ 164307 w 1368427"/>
                <a:gd name="connsiteY4" fmla="*/ 1008061 h 1308101"/>
                <a:gd name="connsiteX5" fmla="*/ 1204120 w 1368427"/>
                <a:gd name="connsiteY5" fmla="*/ 979487 h 1308101"/>
                <a:gd name="connsiteX6" fmla="*/ 1368427 w 1368427"/>
                <a:gd name="connsiteY6" fmla="*/ 1143794 h 1308101"/>
                <a:gd name="connsiteX7" fmla="*/ 1204120 w 1368427"/>
                <a:gd name="connsiteY7" fmla="*/ 1308101 h 1308101"/>
                <a:gd name="connsiteX8" fmla="*/ 1039813 w 1368427"/>
                <a:gd name="connsiteY8" fmla="*/ 1143794 h 1308101"/>
                <a:gd name="connsiteX9" fmla="*/ 1204120 w 1368427"/>
                <a:gd name="connsiteY9" fmla="*/ 979487 h 1308101"/>
                <a:gd name="connsiteX10" fmla="*/ 164307 w 1368427"/>
                <a:gd name="connsiteY10" fmla="*/ 976311 h 1308101"/>
                <a:gd name="connsiteX11" fmla="*/ 328614 w 1368427"/>
                <a:gd name="connsiteY11" fmla="*/ 1140618 h 1308101"/>
                <a:gd name="connsiteX12" fmla="*/ 164307 w 1368427"/>
                <a:gd name="connsiteY12" fmla="*/ 1304925 h 1308101"/>
                <a:gd name="connsiteX13" fmla="*/ 0 w 1368427"/>
                <a:gd name="connsiteY13" fmla="*/ 1140618 h 1308101"/>
                <a:gd name="connsiteX14" fmla="*/ 164307 w 1368427"/>
                <a:gd name="connsiteY14" fmla="*/ 976311 h 1308101"/>
                <a:gd name="connsiteX15" fmla="*/ 683420 w 1368427"/>
                <a:gd name="connsiteY15" fmla="*/ 430212 h 1308101"/>
                <a:gd name="connsiteX16" fmla="*/ 873127 w 1368427"/>
                <a:gd name="connsiteY16" fmla="*/ 620712 h 1308101"/>
                <a:gd name="connsiteX17" fmla="*/ 683420 w 1368427"/>
                <a:gd name="connsiteY17" fmla="*/ 811212 h 1308101"/>
                <a:gd name="connsiteX18" fmla="*/ 493713 w 1368427"/>
                <a:gd name="connsiteY18" fmla="*/ 620712 h 1308101"/>
                <a:gd name="connsiteX19" fmla="*/ 683420 w 1368427"/>
                <a:gd name="connsiteY19" fmla="*/ 430212 h 1308101"/>
                <a:gd name="connsiteX20" fmla="*/ 1204913 w 1368427"/>
                <a:gd name="connsiteY20" fmla="*/ 0 h 1308101"/>
                <a:gd name="connsiteX21" fmla="*/ 1306513 w 1368427"/>
                <a:gd name="connsiteY21" fmla="*/ 101600 h 1308101"/>
                <a:gd name="connsiteX22" fmla="*/ 1204913 w 1368427"/>
                <a:gd name="connsiteY22" fmla="*/ 203200 h 1308101"/>
                <a:gd name="connsiteX23" fmla="*/ 1103313 w 1368427"/>
                <a:gd name="connsiteY23" fmla="*/ 101600 h 1308101"/>
                <a:gd name="connsiteX24" fmla="*/ 1204913 w 1368427"/>
                <a:gd name="connsiteY24" fmla="*/ 0 h 1308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68427" h="1308101">
                  <a:moveTo>
                    <a:pt x="164307" y="1008061"/>
                  </a:moveTo>
                  <a:cubicBezTo>
                    <a:pt x="91098" y="1008061"/>
                    <a:pt x="31750" y="1067409"/>
                    <a:pt x="31750" y="1140618"/>
                  </a:cubicBezTo>
                  <a:cubicBezTo>
                    <a:pt x="31750" y="1213827"/>
                    <a:pt x="91098" y="1273175"/>
                    <a:pt x="164307" y="1273175"/>
                  </a:cubicBezTo>
                  <a:cubicBezTo>
                    <a:pt x="237516" y="1273175"/>
                    <a:pt x="296864" y="1213827"/>
                    <a:pt x="296864" y="1140618"/>
                  </a:cubicBezTo>
                  <a:cubicBezTo>
                    <a:pt x="296864" y="1067409"/>
                    <a:pt x="237516" y="1008061"/>
                    <a:pt x="164307" y="1008061"/>
                  </a:cubicBezTo>
                  <a:close/>
                  <a:moveTo>
                    <a:pt x="1204120" y="979487"/>
                  </a:moveTo>
                  <a:cubicBezTo>
                    <a:pt x="1294864" y="979487"/>
                    <a:pt x="1368427" y="1053050"/>
                    <a:pt x="1368427" y="1143794"/>
                  </a:cubicBezTo>
                  <a:cubicBezTo>
                    <a:pt x="1368427" y="1234538"/>
                    <a:pt x="1294864" y="1308101"/>
                    <a:pt x="1204120" y="1308101"/>
                  </a:cubicBezTo>
                  <a:cubicBezTo>
                    <a:pt x="1113376" y="1308101"/>
                    <a:pt x="1039813" y="1234538"/>
                    <a:pt x="1039813" y="1143794"/>
                  </a:cubicBezTo>
                  <a:cubicBezTo>
                    <a:pt x="1039813" y="1053050"/>
                    <a:pt x="1113376" y="979487"/>
                    <a:pt x="1204120" y="979487"/>
                  </a:cubicBezTo>
                  <a:close/>
                  <a:moveTo>
                    <a:pt x="164307" y="976311"/>
                  </a:moveTo>
                  <a:cubicBezTo>
                    <a:pt x="255051" y="976311"/>
                    <a:pt x="328614" y="1049874"/>
                    <a:pt x="328614" y="1140618"/>
                  </a:cubicBezTo>
                  <a:cubicBezTo>
                    <a:pt x="328614" y="1231362"/>
                    <a:pt x="255051" y="1304925"/>
                    <a:pt x="164307" y="1304925"/>
                  </a:cubicBezTo>
                  <a:cubicBezTo>
                    <a:pt x="73563" y="1304925"/>
                    <a:pt x="0" y="1231362"/>
                    <a:pt x="0" y="1140618"/>
                  </a:cubicBezTo>
                  <a:cubicBezTo>
                    <a:pt x="0" y="1049874"/>
                    <a:pt x="73563" y="976311"/>
                    <a:pt x="164307" y="976311"/>
                  </a:cubicBezTo>
                  <a:close/>
                  <a:moveTo>
                    <a:pt x="683420" y="430212"/>
                  </a:moveTo>
                  <a:cubicBezTo>
                    <a:pt x="788192" y="430212"/>
                    <a:pt x="873127" y="515502"/>
                    <a:pt x="873127" y="620712"/>
                  </a:cubicBezTo>
                  <a:cubicBezTo>
                    <a:pt x="873127" y="725922"/>
                    <a:pt x="788192" y="811212"/>
                    <a:pt x="683420" y="811212"/>
                  </a:cubicBezTo>
                  <a:cubicBezTo>
                    <a:pt x="578648" y="811212"/>
                    <a:pt x="493713" y="725922"/>
                    <a:pt x="493713" y="620712"/>
                  </a:cubicBezTo>
                  <a:cubicBezTo>
                    <a:pt x="493713" y="515502"/>
                    <a:pt x="578648" y="430212"/>
                    <a:pt x="683420" y="430212"/>
                  </a:cubicBezTo>
                  <a:close/>
                  <a:moveTo>
                    <a:pt x="1204913" y="0"/>
                  </a:moveTo>
                  <a:cubicBezTo>
                    <a:pt x="1261025" y="0"/>
                    <a:pt x="1306513" y="45488"/>
                    <a:pt x="1306513" y="101600"/>
                  </a:cubicBezTo>
                  <a:cubicBezTo>
                    <a:pt x="1306513" y="157712"/>
                    <a:pt x="1261025" y="203200"/>
                    <a:pt x="1204913" y="203200"/>
                  </a:cubicBezTo>
                  <a:cubicBezTo>
                    <a:pt x="1148801" y="203200"/>
                    <a:pt x="1103313" y="157712"/>
                    <a:pt x="1103313" y="101600"/>
                  </a:cubicBezTo>
                  <a:cubicBezTo>
                    <a:pt x="1103313" y="45488"/>
                    <a:pt x="1148801" y="0"/>
                    <a:pt x="1204913" y="0"/>
                  </a:cubicBezTo>
                  <a:close/>
                </a:path>
              </a:pathLst>
            </a:custGeom>
            <a:solidFill>
              <a:schemeClr val="tx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58" name="Oval 157">
            <a:extLst>
              <a:ext uri="{FF2B5EF4-FFF2-40B4-BE49-F238E27FC236}">
                <a16:creationId xmlns:a16="http://schemas.microsoft.com/office/drawing/2014/main" id="{3422B368-0ECE-4224-BCA3-8EAF10CD0EFC}"/>
              </a:ext>
            </a:extLst>
          </p:cNvPr>
          <p:cNvSpPr/>
          <p:nvPr/>
        </p:nvSpPr>
        <p:spPr>
          <a:xfrm>
            <a:off x="961541" y="3045207"/>
            <a:ext cx="650278" cy="78657"/>
          </a:xfrm>
          <a:prstGeom prst="ellipse">
            <a:avLst/>
          </a:prstGeom>
          <a:solidFill>
            <a:schemeClr val="bg1">
              <a:lumMod val="85000"/>
            </a:schemeClr>
          </a:solidFill>
          <a:ln w="9525" cap="rnd" cmpd="sng" algn="ctr">
            <a:solidFill>
              <a:schemeClr val="bg1">
                <a:lumMod val="8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159" name="Rectangle: Rounded Corners 158">
            <a:extLst>
              <a:ext uri="{FF2B5EF4-FFF2-40B4-BE49-F238E27FC236}">
                <a16:creationId xmlns:a16="http://schemas.microsoft.com/office/drawing/2014/main" id="{6EB0B6B8-380A-49A7-99A3-457C1CEB7C95}"/>
              </a:ext>
            </a:extLst>
          </p:cNvPr>
          <p:cNvSpPr/>
          <p:nvPr/>
        </p:nvSpPr>
        <p:spPr>
          <a:xfrm rot="3614674">
            <a:off x="1036986" y="2430088"/>
            <a:ext cx="574834" cy="574833"/>
          </a:xfrm>
          <a:prstGeom prst="roundRect">
            <a:avLst/>
          </a:prstGeom>
          <a:solidFill>
            <a:schemeClr val="tx2"/>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160" name="Rectangle: Rounded Corners 159">
            <a:extLst>
              <a:ext uri="{FF2B5EF4-FFF2-40B4-BE49-F238E27FC236}">
                <a16:creationId xmlns:a16="http://schemas.microsoft.com/office/drawing/2014/main" id="{0D046494-8D7E-4A43-AE02-B21F06222501}"/>
              </a:ext>
            </a:extLst>
          </p:cNvPr>
          <p:cNvSpPr/>
          <p:nvPr/>
        </p:nvSpPr>
        <p:spPr>
          <a:xfrm rot="2700000">
            <a:off x="961542" y="2427599"/>
            <a:ext cx="574834" cy="574833"/>
          </a:xfrm>
          <a:prstGeom prst="roundRect">
            <a:avLst/>
          </a:prstGeom>
          <a:solidFill>
            <a:srgbClr val="F2F2F2"/>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grpSp>
        <p:nvGrpSpPr>
          <p:cNvPr id="161" name="bcgIcons_Contract 2 ">
            <a:extLst>
              <a:ext uri="{FF2B5EF4-FFF2-40B4-BE49-F238E27FC236}">
                <a16:creationId xmlns:a16="http://schemas.microsoft.com/office/drawing/2014/main" id="{538A7C78-4C14-4761-848F-92BDB08EA20F}"/>
              </a:ext>
            </a:extLst>
          </p:cNvPr>
          <p:cNvGrpSpPr>
            <a:grpSpLocks noChangeAspect="1"/>
          </p:cNvGrpSpPr>
          <p:nvPr>
            <p:custDataLst>
              <p:tags r:id="rId3"/>
            </p:custDataLst>
          </p:nvPr>
        </p:nvGrpSpPr>
        <p:grpSpPr>
          <a:xfrm>
            <a:off x="1068366" y="2534423"/>
            <a:ext cx="361185" cy="361185"/>
            <a:chOff x="5273675" y="2606675"/>
            <a:chExt cx="1644650" cy="1644650"/>
          </a:xfrm>
        </p:grpSpPr>
        <p:sp>
          <p:nvSpPr>
            <p:cNvPr id="162" name="AutoShape 3">
              <a:extLst>
                <a:ext uri="{FF2B5EF4-FFF2-40B4-BE49-F238E27FC236}">
                  <a16:creationId xmlns:a16="http://schemas.microsoft.com/office/drawing/2014/main" id="{3189D506-87D2-4605-8873-D382EA4C749E}"/>
                </a:ext>
              </a:extLst>
            </p:cNvPr>
            <p:cNvSpPr>
              <a:spLocks noChangeAspect="1" noChangeArrowheads="1" noTextEdi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163" name="Group 162">
              <a:extLst>
                <a:ext uri="{FF2B5EF4-FFF2-40B4-BE49-F238E27FC236}">
                  <a16:creationId xmlns:a16="http://schemas.microsoft.com/office/drawing/2014/main" id="{FC50662B-F8BF-462B-B764-930EFD854021}"/>
                </a:ext>
              </a:extLst>
            </p:cNvPr>
            <p:cNvGrpSpPr/>
            <p:nvPr/>
          </p:nvGrpSpPr>
          <p:grpSpPr>
            <a:xfrm>
              <a:off x="5648325" y="2890838"/>
              <a:ext cx="895350" cy="1185863"/>
              <a:chOff x="5648325" y="2890838"/>
              <a:chExt cx="895350" cy="1185863"/>
            </a:xfrm>
          </p:grpSpPr>
          <p:sp>
            <p:nvSpPr>
              <p:cNvPr id="164" name="Freeform 10">
                <a:extLst>
                  <a:ext uri="{FF2B5EF4-FFF2-40B4-BE49-F238E27FC236}">
                    <a16:creationId xmlns:a16="http://schemas.microsoft.com/office/drawing/2014/main" id="{B3BDF0DA-8163-4259-9FB0-5EE5C224AFE3}"/>
                  </a:ext>
                </a:extLst>
              </p:cNvPr>
              <p:cNvSpPr>
                <a:spLocks/>
              </p:cNvSpPr>
              <p:nvPr/>
            </p:nvSpPr>
            <p:spPr bwMode="auto">
              <a:xfrm>
                <a:off x="5757124" y="3079749"/>
                <a:ext cx="626214" cy="909638"/>
              </a:xfrm>
              <a:custGeom>
                <a:avLst/>
                <a:gdLst>
                  <a:gd name="connsiteX0" fmla="*/ 123333 w 626214"/>
                  <a:gd name="connsiteY0" fmla="*/ 657225 h 909638"/>
                  <a:gd name="connsiteX1" fmla="*/ 126188 w 626214"/>
                  <a:gd name="connsiteY1" fmla="*/ 658647 h 909638"/>
                  <a:gd name="connsiteX2" fmla="*/ 138321 w 626214"/>
                  <a:gd name="connsiteY2" fmla="*/ 686377 h 909638"/>
                  <a:gd name="connsiteX3" fmla="*/ 141175 w 626214"/>
                  <a:gd name="connsiteY3" fmla="*/ 688510 h 909638"/>
                  <a:gd name="connsiteX4" fmla="*/ 142603 w 626214"/>
                  <a:gd name="connsiteY4" fmla="*/ 687088 h 909638"/>
                  <a:gd name="connsiteX5" fmla="*/ 163300 w 626214"/>
                  <a:gd name="connsiteY5" fmla="*/ 665046 h 909638"/>
                  <a:gd name="connsiteX6" fmla="*/ 165441 w 626214"/>
                  <a:gd name="connsiteY6" fmla="*/ 664335 h 909638"/>
                  <a:gd name="connsiteX7" fmla="*/ 168295 w 626214"/>
                  <a:gd name="connsiteY7" fmla="*/ 667179 h 909638"/>
                  <a:gd name="connsiteX8" fmla="*/ 170437 w 626214"/>
                  <a:gd name="connsiteY8" fmla="*/ 697042 h 909638"/>
                  <a:gd name="connsiteX9" fmla="*/ 172578 w 626214"/>
                  <a:gd name="connsiteY9" fmla="*/ 699886 h 909638"/>
                  <a:gd name="connsiteX10" fmla="*/ 174005 w 626214"/>
                  <a:gd name="connsiteY10" fmla="*/ 699886 h 909638"/>
                  <a:gd name="connsiteX11" fmla="*/ 199698 w 626214"/>
                  <a:gd name="connsiteY11" fmla="*/ 687088 h 909638"/>
                  <a:gd name="connsiteX12" fmla="*/ 201125 w 626214"/>
                  <a:gd name="connsiteY12" fmla="*/ 686377 h 909638"/>
                  <a:gd name="connsiteX13" fmla="*/ 203980 w 626214"/>
                  <a:gd name="connsiteY13" fmla="*/ 689932 h 909638"/>
                  <a:gd name="connsiteX14" fmla="*/ 195416 w 626214"/>
                  <a:gd name="connsiteY14" fmla="*/ 718373 h 909638"/>
                  <a:gd name="connsiteX15" fmla="*/ 198270 w 626214"/>
                  <a:gd name="connsiteY15" fmla="*/ 721928 h 909638"/>
                  <a:gd name="connsiteX16" fmla="*/ 228245 w 626214"/>
                  <a:gd name="connsiteY16" fmla="*/ 719084 h 909638"/>
                  <a:gd name="connsiteX17" fmla="*/ 230386 w 626214"/>
                  <a:gd name="connsiteY17" fmla="*/ 723350 h 909638"/>
                  <a:gd name="connsiteX18" fmla="*/ 213258 w 626214"/>
                  <a:gd name="connsiteY18" fmla="*/ 747525 h 909638"/>
                  <a:gd name="connsiteX19" fmla="*/ 214685 w 626214"/>
                  <a:gd name="connsiteY19" fmla="*/ 751791 h 909638"/>
                  <a:gd name="connsiteX20" fmla="*/ 243946 w 626214"/>
                  <a:gd name="connsiteY20" fmla="*/ 758901 h 909638"/>
                  <a:gd name="connsiteX21" fmla="*/ 244660 w 626214"/>
                  <a:gd name="connsiteY21" fmla="*/ 763879 h 909638"/>
                  <a:gd name="connsiteX22" fmla="*/ 219681 w 626214"/>
                  <a:gd name="connsiteY22" fmla="*/ 780943 h 909638"/>
                  <a:gd name="connsiteX23" fmla="*/ 219681 w 626214"/>
                  <a:gd name="connsiteY23" fmla="*/ 785920 h 909638"/>
                  <a:gd name="connsiteX24" fmla="*/ 244660 w 626214"/>
                  <a:gd name="connsiteY24" fmla="*/ 802274 h 909638"/>
                  <a:gd name="connsiteX25" fmla="*/ 243946 w 626214"/>
                  <a:gd name="connsiteY25" fmla="*/ 807251 h 909638"/>
                  <a:gd name="connsiteX26" fmla="*/ 214685 w 626214"/>
                  <a:gd name="connsiteY26" fmla="*/ 814361 h 909638"/>
                  <a:gd name="connsiteX27" fmla="*/ 213258 w 626214"/>
                  <a:gd name="connsiteY27" fmla="*/ 819338 h 909638"/>
                  <a:gd name="connsiteX28" fmla="*/ 230386 w 626214"/>
                  <a:gd name="connsiteY28" fmla="*/ 843513 h 909638"/>
                  <a:gd name="connsiteX29" fmla="*/ 228245 w 626214"/>
                  <a:gd name="connsiteY29" fmla="*/ 848490 h 909638"/>
                  <a:gd name="connsiteX30" fmla="*/ 198270 w 626214"/>
                  <a:gd name="connsiteY30" fmla="*/ 844935 h 909638"/>
                  <a:gd name="connsiteX31" fmla="*/ 195416 w 626214"/>
                  <a:gd name="connsiteY31" fmla="*/ 848490 h 909638"/>
                  <a:gd name="connsiteX32" fmla="*/ 203980 w 626214"/>
                  <a:gd name="connsiteY32" fmla="*/ 876931 h 909638"/>
                  <a:gd name="connsiteX33" fmla="*/ 201125 w 626214"/>
                  <a:gd name="connsiteY33" fmla="*/ 880486 h 909638"/>
                  <a:gd name="connsiteX34" fmla="*/ 199698 w 626214"/>
                  <a:gd name="connsiteY34" fmla="*/ 880486 h 909638"/>
                  <a:gd name="connsiteX35" fmla="*/ 174005 w 626214"/>
                  <a:gd name="connsiteY35" fmla="*/ 867688 h 909638"/>
                  <a:gd name="connsiteX36" fmla="*/ 172578 w 626214"/>
                  <a:gd name="connsiteY36" fmla="*/ 866977 h 909638"/>
                  <a:gd name="connsiteX37" fmla="*/ 170437 w 626214"/>
                  <a:gd name="connsiteY37" fmla="*/ 869821 h 909638"/>
                  <a:gd name="connsiteX38" fmla="*/ 168295 w 626214"/>
                  <a:gd name="connsiteY38" fmla="*/ 898973 h 909638"/>
                  <a:gd name="connsiteX39" fmla="*/ 165441 w 626214"/>
                  <a:gd name="connsiteY39" fmla="*/ 901817 h 909638"/>
                  <a:gd name="connsiteX40" fmla="*/ 163300 w 626214"/>
                  <a:gd name="connsiteY40" fmla="*/ 901106 h 909638"/>
                  <a:gd name="connsiteX41" fmla="*/ 142603 w 626214"/>
                  <a:gd name="connsiteY41" fmla="*/ 879775 h 909638"/>
                  <a:gd name="connsiteX42" fmla="*/ 141175 w 626214"/>
                  <a:gd name="connsiteY42" fmla="*/ 879064 h 909638"/>
                  <a:gd name="connsiteX43" fmla="*/ 138321 w 626214"/>
                  <a:gd name="connsiteY43" fmla="*/ 880486 h 909638"/>
                  <a:gd name="connsiteX44" fmla="*/ 126188 w 626214"/>
                  <a:gd name="connsiteY44" fmla="*/ 907505 h 909638"/>
                  <a:gd name="connsiteX45" fmla="*/ 123333 w 626214"/>
                  <a:gd name="connsiteY45" fmla="*/ 909638 h 909638"/>
                  <a:gd name="connsiteX46" fmla="*/ 121192 w 626214"/>
                  <a:gd name="connsiteY46" fmla="*/ 907505 h 909638"/>
                  <a:gd name="connsiteX47" fmla="*/ 109059 w 626214"/>
                  <a:gd name="connsiteY47" fmla="*/ 880486 h 909638"/>
                  <a:gd name="connsiteX48" fmla="*/ 106205 w 626214"/>
                  <a:gd name="connsiteY48" fmla="*/ 879064 h 909638"/>
                  <a:gd name="connsiteX49" fmla="*/ 104063 w 626214"/>
                  <a:gd name="connsiteY49" fmla="*/ 879775 h 909638"/>
                  <a:gd name="connsiteX50" fmla="*/ 82653 w 626214"/>
                  <a:gd name="connsiteY50" fmla="*/ 901106 h 909638"/>
                  <a:gd name="connsiteX51" fmla="*/ 81225 w 626214"/>
                  <a:gd name="connsiteY51" fmla="*/ 901817 h 909638"/>
                  <a:gd name="connsiteX52" fmla="*/ 78371 w 626214"/>
                  <a:gd name="connsiteY52" fmla="*/ 898973 h 909638"/>
                  <a:gd name="connsiteX53" fmla="*/ 76230 w 626214"/>
                  <a:gd name="connsiteY53" fmla="*/ 869821 h 909638"/>
                  <a:gd name="connsiteX54" fmla="*/ 73375 w 626214"/>
                  <a:gd name="connsiteY54" fmla="*/ 866977 h 909638"/>
                  <a:gd name="connsiteX55" fmla="*/ 71947 w 626214"/>
                  <a:gd name="connsiteY55" fmla="*/ 867688 h 909638"/>
                  <a:gd name="connsiteX56" fmla="*/ 46254 w 626214"/>
                  <a:gd name="connsiteY56" fmla="*/ 880486 h 909638"/>
                  <a:gd name="connsiteX57" fmla="*/ 44827 w 626214"/>
                  <a:gd name="connsiteY57" fmla="*/ 880486 h 909638"/>
                  <a:gd name="connsiteX58" fmla="*/ 41972 w 626214"/>
                  <a:gd name="connsiteY58" fmla="*/ 876931 h 909638"/>
                  <a:gd name="connsiteX59" fmla="*/ 50536 w 626214"/>
                  <a:gd name="connsiteY59" fmla="*/ 848490 h 909638"/>
                  <a:gd name="connsiteX60" fmla="*/ 47682 w 626214"/>
                  <a:gd name="connsiteY60" fmla="*/ 844935 h 909638"/>
                  <a:gd name="connsiteX61" fmla="*/ 46968 w 626214"/>
                  <a:gd name="connsiteY61" fmla="*/ 844935 h 909638"/>
                  <a:gd name="connsiteX62" fmla="*/ 17707 w 626214"/>
                  <a:gd name="connsiteY62" fmla="*/ 848490 h 909638"/>
                  <a:gd name="connsiteX63" fmla="*/ 14852 w 626214"/>
                  <a:gd name="connsiteY63" fmla="*/ 843513 h 909638"/>
                  <a:gd name="connsiteX64" fmla="*/ 32694 w 626214"/>
                  <a:gd name="connsiteY64" fmla="*/ 819338 h 909638"/>
                  <a:gd name="connsiteX65" fmla="*/ 30553 w 626214"/>
                  <a:gd name="connsiteY65" fmla="*/ 814361 h 909638"/>
                  <a:gd name="connsiteX66" fmla="*/ 2006 w 626214"/>
                  <a:gd name="connsiteY66" fmla="*/ 807251 h 909638"/>
                  <a:gd name="connsiteX67" fmla="*/ 1292 w 626214"/>
                  <a:gd name="connsiteY67" fmla="*/ 802274 h 909638"/>
                  <a:gd name="connsiteX68" fmla="*/ 25557 w 626214"/>
                  <a:gd name="connsiteY68" fmla="*/ 785920 h 909638"/>
                  <a:gd name="connsiteX69" fmla="*/ 25557 w 626214"/>
                  <a:gd name="connsiteY69" fmla="*/ 780943 h 909638"/>
                  <a:gd name="connsiteX70" fmla="*/ 1292 w 626214"/>
                  <a:gd name="connsiteY70" fmla="*/ 763879 h 909638"/>
                  <a:gd name="connsiteX71" fmla="*/ 2006 w 626214"/>
                  <a:gd name="connsiteY71" fmla="*/ 758901 h 909638"/>
                  <a:gd name="connsiteX72" fmla="*/ 30553 w 626214"/>
                  <a:gd name="connsiteY72" fmla="*/ 751791 h 909638"/>
                  <a:gd name="connsiteX73" fmla="*/ 32694 w 626214"/>
                  <a:gd name="connsiteY73" fmla="*/ 747525 h 909638"/>
                  <a:gd name="connsiteX74" fmla="*/ 14852 w 626214"/>
                  <a:gd name="connsiteY74" fmla="*/ 723350 h 909638"/>
                  <a:gd name="connsiteX75" fmla="*/ 17707 w 626214"/>
                  <a:gd name="connsiteY75" fmla="*/ 719084 h 909638"/>
                  <a:gd name="connsiteX76" fmla="*/ 46968 w 626214"/>
                  <a:gd name="connsiteY76" fmla="*/ 721928 h 909638"/>
                  <a:gd name="connsiteX77" fmla="*/ 47682 w 626214"/>
                  <a:gd name="connsiteY77" fmla="*/ 721928 h 909638"/>
                  <a:gd name="connsiteX78" fmla="*/ 50536 w 626214"/>
                  <a:gd name="connsiteY78" fmla="*/ 718373 h 909638"/>
                  <a:gd name="connsiteX79" fmla="*/ 41972 w 626214"/>
                  <a:gd name="connsiteY79" fmla="*/ 689932 h 909638"/>
                  <a:gd name="connsiteX80" fmla="*/ 44827 w 626214"/>
                  <a:gd name="connsiteY80" fmla="*/ 686377 h 909638"/>
                  <a:gd name="connsiteX81" fmla="*/ 46254 w 626214"/>
                  <a:gd name="connsiteY81" fmla="*/ 687088 h 909638"/>
                  <a:gd name="connsiteX82" fmla="*/ 71947 w 626214"/>
                  <a:gd name="connsiteY82" fmla="*/ 699886 h 909638"/>
                  <a:gd name="connsiteX83" fmla="*/ 73375 w 626214"/>
                  <a:gd name="connsiteY83" fmla="*/ 699886 h 909638"/>
                  <a:gd name="connsiteX84" fmla="*/ 76230 w 626214"/>
                  <a:gd name="connsiteY84" fmla="*/ 697042 h 909638"/>
                  <a:gd name="connsiteX85" fmla="*/ 78371 w 626214"/>
                  <a:gd name="connsiteY85" fmla="*/ 667179 h 909638"/>
                  <a:gd name="connsiteX86" fmla="*/ 81225 w 626214"/>
                  <a:gd name="connsiteY86" fmla="*/ 664335 h 909638"/>
                  <a:gd name="connsiteX87" fmla="*/ 82653 w 626214"/>
                  <a:gd name="connsiteY87" fmla="*/ 665046 h 909638"/>
                  <a:gd name="connsiteX88" fmla="*/ 104063 w 626214"/>
                  <a:gd name="connsiteY88" fmla="*/ 687088 h 909638"/>
                  <a:gd name="connsiteX89" fmla="*/ 106205 w 626214"/>
                  <a:gd name="connsiteY89" fmla="*/ 688510 h 909638"/>
                  <a:gd name="connsiteX90" fmla="*/ 109059 w 626214"/>
                  <a:gd name="connsiteY90" fmla="*/ 686377 h 909638"/>
                  <a:gd name="connsiteX91" fmla="*/ 121192 w 626214"/>
                  <a:gd name="connsiteY91" fmla="*/ 658647 h 909638"/>
                  <a:gd name="connsiteX92" fmla="*/ 123333 w 626214"/>
                  <a:gd name="connsiteY92" fmla="*/ 657225 h 909638"/>
                  <a:gd name="connsiteX93" fmla="*/ 69521 w 626214"/>
                  <a:gd name="connsiteY93" fmla="*/ 517525 h 909638"/>
                  <a:gd name="connsiteX94" fmla="*/ 609820 w 626214"/>
                  <a:gd name="connsiteY94" fmla="*/ 517525 h 909638"/>
                  <a:gd name="connsiteX95" fmla="*/ 626214 w 626214"/>
                  <a:gd name="connsiteY95" fmla="*/ 533839 h 909638"/>
                  <a:gd name="connsiteX96" fmla="*/ 609820 w 626214"/>
                  <a:gd name="connsiteY96" fmla="*/ 550863 h 909638"/>
                  <a:gd name="connsiteX97" fmla="*/ 69521 w 626214"/>
                  <a:gd name="connsiteY97" fmla="*/ 550863 h 909638"/>
                  <a:gd name="connsiteX98" fmla="*/ 53126 w 626214"/>
                  <a:gd name="connsiteY98" fmla="*/ 533839 h 909638"/>
                  <a:gd name="connsiteX99" fmla="*/ 69521 w 626214"/>
                  <a:gd name="connsiteY99" fmla="*/ 517525 h 909638"/>
                  <a:gd name="connsiteX100" fmla="*/ 69521 w 626214"/>
                  <a:gd name="connsiteY100" fmla="*/ 388938 h 909638"/>
                  <a:gd name="connsiteX101" fmla="*/ 609820 w 626214"/>
                  <a:gd name="connsiteY101" fmla="*/ 388938 h 909638"/>
                  <a:gd name="connsiteX102" fmla="*/ 626214 w 626214"/>
                  <a:gd name="connsiteY102" fmla="*/ 404092 h 909638"/>
                  <a:gd name="connsiteX103" fmla="*/ 609820 w 626214"/>
                  <a:gd name="connsiteY103" fmla="*/ 420688 h 909638"/>
                  <a:gd name="connsiteX104" fmla="*/ 69521 w 626214"/>
                  <a:gd name="connsiteY104" fmla="*/ 420688 h 909638"/>
                  <a:gd name="connsiteX105" fmla="*/ 53126 w 626214"/>
                  <a:gd name="connsiteY105" fmla="*/ 404092 h 909638"/>
                  <a:gd name="connsiteX106" fmla="*/ 69521 w 626214"/>
                  <a:gd name="connsiteY106" fmla="*/ 388938 h 909638"/>
                  <a:gd name="connsiteX107" fmla="*/ 69521 w 626214"/>
                  <a:gd name="connsiteY107" fmla="*/ 257175 h 909638"/>
                  <a:gd name="connsiteX108" fmla="*/ 609820 w 626214"/>
                  <a:gd name="connsiteY108" fmla="*/ 257175 h 909638"/>
                  <a:gd name="connsiteX109" fmla="*/ 626214 w 626214"/>
                  <a:gd name="connsiteY109" fmla="*/ 276093 h 909638"/>
                  <a:gd name="connsiteX110" fmla="*/ 609820 w 626214"/>
                  <a:gd name="connsiteY110" fmla="*/ 292100 h 909638"/>
                  <a:gd name="connsiteX111" fmla="*/ 69521 w 626214"/>
                  <a:gd name="connsiteY111" fmla="*/ 292100 h 909638"/>
                  <a:gd name="connsiteX112" fmla="*/ 53126 w 626214"/>
                  <a:gd name="connsiteY112" fmla="*/ 276093 h 909638"/>
                  <a:gd name="connsiteX113" fmla="*/ 69521 w 626214"/>
                  <a:gd name="connsiteY113" fmla="*/ 257175 h 909638"/>
                  <a:gd name="connsiteX114" fmla="*/ 69521 w 626214"/>
                  <a:gd name="connsiteY114" fmla="*/ 130175 h 909638"/>
                  <a:gd name="connsiteX115" fmla="*/ 609820 w 626214"/>
                  <a:gd name="connsiteY115" fmla="*/ 130175 h 909638"/>
                  <a:gd name="connsiteX116" fmla="*/ 626214 w 626214"/>
                  <a:gd name="connsiteY116" fmla="*/ 145329 h 909638"/>
                  <a:gd name="connsiteX117" fmla="*/ 609820 w 626214"/>
                  <a:gd name="connsiteY117" fmla="*/ 161925 h 909638"/>
                  <a:gd name="connsiteX118" fmla="*/ 69521 w 626214"/>
                  <a:gd name="connsiteY118" fmla="*/ 161925 h 909638"/>
                  <a:gd name="connsiteX119" fmla="*/ 53126 w 626214"/>
                  <a:gd name="connsiteY119" fmla="*/ 145329 h 909638"/>
                  <a:gd name="connsiteX120" fmla="*/ 69521 w 626214"/>
                  <a:gd name="connsiteY120" fmla="*/ 130175 h 909638"/>
                  <a:gd name="connsiteX121" fmla="*/ 69521 w 626214"/>
                  <a:gd name="connsiteY121" fmla="*/ 0 h 909638"/>
                  <a:gd name="connsiteX122" fmla="*/ 609820 w 626214"/>
                  <a:gd name="connsiteY122" fmla="*/ 0 h 909638"/>
                  <a:gd name="connsiteX123" fmla="*/ 626214 w 626214"/>
                  <a:gd name="connsiteY123" fmla="*/ 16228 h 909638"/>
                  <a:gd name="connsiteX124" fmla="*/ 609820 w 626214"/>
                  <a:gd name="connsiteY124" fmla="*/ 31750 h 909638"/>
                  <a:gd name="connsiteX125" fmla="*/ 69521 w 626214"/>
                  <a:gd name="connsiteY125" fmla="*/ 31750 h 909638"/>
                  <a:gd name="connsiteX126" fmla="*/ 53126 w 626214"/>
                  <a:gd name="connsiteY126" fmla="*/ 16228 h 909638"/>
                  <a:gd name="connsiteX127" fmla="*/ 69521 w 626214"/>
                  <a:gd name="connsiteY127" fmla="*/ 0 h 90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626214" h="909638">
                    <a:moveTo>
                      <a:pt x="123333" y="657225"/>
                    </a:moveTo>
                    <a:cubicBezTo>
                      <a:pt x="124760" y="657225"/>
                      <a:pt x="125474" y="657936"/>
                      <a:pt x="126188" y="658647"/>
                    </a:cubicBezTo>
                    <a:cubicBezTo>
                      <a:pt x="126188" y="658647"/>
                      <a:pt x="126188" y="658647"/>
                      <a:pt x="138321" y="686377"/>
                    </a:cubicBezTo>
                    <a:cubicBezTo>
                      <a:pt x="139034" y="687799"/>
                      <a:pt x="139748" y="688510"/>
                      <a:pt x="141175" y="688510"/>
                    </a:cubicBezTo>
                    <a:cubicBezTo>
                      <a:pt x="141889" y="688510"/>
                      <a:pt x="142603" y="687799"/>
                      <a:pt x="142603" y="687088"/>
                    </a:cubicBezTo>
                    <a:cubicBezTo>
                      <a:pt x="142603" y="687088"/>
                      <a:pt x="142603" y="687088"/>
                      <a:pt x="163300" y="665046"/>
                    </a:cubicBezTo>
                    <a:cubicBezTo>
                      <a:pt x="164013" y="665046"/>
                      <a:pt x="164727" y="664335"/>
                      <a:pt x="165441" y="664335"/>
                    </a:cubicBezTo>
                    <a:cubicBezTo>
                      <a:pt x="166868" y="664335"/>
                      <a:pt x="168295" y="665757"/>
                      <a:pt x="168295" y="667179"/>
                    </a:cubicBezTo>
                    <a:cubicBezTo>
                      <a:pt x="168295" y="667179"/>
                      <a:pt x="168295" y="667179"/>
                      <a:pt x="170437" y="697042"/>
                    </a:cubicBezTo>
                    <a:cubicBezTo>
                      <a:pt x="170437" y="699175"/>
                      <a:pt x="171150" y="699886"/>
                      <a:pt x="172578" y="699886"/>
                    </a:cubicBezTo>
                    <a:cubicBezTo>
                      <a:pt x="173291" y="699886"/>
                      <a:pt x="173291" y="699886"/>
                      <a:pt x="174005" y="699886"/>
                    </a:cubicBezTo>
                    <a:cubicBezTo>
                      <a:pt x="174005" y="699886"/>
                      <a:pt x="174005" y="699886"/>
                      <a:pt x="199698" y="687088"/>
                    </a:cubicBezTo>
                    <a:cubicBezTo>
                      <a:pt x="200411" y="686377"/>
                      <a:pt x="200411" y="686377"/>
                      <a:pt x="201125" y="686377"/>
                    </a:cubicBezTo>
                    <a:cubicBezTo>
                      <a:pt x="202553" y="686377"/>
                      <a:pt x="203980" y="687799"/>
                      <a:pt x="203980" y="689932"/>
                    </a:cubicBezTo>
                    <a:cubicBezTo>
                      <a:pt x="203980" y="689932"/>
                      <a:pt x="203980" y="689932"/>
                      <a:pt x="195416" y="718373"/>
                    </a:cubicBezTo>
                    <a:cubicBezTo>
                      <a:pt x="194702" y="720506"/>
                      <a:pt x="196129" y="721928"/>
                      <a:pt x="198270" y="721928"/>
                    </a:cubicBezTo>
                    <a:cubicBezTo>
                      <a:pt x="198270" y="721928"/>
                      <a:pt x="198270" y="721928"/>
                      <a:pt x="228245" y="719084"/>
                    </a:cubicBezTo>
                    <a:cubicBezTo>
                      <a:pt x="230386" y="719084"/>
                      <a:pt x="231814" y="721217"/>
                      <a:pt x="230386" y="723350"/>
                    </a:cubicBezTo>
                    <a:cubicBezTo>
                      <a:pt x="230386" y="723350"/>
                      <a:pt x="230386" y="723350"/>
                      <a:pt x="213258" y="747525"/>
                    </a:cubicBezTo>
                    <a:cubicBezTo>
                      <a:pt x="211830" y="748947"/>
                      <a:pt x="213258" y="751080"/>
                      <a:pt x="214685" y="751791"/>
                    </a:cubicBezTo>
                    <a:cubicBezTo>
                      <a:pt x="214685" y="751791"/>
                      <a:pt x="214685" y="751791"/>
                      <a:pt x="243946" y="758901"/>
                    </a:cubicBezTo>
                    <a:cubicBezTo>
                      <a:pt x="246088" y="759612"/>
                      <a:pt x="246801" y="762456"/>
                      <a:pt x="244660" y="763879"/>
                    </a:cubicBezTo>
                    <a:cubicBezTo>
                      <a:pt x="244660" y="763879"/>
                      <a:pt x="244660" y="763879"/>
                      <a:pt x="219681" y="780943"/>
                    </a:cubicBezTo>
                    <a:cubicBezTo>
                      <a:pt x="218254" y="782365"/>
                      <a:pt x="218254" y="784498"/>
                      <a:pt x="219681" y="785920"/>
                    </a:cubicBezTo>
                    <a:cubicBezTo>
                      <a:pt x="219681" y="785920"/>
                      <a:pt x="219681" y="785920"/>
                      <a:pt x="244660" y="802274"/>
                    </a:cubicBezTo>
                    <a:cubicBezTo>
                      <a:pt x="246801" y="803696"/>
                      <a:pt x="246088" y="807251"/>
                      <a:pt x="243946" y="807251"/>
                    </a:cubicBezTo>
                    <a:cubicBezTo>
                      <a:pt x="243946" y="807251"/>
                      <a:pt x="243946" y="807251"/>
                      <a:pt x="214685" y="814361"/>
                    </a:cubicBezTo>
                    <a:cubicBezTo>
                      <a:pt x="213258" y="815072"/>
                      <a:pt x="211830" y="817205"/>
                      <a:pt x="213258" y="819338"/>
                    </a:cubicBezTo>
                    <a:cubicBezTo>
                      <a:pt x="213258" y="819338"/>
                      <a:pt x="213258" y="819338"/>
                      <a:pt x="230386" y="843513"/>
                    </a:cubicBezTo>
                    <a:cubicBezTo>
                      <a:pt x="231814" y="845646"/>
                      <a:pt x="230386" y="848490"/>
                      <a:pt x="228245" y="848490"/>
                    </a:cubicBezTo>
                    <a:cubicBezTo>
                      <a:pt x="228245" y="848490"/>
                      <a:pt x="228245" y="848490"/>
                      <a:pt x="198270" y="844935"/>
                    </a:cubicBezTo>
                    <a:cubicBezTo>
                      <a:pt x="196129" y="844935"/>
                      <a:pt x="194702" y="847068"/>
                      <a:pt x="195416" y="848490"/>
                    </a:cubicBezTo>
                    <a:cubicBezTo>
                      <a:pt x="195416" y="848490"/>
                      <a:pt x="195416" y="848490"/>
                      <a:pt x="203980" y="876931"/>
                    </a:cubicBezTo>
                    <a:cubicBezTo>
                      <a:pt x="203980" y="879064"/>
                      <a:pt x="202553" y="880486"/>
                      <a:pt x="201125" y="880486"/>
                    </a:cubicBezTo>
                    <a:cubicBezTo>
                      <a:pt x="200411" y="880486"/>
                      <a:pt x="200411" y="880486"/>
                      <a:pt x="199698" y="880486"/>
                    </a:cubicBezTo>
                    <a:cubicBezTo>
                      <a:pt x="199698" y="880486"/>
                      <a:pt x="199698" y="880486"/>
                      <a:pt x="174005" y="867688"/>
                    </a:cubicBezTo>
                    <a:cubicBezTo>
                      <a:pt x="173291" y="866977"/>
                      <a:pt x="173291" y="866977"/>
                      <a:pt x="172578" y="866977"/>
                    </a:cubicBezTo>
                    <a:cubicBezTo>
                      <a:pt x="171150" y="866977"/>
                      <a:pt x="170437" y="868399"/>
                      <a:pt x="170437" y="869821"/>
                    </a:cubicBezTo>
                    <a:cubicBezTo>
                      <a:pt x="170437" y="869821"/>
                      <a:pt x="170437" y="869821"/>
                      <a:pt x="168295" y="898973"/>
                    </a:cubicBezTo>
                    <a:cubicBezTo>
                      <a:pt x="168295" y="901106"/>
                      <a:pt x="166868" y="901817"/>
                      <a:pt x="165441" y="901817"/>
                    </a:cubicBezTo>
                    <a:cubicBezTo>
                      <a:pt x="164727" y="901817"/>
                      <a:pt x="164013" y="901817"/>
                      <a:pt x="163300" y="901106"/>
                    </a:cubicBezTo>
                    <a:cubicBezTo>
                      <a:pt x="163300" y="901106"/>
                      <a:pt x="163300" y="901106"/>
                      <a:pt x="142603" y="879775"/>
                    </a:cubicBezTo>
                    <a:cubicBezTo>
                      <a:pt x="142603" y="879064"/>
                      <a:pt x="141889" y="879064"/>
                      <a:pt x="141175" y="879064"/>
                    </a:cubicBezTo>
                    <a:cubicBezTo>
                      <a:pt x="139748" y="879064"/>
                      <a:pt x="139034" y="879775"/>
                      <a:pt x="138321" y="880486"/>
                    </a:cubicBezTo>
                    <a:cubicBezTo>
                      <a:pt x="138321" y="880486"/>
                      <a:pt x="138321" y="880486"/>
                      <a:pt x="126188" y="907505"/>
                    </a:cubicBezTo>
                    <a:cubicBezTo>
                      <a:pt x="125474" y="908927"/>
                      <a:pt x="124760" y="909638"/>
                      <a:pt x="123333" y="909638"/>
                    </a:cubicBezTo>
                    <a:cubicBezTo>
                      <a:pt x="122619" y="909638"/>
                      <a:pt x="121192" y="908927"/>
                      <a:pt x="121192" y="907505"/>
                    </a:cubicBezTo>
                    <a:cubicBezTo>
                      <a:pt x="121192" y="907505"/>
                      <a:pt x="121192" y="907505"/>
                      <a:pt x="109059" y="880486"/>
                    </a:cubicBezTo>
                    <a:cubicBezTo>
                      <a:pt x="108346" y="879775"/>
                      <a:pt x="107632" y="879064"/>
                      <a:pt x="106205" y="879064"/>
                    </a:cubicBezTo>
                    <a:cubicBezTo>
                      <a:pt x="105491" y="879064"/>
                      <a:pt x="104777" y="879064"/>
                      <a:pt x="104063" y="879775"/>
                    </a:cubicBezTo>
                    <a:cubicBezTo>
                      <a:pt x="104063" y="879775"/>
                      <a:pt x="104063" y="879775"/>
                      <a:pt x="82653" y="901106"/>
                    </a:cubicBezTo>
                    <a:cubicBezTo>
                      <a:pt x="82653" y="901817"/>
                      <a:pt x="81939" y="901817"/>
                      <a:pt x="81225" y="901817"/>
                    </a:cubicBezTo>
                    <a:cubicBezTo>
                      <a:pt x="79798" y="901817"/>
                      <a:pt x="78371" y="901106"/>
                      <a:pt x="78371" y="898973"/>
                    </a:cubicBezTo>
                    <a:cubicBezTo>
                      <a:pt x="78371" y="898973"/>
                      <a:pt x="78371" y="898973"/>
                      <a:pt x="76230" y="869821"/>
                    </a:cubicBezTo>
                    <a:cubicBezTo>
                      <a:pt x="76230" y="868399"/>
                      <a:pt x="74802" y="866977"/>
                      <a:pt x="73375" y="866977"/>
                    </a:cubicBezTo>
                    <a:cubicBezTo>
                      <a:pt x="72661" y="866977"/>
                      <a:pt x="72661" y="866977"/>
                      <a:pt x="71947" y="867688"/>
                    </a:cubicBezTo>
                    <a:cubicBezTo>
                      <a:pt x="71947" y="867688"/>
                      <a:pt x="71947" y="867688"/>
                      <a:pt x="46254" y="880486"/>
                    </a:cubicBezTo>
                    <a:cubicBezTo>
                      <a:pt x="45541" y="880486"/>
                      <a:pt x="44827" y="880486"/>
                      <a:pt x="44827" y="880486"/>
                    </a:cubicBezTo>
                    <a:cubicBezTo>
                      <a:pt x="42686" y="880486"/>
                      <a:pt x="41258" y="879064"/>
                      <a:pt x="41972" y="876931"/>
                    </a:cubicBezTo>
                    <a:cubicBezTo>
                      <a:pt x="41972" y="876931"/>
                      <a:pt x="41972" y="876931"/>
                      <a:pt x="50536" y="848490"/>
                    </a:cubicBezTo>
                    <a:cubicBezTo>
                      <a:pt x="50536" y="847068"/>
                      <a:pt x="49109" y="844935"/>
                      <a:pt x="47682" y="844935"/>
                    </a:cubicBezTo>
                    <a:cubicBezTo>
                      <a:pt x="46968" y="844935"/>
                      <a:pt x="46968" y="844935"/>
                      <a:pt x="46968" y="844935"/>
                    </a:cubicBezTo>
                    <a:cubicBezTo>
                      <a:pt x="46968" y="844935"/>
                      <a:pt x="46968" y="844935"/>
                      <a:pt x="17707" y="848490"/>
                    </a:cubicBezTo>
                    <a:cubicBezTo>
                      <a:pt x="14852" y="848490"/>
                      <a:pt x="13425" y="845646"/>
                      <a:pt x="14852" y="843513"/>
                    </a:cubicBezTo>
                    <a:cubicBezTo>
                      <a:pt x="14852" y="843513"/>
                      <a:pt x="14852" y="843513"/>
                      <a:pt x="32694" y="819338"/>
                    </a:cubicBezTo>
                    <a:cubicBezTo>
                      <a:pt x="33408" y="817205"/>
                      <a:pt x="32694" y="815072"/>
                      <a:pt x="30553" y="814361"/>
                    </a:cubicBezTo>
                    <a:cubicBezTo>
                      <a:pt x="30553" y="814361"/>
                      <a:pt x="30553" y="814361"/>
                      <a:pt x="2006" y="807251"/>
                    </a:cubicBezTo>
                    <a:cubicBezTo>
                      <a:pt x="-136" y="807251"/>
                      <a:pt x="-849" y="803696"/>
                      <a:pt x="1292" y="802274"/>
                    </a:cubicBezTo>
                    <a:cubicBezTo>
                      <a:pt x="25557" y="785920"/>
                      <a:pt x="25557" y="785920"/>
                      <a:pt x="25557" y="785920"/>
                    </a:cubicBezTo>
                    <a:cubicBezTo>
                      <a:pt x="27698" y="784498"/>
                      <a:pt x="27698" y="782365"/>
                      <a:pt x="25557" y="780943"/>
                    </a:cubicBezTo>
                    <a:cubicBezTo>
                      <a:pt x="25557" y="780943"/>
                      <a:pt x="25557" y="780943"/>
                      <a:pt x="1292" y="763879"/>
                    </a:cubicBezTo>
                    <a:cubicBezTo>
                      <a:pt x="-849" y="762456"/>
                      <a:pt x="-136" y="759612"/>
                      <a:pt x="2006" y="758901"/>
                    </a:cubicBezTo>
                    <a:cubicBezTo>
                      <a:pt x="2006" y="758901"/>
                      <a:pt x="2006" y="758901"/>
                      <a:pt x="30553" y="751791"/>
                    </a:cubicBezTo>
                    <a:cubicBezTo>
                      <a:pt x="32694" y="751080"/>
                      <a:pt x="33408" y="748947"/>
                      <a:pt x="32694" y="747525"/>
                    </a:cubicBezTo>
                    <a:cubicBezTo>
                      <a:pt x="32694" y="747525"/>
                      <a:pt x="32694" y="747525"/>
                      <a:pt x="14852" y="723350"/>
                    </a:cubicBezTo>
                    <a:cubicBezTo>
                      <a:pt x="13425" y="721217"/>
                      <a:pt x="14852" y="719084"/>
                      <a:pt x="17707" y="719084"/>
                    </a:cubicBezTo>
                    <a:cubicBezTo>
                      <a:pt x="17707" y="719084"/>
                      <a:pt x="17707" y="719084"/>
                      <a:pt x="46968" y="721928"/>
                    </a:cubicBezTo>
                    <a:cubicBezTo>
                      <a:pt x="47682" y="721928"/>
                      <a:pt x="47682" y="721928"/>
                      <a:pt x="47682" y="721928"/>
                    </a:cubicBezTo>
                    <a:cubicBezTo>
                      <a:pt x="49109" y="721928"/>
                      <a:pt x="50536" y="720506"/>
                      <a:pt x="50536" y="718373"/>
                    </a:cubicBezTo>
                    <a:cubicBezTo>
                      <a:pt x="50536" y="718373"/>
                      <a:pt x="50536" y="718373"/>
                      <a:pt x="41972" y="689932"/>
                    </a:cubicBezTo>
                    <a:cubicBezTo>
                      <a:pt x="41258" y="687799"/>
                      <a:pt x="42686" y="686377"/>
                      <a:pt x="44827" y="686377"/>
                    </a:cubicBezTo>
                    <a:cubicBezTo>
                      <a:pt x="44827" y="686377"/>
                      <a:pt x="45541" y="686377"/>
                      <a:pt x="46254" y="687088"/>
                    </a:cubicBezTo>
                    <a:cubicBezTo>
                      <a:pt x="46254" y="687088"/>
                      <a:pt x="46254" y="687088"/>
                      <a:pt x="71947" y="699886"/>
                    </a:cubicBezTo>
                    <a:cubicBezTo>
                      <a:pt x="72661" y="699886"/>
                      <a:pt x="72661" y="699886"/>
                      <a:pt x="73375" y="699886"/>
                    </a:cubicBezTo>
                    <a:cubicBezTo>
                      <a:pt x="74802" y="699886"/>
                      <a:pt x="76230" y="699175"/>
                      <a:pt x="76230" y="697042"/>
                    </a:cubicBezTo>
                    <a:cubicBezTo>
                      <a:pt x="76230" y="697042"/>
                      <a:pt x="76230" y="697042"/>
                      <a:pt x="78371" y="667179"/>
                    </a:cubicBezTo>
                    <a:cubicBezTo>
                      <a:pt x="78371" y="665757"/>
                      <a:pt x="79798" y="664335"/>
                      <a:pt x="81225" y="664335"/>
                    </a:cubicBezTo>
                    <a:cubicBezTo>
                      <a:pt x="81939" y="664335"/>
                      <a:pt x="82653" y="665046"/>
                      <a:pt x="82653" y="665046"/>
                    </a:cubicBezTo>
                    <a:cubicBezTo>
                      <a:pt x="82653" y="665046"/>
                      <a:pt x="82653" y="665046"/>
                      <a:pt x="104063" y="687088"/>
                    </a:cubicBezTo>
                    <a:cubicBezTo>
                      <a:pt x="104777" y="687799"/>
                      <a:pt x="105491" y="688510"/>
                      <a:pt x="106205" y="688510"/>
                    </a:cubicBezTo>
                    <a:cubicBezTo>
                      <a:pt x="107632" y="688510"/>
                      <a:pt x="108346" y="687799"/>
                      <a:pt x="109059" y="686377"/>
                    </a:cubicBezTo>
                    <a:cubicBezTo>
                      <a:pt x="109059" y="686377"/>
                      <a:pt x="109059" y="686377"/>
                      <a:pt x="121192" y="658647"/>
                    </a:cubicBezTo>
                    <a:cubicBezTo>
                      <a:pt x="121192" y="657936"/>
                      <a:pt x="122619" y="657225"/>
                      <a:pt x="123333" y="657225"/>
                    </a:cubicBezTo>
                    <a:close/>
                    <a:moveTo>
                      <a:pt x="69521" y="517525"/>
                    </a:moveTo>
                    <a:cubicBezTo>
                      <a:pt x="609820" y="517525"/>
                      <a:pt x="609820" y="517525"/>
                      <a:pt x="609820" y="517525"/>
                    </a:cubicBezTo>
                    <a:cubicBezTo>
                      <a:pt x="619086" y="517525"/>
                      <a:pt x="626214" y="524618"/>
                      <a:pt x="626214" y="533839"/>
                    </a:cubicBezTo>
                    <a:cubicBezTo>
                      <a:pt x="626214" y="543061"/>
                      <a:pt x="619086" y="550863"/>
                      <a:pt x="609820" y="550863"/>
                    </a:cubicBezTo>
                    <a:cubicBezTo>
                      <a:pt x="69521" y="550863"/>
                      <a:pt x="69521" y="550863"/>
                      <a:pt x="69521" y="550863"/>
                    </a:cubicBezTo>
                    <a:cubicBezTo>
                      <a:pt x="60254" y="550863"/>
                      <a:pt x="53126" y="543061"/>
                      <a:pt x="53126" y="533839"/>
                    </a:cubicBezTo>
                    <a:cubicBezTo>
                      <a:pt x="53126" y="524618"/>
                      <a:pt x="60254" y="517525"/>
                      <a:pt x="69521" y="517525"/>
                    </a:cubicBezTo>
                    <a:close/>
                    <a:moveTo>
                      <a:pt x="69521" y="388938"/>
                    </a:moveTo>
                    <a:cubicBezTo>
                      <a:pt x="609820" y="388938"/>
                      <a:pt x="609820" y="388938"/>
                      <a:pt x="609820" y="388938"/>
                    </a:cubicBezTo>
                    <a:cubicBezTo>
                      <a:pt x="619086" y="388938"/>
                      <a:pt x="626214" y="396154"/>
                      <a:pt x="626214" y="404092"/>
                    </a:cubicBezTo>
                    <a:cubicBezTo>
                      <a:pt x="626214" y="414194"/>
                      <a:pt x="619086" y="420688"/>
                      <a:pt x="609820" y="420688"/>
                    </a:cubicBezTo>
                    <a:cubicBezTo>
                      <a:pt x="69521" y="420688"/>
                      <a:pt x="69521" y="420688"/>
                      <a:pt x="69521" y="420688"/>
                    </a:cubicBezTo>
                    <a:cubicBezTo>
                      <a:pt x="60254" y="420688"/>
                      <a:pt x="53126" y="414194"/>
                      <a:pt x="53126" y="404092"/>
                    </a:cubicBezTo>
                    <a:cubicBezTo>
                      <a:pt x="53126" y="396154"/>
                      <a:pt x="60254" y="388938"/>
                      <a:pt x="69521" y="388938"/>
                    </a:cubicBezTo>
                    <a:close/>
                    <a:moveTo>
                      <a:pt x="69521" y="257175"/>
                    </a:moveTo>
                    <a:cubicBezTo>
                      <a:pt x="609820" y="257175"/>
                      <a:pt x="609820" y="257175"/>
                      <a:pt x="609820" y="257175"/>
                    </a:cubicBezTo>
                    <a:cubicBezTo>
                      <a:pt x="619086" y="257175"/>
                      <a:pt x="626214" y="264451"/>
                      <a:pt x="626214" y="276093"/>
                    </a:cubicBezTo>
                    <a:cubicBezTo>
                      <a:pt x="626214" y="285552"/>
                      <a:pt x="619086" y="292100"/>
                      <a:pt x="609820" y="292100"/>
                    </a:cubicBezTo>
                    <a:cubicBezTo>
                      <a:pt x="69521" y="292100"/>
                      <a:pt x="69521" y="292100"/>
                      <a:pt x="69521" y="292100"/>
                    </a:cubicBezTo>
                    <a:cubicBezTo>
                      <a:pt x="60254" y="292100"/>
                      <a:pt x="53126" y="285552"/>
                      <a:pt x="53126" y="276093"/>
                    </a:cubicBezTo>
                    <a:cubicBezTo>
                      <a:pt x="53126" y="264451"/>
                      <a:pt x="60254" y="257175"/>
                      <a:pt x="69521" y="257175"/>
                    </a:cubicBezTo>
                    <a:close/>
                    <a:moveTo>
                      <a:pt x="69521" y="130175"/>
                    </a:moveTo>
                    <a:cubicBezTo>
                      <a:pt x="609820" y="130175"/>
                      <a:pt x="609820" y="130175"/>
                      <a:pt x="609820" y="130175"/>
                    </a:cubicBezTo>
                    <a:cubicBezTo>
                      <a:pt x="619086" y="130175"/>
                      <a:pt x="626214" y="137391"/>
                      <a:pt x="626214" y="145329"/>
                    </a:cubicBezTo>
                    <a:cubicBezTo>
                      <a:pt x="626214" y="153988"/>
                      <a:pt x="619086" y="161925"/>
                      <a:pt x="609820" y="161925"/>
                    </a:cubicBezTo>
                    <a:cubicBezTo>
                      <a:pt x="69521" y="161925"/>
                      <a:pt x="69521" y="161925"/>
                      <a:pt x="69521" y="161925"/>
                    </a:cubicBezTo>
                    <a:cubicBezTo>
                      <a:pt x="60254" y="161925"/>
                      <a:pt x="53126" y="153988"/>
                      <a:pt x="53126" y="145329"/>
                    </a:cubicBezTo>
                    <a:cubicBezTo>
                      <a:pt x="53126" y="137391"/>
                      <a:pt x="60254" y="130175"/>
                      <a:pt x="69521" y="130175"/>
                    </a:cubicBezTo>
                    <a:close/>
                    <a:moveTo>
                      <a:pt x="69521" y="0"/>
                    </a:moveTo>
                    <a:cubicBezTo>
                      <a:pt x="609820" y="0"/>
                      <a:pt x="609820" y="0"/>
                      <a:pt x="609820" y="0"/>
                    </a:cubicBezTo>
                    <a:cubicBezTo>
                      <a:pt x="619086" y="0"/>
                      <a:pt x="626214" y="7056"/>
                      <a:pt x="626214" y="16228"/>
                    </a:cubicBezTo>
                    <a:cubicBezTo>
                      <a:pt x="626214" y="24695"/>
                      <a:pt x="619086" y="31750"/>
                      <a:pt x="609820" y="31750"/>
                    </a:cubicBezTo>
                    <a:cubicBezTo>
                      <a:pt x="69521" y="31750"/>
                      <a:pt x="69521" y="31750"/>
                      <a:pt x="69521" y="31750"/>
                    </a:cubicBezTo>
                    <a:cubicBezTo>
                      <a:pt x="60254" y="31750"/>
                      <a:pt x="53126" y="24695"/>
                      <a:pt x="53126" y="16228"/>
                    </a:cubicBezTo>
                    <a:cubicBezTo>
                      <a:pt x="53126" y="7056"/>
                      <a:pt x="60254" y="0"/>
                      <a:pt x="69521"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165" name="Freeform 11">
                <a:extLst>
                  <a:ext uri="{FF2B5EF4-FFF2-40B4-BE49-F238E27FC236}">
                    <a16:creationId xmlns:a16="http://schemas.microsoft.com/office/drawing/2014/main" id="{2BE08744-A2A9-4387-B5BD-268BBD5D7AFC}"/>
                  </a:ext>
                </a:extLst>
              </p:cNvPr>
              <p:cNvSpPr>
                <a:spLocks/>
              </p:cNvSpPr>
              <p:nvPr/>
            </p:nvSpPr>
            <p:spPr bwMode="auto">
              <a:xfrm>
                <a:off x="5648325" y="2890838"/>
                <a:ext cx="895350" cy="1185863"/>
              </a:xfrm>
              <a:custGeom>
                <a:avLst/>
                <a:gdLst>
                  <a:gd name="connsiteX0" fmla="*/ 390360 w 895350"/>
                  <a:gd name="connsiteY0" fmla="*/ 1025525 h 1185863"/>
                  <a:gd name="connsiteX1" fmla="*/ 757403 w 895350"/>
                  <a:gd name="connsiteY1" fmla="*/ 1025525 h 1185863"/>
                  <a:gd name="connsiteX2" fmla="*/ 773113 w 895350"/>
                  <a:gd name="connsiteY2" fmla="*/ 1040957 h 1185863"/>
                  <a:gd name="connsiteX3" fmla="*/ 757403 w 895350"/>
                  <a:gd name="connsiteY3" fmla="*/ 1055688 h 1185863"/>
                  <a:gd name="connsiteX4" fmla="*/ 390360 w 895350"/>
                  <a:gd name="connsiteY4" fmla="*/ 1055688 h 1185863"/>
                  <a:gd name="connsiteX5" fmla="*/ 374650 w 895350"/>
                  <a:gd name="connsiteY5" fmla="*/ 1040957 h 1185863"/>
                  <a:gd name="connsiteX6" fmla="*/ 390360 w 895350"/>
                  <a:gd name="connsiteY6" fmla="*/ 1025525 h 1185863"/>
                  <a:gd name="connsiteX7" fmla="*/ 509564 w 895350"/>
                  <a:gd name="connsiteY7" fmla="*/ 885825 h 1185863"/>
                  <a:gd name="connsiteX8" fmla="*/ 513846 w 895350"/>
                  <a:gd name="connsiteY8" fmla="*/ 890771 h 1185863"/>
                  <a:gd name="connsiteX9" fmla="*/ 518129 w 895350"/>
                  <a:gd name="connsiteY9" fmla="*/ 906314 h 1185863"/>
                  <a:gd name="connsiteX10" fmla="*/ 551675 w 895350"/>
                  <a:gd name="connsiteY10" fmla="*/ 979087 h 1185863"/>
                  <a:gd name="connsiteX11" fmla="*/ 563809 w 895350"/>
                  <a:gd name="connsiteY11" fmla="*/ 965663 h 1185863"/>
                  <a:gd name="connsiteX12" fmla="*/ 579512 w 895350"/>
                  <a:gd name="connsiteY12" fmla="*/ 947293 h 1185863"/>
                  <a:gd name="connsiteX13" fmla="*/ 580226 w 895350"/>
                  <a:gd name="connsiteY13" fmla="*/ 945880 h 1185863"/>
                  <a:gd name="connsiteX14" fmla="*/ 581653 w 895350"/>
                  <a:gd name="connsiteY14" fmla="*/ 944467 h 1185863"/>
                  <a:gd name="connsiteX15" fmla="*/ 593787 w 895350"/>
                  <a:gd name="connsiteY15" fmla="*/ 936695 h 1185863"/>
                  <a:gd name="connsiteX16" fmla="*/ 594501 w 895350"/>
                  <a:gd name="connsiteY16" fmla="*/ 935989 h 1185863"/>
                  <a:gd name="connsiteX17" fmla="*/ 595929 w 895350"/>
                  <a:gd name="connsiteY17" fmla="*/ 935989 h 1185863"/>
                  <a:gd name="connsiteX18" fmla="*/ 625906 w 895350"/>
                  <a:gd name="connsiteY18" fmla="*/ 945880 h 1185863"/>
                  <a:gd name="connsiteX19" fmla="*/ 629475 w 895350"/>
                  <a:gd name="connsiteY19" fmla="*/ 949413 h 1185863"/>
                  <a:gd name="connsiteX20" fmla="*/ 673015 w 895350"/>
                  <a:gd name="connsiteY20" fmla="*/ 935989 h 1185863"/>
                  <a:gd name="connsiteX21" fmla="*/ 676583 w 895350"/>
                  <a:gd name="connsiteY21" fmla="*/ 931749 h 1185863"/>
                  <a:gd name="connsiteX22" fmla="*/ 742963 w 895350"/>
                  <a:gd name="connsiteY22" fmla="*/ 902782 h 1185863"/>
                  <a:gd name="connsiteX23" fmla="*/ 755811 w 895350"/>
                  <a:gd name="connsiteY23" fmla="*/ 919032 h 1185863"/>
                  <a:gd name="connsiteX24" fmla="*/ 738680 w 895350"/>
                  <a:gd name="connsiteY24" fmla="*/ 931749 h 1185863"/>
                  <a:gd name="connsiteX25" fmla="*/ 697282 w 895350"/>
                  <a:gd name="connsiteY25" fmla="*/ 954358 h 1185863"/>
                  <a:gd name="connsiteX26" fmla="*/ 693714 w 895350"/>
                  <a:gd name="connsiteY26" fmla="*/ 957891 h 1185863"/>
                  <a:gd name="connsiteX27" fmla="*/ 612345 w 895350"/>
                  <a:gd name="connsiteY27" fmla="*/ 973435 h 1185863"/>
                  <a:gd name="connsiteX28" fmla="*/ 605921 w 895350"/>
                  <a:gd name="connsiteY28" fmla="*/ 968489 h 1185863"/>
                  <a:gd name="connsiteX29" fmla="*/ 603066 w 895350"/>
                  <a:gd name="connsiteY29" fmla="*/ 966369 h 1185863"/>
                  <a:gd name="connsiteX30" fmla="*/ 602352 w 895350"/>
                  <a:gd name="connsiteY30" fmla="*/ 967076 h 1185863"/>
                  <a:gd name="connsiteX31" fmla="*/ 586650 w 895350"/>
                  <a:gd name="connsiteY31" fmla="*/ 984739 h 1185863"/>
                  <a:gd name="connsiteX32" fmla="*/ 571661 w 895350"/>
                  <a:gd name="connsiteY32" fmla="*/ 1002402 h 1185863"/>
                  <a:gd name="connsiteX33" fmla="*/ 555958 w 895350"/>
                  <a:gd name="connsiteY33" fmla="*/ 1013000 h 1185863"/>
                  <a:gd name="connsiteX34" fmla="*/ 553817 w 895350"/>
                  <a:gd name="connsiteY34" fmla="*/ 1013000 h 1185863"/>
                  <a:gd name="connsiteX35" fmla="*/ 552389 w 895350"/>
                  <a:gd name="connsiteY35" fmla="*/ 1013000 h 1185863"/>
                  <a:gd name="connsiteX36" fmla="*/ 533118 w 895350"/>
                  <a:gd name="connsiteY36" fmla="*/ 1003815 h 1185863"/>
                  <a:gd name="connsiteX37" fmla="*/ 530976 w 895350"/>
                  <a:gd name="connsiteY37" fmla="*/ 1001696 h 1185863"/>
                  <a:gd name="connsiteX38" fmla="*/ 530976 w 895350"/>
                  <a:gd name="connsiteY38" fmla="*/ 1000989 h 1185863"/>
                  <a:gd name="connsiteX39" fmla="*/ 496002 w 895350"/>
                  <a:gd name="connsiteY39" fmla="*/ 938108 h 1185863"/>
                  <a:gd name="connsiteX40" fmla="*/ 415347 w 895350"/>
                  <a:gd name="connsiteY40" fmla="*/ 1009467 h 1185863"/>
                  <a:gd name="connsiteX41" fmla="*/ 394648 w 895350"/>
                  <a:gd name="connsiteY41" fmla="*/ 1006641 h 1185863"/>
                  <a:gd name="connsiteX42" fmla="*/ 396790 w 895350"/>
                  <a:gd name="connsiteY42" fmla="*/ 985446 h 1185863"/>
                  <a:gd name="connsiteX43" fmla="*/ 491720 w 895350"/>
                  <a:gd name="connsiteY43" fmla="*/ 899249 h 1185863"/>
                  <a:gd name="connsiteX44" fmla="*/ 503140 w 895350"/>
                  <a:gd name="connsiteY44" fmla="*/ 887945 h 1185863"/>
                  <a:gd name="connsiteX45" fmla="*/ 509564 w 895350"/>
                  <a:gd name="connsiteY45" fmla="*/ 885825 h 1185863"/>
                  <a:gd name="connsiteX46" fmla="*/ 31750 w 895350"/>
                  <a:gd name="connsiteY46" fmla="*/ 31750 h 1185863"/>
                  <a:gd name="connsiteX47" fmla="*/ 31750 w 895350"/>
                  <a:gd name="connsiteY47" fmla="*/ 1154113 h 1185863"/>
                  <a:gd name="connsiteX48" fmla="*/ 863600 w 895350"/>
                  <a:gd name="connsiteY48" fmla="*/ 1154113 h 1185863"/>
                  <a:gd name="connsiteX49" fmla="*/ 863600 w 895350"/>
                  <a:gd name="connsiteY49" fmla="*/ 31750 h 1185863"/>
                  <a:gd name="connsiteX50" fmla="*/ 31750 w 895350"/>
                  <a:gd name="connsiteY50" fmla="*/ 31750 h 1185863"/>
                  <a:gd name="connsiteX51" fmla="*/ 15708 w 895350"/>
                  <a:gd name="connsiteY51" fmla="*/ 0 h 1185863"/>
                  <a:gd name="connsiteX52" fmla="*/ 879642 w 895350"/>
                  <a:gd name="connsiteY52" fmla="*/ 0 h 1185863"/>
                  <a:gd name="connsiteX53" fmla="*/ 895350 w 895350"/>
                  <a:gd name="connsiteY53" fmla="*/ 15697 h 1185863"/>
                  <a:gd name="connsiteX54" fmla="*/ 895350 w 895350"/>
                  <a:gd name="connsiteY54" fmla="*/ 1170166 h 1185863"/>
                  <a:gd name="connsiteX55" fmla="*/ 879642 w 895350"/>
                  <a:gd name="connsiteY55" fmla="*/ 1185863 h 1185863"/>
                  <a:gd name="connsiteX56" fmla="*/ 15708 w 895350"/>
                  <a:gd name="connsiteY56" fmla="*/ 1185863 h 1185863"/>
                  <a:gd name="connsiteX57" fmla="*/ 0 w 895350"/>
                  <a:gd name="connsiteY57" fmla="*/ 1170166 h 1185863"/>
                  <a:gd name="connsiteX58" fmla="*/ 0 w 895350"/>
                  <a:gd name="connsiteY58" fmla="*/ 15697 h 1185863"/>
                  <a:gd name="connsiteX59" fmla="*/ 15708 w 895350"/>
                  <a:gd name="connsiteY59" fmla="*/ 0 h 1185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895350" h="1185863">
                    <a:moveTo>
                      <a:pt x="390360" y="1025525"/>
                    </a:moveTo>
                    <a:cubicBezTo>
                      <a:pt x="646005" y="1025525"/>
                      <a:pt x="757403" y="1025525"/>
                      <a:pt x="757403" y="1025525"/>
                    </a:cubicBezTo>
                    <a:cubicBezTo>
                      <a:pt x="765972" y="1025525"/>
                      <a:pt x="773113" y="1031838"/>
                      <a:pt x="773113" y="1040957"/>
                    </a:cubicBezTo>
                    <a:cubicBezTo>
                      <a:pt x="773113" y="1049375"/>
                      <a:pt x="765972" y="1055688"/>
                      <a:pt x="757403" y="1055688"/>
                    </a:cubicBezTo>
                    <a:cubicBezTo>
                      <a:pt x="462483" y="1055688"/>
                      <a:pt x="390360" y="1055688"/>
                      <a:pt x="390360" y="1055688"/>
                    </a:cubicBezTo>
                    <a:cubicBezTo>
                      <a:pt x="381791" y="1055688"/>
                      <a:pt x="374650" y="1049375"/>
                      <a:pt x="374650" y="1040957"/>
                    </a:cubicBezTo>
                    <a:cubicBezTo>
                      <a:pt x="374650" y="1031838"/>
                      <a:pt x="381791" y="1025525"/>
                      <a:pt x="390360" y="1025525"/>
                    </a:cubicBezTo>
                    <a:close/>
                    <a:moveTo>
                      <a:pt x="509564" y="885825"/>
                    </a:moveTo>
                    <a:cubicBezTo>
                      <a:pt x="511705" y="886532"/>
                      <a:pt x="513846" y="887945"/>
                      <a:pt x="513846" y="890771"/>
                    </a:cubicBezTo>
                    <a:cubicBezTo>
                      <a:pt x="513846" y="890771"/>
                      <a:pt x="513846" y="890771"/>
                      <a:pt x="518129" y="906314"/>
                    </a:cubicBezTo>
                    <a:cubicBezTo>
                      <a:pt x="523839" y="930336"/>
                      <a:pt x="535259" y="955771"/>
                      <a:pt x="551675" y="979087"/>
                    </a:cubicBezTo>
                    <a:cubicBezTo>
                      <a:pt x="555958" y="974848"/>
                      <a:pt x="559527" y="969902"/>
                      <a:pt x="563809" y="965663"/>
                    </a:cubicBezTo>
                    <a:cubicBezTo>
                      <a:pt x="569519" y="959304"/>
                      <a:pt x="574516" y="953652"/>
                      <a:pt x="579512" y="947293"/>
                    </a:cubicBezTo>
                    <a:cubicBezTo>
                      <a:pt x="580226" y="945880"/>
                      <a:pt x="580226" y="945880"/>
                      <a:pt x="580226" y="945880"/>
                    </a:cubicBezTo>
                    <a:cubicBezTo>
                      <a:pt x="580940" y="945880"/>
                      <a:pt x="581653" y="945173"/>
                      <a:pt x="581653" y="944467"/>
                    </a:cubicBezTo>
                    <a:cubicBezTo>
                      <a:pt x="583795" y="942347"/>
                      <a:pt x="588077" y="938108"/>
                      <a:pt x="593787" y="936695"/>
                    </a:cubicBezTo>
                    <a:cubicBezTo>
                      <a:pt x="594501" y="935989"/>
                      <a:pt x="594501" y="935989"/>
                      <a:pt x="594501" y="935989"/>
                    </a:cubicBezTo>
                    <a:cubicBezTo>
                      <a:pt x="595929" y="935989"/>
                      <a:pt x="595929" y="935989"/>
                      <a:pt x="595929" y="935989"/>
                    </a:cubicBezTo>
                    <a:cubicBezTo>
                      <a:pt x="609490" y="932456"/>
                      <a:pt x="619483" y="940934"/>
                      <a:pt x="625906" y="945880"/>
                    </a:cubicBezTo>
                    <a:cubicBezTo>
                      <a:pt x="627334" y="947293"/>
                      <a:pt x="628761" y="948706"/>
                      <a:pt x="629475" y="949413"/>
                    </a:cubicBezTo>
                    <a:cubicBezTo>
                      <a:pt x="640895" y="956478"/>
                      <a:pt x="660167" y="946586"/>
                      <a:pt x="673015" y="935989"/>
                    </a:cubicBezTo>
                    <a:cubicBezTo>
                      <a:pt x="674442" y="934576"/>
                      <a:pt x="675156" y="933162"/>
                      <a:pt x="676583" y="931749"/>
                    </a:cubicBezTo>
                    <a:cubicBezTo>
                      <a:pt x="695141" y="916912"/>
                      <a:pt x="715126" y="898543"/>
                      <a:pt x="742963" y="902782"/>
                    </a:cubicBezTo>
                    <a:cubicBezTo>
                      <a:pt x="751528" y="904195"/>
                      <a:pt x="757238" y="911967"/>
                      <a:pt x="755811" y="919032"/>
                    </a:cubicBezTo>
                    <a:cubicBezTo>
                      <a:pt x="754383" y="927510"/>
                      <a:pt x="746532" y="933162"/>
                      <a:pt x="738680" y="931749"/>
                    </a:cubicBezTo>
                    <a:cubicBezTo>
                      <a:pt x="725119" y="929630"/>
                      <a:pt x="711558" y="942347"/>
                      <a:pt x="697282" y="954358"/>
                    </a:cubicBezTo>
                    <a:cubicBezTo>
                      <a:pt x="695855" y="955771"/>
                      <a:pt x="695141" y="956478"/>
                      <a:pt x="693714" y="957891"/>
                    </a:cubicBezTo>
                    <a:cubicBezTo>
                      <a:pt x="663736" y="981913"/>
                      <a:pt x="633758" y="988272"/>
                      <a:pt x="612345" y="973435"/>
                    </a:cubicBezTo>
                    <a:cubicBezTo>
                      <a:pt x="609490" y="971315"/>
                      <a:pt x="608062" y="969902"/>
                      <a:pt x="605921" y="968489"/>
                    </a:cubicBezTo>
                    <a:cubicBezTo>
                      <a:pt x="605207" y="968489"/>
                      <a:pt x="603780" y="967076"/>
                      <a:pt x="603066" y="966369"/>
                    </a:cubicBezTo>
                    <a:cubicBezTo>
                      <a:pt x="603066" y="966369"/>
                      <a:pt x="603066" y="967076"/>
                      <a:pt x="602352" y="967076"/>
                    </a:cubicBezTo>
                    <a:cubicBezTo>
                      <a:pt x="597356" y="972021"/>
                      <a:pt x="592360" y="978380"/>
                      <a:pt x="586650" y="984739"/>
                    </a:cubicBezTo>
                    <a:cubicBezTo>
                      <a:pt x="582367" y="990391"/>
                      <a:pt x="576657" y="996043"/>
                      <a:pt x="571661" y="1002402"/>
                    </a:cubicBezTo>
                    <a:cubicBezTo>
                      <a:pt x="570233" y="1005228"/>
                      <a:pt x="564523" y="1010880"/>
                      <a:pt x="555958" y="1013000"/>
                    </a:cubicBezTo>
                    <a:cubicBezTo>
                      <a:pt x="555958" y="1013000"/>
                      <a:pt x="555958" y="1013000"/>
                      <a:pt x="553817" y="1013000"/>
                    </a:cubicBezTo>
                    <a:cubicBezTo>
                      <a:pt x="552389" y="1013000"/>
                      <a:pt x="552389" y="1013000"/>
                      <a:pt x="552389" y="1013000"/>
                    </a:cubicBezTo>
                    <a:cubicBezTo>
                      <a:pt x="542397" y="1013000"/>
                      <a:pt x="536686" y="1006641"/>
                      <a:pt x="533118" y="1003815"/>
                    </a:cubicBezTo>
                    <a:cubicBezTo>
                      <a:pt x="530976" y="1001696"/>
                      <a:pt x="530976" y="1001696"/>
                      <a:pt x="530976" y="1001696"/>
                    </a:cubicBezTo>
                    <a:cubicBezTo>
                      <a:pt x="530976" y="1000989"/>
                      <a:pt x="530976" y="1000989"/>
                      <a:pt x="530976" y="1000989"/>
                    </a:cubicBezTo>
                    <a:cubicBezTo>
                      <a:pt x="515987" y="981206"/>
                      <a:pt x="504567" y="960011"/>
                      <a:pt x="496002" y="938108"/>
                    </a:cubicBezTo>
                    <a:cubicBezTo>
                      <a:pt x="471021" y="964250"/>
                      <a:pt x="443898" y="987565"/>
                      <a:pt x="415347" y="1009467"/>
                    </a:cubicBezTo>
                    <a:cubicBezTo>
                      <a:pt x="408210" y="1014413"/>
                      <a:pt x="399645" y="1013000"/>
                      <a:pt x="394648" y="1006641"/>
                    </a:cubicBezTo>
                    <a:cubicBezTo>
                      <a:pt x="388938" y="1000283"/>
                      <a:pt x="390366" y="990391"/>
                      <a:pt x="396790" y="985446"/>
                    </a:cubicBezTo>
                    <a:cubicBezTo>
                      <a:pt x="430336" y="960717"/>
                      <a:pt x="462455" y="931043"/>
                      <a:pt x="491720" y="899249"/>
                    </a:cubicBezTo>
                    <a:cubicBezTo>
                      <a:pt x="491720" y="899249"/>
                      <a:pt x="491720" y="899249"/>
                      <a:pt x="503140" y="887945"/>
                    </a:cubicBezTo>
                    <a:cubicBezTo>
                      <a:pt x="505281" y="885825"/>
                      <a:pt x="507422" y="885825"/>
                      <a:pt x="509564" y="885825"/>
                    </a:cubicBezTo>
                    <a:close/>
                    <a:moveTo>
                      <a:pt x="31750" y="31750"/>
                    </a:moveTo>
                    <a:cubicBezTo>
                      <a:pt x="31750" y="31750"/>
                      <a:pt x="31750" y="31750"/>
                      <a:pt x="31750" y="1154113"/>
                    </a:cubicBezTo>
                    <a:cubicBezTo>
                      <a:pt x="31750" y="1154113"/>
                      <a:pt x="31750" y="1154113"/>
                      <a:pt x="863600" y="1154113"/>
                    </a:cubicBezTo>
                    <a:cubicBezTo>
                      <a:pt x="863600" y="1154113"/>
                      <a:pt x="863600" y="482693"/>
                      <a:pt x="863600" y="31750"/>
                    </a:cubicBezTo>
                    <a:cubicBezTo>
                      <a:pt x="863600" y="31750"/>
                      <a:pt x="863600" y="31750"/>
                      <a:pt x="31750" y="31750"/>
                    </a:cubicBezTo>
                    <a:close/>
                    <a:moveTo>
                      <a:pt x="15708" y="0"/>
                    </a:moveTo>
                    <a:cubicBezTo>
                      <a:pt x="15708" y="0"/>
                      <a:pt x="15708" y="0"/>
                      <a:pt x="879642" y="0"/>
                    </a:cubicBezTo>
                    <a:cubicBezTo>
                      <a:pt x="888924" y="0"/>
                      <a:pt x="895350" y="7135"/>
                      <a:pt x="895350" y="15697"/>
                    </a:cubicBezTo>
                    <a:cubicBezTo>
                      <a:pt x="895350" y="15697"/>
                      <a:pt x="895350" y="775592"/>
                      <a:pt x="895350" y="1170166"/>
                    </a:cubicBezTo>
                    <a:cubicBezTo>
                      <a:pt x="895350" y="1179442"/>
                      <a:pt x="888924" y="1185863"/>
                      <a:pt x="879642" y="1185863"/>
                    </a:cubicBezTo>
                    <a:cubicBezTo>
                      <a:pt x="879642" y="1185863"/>
                      <a:pt x="879642" y="1185863"/>
                      <a:pt x="15708" y="1185863"/>
                    </a:cubicBezTo>
                    <a:cubicBezTo>
                      <a:pt x="6426" y="1185863"/>
                      <a:pt x="0" y="1179442"/>
                      <a:pt x="0" y="1170166"/>
                    </a:cubicBezTo>
                    <a:cubicBezTo>
                      <a:pt x="0" y="1170166"/>
                      <a:pt x="0" y="1170166"/>
                      <a:pt x="0" y="15697"/>
                    </a:cubicBezTo>
                    <a:cubicBezTo>
                      <a:pt x="0" y="7135"/>
                      <a:pt x="6426" y="0"/>
                      <a:pt x="15708"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grpSp>
      </p:grpSp>
    </p:spTree>
    <p:extLst>
      <p:ext uri="{BB962C8B-B14F-4D97-AF65-F5344CB8AC3E}">
        <p14:creationId xmlns:p14="http://schemas.microsoft.com/office/powerpoint/2010/main" val="6381716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49604-757E-6191-2371-AE41AE9B3DEF}"/>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B5E3943-67D9-BC2A-794C-EF5945180F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470" imgH="469" progId="TCLayout.ActiveDocument.1">
                  <p:embed/>
                </p:oleObj>
              </mc:Choice>
              <mc:Fallback>
                <p:oleObj name="think-cell Slide" r:id="rId7" imgW="470" imgH="469" progId="TCLayout.ActiveDocument.1">
                  <p:embed/>
                  <p:pic>
                    <p:nvPicPr>
                      <p:cNvPr id="5" name="Object 4" hidden="1">
                        <a:extLst>
                          <a:ext uri="{FF2B5EF4-FFF2-40B4-BE49-F238E27FC236}">
                            <a16:creationId xmlns:a16="http://schemas.microsoft.com/office/drawing/2014/main" id="{DB5E3943-67D9-BC2A-794C-EF5945180F7C}"/>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47" name="Rectangle: Top Corners Rounded 46">
            <a:extLst>
              <a:ext uri="{FF2B5EF4-FFF2-40B4-BE49-F238E27FC236}">
                <a16:creationId xmlns:a16="http://schemas.microsoft.com/office/drawing/2014/main" id="{101458D3-A01B-DA62-9A5B-DF1DA309B732}"/>
              </a:ext>
            </a:extLst>
          </p:cNvPr>
          <p:cNvSpPr/>
          <p:nvPr/>
        </p:nvSpPr>
        <p:spPr>
          <a:xfrm flipV="1">
            <a:off x="541480" y="2055770"/>
            <a:ext cx="11110627" cy="4268829"/>
          </a:xfrm>
          <a:prstGeom prst="round2SameRect">
            <a:avLst>
              <a:gd name="adj1" fmla="val 4138"/>
              <a:gd name="adj2" fmla="val 0"/>
            </a:avLst>
          </a:prstGeom>
          <a:solidFill>
            <a:srgbClr val="FFFFFF"/>
          </a:solidFill>
          <a:ln w="9525" cap="rnd" cmpd="sng" algn="ctr">
            <a:noFill/>
            <a:prstDash val="solid"/>
            <a:round/>
            <a:headEnd type="none" w="med" len="med"/>
            <a:tailEnd type="none" w="med" len="med"/>
          </a:ln>
          <a:effectLst>
            <a:outerShdw blurRad="50800" dist="38100" dir="5400000" algn="t" rotWithShape="0">
              <a:prstClr val="black">
                <a:alpha val="40000"/>
              </a:prstClr>
            </a:outerShdw>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45" name="Rectangle 44">
            <a:extLst>
              <a:ext uri="{FF2B5EF4-FFF2-40B4-BE49-F238E27FC236}">
                <a16:creationId xmlns:a16="http://schemas.microsoft.com/office/drawing/2014/main" id="{5954F0C0-CC23-F2A1-1D96-5754FE8D1522}"/>
              </a:ext>
            </a:extLst>
          </p:cNvPr>
          <p:cNvSpPr/>
          <p:nvPr/>
        </p:nvSpPr>
        <p:spPr>
          <a:xfrm>
            <a:off x="577371" y="2029894"/>
            <a:ext cx="11037258" cy="137160"/>
          </a:xfrm>
          <a:prstGeom prst="rect">
            <a:avLst/>
          </a:prstGeom>
          <a:solidFill>
            <a:schemeClr val="bg1">
              <a:lumMod val="85000"/>
            </a:schemeClr>
          </a:solidFill>
          <a:ln w="9525" cap="rnd" cmpd="sng" algn="ctr">
            <a:solidFill>
              <a:schemeClr val="bg1">
                <a:lumMod val="8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9" name="Rectangle 8" hidden="1">
            <a:extLst>
              <a:ext uri="{FF2B5EF4-FFF2-40B4-BE49-F238E27FC236}">
                <a16:creationId xmlns:a16="http://schemas.microsoft.com/office/drawing/2014/main" id="{21E28F64-0227-ED29-CFA6-EEC2CBAB75F1}"/>
              </a:ext>
            </a:extLst>
          </p:cNvPr>
          <p:cNvSpPr/>
          <p:nvPr>
            <p:custDataLst>
              <p:tags r:id="rId2"/>
            </p:custDataLst>
          </p:nvPr>
        </p:nvSpPr>
        <p:spPr>
          <a:xfrm>
            <a:off x="0" y="0"/>
            <a:ext cx="158750" cy="158750"/>
          </a:xfrm>
          <a:prstGeom prst="rect">
            <a:avLst/>
          </a:prstGeom>
          <a:solidFill>
            <a:srgbClr val="006F44"/>
          </a:solidFill>
          <a:ln w="9525" cap="rnd" cmpd="sng" algn="ctr">
            <a:solidFill>
              <a:srgbClr val="006F4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3" name="Title 2">
            <a:extLst>
              <a:ext uri="{FF2B5EF4-FFF2-40B4-BE49-F238E27FC236}">
                <a16:creationId xmlns:a16="http://schemas.microsoft.com/office/drawing/2014/main" id="{BB7DA89B-EDBE-C736-44B6-9F8E09C299F5}"/>
              </a:ext>
            </a:extLst>
          </p:cNvPr>
          <p:cNvSpPr>
            <a:spLocks noGrp="1"/>
          </p:cNvSpPr>
          <p:nvPr>
            <p:ph type="title"/>
          </p:nvPr>
        </p:nvSpPr>
        <p:spPr>
          <a:xfrm>
            <a:off x="630238" y="622300"/>
            <a:ext cx="10933112" cy="332399"/>
          </a:xfrm>
        </p:spPr>
        <p:txBody>
          <a:bodyPr vert="horz"/>
          <a:lstStyle/>
          <a:p>
            <a:r>
              <a:rPr lang="en-US" dirty="0"/>
              <a:t>Each step of the policy development process should answer key questions</a:t>
            </a:r>
          </a:p>
        </p:txBody>
      </p:sp>
      <p:sp>
        <p:nvSpPr>
          <p:cNvPr id="107" name="Arrow: Chevron 106">
            <a:extLst>
              <a:ext uri="{FF2B5EF4-FFF2-40B4-BE49-F238E27FC236}">
                <a16:creationId xmlns:a16="http://schemas.microsoft.com/office/drawing/2014/main" id="{092B5B66-2A53-479E-95ED-9F5A899FF057}"/>
              </a:ext>
            </a:extLst>
          </p:cNvPr>
          <p:cNvSpPr/>
          <p:nvPr/>
        </p:nvSpPr>
        <p:spPr>
          <a:xfrm>
            <a:off x="2002384" y="1850622"/>
            <a:ext cx="1326664" cy="495703"/>
          </a:xfrm>
          <a:prstGeom prst="chevron">
            <a:avLst>
              <a:gd name="adj" fmla="val 12004"/>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400" dirty="0">
                <a:solidFill>
                  <a:srgbClr val="FFFFFF"/>
                </a:solidFill>
              </a:rPr>
              <a:t>Direction</a:t>
            </a:r>
            <a:br>
              <a:rPr lang="en-US" sz="1400" dirty="0">
                <a:solidFill>
                  <a:srgbClr val="FFFFFF"/>
                </a:solidFill>
              </a:rPr>
            </a:br>
            <a:r>
              <a:rPr lang="en-US" sz="1400" dirty="0">
                <a:solidFill>
                  <a:srgbClr val="FFFFFF"/>
                </a:solidFill>
              </a:rPr>
              <a:t>setting</a:t>
            </a:r>
          </a:p>
        </p:txBody>
      </p:sp>
      <p:sp>
        <p:nvSpPr>
          <p:cNvPr id="16" name="Arrow: Chevron 15">
            <a:extLst>
              <a:ext uri="{FF2B5EF4-FFF2-40B4-BE49-F238E27FC236}">
                <a16:creationId xmlns:a16="http://schemas.microsoft.com/office/drawing/2014/main" id="{D743D7F0-E09E-9D67-F45B-DA3D9D842C31}"/>
              </a:ext>
            </a:extLst>
          </p:cNvPr>
          <p:cNvSpPr/>
          <p:nvPr/>
        </p:nvSpPr>
        <p:spPr>
          <a:xfrm>
            <a:off x="3374767" y="1850622"/>
            <a:ext cx="1326664" cy="495703"/>
          </a:xfrm>
          <a:prstGeom prst="chevron">
            <a:avLst>
              <a:gd name="adj" fmla="val 12004"/>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400" dirty="0">
                <a:solidFill>
                  <a:srgbClr val="FFFFFF"/>
                </a:solidFill>
              </a:rPr>
              <a:t>Proposal development</a:t>
            </a:r>
          </a:p>
        </p:txBody>
      </p:sp>
      <p:sp>
        <p:nvSpPr>
          <p:cNvPr id="17" name="Arrow: Chevron 16">
            <a:extLst>
              <a:ext uri="{FF2B5EF4-FFF2-40B4-BE49-F238E27FC236}">
                <a16:creationId xmlns:a16="http://schemas.microsoft.com/office/drawing/2014/main" id="{AEF9C0AE-2365-D9D1-48DF-0A2921E390AA}"/>
              </a:ext>
            </a:extLst>
          </p:cNvPr>
          <p:cNvSpPr/>
          <p:nvPr/>
        </p:nvSpPr>
        <p:spPr>
          <a:xfrm>
            <a:off x="4747151" y="1850622"/>
            <a:ext cx="1326664" cy="495703"/>
          </a:xfrm>
          <a:prstGeom prst="chevron">
            <a:avLst>
              <a:gd name="adj" fmla="val 12004"/>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r>
              <a:rPr lang="en-US" sz="1400" dirty="0">
                <a:solidFill>
                  <a:srgbClr val="FFFFFF"/>
                </a:solidFill>
              </a:rPr>
              <a:t>Strategic Ali-</a:t>
            </a:r>
            <a:br>
              <a:rPr lang="en-US" sz="1400" dirty="0">
                <a:solidFill>
                  <a:srgbClr val="FFFFFF"/>
                </a:solidFill>
              </a:rPr>
            </a:br>
            <a:r>
              <a:rPr lang="en-US" sz="1400" dirty="0">
                <a:solidFill>
                  <a:srgbClr val="FFFFFF"/>
                </a:solidFill>
              </a:rPr>
              <a:t>gnment review</a:t>
            </a:r>
          </a:p>
        </p:txBody>
      </p:sp>
      <p:sp>
        <p:nvSpPr>
          <p:cNvPr id="40" name="Arrow: Chevron 39">
            <a:extLst>
              <a:ext uri="{FF2B5EF4-FFF2-40B4-BE49-F238E27FC236}">
                <a16:creationId xmlns:a16="http://schemas.microsoft.com/office/drawing/2014/main" id="{61F458A8-6C71-823E-D236-46B09ADD7FFC}"/>
              </a:ext>
            </a:extLst>
          </p:cNvPr>
          <p:cNvSpPr/>
          <p:nvPr/>
        </p:nvSpPr>
        <p:spPr>
          <a:xfrm>
            <a:off x="6119535" y="1850622"/>
            <a:ext cx="1326664" cy="495703"/>
          </a:xfrm>
          <a:prstGeom prst="chevron">
            <a:avLst>
              <a:gd name="adj" fmla="val 12004"/>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400" dirty="0">
                <a:solidFill>
                  <a:srgbClr val="FFFFFF"/>
                </a:solidFill>
              </a:rPr>
              <a:t>Legal</a:t>
            </a:r>
            <a:br>
              <a:rPr lang="en-US" sz="1400" dirty="0">
                <a:solidFill>
                  <a:srgbClr val="FFFFFF"/>
                </a:solidFill>
              </a:rPr>
            </a:br>
            <a:r>
              <a:rPr lang="en-US" sz="1400" dirty="0">
                <a:solidFill>
                  <a:srgbClr val="FFFFFF"/>
                </a:solidFill>
              </a:rPr>
              <a:t>review</a:t>
            </a:r>
          </a:p>
        </p:txBody>
      </p:sp>
      <p:sp>
        <p:nvSpPr>
          <p:cNvPr id="41" name="Arrow: Chevron 40">
            <a:extLst>
              <a:ext uri="{FF2B5EF4-FFF2-40B4-BE49-F238E27FC236}">
                <a16:creationId xmlns:a16="http://schemas.microsoft.com/office/drawing/2014/main" id="{16D13F03-8D88-5C87-7B82-2C84C1BAB614}"/>
              </a:ext>
            </a:extLst>
          </p:cNvPr>
          <p:cNvSpPr/>
          <p:nvPr/>
        </p:nvSpPr>
        <p:spPr>
          <a:xfrm>
            <a:off x="7491920" y="1850622"/>
            <a:ext cx="1326664" cy="495703"/>
          </a:xfrm>
          <a:prstGeom prst="chevron">
            <a:avLst>
              <a:gd name="adj" fmla="val 12004"/>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400" dirty="0">
                <a:solidFill>
                  <a:srgbClr val="FFFFFF"/>
                </a:solidFill>
              </a:rPr>
              <a:t>Budget</a:t>
            </a:r>
            <a:br>
              <a:rPr lang="en-US" sz="1400" dirty="0">
                <a:solidFill>
                  <a:srgbClr val="FFFFFF"/>
                </a:solidFill>
              </a:rPr>
            </a:br>
            <a:r>
              <a:rPr lang="en-US" sz="1400" dirty="0">
                <a:solidFill>
                  <a:srgbClr val="FFFFFF"/>
                </a:solidFill>
              </a:rPr>
              <a:t>review</a:t>
            </a:r>
          </a:p>
        </p:txBody>
      </p:sp>
      <p:sp>
        <p:nvSpPr>
          <p:cNvPr id="42" name="Arrow: Chevron 41">
            <a:extLst>
              <a:ext uri="{FF2B5EF4-FFF2-40B4-BE49-F238E27FC236}">
                <a16:creationId xmlns:a16="http://schemas.microsoft.com/office/drawing/2014/main" id="{82ED4980-7FD5-864D-5F42-13FE47FC257F}"/>
              </a:ext>
            </a:extLst>
          </p:cNvPr>
          <p:cNvSpPr/>
          <p:nvPr/>
        </p:nvSpPr>
        <p:spPr>
          <a:xfrm>
            <a:off x="8864302" y="1850622"/>
            <a:ext cx="1326664" cy="495703"/>
          </a:xfrm>
          <a:prstGeom prst="chevron">
            <a:avLst>
              <a:gd name="adj" fmla="val 12004"/>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400" dirty="0">
                <a:solidFill>
                  <a:srgbClr val="FFFFFF"/>
                </a:solidFill>
              </a:rPr>
              <a:t>Proposal</a:t>
            </a:r>
            <a:br>
              <a:rPr lang="en-US" sz="1400" dirty="0">
                <a:solidFill>
                  <a:srgbClr val="FFFFFF"/>
                </a:solidFill>
              </a:rPr>
            </a:br>
            <a:r>
              <a:rPr lang="en-US" sz="1400" dirty="0">
                <a:solidFill>
                  <a:srgbClr val="FFFFFF"/>
                </a:solidFill>
              </a:rPr>
              <a:t>final check</a:t>
            </a:r>
          </a:p>
        </p:txBody>
      </p:sp>
      <p:sp>
        <p:nvSpPr>
          <p:cNvPr id="48" name="TextBox 47">
            <a:extLst>
              <a:ext uri="{FF2B5EF4-FFF2-40B4-BE49-F238E27FC236}">
                <a16:creationId xmlns:a16="http://schemas.microsoft.com/office/drawing/2014/main" id="{B58AEBEC-7F8A-11FF-2226-945761A45DD5}"/>
              </a:ext>
            </a:extLst>
          </p:cNvPr>
          <p:cNvSpPr txBox="1"/>
          <p:nvPr/>
        </p:nvSpPr>
        <p:spPr>
          <a:xfrm>
            <a:off x="2002464" y="2429312"/>
            <a:ext cx="1273996" cy="3859518"/>
          </a:xfrm>
          <a:prstGeom prst="rect">
            <a:avLst/>
          </a:prstGeom>
          <a:noFill/>
        </p:spPr>
        <p:txBody>
          <a:bodyPr wrap="square" lIns="0" tIns="0" rIns="0" bIns="0" rtlCol="0" anchor="t">
            <a:noAutofit/>
          </a:bodyPr>
          <a:lstStyle>
            <a:defPPr>
              <a:defRPr lang="en-US"/>
            </a:defPPr>
            <a:lvl1pPr marR="0" lvl="0" indent="0" fontAlgn="auto">
              <a:lnSpc>
                <a:spcPct val="100000"/>
              </a:lnSpc>
              <a:spcBef>
                <a:spcPts val="1200"/>
              </a:spcBef>
              <a:spcAft>
                <a:spcPts val="0"/>
              </a:spcAft>
              <a:buClrTx/>
              <a:buSzPct val="100000"/>
              <a:buFont typeface="Trebuchet MS" panose="020B0603020202020204" pitchFamily="34" charset="0"/>
              <a:buChar char="​"/>
              <a:tabLst/>
              <a:defRPr kumimoji="0" sz="1600" b="0" i="0" u="none" strike="noStrike" cap="none" spc="0" normalizeH="0" baseline="0">
                <a:ln>
                  <a:noFill/>
                </a:ln>
                <a:solidFill>
                  <a:srgbClr val="575757"/>
                </a:solidFill>
                <a:effectLst/>
                <a:uLnTx/>
                <a:uFillTx/>
                <a:latin typeface="Trebuchet MS"/>
              </a:defRPr>
            </a:lvl1pPr>
          </a:lstStyle>
          <a:p>
            <a:pPr marL="182880" lvl="1" indent="-173736">
              <a:lnSpc>
                <a:spcPct val="95000"/>
              </a:lnSpc>
              <a:buClr>
                <a:srgbClr val="006C67"/>
              </a:buClr>
              <a:buSzPct val="100000"/>
              <a:buFont typeface="Trebuchet MS" panose="020B0703020202090204" pitchFamily="34" charset="0"/>
              <a:buChar char="•"/>
              <a:defRPr/>
            </a:pPr>
            <a:r>
              <a:rPr lang="en-US" sz="1200" dirty="0">
                <a:solidFill>
                  <a:srgbClr val="000000"/>
                </a:solidFill>
                <a:sym typeface="Trebuchet MS" panose="020B0603020202020204" pitchFamily="34" charset="0"/>
              </a:rPr>
              <a:t>What is the </a:t>
            </a:r>
            <a:r>
              <a:rPr lang="en-US" sz="1200" dirty="0">
                <a:solidFill>
                  <a:srgbClr val="006C67"/>
                </a:solidFill>
                <a:sym typeface="Trebuchet MS" panose="020B0603020202020204" pitchFamily="34" charset="0"/>
              </a:rPr>
              <a:t>rationale for proposing</a:t>
            </a:r>
            <a:r>
              <a:rPr lang="en-US" sz="1200" dirty="0">
                <a:solidFill>
                  <a:srgbClr val="000000"/>
                </a:solidFill>
                <a:sym typeface="Trebuchet MS" panose="020B0603020202020204" pitchFamily="34" charset="0"/>
              </a:rPr>
              <a:t> the policy / update to the existing policy?</a:t>
            </a:r>
          </a:p>
          <a:p>
            <a:pPr marL="182880" lvl="1" indent="-173736">
              <a:lnSpc>
                <a:spcPct val="95000"/>
              </a:lnSpc>
              <a:buClr>
                <a:srgbClr val="006C67"/>
              </a:buClr>
              <a:buSzPct val="100000"/>
              <a:buFont typeface="Trebuchet MS" panose="020B0703020202090204" pitchFamily="34" charset="0"/>
              <a:buChar char="•"/>
              <a:defRPr/>
            </a:pPr>
            <a:r>
              <a:rPr lang="en-US" sz="1200" dirty="0">
                <a:solidFill>
                  <a:srgbClr val="000000"/>
                </a:solidFill>
                <a:sym typeface="Trebuchet MS" panose="020B0603020202020204" pitchFamily="34" charset="0"/>
              </a:rPr>
              <a:t>What </a:t>
            </a:r>
            <a:r>
              <a:rPr lang="en-US" sz="1200" dirty="0">
                <a:solidFill>
                  <a:srgbClr val="006C67"/>
                </a:solidFill>
                <a:sym typeface="Trebuchet MS" panose="020B0603020202020204" pitchFamily="34" charset="0"/>
              </a:rPr>
              <a:t>challenges is the policy aiming to address</a:t>
            </a:r>
            <a:r>
              <a:rPr lang="en-US" sz="1200" dirty="0">
                <a:solidFill>
                  <a:srgbClr val="000000"/>
                </a:solidFill>
                <a:sym typeface="Trebuchet MS" panose="020B0603020202020204" pitchFamily="34" charset="0"/>
              </a:rPr>
              <a:t>?</a:t>
            </a:r>
          </a:p>
          <a:p>
            <a:pPr marL="182880" lvl="1" indent="-173736">
              <a:lnSpc>
                <a:spcPct val="95000"/>
              </a:lnSpc>
              <a:buClr>
                <a:srgbClr val="006C67"/>
              </a:buClr>
              <a:buSzPct val="100000"/>
              <a:buFont typeface="Trebuchet MS" panose="020B0703020202090204" pitchFamily="34" charset="0"/>
              <a:buChar char="•"/>
              <a:defRPr/>
            </a:pPr>
            <a:r>
              <a:rPr lang="en-US" sz="1200" dirty="0">
                <a:solidFill>
                  <a:srgbClr val="000000"/>
                </a:solidFill>
                <a:sym typeface="Trebuchet MS" panose="020B0603020202020204" pitchFamily="34" charset="0"/>
              </a:rPr>
              <a:t>What are the </a:t>
            </a:r>
            <a:r>
              <a:rPr lang="en-US" sz="1200" dirty="0">
                <a:solidFill>
                  <a:srgbClr val="006C67"/>
                </a:solidFill>
                <a:sym typeface="Trebuchet MS" panose="020B0603020202020204" pitchFamily="34" charset="0"/>
              </a:rPr>
              <a:t>intended outcomes or changes </a:t>
            </a:r>
            <a:r>
              <a:rPr lang="en-US" sz="1200" dirty="0">
                <a:solidFill>
                  <a:srgbClr val="000000"/>
                </a:solidFill>
                <a:sym typeface="Trebuchet MS" panose="020B0603020202020204" pitchFamily="34" charset="0"/>
              </a:rPr>
              <a:t>the policy seeks to achieve?</a:t>
            </a:r>
          </a:p>
          <a:p>
            <a:pPr marL="182880" lvl="1" indent="-173736">
              <a:lnSpc>
                <a:spcPct val="95000"/>
              </a:lnSpc>
              <a:buClr>
                <a:srgbClr val="006C67"/>
              </a:buClr>
              <a:buSzPct val="100000"/>
              <a:buFont typeface="Trebuchet MS" panose="020B0703020202090204" pitchFamily="34" charset="0"/>
              <a:buChar char="•"/>
              <a:defRPr/>
            </a:pPr>
            <a:r>
              <a:rPr kumimoji="0" lang="en-US" sz="1200" strike="noStrike" cap="none" normalizeH="0" baseline="0" noProof="0" dirty="0">
                <a:ln>
                  <a:noFill/>
                </a:ln>
                <a:solidFill>
                  <a:srgbClr val="000000"/>
                </a:solidFill>
                <a:effectLst/>
                <a:uLnTx/>
                <a:uFillTx/>
                <a:sym typeface="Trebuchet MS" panose="020B0603020202020204" pitchFamily="34" charset="0"/>
              </a:rPr>
              <a:t>How does </a:t>
            </a:r>
            <a:r>
              <a:rPr lang="en-US" sz="1200" dirty="0">
                <a:solidFill>
                  <a:srgbClr val="000000"/>
                </a:solidFill>
                <a:sym typeface="Trebuchet MS" panose="020B0603020202020204" pitchFamily="34" charset="0"/>
              </a:rPr>
              <a:t>the policy </a:t>
            </a:r>
            <a:r>
              <a:rPr lang="en-US" sz="1200" dirty="0">
                <a:solidFill>
                  <a:srgbClr val="006C67"/>
                </a:solidFill>
                <a:sym typeface="Trebuchet MS" panose="020B0603020202020204" pitchFamily="34" charset="0"/>
              </a:rPr>
              <a:t>fit with other existing or planned policies</a:t>
            </a:r>
            <a:r>
              <a:rPr lang="en-US" sz="1200" dirty="0">
                <a:solidFill>
                  <a:srgbClr val="000000"/>
                </a:solidFill>
                <a:sym typeface="Trebuchet MS" panose="020B0603020202020204" pitchFamily="34" charset="0"/>
              </a:rPr>
              <a:t>?</a:t>
            </a:r>
          </a:p>
        </p:txBody>
      </p:sp>
      <p:sp>
        <p:nvSpPr>
          <p:cNvPr id="49" name="TextBox 48">
            <a:extLst>
              <a:ext uri="{FF2B5EF4-FFF2-40B4-BE49-F238E27FC236}">
                <a16:creationId xmlns:a16="http://schemas.microsoft.com/office/drawing/2014/main" id="{FF18B218-EE4F-4922-0394-7AAB9BF349EB}"/>
              </a:ext>
            </a:extLst>
          </p:cNvPr>
          <p:cNvSpPr txBox="1"/>
          <p:nvPr/>
        </p:nvSpPr>
        <p:spPr>
          <a:xfrm>
            <a:off x="3374928" y="2429312"/>
            <a:ext cx="1273433" cy="3859518"/>
          </a:xfrm>
          <a:prstGeom prst="rect">
            <a:avLst/>
          </a:prstGeom>
          <a:noFill/>
        </p:spPr>
        <p:txBody>
          <a:bodyPr wrap="square" lIns="0" tIns="0" rIns="0" bIns="0" rtlCol="0" anchor="t">
            <a:noAutofit/>
          </a:bodyPr>
          <a:lstStyle>
            <a:defPPr>
              <a:defRPr lang="en-US"/>
            </a:defPPr>
            <a:lvl1pPr marR="0" lvl="0" indent="0" fontAlgn="auto">
              <a:lnSpc>
                <a:spcPct val="100000"/>
              </a:lnSpc>
              <a:spcBef>
                <a:spcPts val="1200"/>
              </a:spcBef>
              <a:spcAft>
                <a:spcPts val="0"/>
              </a:spcAft>
              <a:buClrTx/>
              <a:buSzPct val="100000"/>
              <a:buFont typeface="Trebuchet MS" panose="020B0603020202020204" pitchFamily="34" charset="0"/>
              <a:buChar char="​"/>
              <a:tabLst/>
              <a:defRPr kumimoji="0" sz="1600" b="0" i="0" u="none" strike="noStrike" cap="none" spc="0" normalizeH="0" baseline="0">
                <a:ln>
                  <a:noFill/>
                </a:ln>
                <a:solidFill>
                  <a:srgbClr val="575757"/>
                </a:solidFill>
                <a:effectLst/>
                <a:uLnTx/>
                <a:uFillTx/>
                <a:latin typeface="Trebuchet MS"/>
              </a:defRPr>
            </a:lvl1pPr>
          </a:lstStyle>
          <a:p>
            <a:pPr marL="182880" lvl="1" indent="-173736">
              <a:lnSpc>
                <a:spcPct val="95000"/>
              </a:lnSpc>
              <a:buClr>
                <a:srgbClr val="006C67"/>
              </a:buClr>
              <a:buFont typeface="Trebuchet MS" panose="020B0603020202020204" pitchFamily="34" charset="0"/>
              <a:buChar char="•"/>
            </a:pPr>
            <a:r>
              <a:rPr lang="en-US" sz="1200" dirty="0">
                <a:solidFill>
                  <a:srgbClr val="000000"/>
                </a:solidFill>
              </a:rPr>
              <a:t>How will </a:t>
            </a:r>
            <a:r>
              <a:rPr lang="en-US" sz="1200" dirty="0">
                <a:solidFill>
                  <a:srgbClr val="006C67"/>
                </a:solidFill>
              </a:rPr>
              <a:t>decision-making</a:t>
            </a:r>
            <a:r>
              <a:rPr lang="en-US" sz="1200" dirty="0">
                <a:solidFill>
                  <a:srgbClr val="000000"/>
                </a:solidFill>
              </a:rPr>
              <a:t> be split?</a:t>
            </a:r>
          </a:p>
          <a:p>
            <a:pPr marL="182880" lvl="1" indent="-173736">
              <a:lnSpc>
                <a:spcPct val="95000"/>
              </a:lnSpc>
              <a:buClr>
                <a:srgbClr val="006C67"/>
              </a:buClr>
              <a:buFont typeface="Trebuchet MS" panose="020B0603020202020204" pitchFamily="34" charset="0"/>
              <a:buChar char="•"/>
            </a:pPr>
            <a:r>
              <a:rPr lang="en-US" sz="1200" dirty="0">
                <a:solidFill>
                  <a:srgbClr val="000000"/>
                </a:solidFill>
              </a:rPr>
              <a:t>What is </a:t>
            </a:r>
            <a:r>
              <a:rPr lang="en-US" sz="1200" dirty="0">
                <a:solidFill>
                  <a:srgbClr val="006C67"/>
                </a:solidFill>
              </a:rPr>
              <a:t>the policy approach </a:t>
            </a:r>
            <a:r>
              <a:rPr lang="en-US" sz="1200" dirty="0">
                <a:solidFill>
                  <a:srgbClr val="000000"/>
                </a:solidFill>
              </a:rPr>
              <a:t>(e.g., spatial coverage, rate structure?</a:t>
            </a:r>
          </a:p>
          <a:p>
            <a:pPr marL="182880" lvl="1" indent="-173736">
              <a:lnSpc>
                <a:spcPct val="95000"/>
              </a:lnSpc>
              <a:buClr>
                <a:srgbClr val="006C67"/>
              </a:buClr>
              <a:buFont typeface="Trebuchet MS" panose="020B0603020202020204" pitchFamily="34" charset="0"/>
              <a:buChar char="•"/>
            </a:pPr>
            <a:r>
              <a:rPr lang="en-US" sz="1200" dirty="0">
                <a:solidFill>
                  <a:srgbClr val="000000"/>
                </a:solidFill>
              </a:rPr>
              <a:t>What are the policy's </a:t>
            </a:r>
            <a:r>
              <a:rPr lang="en-US" sz="1200" dirty="0">
                <a:solidFill>
                  <a:srgbClr val="006C67"/>
                </a:solidFill>
              </a:rPr>
              <a:t>financial and socio-economic impacts</a:t>
            </a:r>
            <a:r>
              <a:rPr lang="en-US" sz="1200" dirty="0">
                <a:solidFill>
                  <a:srgbClr val="000000"/>
                </a:solidFill>
              </a:rPr>
              <a:t>? </a:t>
            </a:r>
          </a:p>
          <a:p>
            <a:pPr marL="182880" lvl="1" indent="-173736">
              <a:lnSpc>
                <a:spcPct val="95000"/>
              </a:lnSpc>
              <a:buClr>
                <a:srgbClr val="006C67"/>
              </a:buClr>
              <a:buFont typeface="Trebuchet MS" panose="020B0603020202020204" pitchFamily="34" charset="0"/>
              <a:buChar char="•"/>
            </a:pPr>
            <a:r>
              <a:rPr lang="en-US" sz="1200" dirty="0">
                <a:solidFill>
                  <a:srgbClr val="000000"/>
                </a:solidFill>
              </a:rPr>
              <a:t>What are the key </a:t>
            </a:r>
            <a:r>
              <a:rPr lang="en-US" sz="1200" dirty="0">
                <a:solidFill>
                  <a:srgbClr val="006C67"/>
                </a:solidFill>
              </a:rPr>
              <a:t>policy enablers</a:t>
            </a:r>
            <a:r>
              <a:rPr lang="en-US" sz="1200" dirty="0">
                <a:solidFill>
                  <a:srgbClr val="000000"/>
                </a:solidFill>
              </a:rPr>
              <a:t>?</a:t>
            </a:r>
          </a:p>
          <a:p>
            <a:pPr marL="182880" lvl="1" indent="-173736">
              <a:lnSpc>
                <a:spcPct val="95000"/>
              </a:lnSpc>
              <a:buClr>
                <a:srgbClr val="006C67"/>
              </a:buClr>
              <a:buFont typeface="Trebuchet MS" panose="020B0603020202020204" pitchFamily="34" charset="0"/>
              <a:buChar char="•"/>
            </a:pPr>
            <a:r>
              <a:rPr lang="en-US" sz="1200" dirty="0">
                <a:solidFill>
                  <a:srgbClr val="000000"/>
                </a:solidFill>
              </a:rPr>
              <a:t>What are the </a:t>
            </a:r>
            <a:r>
              <a:rPr lang="en-US" sz="1200" dirty="0" err="1">
                <a:solidFill>
                  <a:srgbClr val="006C67"/>
                </a:solidFill>
              </a:rPr>
              <a:t>KPIs</a:t>
            </a:r>
            <a:r>
              <a:rPr lang="en-US" sz="1200" dirty="0">
                <a:solidFill>
                  <a:srgbClr val="006C67"/>
                </a:solidFill>
              </a:rPr>
              <a:t> that will be monitored, how often, and by whom</a:t>
            </a:r>
            <a:r>
              <a:rPr lang="en-US" sz="1200" dirty="0">
                <a:solidFill>
                  <a:srgbClr val="000000"/>
                </a:solidFill>
              </a:rPr>
              <a:t>?</a:t>
            </a:r>
          </a:p>
          <a:p>
            <a:pPr marL="182880" lvl="1" indent="-173736">
              <a:lnSpc>
                <a:spcPct val="95000"/>
              </a:lnSpc>
              <a:buClr>
                <a:srgbClr val="006C67"/>
              </a:buClr>
              <a:buFont typeface="Trebuchet MS" panose="020B0603020202020204" pitchFamily="34" charset="0"/>
              <a:buChar char="•"/>
            </a:pPr>
            <a:endParaRPr lang="en-US" sz="1200" dirty="0">
              <a:solidFill>
                <a:srgbClr val="000000"/>
              </a:solidFill>
            </a:endParaRPr>
          </a:p>
          <a:p>
            <a:pPr marL="182880" lvl="1" indent="-173736">
              <a:lnSpc>
                <a:spcPct val="95000"/>
              </a:lnSpc>
              <a:buClr>
                <a:srgbClr val="006C67"/>
              </a:buClr>
              <a:buFont typeface="Trebuchet MS" panose="020B0603020202020204" pitchFamily="34" charset="0"/>
              <a:buChar char="•"/>
            </a:pPr>
            <a:endParaRPr lang="en-US" sz="1200" dirty="0">
              <a:solidFill>
                <a:srgbClr val="000000"/>
              </a:solidFill>
            </a:endParaRPr>
          </a:p>
        </p:txBody>
      </p:sp>
      <p:sp>
        <p:nvSpPr>
          <p:cNvPr id="50" name="TextBox 49">
            <a:extLst>
              <a:ext uri="{FF2B5EF4-FFF2-40B4-BE49-F238E27FC236}">
                <a16:creationId xmlns:a16="http://schemas.microsoft.com/office/drawing/2014/main" id="{88EAEF70-9F42-D883-CFDF-613256467CDD}"/>
              </a:ext>
            </a:extLst>
          </p:cNvPr>
          <p:cNvSpPr txBox="1"/>
          <p:nvPr/>
        </p:nvSpPr>
        <p:spPr>
          <a:xfrm>
            <a:off x="4746829" y="2429312"/>
            <a:ext cx="1273996" cy="3859518"/>
          </a:xfrm>
          <a:prstGeom prst="rect">
            <a:avLst/>
          </a:prstGeom>
          <a:noFill/>
        </p:spPr>
        <p:txBody>
          <a:bodyPr wrap="square" lIns="0" tIns="0" rIns="0" bIns="0" rtlCol="0" anchor="t">
            <a:noAutofit/>
          </a:bodyPr>
          <a:lstStyle>
            <a:defPPr>
              <a:defRPr lang="en-US"/>
            </a:defPPr>
            <a:lvl1pPr marR="0" lvl="0" indent="0" fontAlgn="auto">
              <a:lnSpc>
                <a:spcPct val="100000"/>
              </a:lnSpc>
              <a:spcBef>
                <a:spcPts val="1200"/>
              </a:spcBef>
              <a:spcAft>
                <a:spcPts val="0"/>
              </a:spcAft>
              <a:buClrTx/>
              <a:buSzPct val="100000"/>
              <a:buFont typeface="Trebuchet MS" panose="020B0603020202020204" pitchFamily="34" charset="0"/>
              <a:buChar char="​"/>
              <a:tabLst/>
              <a:defRPr kumimoji="0" sz="1600" b="0" i="0" u="none" strike="noStrike" cap="none" spc="0" normalizeH="0" baseline="0">
                <a:ln>
                  <a:noFill/>
                </a:ln>
                <a:solidFill>
                  <a:srgbClr val="575757"/>
                </a:solidFill>
                <a:effectLst/>
                <a:uLnTx/>
                <a:uFillTx/>
                <a:latin typeface="Trebuchet MS"/>
              </a:defRPr>
            </a:lvl1pPr>
          </a:lstStyle>
          <a:p>
            <a:pPr marL="182880" lvl="1" indent="-173736">
              <a:lnSpc>
                <a:spcPct val="95000"/>
              </a:lnSpc>
              <a:buClr>
                <a:srgbClr val="006C67"/>
              </a:buClr>
              <a:buFont typeface="Trebuchet MS" panose="020B0603020202020204" pitchFamily="34" charset="0"/>
              <a:buChar char="•"/>
            </a:pPr>
            <a:r>
              <a:rPr lang="en-US" sz="1200" dirty="0">
                <a:solidFill>
                  <a:srgbClr val="000000"/>
                </a:solidFill>
              </a:rPr>
              <a:t>Is the policy aligned with the </a:t>
            </a:r>
            <a:r>
              <a:rPr lang="en-US" sz="1200" dirty="0">
                <a:solidFill>
                  <a:srgbClr val="006C67"/>
                </a:solidFill>
              </a:rPr>
              <a:t>Ministry’s priorities / strategic objectives </a:t>
            </a:r>
            <a:r>
              <a:rPr lang="en-US" sz="1200" dirty="0">
                <a:solidFill>
                  <a:srgbClr val="000000"/>
                </a:solidFill>
              </a:rPr>
              <a:t>or reform agenda?</a:t>
            </a:r>
          </a:p>
          <a:p>
            <a:pPr marL="182880" lvl="1" indent="-173736">
              <a:lnSpc>
                <a:spcPct val="95000"/>
              </a:lnSpc>
              <a:buClr>
                <a:srgbClr val="006C67"/>
              </a:buClr>
              <a:buFont typeface="Trebuchet MS" panose="020B0603020202020204" pitchFamily="34" charset="0"/>
              <a:buChar char="•"/>
            </a:pPr>
            <a:r>
              <a:rPr lang="en-US" sz="1200" dirty="0">
                <a:solidFill>
                  <a:srgbClr val="000000"/>
                </a:solidFill>
              </a:rPr>
              <a:t>Does it </a:t>
            </a:r>
            <a:r>
              <a:rPr lang="en-US" sz="1200" dirty="0">
                <a:solidFill>
                  <a:srgbClr val="006C67"/>
                </a:solidFill>
              </a:rPr>
              <a:t>complement existing policies and programs </a:t>
            </a:r>
            <a:r>
              <a:rPr lang="en-US" sz="1200" dirty="0">
                <a:solidFill>
                  <a:srgbClr val="000000"/>
                </a:solidFill>
              </a:rPr>
              <a:t>without causing conflict or duplication?</a:t>
            </a:r>
          </a:p>
          <a:p>
            <a:pPr marL="182880" lvl="1" indent="-173736">
              <a:lnSpc>
                <a:spcPct val="95000"/>
              </a:lnSpc>
              <a:buClr>
                <a:srgbClr val="006C67"/>
              </a:buClr>
              <a:buFont typeface="Trebuchet MS" panose="020B0603020202020204" pitchFamily="34" charset="0"/>
              <a:buChar char="•"/>
            </a:pPr>
            <a:r>
              <a:rPr lang="en-US" sz="1200" dirty="0">
                <a:solidFill>
                  <a:srgbClr val="000000"/>
                </a:solidFill>
              </a:rPr>
              <a:t>Is the policy </a:t>
            </a:r>
            <a:r>
              <a:rPr lang="en-US" sz="1200" dirty="0">
                <a:solidFill>
                  <a:srgbClr val="006C67"/>
                </a:solidFill>
              </a:rPr>
              <a:t>sustainable and adaptable to future changes</a:t>
            </a:r>
            <a:r>
              <a:rPr lang="en-US" sz="1200" dirty="0">
                <a:solidFill>
                  <a:srgbClr val="000000"/>
                </a:solidFill>
              </a:rPr>
              <a:t> in context or needs?</a:t>
            </a:r>
          </a:p>
        </p:txBody>
      </p:sp>
      <p:sp>
        <p:nvSpPr>
          <p:cNvPr id="51" name="TextBox 50">
            <a:extLst>
              <a:ext uri="{FF2B5EF4-FFF2-40B4-BE49-F238E27FC236}">
                <a16:creationId xmlns:a16="http://schemas.microsoft.com/office/drawing/2014/main" id="{2CA18E26-3C99-DB85-4596-5E66B2755870}"/>
              </a:ext>
            </a:extLst>
          </p:cNvPr>
          <p:cNvSpPr txBox="1"/>
          <p:nvPr/>
        </p:nvSpPr>
        <p:spPr>
          <a:xfrm>
            <a:off x="6119293" y="2429312"/>
            <a:ext cx="1273996" cy="3859518"/>
          </a:xfrm>
          <a:prstGeom prst="rect">
            <a:avLst/>
          </a:prstGeom>
          <a:noFill/>
        </p:spPr>
        <p:txBody>
          <a:bodyPr wrap="square" lIns="0" tIns="0" rIns="0" bIns="0" rtlCol="0" anchor="t">
            <a:noAutofit/>
          </a:bodyPr>
          <a:lstStyle>
            <a:defPPr>
              <a:defRPr lang="en-US"/>
            </a:defPPr>
            <a:lvl1pPr marR="0" lvl="0" indent="0" fontAlgn="auto">
              <a:lnSpc>
                <a:spcPct val="100000"/>
              </a:lnSpc>
              <a:spcBef>
                <a:spcPts val="1200"/>
              </a:spcBef>
              <a:spcAft>
                <a:spcPts val="0"/>
              </a:spcAft>
              <a:buClrTx/>
              <a:buSzPct val="100000"/>
              <a:buFont typeface="Trebuchet MS" panose="020B0603020202020204" pitchFamily="34" charset="0"/>
              <a:buChar char="​"/>
              <a:tabLst/>
              <a:defRPr kumimoji="0" sz="1600" b="0" i="0" u="none" strike="noStrike" cap="none" spc="0" normalizeH="0" baseline="0">
                <a:ln>
                  <a:noFill/>
                </a:ln>
                <a:solidFill>
                  <a:srgbClr val="575757"/>
                </a:solidFill>
                <a:effectLst/>
                <a:uLnTx/>
                <a:uFillTx/>
                <a:latin typeface="Trebuchet MS"/>
              </a:defRPr>
            </a:lvl1pPr>
          </a:lstStyle>
          <a:p>
            <a:pPr marL="182880" lvl="1" indent="-173736">
              <a:lnSpc>
                <a:spcPct val="95000"/>
              </a:lnSpc>
              <a:buClr>
                <a:srgbClr val="006C67"/>
              </a:buClr>
              <a:buFont typeface="Trebuchet MS" panose="020B0603020202020204" pitchFamily="34" charset="0"/>
              <a:buChar char="•"/>
            </a:pPr>
            <a:r>
              <a:rPr lang="en-US" sz="1200" dirty="0">
                <a:solidFill>
                  <a:srgbClr val="000000"/>
                </a:solidFill>
              </a:rPr>
              <a:t>Is the policy </a:t>
            </a:r>
            <a:r>
              <a:rPr lang="en-US" sz="1200" dirty="0">
                <a:solidFill>
                  <a:srgbClr val="006C67"/>
                </a:solidFill>
              </a:rPr>
              <a:t>within</a:t>
            </a:r>
            <a:br>
              <a:rPr lang="en-US" sz="1200" dirty="0">
                <a:solidFill>
                  <a:srgbClr val="006C67"/>
                </a:solidFill>
              </a:rPr>
            </a:br>
            <a:r>
              <a:rPr lang="en-US" sz="1200" dirty="0">
                <a:solidFill>
                  <a:srgbClr val="006C67"/>
                </a:solidFill>
              </a:rPr>
              <a:t>MoMAH legal jurisdiction</a:t>
            </a:r>
            <a:r>
              <a:rPr lang="en-US" sz="1200" dirty="0">
                <a:solidFill>
                  <a:srgbClr val="000000"/>
                </a:solidFill>
              </a:rPr>
              <a:t>?</a:t>
            </a:r>
          </a:p>
          <a:p>
            <a:pPr marL="182880" lvl="1" indent="-173736">
              <a:lnSpc>
                <a:spcPct val="95000"/>
              </a:lnSpc>
              <a:buClr>
                <a:srgbClr val="006C67"/>
              </a:buClr>
              <a:buFont typeface="Trebuchet MS" panose="020B0603020202020204" pitchFamily="34" charset="0"/>
              <a:buChar char="•"/>
            </a:pPr>
            <a:r>
              <a:rPr lang="en-US" sz="1200" dirty="0">
                <a:solidFill>
                  <a:srgbClr val="000000"/>
                </a:solidFill>
              </a:rPr>
              <a:t>Have </a:t>
            </a:r>
            <a:r>
              <a:rPr lang="en-US" sz="1200" dirty="0">
                <a:solidFill>
                  <a:srgbClr val="006C67"/>
                </a:solidFill>
              </a:rPr>
              <a:t>necessary changes to regulations</a:t>
            </a:r>
            <a:r>
              <a:rPr lang="en-US" sz="1200" dirty="0">
                <a:solidFill>
                  <a:srgbClr val="000000"/>
                </a:solidFill>
              </a:rPr>
              <a:t> been factored in?</a:t>
            </a:r>
          </a:p>
          <a:p>
            <a:pPr marL="182880" lvl="1" indent="-173736">
              <a:lnSpc>
                <a:spcPct val="95000"/>
              </a:lnSpc>
              <a:buClr>
                <a:srgbClr val="006C67"/>
              </a:buClr>
              <a:buFont typeface="Trebuchet MS" panose="020B0603020202020204" pitchFamily="34" charset="0"/>
              <a:buChar char="•"/>
            </a:pPr>
            <a:r>
              <a:rPr lang="en-US" sz="1200" dirty="0">
                <a:solidFill>
                  <a:srgbClr val="000000"/>
                </a:solidFill>
              </a:rPr>
              <a:t>Has the policy been </a:t>
            </a:r>
            <a:r>
              <a:rPr lang="en-US" sz="1200" dirty="0">
                <a:solidFill>
                  <a:srgbClr val="006C67"/>
                </a:solidFill>
              </a:rPr>
              <a:t>reviewed and approved by Legal Deputyship</a:t>
            </a:r>
            <a:r>
              <a:rPr lang="en-US" sz="1200" dirty="0">
                <a:solidFill>
                  <a:srgbClr val="000000"/>
                </a:solidFill>
              </a:rPr>
              <a:t>?</a:t>
            </a:r>
          </a:p>
        </p:txBody>
      </p:sp>
      <p:sp>
        <p:nvSpPr>
          <p:cNvPr id="52" name="TextBox 51">
            <a:extLst>
              <a:ext uri="{FF2B5EF4-FFF2-40B4-BE49-F238E27FC236}">
                <a16:creationId xmlns:a16="http://schemas.microsoft.com/office/drawing/2014/main" id="{D4FE0588-0A90-0BBF-8F71-7A9776C56FFA}"/>
              </a:ext>
            </a:extLst>
          </p:cNvPr>
          <p:cNvSpPr txBox="1"/>
          <p:nvPr/>
        </p:nvSpPr>
        <p:spPr>
          <a:xfrm>
            <a:off x="7491757" y="2429312"/>
            <a:ext cx="1273996" cy="3859518"/>
          </a:xfrm>
          <a:prstGeom prst="rect">
            <a:avLst/>
          </a:prstGeom>
          <a:noFill/>
        </p:spPr>
        <p:txBody>
          <a:bodyPr wrap="square" lIns="0" tIns="0" rIns="0" bIns="0" rtlCol="0" anchor="t">
            <a:noAutofit/>
          </a:bodyPr>
          <a:lstStyle>
            <a:defPPr>
              <a:defRPr lang="en-US"/>
            </a:defPPr>
            <a:lvl1pPr marR="0" lvl="0" indent="0" fontAlgn="auto">
              <a:lnSpc>
                <a:spcPct val="100000"/>
              </a:lnSpc>
              <a:spcBef>
                <a:spcPts val="1200"/>
              </a:spcBef>
              <a:spcAft>
                <a:spcPts val="0"/>
              </a:spcAft>
              <a:buClrTx/>
              <a:buSzPct val="100000"/>
              <a:buFont typeface="Trebuchet MS" panose="020B0603020202020204" pitchFamily="34" charset="0"/>
              <a:buChar char="​"/>
              <a:tabLst/>
              <a:defRPr kumimoji="0" sz="1600" b="0" i="0" u="none" strike="noStrike" cap="none" spc="0" normalizeH="0" baseline="0">
                <a:ln>
                  <a:noFill/>
                </a:ln>
                <a:solidFill>
                  <a:srgbClr val="575757"/>
                </a:solidFill>
                <a:effectLst/>
                <a:uLnTx/>
                <a:uFillTx/>
                <a:latin typeface="Trebuchet MS"/>
              </a:defRPr>
            </a:lvl1pPr>
          </a:lstStyle>
          <a:p>
            <a:pPr marL="182880" lvl="1" indent="-173736">
              <a:lnSpc>
                <a:spcPct val="95000"/>
              </a:lnSpc>
              <a:buClr>
                <a:srgbClr val="006C67"/>
              </a:buClr>
              <a:buSzPct val="100000"/>
              <a:buFont typeface="Trebuchet MS" panose="020B0703020202090204" pitchFamily="34" charset="0"/>
              <a:buChar char="•"/>
              <a:defRPr/>
            </a:pPr>
            <a:r>
              <a:rPr kumimoji="0" lang="en-US" sz="1200" strike="noStrike" cap="none" normalizeH="0" baseline="0" noProof="0" dirty="0">
                <a:ln>
                  <a:noFill/>
                </a:ln>
                <a:solidFill>
                  <a:srgbClr val="000000"/>
                </a:solidFill>
                <a:effectLst/>
                <a:uLnTx/>
                <a:uFillTx/>
                <a:sym typeface="Wingdings" panose="05000000000000000000" pitchFamily="2" charset="2"/>
              </a:rPr>
              <a:t>What </a:t>
            </a:r>
            <a:r>
              <a:rPr kumimoji="0" lang="en-US" sz="1200" strike="noStrike" cap="none" normalizeH="0" baseline="0" noProof="0" dirty="0">
                <a:ln>
                  <a:noFill/>
                </a:ln>
                <a:solidFill>
                  <a:srgbClr val="006C67"/>
                </a:solidFill>
                <a:effectLst/>
                <a:uLnTx/>
                <a:uFillTx/>
                <a:sym typeface="Wingdings" panose="05000000000000000000" pitchFamily="2" charset="2"/>
              </a:rPr>
              <a:t>budget is needed </a:t>
            </a:r>
            <a:r>
              <a:rPr kumimoji="0" lang="en-US" sz="1200" strike="noStrike" cap="none" normalizeH="0" baseline="0" noProof="0" dirty="0">
                <a:ln>
                  <a:noFill/>
                </a:ln>
                <a:solidFill>
                  <a:srgbClr val="000000"/>
                </a:solidFill>
                <a:effectLst/>
                <a:uLnTx/>
                <a:uFillTx/>
                <a:sym typeface="Wingdings" panose="05000000000000000000" pitchFamily="2" charset="2"/>
              </a:rPr>
              <a:t>from the government to implement the policy?</a:t>
            </a:r>
          </a:p>
          <a:p>
            <a:pPr marL="182880" lvl="1" indent="-173736">
              <a:lnSpc>
                <a:spcPct val="95000"/>
              </a:lnSpc>
              <a:buClr>
                <a:srgbClr val="006C67"/>
              </a:buClr>
              <a:buSzPct val="100000"/>
              <a:buFont typeface="Trebuchet MS" panose="020B0703020202090204" pitchFamily="34" charset="0"/>
              <a:buChar char="•"/>
              <a:defRPr/>
            </a:pPr>
            <a:r>
              <a:rPr lang="en-US" sz="1200" dirty="0">
                <a:solidFill>
                  <a:srgbClr val="000000"/>
                </a:solidFill>
                <a:sym typeface="Wingdings" panose="05000000000000000000" pitchFamily="2" charset="2"/>
              </a:rPr>
              <a:t>How is this budget </a:t>
            </a:r>
            <a:r>
              <a:rPr lang="en-US" sz="1200" dirty="0">
                <a:solidFill>
                  <a:srgbClr val="006C67"/>
                </a:solidFill>
                <a:sym typeface="Wingdings" panose="05000000000000000000" pitchFamily="2" charset="2"/>
              </a:rPr>
              <a:t>going to be financed</a:t>
            </a:r>
            <a:r>
              <a:rPr lang="en-US" sz="1200" dirty="0">
                <a:solidFill>
                  <a:srgbClr val="000000"/>
                </a:solidFill>
                <a:sym typeface="Wingdings" panose="05000000000000000000" pitchFamily="2" charset="2"/>
              </a:rPr>
              <a:t>?</a:t>
            </a:r>
            <a:endParaRPr kumimoji="0" lang="en-US" sz="1200" strike="noStrike" cap="none" normalizeH="0" baseline="0" noProof="0" dirty="0">
              <a:ln>
                <a:noFill/>
              </a:ln>
              <a:solidFill>
                <a:srgbClr val="000000"/>
              </a:solidFill>
              <a:effectLst/>
              <a:uLnTx/>
              <a:uFillTx/>
              <a:sym typeface="Wingdings" panose="05000000000000000000" pitchFamily="2" charset="2"/>
            </a:endParaRPr>
          </a:p>
        </p:txBody>
      </p:sp>
      <p:sp>
        <p:nvSpPr>
          <p:cNvPr id="53" name="TextBox 52">
            <a:extLst>
              <a:ext uri="{FF2B5EF4-FFF2-40B4-BE49-F238E27FC236}">
                <a16:creationId xmlns:a16="http://schemas.microsoft.com/office/drawing/2014/main" id="{56E52D52-7245-C476-207A-9B5C1AF58941}"/>
              </a:ext>
            </a:extLst>
          </p:cNvPr>
          <p:cNvSpPr txBox="1"/>
          <p:nvPr/>
        </p:nvSpPr>
        <p:spPr>
          <a:xfrm>
            <a:off x="8864221" y="2429311"/>
            <a:ext cx="1273996" cy="3859518"/>
          </a:xfrm>
          <a:prstGeom prst="rect">
            <a:avLst/>
          </a:prstGeom>
          <a:noFill/>
        </p:spPr>
        <p:txBody>
          <a:bodyPr wrap="square" lIns="0" tIns="0" rIns="0" bIns="0" rtlCol="0" anchor="t">
            <a:noAutofit/>
          </a:bodyPr>
          <a:lstStyle>
            <a:defPPr>
              <a:defRPr lang="en-US"/>
            </a:defPPr>
            <a:lvl1pPr marR="0" lvl="0" indent="0" fontAlgn="auto">
              <a:lnSpc>
                <a:spcPct val="100000"/>
              </a:lnSpc>
              <a:spcBef>
                <a:spcPts val="1200"/>
              </a:spcBef>
              <a:spcAft>
                <a:spcPts val="0"/>
              </a:spcAft>
              <a:buClrTx/>
              <a:buSzPct val="100000"/>
              <a:buFont typeface="Trebuchet MS" panose="020B0603020202020204" pitchFamily="34" charset="0"/>
              <a:buChar char="​"/>
              <a:tabLst/>
              <a:defRPr kumimoji="0" sz="1600" b="0" i="0" u="none" strike="noStrike" cap="none" spc="0" normalizeH="0" baseline="0">
                <a:ln>
                  <a:noFill/>
                </a:ln>
                <a:solidFill>
                  <a:srgbClr val="575757"/>
                </a:solidFill>
                <a:effectLst/>
                <a:uLnTx/>
                <a:uFillTx/>
                <a:latin typeface="Trebuchet MS"/>
              </a:defRPr>
            </a:lvl1pPr>
          </a:lstStyle>
          <a:p>
            <a:pPr marL="182880" lvl="1" indent="-173736">
              <a:lnSpc>
                <a:spcPct val="95000"/>
              </a:lnSpc>
              <a:buClr>
                <a:srgbClr val="006C67"/>
              </a:buClr>
              <a:buFont typeface="Trebuchet MS" panose="020B0603020202020204" pitchFamily="34" charset="0"/>
              <a:buChar char="•"/>
            </a:pPr>
            <a:r>
              <a:rPr lang="en-US" sz="1200" dirty="0">
                <a:solidFill>
                  <a:srgbClr val="000000"/>
                </a:solidFill>
              </a:rPr>
              <a:t>Have stakeholders been </a:t>
            </a:r>
            <a:r>
              <a:rPr lang="en-US" sz="1200" dirty="0">
                <a:solidFill>
                  <a:srgbClr val="006C67"/>
                </a:solidFill>
              </a:rPr>
              <a:t>consulted for input, including the public</a:t>
            </a:r>
            <a:r>
              <a:rPr lang="en-US" sz="1200" dirty="0">
                <a:solidFill>
                  <a:srgbClr val="000000"/>
                </a:solidFill>
              </a:rPr>
              <a:t>?</a:t>
            </a:r>
          </a:p>
          <a:p>
            <a:pPr marL="182880" lvl="1" indent="-173736">
              <a:lnSpc>
                <a:spcPct val="95000"/>
              </a:lnSpc>
              <a:buClr>
                <a:srgbClr val="006C67"/>
              </a:buClr>
              <a:buFont typeface="Trebuchet MS" panose="020B0603020202020204" pitchFamily="34" charset="0"/>
              <a:buChar char="•"/>
            </a:pPr>
            <a:r>
              <a:rPr lang="en-US" sz="1200" dirty="0">
                <a:solidFill>
                  <a:srgbClr val="000000"/>
                </a:solidFill>
              </a:rPr>
              <a:t>Has all </a:t>
            </a:r>
            <a:r>
              <a:rPr lang="en-US" sz="1200" dirty="0">
                <a:solidFill>
                  <a:srgbClr val="006C67"/>
                </a:solidFill>
              </a:rPr>
              <a:t>feedback been addressed</a:t>
            </a:r>
            <a:r>
              <a:rPr lang="en-US" sz="1200" dirty="0">
                <a:solidFill>
                  <a:srgbClr val="000000"/>
                </a:solidFill>
              </a:rPr>
              <a:t>?</a:t>
            </a:r>
          </a:p>
          <a:p>
            <a:pPr marL="182880" lvl="1" indent="-173736">
              <a:lnSpc>
                <a:spcPct val="95000"/>
              </a:lnSpc>
              <a:buClr>
                <a:srgbClr val="006C67"/>
              </a:buClr>
              <a:buFont typeface="Trebuchet MS" panose="020B0603020202020204" pitchFamily="34" charset="0"/>
              <a:buChar char="•"/>
            </a:pPr>
            <a:r>
              <a:rPr lang="en-US" sz="1200" dirty="0">
                <a:solidFill>
                  <a:srgbClr val="000000"/>
                </a:solidFill>
              </a:rPr>
              <a:t>Is there </a:t>
            </a:r>
            <a:r>
              <a:rPr lang="en-US" sz="1200" dirty="0">
                <a:solidFill>
                  <a:srgbClr val="006C67"/>
                </a:solidFill>
              </a:rPr>
              <a:t>a</a:t>
            </a:r>
            <a:br>
              <a:rPr lang="en-US" sz="1200" dirty="0">
                <a:solidFill>
                  <a:srgbClr val="006C67"/>
                </a:solidFill>
              </a:rPr>
            </a:br>
            <a:r>
              <a:rPr lang="en-US" sz="1200" dirty="0">
                <a:solidFill>
                  <a:srgbClr val="006C67"/>
                </a:solidFill>
              </a:rPr>
              <a:t>plan to communicate </a:t>
            </a:r>
            <a:r>
              <a:rPr lang="en-US" sz="1200" dirty="0">
                <a:solidFill>
                  <a:srgbClr val="000000"/>
                </a:solidFill>
              </a:rPr>
              <a:t>the policy and train or support those affected?</a:t>
            </a:r>
          </a:p>
        </p:txBody>
      </p:sp>
      <p:sp>
        <p:nvSpPr>
          <p:cNvPr id="54" name="TextBox 53">
            <a:extLst>
              <a:ext uri="{FF2B5EF4-FFF2-40B4-BE49-F238E27FC236}">
                <a16:creationId xmlns:a16="http://schemas.microsoft.com/office/drawing/2014/main" id="{90CE3C2A-4B53-CAE7-9474-81BBC3C81EC2}"/>
              </a:ext>
            </a:extLst>
          </p:cNvPr>
          <p:cNvSpPr txBox="1"/>
          <p:nvPr/>
        </p:nvSpPr>
        <p:spPr>
          <a:xfrm>
            <a:off x="10236686" y="2429312"/>
            <a:ext cx="1273996" cy="3859518"/>
          </a:xfrm>
          <a:prstGeom prst="rect">
            <a:avLst/>
          </a:prstGeom>
          <a:noFill/>
        </p:spPr>
        <p:txBody>
          <a:bodyPr wrap="square" lIns="0" tIns="0" rIns="0" bIns="0" rtlCol="0" anchor="t">
            <a:noAutofit/>
          </a:bodyPr>
          <a:lstStyle>
            <a:defPPr>
              <a:defRPr lang="en-US"/>
            </a:defPPr>
            <a:lvl1pPr marR="0" lvl="0" indent="0" fontAlgn="auto">
              <a:lnSpc>
                <a:spcPct val="100000"/>
              </a:lnSpc>
              <a:spcBef>
                <a:spcPts val="1200"/>
              </a:spcBef>
              <a:spcAft>
                <a:spcPts val="0"/>
              </a:spcAft>
              <a:buClrTx/>
              <a:buSzPct val="100000"/>
              <a:buFont typeface="Trebuchet MS" panose="020B0603020202020204" pitchFamily="34" charset="0"/>
              <a:buChar char="​"/>
              <a:tabLst/>
              <a:defRPr kumimoji="0" sz="1600" b="0" i="0" u="none" strike="noStrike" cap="none" spc="0" normalizeH="0" baseline="0">
                <a:ln>
                  <a:noFill/>
                </a:ln>
                <a:solidFill>
                  <a:srgbClr val="575757"/>
                </a:solidFill>
                <a:effectLst/>
                <a:uLnTx/>
                <a:uFillTx/>
                <a:latin typeface="Trebuchet MS"/>
              </a:defRPr>
            </a:lvl1pPr>
          </a:lstStyle>
          <a:p>
            <a:pPr marL="182880" lvl="1" indent="-173736">
              <a:lnSpc>
                <a:spcPct val="95000"/>
              </a:lnSpc>
              <a:buClr>
                <a:srgbClr val="006C67"/>
              </a:buClr>
              <a:buSzPct val="100000"/>
              <a:buFont typeface="Trebuchet MS" panose="020B0703020202090204" pitchFamily="34" charset="0"/>
              <a:buChar char="•"/>
              <a:defRPr/>
            </a:pPr>
            <a:r>
              <a:rPr kumimoji="0" lang="en-US" sz="1200" strike="noStrike" cap="none" normalizeH="0" baseline="0" noProof="0" dirty="0">
                <a:ln>
                  <a:noFill/>
                </a:ln>
                <a:solidFill>
                  <a:srgbClr val="000000"/>
                </a:solidFill>
                <a:effectLst/>
                <a:uLnTx/>
                <a:uFillTx/>
                <a:sym typeface="Trebuchet MS" panose="020B0603020202020204" pitchFamily="34" charset="0"/>
              </a:rPr>
              <a:t>Have all </a:t>
            </a:r>
            <a:r>
              <a:rPr kumimoji="0" lang="en-US" sz="1200" strike="noStrike" cap="none" normalizeH="0" baseline="0" noProof="0" dirty="0">
                <a:ln>
                  <a:noFill/>
                </a:ln>
                <a:solidFill>
                  <a:srgbClr val="006C67"/>
                </a:solidFill>
                <a:effectLst/>
                <a:uLnTx/>
                <a:uFillTx/>
                <a:sym typeface="Trebuchet MS" panose="020B0603020202020204" pitchFamily="34" charset="0"/>
              </a:rPr>
              <a:t>reviews been completed </a:t>
            </a:r>
            <a:r>
              <a:rPr kumimoji="0" lang="en-US" sz="1200" strike="noStrike" cap="none" normalizeH="0" baseline="0" noProof="0" dirty="0">
                <a:ln>
                  <a:noFill/>
                </a:ln>
                <a:solidFill>
                  <a:srgbClr val="000000"/>
                </a:solidFill>
                <a:effectLst/>
                <a:uLnTx/>
                <a:uFillTx/>
                <a:sym typeface="Trebuchet MS" panose="020B0603020202020204" pitchFamily="34" charset="0"/>
              </a:rPr>
              <a:t>satisfactorily?</a:t>
            </a:r>
          </a:p>
          <a:p>
            <a:pPr marL="182880" lvl="1" indent="-173736">
              <a:lnSpc>
                <a:spcPct val="95000"/>
              </a:lnSpc>
              <a:buClr>
                <a:srgbClr val="006C67"/>
              </a:buClr>
              <a:buSzPct val="100000"/>
              <a:buFont typeface="Trebuchet MS" panose="020B0703020202090204" pitchFamily="34" charset="0"/>
              <a:buChar char="•"/>
              <a:defRPr/>
            </a:pPr>
            <a:r>
              <a:rPr lang="en-US" sz="1200" dirty="0">
                <a:solidFill>
                  <a:srgbClr val="000000"/>
                </a:solidFill>
                <a:sym typeface="Trebuchet MS" panose="020B0603020202020204" pitchFamily="34" charset="0"/>
              </a:rPr>
              <a:t>Have </a:t>
            </a:r>
            <a:r>
              <a:rPr lang="en-US" sz="1200" dirty="0">
                <a:solidFill>
                  <a:srgbClr val="006C67"/>
                </a:solidFill>
                <a:sym typeface="Trebuchet MS" panose="020B0603020202020204" pitchFamily="34" charset="0"/>
              </a:rPr>
              <a:t>all identified stakeholders' inputs been taken into account </a:t>
            </a:r>
            <a:r>
              <a:rPr lang="en-US" sz="1200" dirty="0">
                <a:solidFill>
                  <a:srgbClr val="000000"/>
                </a:solidFill>
                <a:sym typeface="Trebuchet MS" panose="020B0603020202020204" pitchFamily="34" charset="0"/>
              </a:rPr>
              <a:t>and reflected in the policy?</a:t>
            </a:r>
          </a:p>
          <a:p>
            <a:pPr marL="182880" lvl="1" indent="-173736">
              <a:lnSpc>
                <a:spcPct val="95000"/>
              </a:lnSpc>
              <a:buClr>
                <a:srgbClr val="006C67"/>
              </a:buClr>
              <a:buSzPct val="100000"/>
              <a:buFont typeface="Trebuchet MS" panose="020B0703020202090204" pitchFamily="34" charset="0"/>
              <a:buChar char="•"/>
              <a:defRPr/>
            </a:pPr>
            <a:r>
              <a:rPr lang="en-US" sz="1200" dirty="0">
                <a:solidFill>
                  <a:srgbClr val="000000"/>
                </a:solidFill>
              </a:rPr>
              <a:t>Has the policy </a:t>
            </a:r>
            <a:r>
              <a:rPr lang="en-US" sz="1200" dirty="0">
                <a:solidFill>
                  <a:srgbClr val="006C67"/>
                </a:solidFill>
              </a:rPr>
              <a:t>been approved by HEM and the governing body </a:t>
            </a:r>
            <a:r>
              <a:rPr lang="en-US" sz="1200" dirty="0">
                <a:solidFill>
                  <a:srgbClr val="000000"/>
                </a:solidFill>
              </a:rPr>
              <a:t>(if applicable)?</a:t>
            </a:r>
            <a:endParaRPr lang="en-US" sz="1200" dirty="0">
              <a:solidFill>
                <a:srgbClr val="000000"/>
              </a:solidFill>
              <a:sym typeface="Trebuchet MS" panose="020B0603020202020204" pitchFamily="34" charset="0"/>
            </a:endParaRPr>
          </a:p>
        </p:txBody>
      </p:sp>
      <p:cxnSp>
        <p:nvCxnSpPr>
          <p:cNvPr id="57" name="Straight Connector 56">
            <a:extLst>
              <a:ext uri="{FF2B5EF4-FFF2-40B4-BE49-F238E27FC236}">
                <a16:creationId xmlns:a16="http://schemas.microsoft.com/office/drawing/2014/main" id="{A9695515-5B8C-E0DB-8180-A4309456E27F}"/>
              </a:ext>
            </a:extLst>
          </p:cNvPr>
          <p:cNvCxnSpPr>
            <a:cxnSpLocks/>
          </p:cNvCxnSpPr>
          <p:nvPr/>
        </p:nvCxnSpPr>
        <p:spPr>
          <a:xfrm>
            <a:off x="1953230" y="2429312"/>
            <a:ext cx="0" cy="3859518"/>
          </a:xfrm>
          <a:prstGeom prst="line">
            <a:avLst/>
          </a:prstGeom>
          <a:ln w="9525" cap="rnd">
            <a:gradFill>
              <a:gsLst>
                <a:gs pos="0">
                  <a:schemeClr val="bg1"/>
                </a:gs>
                <a:gs pos="50000">
                  <a:schemeClr val="accent5"/>
                </a:gs>
                <a:gs pos="100000">
                  <a:schemeClr val="bg1"/>
                </a:gs>
              </a:gsLst>
              <a:lin ang="5400000" scaled="1"/>
            </a:gradFill>
            <a:prstDash val="solid"/>
            <a:roun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D5DE691E-45B8-C14F-DF25-6812F298CB15}"/>
              </a:ext>
            </a:extLst>
          </p:cNvPr>
          <p:cNvCxnSpPr>
            <a:cxnSpLocks/>
          </p:cNvCxnSpPr>
          <p:nvPr/>
        </p:nvCxnSpPr>
        <p:spPr>
          <a:xfrm>
            <a:off x="4697595" y="2429312"/>
            <a:ext cx="0" cy="3859518"/>
          </a:xfrm>
          <a:prstGeom prst="line">
            <a:avLst/>
          </a:prstGeom>
          <a:ln w="9525" cap="rnd">
            <a:gradFill>
              <a:gsLst>
                <a:gs pos="0">
                  <a:schemeClr val="bg1"/>
                </a:gs>
                <a:gs pos="50000">
                  <a:schemeClr val="accent5"/>
                </a:gs>
                <a:gs pos="100000">
                  <a:schemeClr val="bg1"/>
                </a:gs>
              </a:gsLst>
              <a:lin ang="5400000" scaled="1"/>
            </a:gradFill>
            <a:prstDash val="solid"/>
            <a:roun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1B3F76B4-9E56-80F1-CD7A-613A950EA49B}"/>
              </a:ext>
            </a:extLst>
          </p:cNvPr>
          <p:cNvCxnSpPr>
            <a:cxnSpLocks/>
          </p:cNvCxnSpPr>
          <p:nvPr/>
        </p:nvCxnSpPr>
        <p:spPr>
          <a:xfrm>
            <a:off x="6070059" y="2429312"/>
            <a:ext cx="0" cy="3859518"/>
          </a:xfrm>
          <a:prstGeom prst="line">
            <a:avLst/>
          </a:prstGeom>
          <a:ln w="9525" cap="rnd">
            <a:gradFill>
              <a:gsLst>
                <a:gs pos="0">
                  <a:schemeClr val="bg1"/>
                </a:gs>
                <a:gs pos="50000">
                  <a:schemeClr val="accent5"/>
                </a:gs>
                <a:gs pos="100000">
                  <a:schemeClr val="bg1"/>
                </a:gs>
              </a:gsLst>
              <a:lin ang="5400000" scaled="1"/>
            </a:gradFill>
            <a:prstDash val="solid"/>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49BBAAE-C1AD-D4F8-06BD-3B8F8793CE66}"/>
              </a:ext>
            </a:extLst>
          </p:cNvPr>
          <p:cNvCxnSpPr>
            <a:cxnSpLocks/>
          </p:cNvCxnSpPr>
          <p:nvPr/>
        </p:nvCxnSpPr>
        <p:spPr>
          <a:xfrm>
            <a:off x="7442523" y="2429312"/>
            <a:ext cx="0" cy="3859518"/>
          </a:xfrm>
          <a:prstGeom prst="line">
            <a:avLst/>
          </a:prstGeom>
          <a:ln w="9525" cap="rnd">
            <a:gradFill>
              <a:gsLst>
                <a:gs pos="0">
                  <a:schemeClr val="bg1"/>
                </a:gs>
                <a:gs pos="50000">
                  <a:schemeClr val="accent5"/>
                </a:gs>
                <a:gs pos="100000">
                  <a:schemeClr val="bg1"/>
                </a:gs>
              </a:gsLst>
              <a:lin ang="5400000" scaled="1"/>
            </a:gradFill>
            <a:prstDash val="solid"/>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16BB0B78-4262-71EF-3A0C-42260BA5B1F9}"/>
              </a:ext>
            </a:extLst>
          </p:cNvPr>
          <p:cNvCxnSpPr>
            <a:cxnSpLocks/>
          </p:cNvCxnSpPr>
          <p:nvPr/>
        </p:nvCxnSpPr>
        <p:spPr>
          <a:xfrm>
            <a:off x="8814987" y="2429312"/>
            <a:ext cx="0" cy="3859518"/>
          </a:xfrm>
          <a:prstGeom prst="line">
            <a:avLst/>
          </a:prstGeom>
          <a:ln w="9525" cap="rnd">
            <a:gradFill>
              <a:gsLst>
                <a:gs pos="0">
                  <a:schemeClr val="bg1"/>
                </a:gs>
                <a:gs pos="50000">
                  <a:schemeClr val="accent5"/>
                </a:gs>
                <a:gs pos="100000">
                  <a:schemeClr val="bg1"/>
                </a:gs>
              </a:gsLst>
              <a:lin ang="5400000" scaled="1"/>
            </a:gradFill>
            <a:prstDash val="solid"/>
            <a:roun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D077E42-7C14-00B6-2148-8A04FD2C35DE}"/>
              </a:ext>
            </a:extLst>
          </p:cNvPr>
          <p:cNvCxnSpPr>
            <a:cxnSpLocks/>
          </p:cNvCxnSpPr>
          <p:nvPr/>
        </p:nvCxnSpPr>
        <p:spPr>
          <a:xfrm>
            <a:off x="10187451" y="2429312"/>
            <a:ext cx="0" cy="3859518"/>
          </a:xfrm>
          <a:prstGeom prst="line">
            <a:avLst/>
          </a:prstGeom>
          <a:ln w="9525" cap="rnd">
            <a:gradFill>
              <a:gsLst>
                <a:gs pos="0">
                  <a:schemeClr val="bg1"/>
                </a:gs>
                <a:gs pos="50000">
                  <a:schemeClr val="accent5"/>
                </a:gs>
                <a:gs pos="100000">
                  <a:schemeClr val="bg1"/>
                </a:gs>
              </a:gsLst>
              <a:lin ang="5400000" scaled="1"/>
            </a:gradFill>
            <a:prstDash val="solid"/>
            <a:round/>
          </a:ln>
        </p:spPr>
        <p:style>
          <a:lnRef idx="1">
            <a:schemeClr val="accent1"/>
          </a:lnRef>
          <a:fillRef idx="0">
            <a:schemeClr val="accent1"/>
          </a:fillRef>
          <a:effectRef idx="0">
            <a:schemeClr val="accent1"/>
          </a:effectRef>
          <a:fontRef idx="minor">
            <a:schemeClr val="tx1"/>
          </a:fontRef>
        </p:style>
      </p:cxnSp>
      <p:sp>
        <p:nvSpPr>
          <p:cNvPr id="78" name="Moon 77">
            <a:extLst>
              <a:ext uri="{FF2B5EF4-FFF2-40B4-BE49-F238E27FC236}">
                <a16:creationId xmlns:a16="http://schemas.microsoft.com/office/drawing/2014/main" id="{15C99D99-DAD1-C569-CAA5-E16F20E13668}"/>
              </a:ext>
            </a:extLst>
          </p:cNvPr>
          <p:cNvSpPr/>
          <p:nvPr/>
        </p:nvSpPr>
        <p:spPr>
          <a:xfrm rot="5400000">
            <a:off x="10659330" y="1177314"/>
            <a:ext cx="433022" cy="866044"/>
          </a:xfrm>
          <a:prstGeom prst="moon">
            <a:avLst>
              <a:gd name="adj" fmla="val 6667"/>
            </a:avLst>
          </a:prstGeom>
          <a:solidFill>
            <a:schemeClr val="tx2"/>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43" name="Arrow: Chevron 42">
            <a:extLst>
              <a:ext uri="{FF2B5EF4-FFF2-40B4-BE49-F238E27FC236}">
                <a16:creationId xmlns:a16="http://schemas.microsoft.com/office/drawing/2014/main" id="{C6D5692B-4484-9275-7414-F84F7FAAF320}"/>
              </a:ext>
            </a:extLst>
          </p:cNvPr>
          <p:cNvSpPr/>
          <p:nvPr/>
        </p:nvSpPr>
        <p:spPr>
          <a:xfrm>
            <a:off x="10236686" y="1850622"/>
            <a:ext cx="1326664" cy="495703"/>
          </a:xfrm>
          <a:prstGeom prst="chevron">
            <a:avLst>
              <a:gd name="adj" fmla="val 12004"/>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400" dirty="0">
                <a:solidFill>
                  <a:srgbClr val="FFFFFF"/>
                </a:solidFill>
              </a:rPr>
              <a:t>Approval</a:t>
            </a:r>
          </a:p>
        </p:txBody>
      </p:sp>
      <p:sp>
        <p:nvSpPr>
          <p:cNvPr id="71" name="Oval 20">
            <a:extLst>
              <a:ext uri="{FF2B5EF4-FFF2-40B4-BE49-F238E27FC236}">
                <a16:creationId xmlns:a16="http://schemas.microsoft.com/office/drawing/2014/main" id="{2AB906B0-ACCC-AA71-29EB-4BD4322A40FC}"/>
              </a:ext>
            </a:extLst>
          </p:cNvPr>
          <p:cNvSpPr>
            <a:spLocks noChangeAspect="1" noChangeArrowheads="1"/>
          </p:cNvSpPr>
          <p:nvPr/>
        </p:nvSpPr>
        <p:spPr bwMode="auto">
          <a:xfrm>
            <a:off x="10443527" y="1371008"/>
            <a:ext cx="240348" cy="240348"/>
          </a:xfrm>
          <a:prstGeom prst="ellipse">
            <a:avLst/>
          </a:prstGeom>
          <a:solidFill>
            <a:srgbClr val="006863"/>
          </a:solidFill>
          <a:ln w="9525" cap="flat" cmpd="sng" algn="ctr">
            <a:solidFill>
              <a:srgbClr val="FFFFFF"/>
            </a:solidFill>
            <a:prstDash val="solid"/>
            <a:round/>
            <a:headEnd type="none" w="med" len="med"/>
            <a:tailEnd type="none" w="med" len="med"/>
          </a:ln>
        </p:spPr>
        <p:txBody>
          <a:bodyPr vert="horz" wrap="square" lIns="0" tIns="0" rIns="0" bIns="0" numCol="1" anchor="ctr" anchorCtr="0" compatLnSpc="1">
            <a:prstTxWarp prst="textNoShape">
              <a:avLst/>
            </a:prstTxWarp>
          </a:bodyPr>
          <a:lstStyle/>
          <a:p>
            <a:pPr algn="ctr"/>
            <a:r>
              <a:rPr lang="en-US" sz="1200" dirty="0">
                <a:solidFill>
                  <a:schemeClr val="bg1"/>
                </a:solidFill>
              </a:rPr>
              <a:t>7</a:t>
            </a:r>
          </a:p>
        </p:txBody>
      </p:sp>
      <p:grpSp>
        <p:nvGrpSpPr>
          <p:cNvPr id="144" name="bcgIcons_Approved ">
            <a:extLst>
              <a:ext uri="{FF2B5EF4-FFF2-40B4-BE49-F238E27FC236}">
                <a16:creationId xmlns:a16="http://schemas.microsoft.com/office/drawing/2014/main" id="{F1CBC436-B529-EA9B-1E4D-3CF38607F0CD}"/>
              </a:ext>
            </a:extLst>
          </p:cNvPr>
          <p:cNvGrpSpPr>
            <a:grpSpLocks noChangeAspect="1"/>
          </p:cNvGrpSpPr>
          <p:nvPr/>
        </p:nvGrpSpPr>
        <p:grpSpPr>
          <a:xfrm>
            <a:off x="10708018" y="1487756"/>
            <a:ext cx="335645" cy="335645"/>
            <a:chOff x="5273675" y="2606675"/>
            <a:chExt cx="1646238" cy="1644650"/>
          </a:xfrm>
        </p:grpSpPr>
        <p:sp>
          <p:nvSpPr>
            <p:cNvPr id="145" name="AutoShape 3">
              <a:extLst>
                <a:ext uri="{FF2B5EF4-FFF2-40B4-BE49-F238E27FC236}">
                  <a16:creationId xmlns:a16="http://schemas.microsoft.com/office/drawing/2014/main" id="{A4B5B2E9-1727-DEA5-5297-4FE2563D52F5}"/>
                </a:ext>
              </a:extLst>
            </p:cNvPr>
            <p:cNvSpPr>
              <a:spLocks noChangeAspect="1" noChangeArrowheads="1" noTextEdit="1"/>
            </p:cNvSpPr>
            <p:nvPr/>
          </p:nvSpPr>
          <p:spPr bwMode="auto">
            <a:xfrm>
              <a:off x="5273675" y="2606675"/>
              <a:ext cx="1646238"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146" name="Group 145">
              <a:extLst>
                <a:ext uri="{FF2B5EF4-FFF2-40B4-BE49-F238E27FC236}">
                  <a16:creationId xmlns:a16="http://schemas.microsoft.com/office/drawing/2014/main" id="{D1E8CAF4-BB92-C9B1-8664-A452E8C2A696}"/>
                </a:ext>
              </a:extLst>
            </p:cNvPr>
            <p:cNvGrpSpPr/>
            <p:nvPr/>
          </p:nvGrpSpPr>
          <p:grpSpPr>
            <a:xfrm>
              <a:off x="5646738" y="2774950"/>
              <a:ext cx="999551" cy="1346201"/>
              <a:chOff x="5646738" y="2774950"/>
              <a:chExt cx="999551" cy="1346201"/>
            </a:xfrm>
          </p:grpSpPr>
          <p:sp>
            <p:nvSpPr>
              <p:cNvPr id="147" name="Freeform 26">
                <a:extLst>
                  <a:ext uri="{FF2B5EF4-FFF2-40B4-BE49-F238E27FC236}">
                    <a16:creationId xmlns:a16="http://schemas.microsoft.com/office/drawing/2014/main" id="{A4F4EF49-4304-6409-C284-FC87A64405C1}"/>
                  </a:ext>
                </a:extLst>
              </p:cNvPr>
              <p:cNvSpPr>
                <a:spLocks/>
              </p:cNvSpPr>
              <p:nvPr/>
            </p:nvSpPr>
            <p:spPr bwMode="auto">
              <a:xfrm>
                <a:off x="5646738" y="2889250"/>
                <a:ext cx="898525" cy="1192213"/>
              </a:xfrm>
              <a:custGeom>
                <a:avLst/>
                <a:gdLst>
                  <a:gd name="connsiteX0" fmla="*/ 625475 w 898525"/>
                  <a:gd name="connsiteY0" fmla="*/ 0 h 1192213"/>
                  <a:gd name="connsiteX1" fmla="*/ 882800 w 898525"/>
                  <a:gd name="connsiteY1" fmla="*/ 0 h 1192213"/>
                  <a:gd name="connsiteX2" fmla="*/ 898525 w 898525"/>
                  <a:gd name="connsiteY2" fmla="*/ 15701 h 1192213"/>
                  <a:gd name="connsiteX3" fmla="*/ 898525 w 898525"/>
                  <a:gd name="connsiteY3" fmla="*/ 835025 h 1192213"/>
                  <a:gd name="connsiteX4" fmla="*/ 867074 w 898525"/>
                  <a:gd name="connsiteY4" fmla="*/ 823606 h 1192213"/>
                  <a:gd name="connsiteX5" fmla="*/ 867074 w 898525"/>
                  <a:gd name="connsiteY5" fmla="*/ 31403 h 1192213"/>
                  <a:gd name="connsiteX6" fmla="*/ 625475 w 898525"/>
                  <a:gd name="connsiteY6" fmla="*/ 31403 h 1192213"/>
                  <a:gd name="connsiteX7" fmla="*/ 625475 w 898525"/>
                  <a:gd name="connsiteY7" fmla="*/ 0 h 1192213"/>
                  <a:gd name="connsiteX8" fmla="*/ 15734 w 898525"/>
                  <a:gd name="connsiteY8" fmla="*/ 0 h 1192213"/>
                  <a:gd name="connsiteX9" fmla="*/ 273195 w 898525"/>
                  <a:gd name="connsiteY9" fmla="*/ 0 h 1192213"/>
                  <a:gd name="connsiteX10" fmla="*/ 273195 w 898525"/>
                  <a:gd name="connsiteY10" fmla="*/ 31412 h 1192213"/>
                  <a:gd name="connsiteX11" fmla="*/ 31468 w 898525"/>
                  <a:gd name="connsiteY11" fmla="*/ 31412 h 1192213"/>
                  <a:gd name="connsiteX12" fmla="*/ 31468 w 898525"/>
                  <a:gd name="connsiteY12" fmla="*/ 1160802 h 1192213"/>
                  <a:gd name="connsiteX13" fmla="*/ 618622 w 898525"/>
                  <a:gd name="connsiteY13" fmla="*/ 1160802 h 1192213"/>
                  <a:gd name="connsiteX14" fmla="*/ 642938 w 898525"/>
                  <a:gd name="connsiteY14" fmla="*/ 1192213 h 1192213"/>
                  <a:gd name="connsiteX15" fmla="*/ 15734 w 898525"/>
                  <a:gd name="connsiteY15" fmla="*/ 1192213 h 1192213"/>
                  <a:gd name="connsiteX16" fmla="*/ 0 w 898525"/>
                  <a:gd name="connsiteY16" fmla="*/ 1176507 h 1192213"/>
                  <a:gd name="connsiteX17" fmla="*/ 0 w 898525"/>
                  <a:gd name="connsiteY17" fmla="*/ 15706 h 1192213"/>
                  <a:gd name="connsiteX18" fmla="*/ 15734 w 898525"/>
                  <a:gd name="connsiteY18" fmla="*/ 0 h 119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8525" h="1192213">
                    <a:moveTo>
                      <a:pt x="625475" y="0"/>
                    </a:moveTo>
                    <a:cubicBezTo>
                      <a:pt x="625475" y="0"/>
                      <a:pt x="625475" y="0"/>
                      <a:pt x="882800" y="0"/>
                    </a:cubicBezTo>
                    <a:cubicBezTo>
                      <a:pt x="892092" y="0"/>
                      <a:pt x="898525" y="7137"/>
                      <a:pt x="898525" y="15701"/>
                    </a:cubicBezTo>
                    <a:cubicBezTo>
                      <a:pt x="898525" y="15701"/>
                      <a:pt x="898525" y="15701"/>
                      <a:pt x="898525" y="835025"/>
                    </a:cubicBezTo>
                    <a:cubicBezTo>
                      <a:pt x="888518" y="830743"/>
                      <a:pt x="878511" y="826461"/>
                      <a:pt x="867074" y="823606"/>
                    </a:cubicBezTo>
                    <a:cubicBezTo>
                      <a:pt x="867074" y="823606"/>
                      <a:pt x="867074" y="823606"/>
                      <a:pt x="867074" y="31403"/>
                    </a:cubicBezTo>
                    <a:cubicBezTo>
                      <a:pt x="867074" y="31403"/>
                      <a:pt x="867074" y="31403"/>
                      <a:pt x="625475" y="31403"/>
                    </a:cubicBezTo>
                    <a:cubicBezTo>
                      <a:pt x="625475" y="31403"/>
                      <a:pt x="625475" y="31403"/>
                      <a:pt x="625475" y="0"/>
                    </a:cubicBezTo>
                    <a:close/>
                    <a:moveTo>
                      <a:pt x="15734" y="0"/>
                    </a:moveTo>
                    <a:cubicBezTo>
                      <a:pt x="15734" y="0"/>
                      <a:pt x="15734" y="0"/>
                      <a:pt x="273195" y="0"/>
                    </a:cubicBezTo>
                    <a:cubicBezTo>
                      <a:pt x="273195" y="0"/>
                      <a:pt x="273195" y="0"/>
                      <a:pt x="273195" y="31412"/>
                    </a:cubicBezTo>
                    <a:cubicBezTo>
                      <a:pt x="273195" y="31412"/>
                      <a:pt x="273195" y="31412"/>
                      <a:pt x="31468" y="31412"/>
                    </a:cubicBezTo>
                    <a:cubicBezTo>
                      <a:pt x="31468" y="31412"/>
                      <a:pt x="31468" y="31412"/>
                      <a:pt x="31468" y="1160802"/>
                    </a:cubicBezTo>
                    <a:cubicBezTo>
                      <a:pt x="31468" y="1160802"/>
                      <a:pt x="31468" y="1160802"/>
                      <a:pt x="618622" y="1160802"/>
                    </a:cubicBezTo>
                    <a:cubicBezTo>
                      <a:pt x="625774" y="1172224"/>
                      <a:pt x="633641" y="1182932"/>
                      <a:pt x="642938" y="1192213"/>
                    </a:cubicBezTo>
                    <a:cubicBezTo>
                      <a:pt x="642938" y="1192213"/>
                      <a:pt x="642938" y="1192213"/>
                      <a:pt x="15734" y="1192213"/>
                    </a:cubicBezTo>
                    <a:cubicBezTo>
                      <a:pt x="6437" y="1192213"/>
                      <a:pt x="0" y="1185788"/>
                      <a:pt x="0" y="1176507"/>
                    </a:cubicBezTo>
                    <a:cubicBezTo>
                      <a:pt x="0" y="1176507"/>
                      <a:pt x="0" y="1176507"/>
                      <a:pt x="0" y="15706"/>
                    </a:cubicBezTo>
                    <a:cubicBezTo>
                      <a:pt x="0" y="7139"/>
                      <a:pt x="6437" y="0"/>
                      <a:pt x="15734"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148" name="Freeform 25">
                <a:extLst>
                  <a:ext uri="{FF2B5EF4-FFF2-40B4-BE49-F238E27FC236}">
                    <a16:creationId xmlns:a16="http://schemas.microsoft.com/office/drawing/2014/main" id="{3416AB4E-F55C-B850-BEE5-4A540F742E2F}"/>
                  </a:ext>
                </a:extLst>
              </p:cNvPr>
              <p:cNvSpPr>
                <a:spLocks/>
              </p:cNvSpPr>
              <p:nvPr/>
            </p:nvSpPr>
            <p:spPr bwMode="auto">
              <a:xfrm>
                <a:off x="5783263" y="2774950"/>
                <a:ext cx="863026" cy="1346201"/>
              </a:xfrm>
              <a:custGeom>
                <a:avLst/>
                <a:gdLst>
                  <a:gd name="connsiteX0" fmla="*/ 789902 w 863026"/>
                  <a:gd name="connsiteY0" fmla="*/ 1074664 h 1346201"/>
                  <a:gd name="connsiteX1" fmla="*/ 778541 w 863026"/>
                  <a:gd name="connsiteY1" fmla="*/ 1078848 h 1346201"/>
                  <a:gd name="connsiteX2" fmla="*/ 762082 w 863026"/>
                  <a:gd name="connsiteY2" fmla="*/ 1094518 h 1346201"/>
                  <a:gd name="connsiteX3" fmla="*/ 730596 w 863026"/>
                  <a:gd name="connsiteY3" fmla="*/ 1124433 h 1346201"/>
                  <a:gd name="connsiteX4" fmla="*/ 627548 w 863026"/>
                  <a:gd name="connsiteY4" fmla="*/ 1223437 h 1346201"/>
                  <a:gd name="connsiteX5" fmla="*/ 558850 w 863026"/>
                  <a:gd name="connsiteY5" fmla="*/ 1155060 h 1346201"/>
                  <a:gd name="connsiteX6" fmla="*/ 536666 w 863026"/>
                  <a:gd name="connsiteY6" fmla="*/ 1155060 h 1346201"/>
                  <a:gd name="connsiteX7" fmla="*/ 536666 w 863026"/>
                  <a:gd name="connsiteY7" fmla="*/ 1177140 h 1346201"/>
                  <a:gd name="connsiteX8" fmla="*/ 616098 w 863026"/>
                  <a:gd name="connsiteY8" fmla="*/ 1256202 h 1346201"/>
                  <a:gd name="connsiteX9" fmla="*/ 626832 w 863026"/>
                  <a:gd name="connsiteY9" fmla="*/ 1260475 h 1346201"/>
                  <a:gd name="connsiteX10" fmla="*/ 637567 w 863026"/>
                  <a:gd name="connsiteY10" fmla="*/ 1256202 h 1346201"/>
                  <a:gd name="connsiteX11" fmla="*/ 730596 w 863026"/>
                  <a:gd name="connsiteY11" fmla="*/ 1167881 h 1346201"/>
                  <a:gd name="connsiteX12" fmla="*/ 762082 w 863026"/>
                  <a:gd name="connsiteY12" fmla="*/ 1137966 h 1346201"/>
                  <a:gd name="connsiteX13" fmla="*/ 800010 w 863026"/>
                  <a:gd name="connsiteY13" fmla="*/ 1101641 h 1346201"/>
                  <a:gd name="connsiteX14" fmla="*/ 800725 w 863026"/>
                  <a:gd name="connsiteY14" fmla="*/ 1079560 h 1346201"/>
                  <a:gd name="connsiteX15" fmla="*/ 789902 w 863026"/>
                  <a:gd name="connsiteY15" fmla="*/ 1074664 h 1346201"/>
                  <a:gd name="connsiteX16" fmla="*/ 15705 w 863026"/>
                  <a:gd name="connsiteY16" fmla="*/ 1057275 h 1346201"/>
                  <a:gd name="connsiteX17" fmla="*/ 468313 w 863026"/>
                  <a:gd name="connsiteY17" fmla="*/ 1057275 h 1346201"/>
                  <a:gd name="connsiteX18" fmla="*/ 456177 w 863026"/>
                  <a:gd name="connsiteY18" fmla="*/ 1089025 h 1346201"/>
                  <a:gd name="connsiteX19" fmla="*/ 15705 w 863026"/>
                  <a:gd name="connsiteY19" fmla="*/ 1089025 h 1346201"/>
                  <a:gd name="connsiteX20" fmla="*/ 0 w 863026"/>
                  <a:gd name="connsiteY20" fmla="*/ 1073150 h 1346201"/>
                  <a:gd name="connsiteX21" fmla="*/ 15705 w 863026"/>
                  <a:gd name="connsiteY21" fmla="*/ 1057275 h 1346201"/>
                  <a:gd name="connsiteX22" fmla="*/ 670322 w 863026"/>
                  <a:gd name="connsiteY22" fmla="*/ 960438 h 1346201"/>
                  <a:gd name="connsiteX23" fmla="*/ 731044 w 863026"/>
                  <a:gd name="connsiteY23" fmla="*/ 970439 h 1346201"/>
                  <a:gd name="connsiteX24" fmla="*/ 762477 w 863026"/>
                  <a:gd name="connsiteY24" fmla="*/ 984013 h 1346201"/>
                  <a:gd name="connsiteX25" fmla="*/ 808911 w 863026"/>
                  <a:gd name="connsiteY25" fmla="*/ 1019731 h 1346201"/>
                  <a:gd name="connsiteX26" fmla="*/ 820341 w 863026"/>
                  <a:gd name="connsiteY26" fmla="*/ 1274764 h 1346201"/>
                  <a:gd name="connsiteX27" fmla="*/ 803911 w 863026"/>
                  <a:gd name="connsiteY27" fmla="*/ 1292623 h 1346201"/>
                  <a:gd name="connsiteX28" fmla="*/ 788194 w 863026"/>
                  <a:gd name="connsiteY28" fmla="*/ 1306196 h 1346201"/>
                  <a:gd name="connsiteX29" fmla="*/ 787480 w 863026"/>
                  <a:gd name="connsiteY29" fmla="*/ 1306196 h 1346201"/>
                  <a:gd name="connsiteX30" fmla="*/ 670322 w 863026"/>
                  <a:gd name="connsiteY30" fmla="*/ 1346201 h 1346201"/>
                  <a:gd name="connsiteX31" fmla="*/ 552450 w 863026"/>
                  <a:gd name="connsiteY31" fmla="*/ 1306196 h 1346201"/>
                  <a:gd name="connsiteX32" fmla="*/ 531019 w 863026"/>
                  <a:gd name="connsiteY32" fmla="*/ 1287622 h 1346201"/>
                  <a:gd name="connsiteX33" fmla="*/ 520303 w 863026"/>
                  <a:gd name="connsiteY33" fmla="*/ 1274764 h 1346201"/>
                  <a:gd name="connsiteX34" fmla="*/ 488871 w 863026"/>
                  <a:gd name="connsiteY34" fmla="*/ 1088311 h 1346201"/>
                  <a:gd name="connsiteX35" fmla="*/ 503158 w 863026"/>
                  <a:gd name="connsiteY35" fmla="*/ 1056879 h 1346201"/>
                  <a:gd name="connsiteX36" fmla="*/ 536734 w 863026"/>
                  <a:gd name="connsiteY36" fmla="*/ 1014731 h 1346201"/>
                  <a:gd name="connsiteX37" fmla="*/ 603885 w 863026"/>
                  <a:gd name="connsiteY37" fmla="*/ 972583 h 1346201"/>
                  <a:gd name="connsiteX38" fmla="*/ 623888 w 863026"/>
                  <a:gd name="connsiteY38" fmla="*/ 966153 h 1346201"/>
                  <a:gd name="connsiteX39" fmla="*/ 670322 w 863026"/>
                  <a:gd name="connsiteY39" fmla="*/ 960438 h 1346201"/>
                  <a:gd name="connsiteX40" fmla="*/ 15693 w 863026"/>
                  <a:gd name="connsiteY40" fmla="*/ 941388 h 1346201"/>
                  <a:gd name="connsiteX41" fmla="*/ 598488 w 863026"/>
                  <a:gd name="connsiteY41" fmla="*/ 941388 h 1346201"/>
                  <a:gd name="connsiteX42" fmla="*/ 537855 w 863026"/>
                  <a:gd name="connsiteY42" fmla="*/ 973138 h 1346201"/>
                  <a:gd name="connsiteX43" fmla="*/ 15693 w 863026"/>
                  <a:gd name="connsiteY43" fmla="*/ 973138 h 1346201"/>
                  <a:gd name="connsiteX44" fmla="*/ 0 w 863026"/>
                  <a:gd name="connsiteY44" fmla="*/ 957263 h 1346201"/>
                  <a:gd name="connsiteX45" fmla="*/ 15693 w 863026"/>
                  <a:gd name="connsiteY45" fmla="*/ 941388 h 1346201"/>
                  <a:gd name="connsiteX46" fmla="*/ 15712 w 863026"/>
                  <a:gd name="connsiteY46" fmla="*/ 825500 h 1346201"/>
                  <a:gd name="connsiteX47" fmla="*/ 611351 w 863026"/>
                  <a:gd name="connsiteY47" fmla="*/ 825500 h 1346201"/>
                  <a:gd name="connsiteX48" fmla="*/ 627063 w 863026"/>
                  <a:gd name="connsiteY48" fmla="*/ 841375 h 1346201"/>
                  <a:gd name="connsiteX49" fmla="*/ 611351 w 863026"/>
                  <a:gd name="connsiteY49" fmla="*/ 857250 h 1346201"/>
                  <a:gd name="connsiteX50" fmla="*/ 15712 w 863026"/>
                  <a:gd name="connsiteY50" fmla="*/ 857250 h 1346201"/>
                  <a:gd name="connsiteX51" fmla="*/ 0 w 863026"/>
                  <a:gd name="connsiteY51" fmla="*/ 841375 h 1346201"/>
                  <a:gd name="connsiteX52" fmla="*/ 15712 w 863026"/>
                  <a:gd name="connsiteY52" fmla="*/ 825500 h 1346201"/>
                  <a:gd name="connsiteX53" fmla="*/ 15712 w 863026"/>
                  <a:gd name="connsiteY53" fmla="*/ 709613 h 1346201"/>
                  <a:gd name="connsiteX54" fmla="*/ 611351 w 863026"/>
                  <a:gd name="connsiteY54" fmla="*/ 709613 h 1346201"/>
                  <a:gd name="connsiteX55" fmla="*/ 627063 w 863026"/>
                  <a:gd name="connsiteY55" fmla="*/ 725488 h 1346201"/>
                  <a:gd name="connsiteX56" fmla="*/ 611351 w 863026"/>
                  <a:gd name="connsiteY56" fmla="*/ 741363 h 1346201"/>
                  <a:gd name="connsiteX57" fmla="*/ 15712 w 863026"/>
                  <a:gd name="connsiteY57" fmla="*/ 741363 h 1346201"/>
                  <a:gd name="connsiteX58" fmla="*/ 0 w 863026"/>
                  <a:gd name="connsiteY58" fmla="*/ 725488 h 1346201"/>
                  <a:gd name="connsiteX59" fmla="*/ 15712 w 863026"/>
                  <a:gd name="connsiteY59" fmla="*/ 709613 h 1346201"/>
                  <a:gd name="connsiteX60" fmla="*/ 15712 w 863026"/>
                  <a:gd name="connsiteY60" fmla="*/ 593725 h 1346201"/>
                  <a:gd name="connsiteX61" fmla="*/ 611351 w 863026"/>
                  <a:gd name="connsiteY61" fmla="*/ 593725 h 1346201"/>
                  <a:gd name="connsiteX62" fmla="*/ 627063 w 863026"/>
                  <a:gd name="connsiteY62" fmla="*/ 609600 h 1346201"/>
                  <a:gd name="connsiteX63" fmla="*/ 611351 w 863026"/>
                  <a:gd name="connsiteY63" fmla="*/ 625475 h 1346201"/>
                  <a:gd name="connsiteX64" fmla="*/ 15712 w 863026"/>
                  <a:gd name="connsiteY64" fmla="*/ 625475 h 1346201"/>
                  <a:gd name="connsiteX65" fmla="*/ 0 w 863026"/>
                  <a:gd name="connsiteY65" fmla="*/ 609600 h 1346201"/>
                  <a:gd name="connsiteX66" fmla="*/ 15712 w 863026"/>
                  <a:gd name="connsiteY66" fmla="*/ 593725 h 1346201"/>
                  <a:gd name="connsiteX67" fmla="*/ 15712 w 863026"/>
                  <a:gd name="connsiteY67" fmla="*/ 477838 h 1346201"/>
                  <a:gd name="connsiteX68" fmla="*/ 611351 w 863026"/>
                  <a:gd name="connsiteY68" fmla="*/ 477838 h 1346201"/>
                  <a:gd name="connsiteX69" fmla="*/ 627063 w 863026"/>
                  <a:gd name="connsiteY69" fmla="*/ 493713 h 1346201"/>
                  <a:gd name="connsiteX70" fmla="*/ 611351 w 863026"/>
                  <a:gd name="connsiteY70" fmla="*/ 509588 h 1346201"/>
                  <a:gd name="connsiteX71" fmla="*/ 15712 w 863026"/>
                  <a:gd name="connsiteY71" fmla="*/ 509588 h 1346201"/>
                  <a:gd name="connsiteX72" fmla="*/ 0 w 863026"/>
                  <a:gd name="connsiteY72" fmla="*/ 493713 h 1346201"/>
                  <a:gd name="connsiteX73" fmla="*/ 15712 w 863026"/>
                  <a:gd name="connsiteY73" fmla="*/ 477838 h 1346201"/>
                  <a:gd name="connsiteX74" fmla="*/ 15712 w 863026"/>
                  <a:gd name="connsiteY74" fmla="*/ 361950 h 1346201"/>
                  <a:gd name="connsiteX75" fmla="*/ 611351 w 863026"/>
                  <a:gd name="connsiteY75" fmla="*/ 361950 h 1346201"/>
                  <a:gd name="connsiteX76" fmla="*/ 627063 w 863026"/>
                  <a:gd name="connsiteY76" fmla="*/ 377825 h 1346201"/>
                  <a:gd name="connsiteX77" fmla="*/ 611351 w 863026"/>
                  <a:gd name="connsiteY77" fmla="*/ 393700 h 1346201"/>
                  <a:gd name="connsiteX78" fmla="*/ 15712 w 863026"/>
                  <a:gd name="connsiteY78" fmla="*/ 393700 h 1346201"/>
                  <a:gd name="connsiteX79" fmla="*/ 0 w 863026"/>
                  <a:gd name="connsiteY79" fmla="*/ 377825 h 1346201"/>
                  <a:gd name="connsiteX80" fmla="*/ 15712 w 863026"/>
                  <a:gd name="connsiteY80" fmla="*/ 361950 h 1346201"/>
                  <a:gd name="connsiteX81" fmla="*/ 312738 w 863026"/>
                  <a:gd name="connsiteY81" fmla="*/ 31750 h 1346201"/>
                  <a:gd name="connsiteX82" fmla="*/ 290655 w 863026"/>
                  <a:gd name="connsiteY82" fmla="*/ 35314 h 1346201"/>
                  <a:gd name="connsiteX83" fmla="*/ 257175 w 863026"/>
                  <a:gd name="connsiteY83" fmla="*/ 66675 h 1346201"/>
                  <a:gd name="connsiteX84" fmla="*/ 368300 w 863026"/>
                  <a:gd name="connsiteY84" fmla="*/ 66675 h 1346201"/>
                  <a:gd name="connsiteX85" fmla="*/ 334820 w 863026"/>
                  <a:gd name="connsiteY85" fmla="*/ 35314 h 1346201"/>
                  <a:gd name="connsiteX86" fmla="*/ 312738 w 863026"/>
                  <a:gd name="connsiteY86" fmla="*/ 31750 h 1346201"/>
                  <a:gd name="connsiteX87" fmla="*/ 312737 w 863026"/>
                  <a:gd name="connsiteY87" fmla="*/ 0 h 1346201"/>
                  <a:gd name="connsiteX88" fmla="*/ 385762 w 863026"/>
                  <a:gd name="connsiteY88" fmla="*/ 34890 h 1346201"/>
                  <a:gd name="connsiteX89" fmla="*/ 402229 w 863026"/>
                  <a:gd name="connsiteY89" fmla="*/ 66220 h 1346201"/>
                  <a:gd name="connsiteX90" fmla="*/ 451628 w 863026"/>
                  <a:gd name="connsiteY90" fmla="*/ 66220 h 1346201"/>
                  <a:gd name="connsiteX91" fmla="*/ 458787 w 863026"/>
                  <a:gd name="connsiteY91" fmla="*/ 73340 h 1346201"/>
                  <a:gd name="connsiteX92" fmla="*/ 458787 w 863026"/>
                  <a:gd name="connsiteY92" fmla="*/ 113927 h 1346201"/>
                  <a:gd name="connsiteX93" fmla="*/ 458787 w 863026"/>
                  <a:gd name="connsiteY93" fmla="*/ 145256 h 1346201"/>
                  <a:gd name="connsiteX94" fmla="*/ 458787 w 863026"/>
                  <a:gd name="connsiteY94" fmla="*/ 178010 h 1346201"/>
                  <a:gd name="connsiteX95" fmla="*/ 443037 w 863026"/>
                  <a:gd name="connsiteY95" fmla="*/ 193675 h 1346201"/>
                  <a:gd name="connsiteX96" fmla="*/ 182438 w 863026"/>
                  <a:gd name="connsiteY96" fmla="*/ 193675 h 1346201"/>
                  <a:gd name="connsiteX97" fmla="*/ 166687 w 863026"/>
                  <a:gd name="connsiteY97" fmla="*/ 178010 h 1346201"/>
                  <a:gd name="connsiteX98" fmla="*/ 166687 w 863026"/>
                  <a:gd name="connsiteY98" fmla="*/ 145256 h 1346201"/>
                  <a:gd name="connsiteX99" fmla="*/ 166687 w 863026"/>
                  <a:gd name="connsiteY99" fmla="*/ 113927 h 1346201"/>
                  <a:gd name="connsiteX100" fmla="*/ 166687 w 863026"/>
                  <a:gd name="connsiteY100" fmla="*/ 73340 h 1346201"/>
                  <a:gd name="connsiteX101" fmla="*/ 173847 w 863026"/>
                  <a:gd name="connsiteY101" fmla="*/ 66220 h 1346201"/>
                  <a:gd name="connsiteX102" fmla="*/ 223246 w 863026"/>
                  <a:gd name="connsiteY102" fmla="*/ 66220 h 1346201"/>
                  <a:gd name="connsiteX103" fmla="*/ 239712 w 863026"/>
                  <a:gd name="connsiteY103" fmla="*/ 34890 h 1346201"/>
                  <a:gd name="connsiteX104" fmla="*/ 312737 w 863026"/>
                  <a:gd name="connsiteY104" fmla="*/ 0 h 134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863026" h="1346201">
                    <a:moveTo>
                      <a:pt x="789902" y="1074664"/>
                    </a:moveTo>
                    <a:cubicBezTo>
                      <a:pt x="785876" y="1074575"/>
                      <a:pt x="781761" y="1075999"/>
                      <a:pt x="778541" y="1078848"/>
                    </a:cubicBezTo>
                    <a:cubicBezTo>
                      <a:pt x="778541" y="1078848"/>
                      <a:pt x="778541" y="1078848"/>
                      <a:pt x="762082" y="1094518"/>
                    </a:cubicBezTo>
                    <a:cubicBezTo>
                      <a:pt x="762082" y="1094518"/>
                      <a:pt x="762082" y="1094518"/>
                      <a:pt x="730596" y="1124433"/>
                    </a:cubicBezTo>
                    <a:cubicBezTo>
                      <a:pt x="730596" y="1124433"/>
                      <a:pt x="730596" y="1124433"/>
                      <a:pt x="627548" y="1223437"/>
                    </a:cubicBezTo>
                    <a:cubicBezTo>
                      <a:pt x="627548" y="1223437"/>
                      <a:pt x="627548" y="1223437"/>
                      <a:pt x="558850" y="1155060"/>
                    </a:cubicBezTo>
                    <a:cubicBezTo>
                      <a:pt x="552409" y="1148650"/>
                      <a:pt x="542391" y="1148650"/>
                      <a:pt x="536666" y="1155060"/>
                    </a:cubicBezTo>
                    <a:cubicBezTo>
                      <a:pt x="530225" y="1160758"/>
                      <a:pt x="530225" y="1170730"/>
                      <a:pt x="536666" y="1177140"/>
                    </a:cubicBezTo>
                    <a:cubicBezTo>
                      <a:pt x="536666" y="1177140"/>
                      <a:pt x="536666" y="1177140"/>
                      <a:pt x="616098" y="1256202"/>
                    </a:cubicBezTo>
                    <a:cubicBezTo>
                      <a:pt x="618961" y="1259051"/>
                      <a:pt x="623254" y="1260475"/>
                      <a:pt x="626832" y="1260475"/>
                    </a:cubicBezTo>
                    <a:cubicBezTo>
                      <a:pt x="631126" y="1260475"/>
                      <a:pt x="634704" y="1259051"/>
                      <a:pt x="637567" y="1256202"/>
                    </a:cubicBezTo>
                    <a:cubicBezTo>
                      <a:pt x="637567" y="1256202"/>
                      <a:pt x="637567" y="1256202"/>
                      <a:pt x="730596" y="1167881"/>
                    </a:cubicBezTo>
                    <a:cubicBezTo>
                      <a:pt x="730596" y="1167881"/>
                      <a:pt x="730596" y="1167881"/>
                      <a:pt x="762082" y="1137966"/>
                    </a:cubicBezTo>
                    <a:cubicBezTo>
                      <a:pt x="762082" y="1137966"/>
                      <a:pt x="762082" y="1137966"/>
                      <a:pt x="800010" y="1101641"/>
                    </a:cubicBezTo>
                    <a:cubicBezTo>
                      <a:pt x="806450" y="1095943"/>
                      <a:pt x="806450" y="1085971"/>
                      <a:pt x="800725" y="1079560"/>
                    </a:cubicBezTo>
                    <a:cubicBezTo>
                      <a:pt x="797863" y="1076355"/>
                      <a:pt x="793927" y="1074753"/>
                      <a:pt x="789902" y="1074664"/>
                    </a:cubicBezTo>
                    <a:close/>
                    <a:moveTo>
                      <a:pt x="15705" y="1057275"/>
                    </a:moveTo>
                    <a:cubicBezTo>
                      <a:pt x="15705" y="1057275"/>
                      <a:pt x="15705" y="1057275"/>
                      <a:pt x="468313" y="1057275"/>
                    </a:cubicBezTo>
                    <a:cubicBezTo>
                      <a:pt x="463316" y="1067377"/>
                      <a:pt x="459032" y="1078201"/>
                      <a:pt x="456177" y="1089025"/>
                    </a:cubicBezTo>
                    <a:cubicBezTo>
                      <a:pt x="456177" y="1089025"/>
                      <a:pt x="456177" y="1089025"/>
                      <a:pt x="15705" y="1089025"/>
                    </a:cubicBezTo>
                    <a:cubicBezTo>
                      <a:pt x="6425" y="1089025"/>
                      <a:pt x="0" y="1081809"/>
                      <a:pt x="0" y="1073150"/>
                    </a:cubicBezTo>
                    <a:cubicBezTo>
                      <a:pt x="0" y="1064491"/>
                      <a:pt x="6425" y="1057275"/>
                      <a:pt x="15705" y="1057275"/>
                    </a:cubicBezTo>
                    <a:close/>
                    <a:moveTo>
                      <a:pt x="670322" y="960438"/>
                    </a:moveTo>
                    <a:cubicBezTo>
                      <a:pt x="691039" y="960438"/>
                      <a:pt x="711756" y="964010"/>
                      <a:pt x="731044" y="970439"/>
                    </a:cubicBezTo>
                    <a:cubicBezTo>
                      <a:pt x="742474" y="974011"/>
                      <a:pt x="752476" y="979012"/>
                      <a:pt x="762477" y="984013"/>
                    </a:cubicBezTo>
                    <a:cubicBezTo>
                      <a:pt x="779622" y="993299"/>
                      <a:pt x="795338" y="1005444"/>
                      <a:pt x="808911" y="1019731"/>
                    </a:cubicBezTo>
                    <a:cubicBezTo>
                      <a:pt x="876777" y="1089740"/>
                      <a:pt x="881063" y="1199754"/>
                      <a:pt x="820341" y="1274764"/>
                    </a:cubicBezTo>
                    <a:cubicBezTo>
                      <a:pt x="815341" y="1281193"/>
                      <a:pt x="809626" y="1286908"/>
                      <a:pt x="803911" y="1292623"/>
                    </a:cubicBezTo>
                    <a:cubicBezTo>
                      <a:pt x="797481" y="1298338"/>
                      <a:pt x="793195" y="1302624"/>
                      <a:pt x="788194" y="1306196"/>
                    </a:cubicBezTo>
                    <a:cubicBezTo>
                      <a:pt x="788194" y="1306196"/>
                      <a:pt x="788194" y="1306196"/>
                      <a:pt x="787480" y="1306196"/>
                    </a:cubicBezTo>
                    <a:cubicBezTo>
                      <a:pt x="754619" y="1331914"/>
                      <a:pt x="712471" y="1346201"/>
                      <a:pt x="670322" y="1346201"/>
                    </a:cubicBezTo>
                    <a:cubicBezTo>
                      <a:pt x="626745" y="1346201"/>
                      <a:pt x="586026" y="1332628"/>
                      <a:pt x="552450" y="1306196"/>
                    </a:cubicBezTo>
                    <a:cubicBezTo>
                      <a:pt x="545307" y="1300481"/>
                      <a:pt x="538163" y="1294052"/>
                      <a:pt x="531019" y="1287622"/>
                    </a:cubicBezTo>
                    <a:cubicBezTo>
                      <a:pt x="527447" y="1283336"/>
                      <a:pt x="523875" y="1279050"/>
                      <a:pt x="520303" y="1274764"/>
                    </a:cubicBezTo>
                    <a:cubicBezTo>
                      <a:pt x="476727" y="1221900"/>
                      <a:pt x="466725" y="1150462"/>
                      <a:pt x="488871" y="1088311"/>
                    </a:cubicBezTo>
                    <a:cubicBezTo>
                      <a:pt x="492443" y="1077596"/>
                      <a:pt x="497443" y="1066880"/>
                      <a:pt x="503158" y="1056879"/>
                    </a:cubicBezTo>
                    <a:cubicBezTo>
                      <a:pt x="512445" y="1041877"/>
                      <a:pt x="523161" y="1027589"/>
                      <a:pt x="536734" y="1014731"/>
                    </a:cubicBezTo>
                    <a:cubicBezTo>
                      <a:pt x="556022" y="995443"/>
                      <a:pt x="578882" y="981155"/>
                      <a:pt x="603885" y="972583"/>
                    </a:cubicBezTo>
                    <a:cubicBezTo>
                      <a:pt x="610315" y="969725"/>
                      <a:pt x="616744" y="968296"/>
                      <a:pt x="623888" y="966153"/>
                    </a:cubicBezTo>
                    <a:cubicBezTo>
                      <a:pt x="638890" y="962581"/>
                      <a:pt x="654606" y="960438"/>
                      <a:pt x="670322" y="960438"/>
                    </a:cubicBezTo>
                    <a:close/>
                    <a:moveTo>
                      <a:pt x="15693" y="941388"/>
                    </a:moveTo>
                    <a:cubicBezTo>
                      <a:pt x="15693" y="941388"/>
                      <a:pt x="15693" y="941388"/>
                      <a:pt x="598488" y="941388"/>
                    </a:cubicBezTo>
                    <a:cubicBezTo>
                      <a:pt x="576375" y="948604"/>
                      <a:pt x="556401" y="959428"/>
                      <a:pt x="537855" y="973138"/>
                    </a:cubicBezTo>
                    <a:cubicBezTo>
                      <a:pt x="537855" y="973138"/>
                      <a:pt x="537855" y="973138"/>
                      <a:pt x="15693" y="973138"/>
                    </a:cubicBezTo>
                    <a:cubicBezTo>
                      <a:pt x="6420" y="973138"/>
                      <a:pt x="0" y="965922"/>
                      <a:pt x="0" y="957263"/>
                    </a:cubicBezTo>
                    <a:cubicBezTo>
                      <a:pt x="0" y="948604"/>
                      <a:pt x="6420" y="941388"/>
                      <a:pt x="15693" y="941388"/>
                    </a:cubicBezTo>
                    <a:close/>
                    <a:moveTo>
                      <a:pt x="15712" y="825500"/>
                    </a:moveTo>
                    <a:cubicBezTo>
                      <a:pt x="15712" y="825500"/>
                      <a:pt x="15712" y="825500"/>
                      <a:pt x="611351" y="825500"/>
                    </a:cubicBezTo>
                    <a:cubicBezTo>
                      <a:pt x="620635" y="825500"/>
                      <a:pt x="627063" y="832716"/>
                      <a:pt x="627063" y="841375"/>
                    </a:cubicBezTo>
                    <a:cubicBezTo>
                      <a:pt x="627063" y="850756"/>
                      <a:pt x="620635" y="857250"/>
                      <a:pt x="611351" y="857250"/>
                    </a:cubicBezTo>
                    <a:cubicBezTo>
                      <a:pt x="611351" y="857250"/>
                      <a:pt x="611351" y="857250"/>
                      <a:pt x="15712" y="857250"/>
                    </a:cubicBezTo>
                    <a:cubicBezTo>
                      <a:pt x="6428" y="857250"/>
                      <a:pt x="0" y="850756"/>
                      <a:pt x="0" y="841375"/>
                    </a:cubicBezTo>
                    <a:cubicBezTo>
                      <a:pt x="0" y="832716"/>
                      <a:pt x="6428" y="825500"/>
                      <a:pt x="15712" y="825500"/>
                    </a:cubicBezTo>
                    <a:close/>
                    <a:moveTo>
                      <a:pt x="15712" y="709613"/>
                    </a:moveTo>
                    <a:cubicBezTo>
                      <a:pt x="15712" y="709613"/>
                      <a:pt x="15712" y="709613"/>
                      <a:pt x="611351" y="709613"/>
                    </a:cubicBezTo>
                    <a:cubicBezTo>
                      <a:pt x="620635" y="709613"/>
                      <a:pt x="627063" y="716829"/>
                      <a:pt x="627063" y="725488"/>
                    </a:cubicBezTo>
                    <a:cubicBezTo>
                      <a:pt x="627063" y="734147"/>
                      <a:pt x="620635" y="741363"/>
                      <a:pt x="611351" y="741363"/>
                    </a:cubicBezTo>
                    <a:cubicBezTo>
                      <a:pt x="611351" y="741363"/>
                      <a:pt x="611351" y="741363"/>
                      <a:pt x="15712" y="741363"/>
                    </a:cubicBezTo>
                    <a:cubicBezTo>
                      <a:pt x="6428" y="741363"/>
                      <a:pt x="0" y="734147"/>
                      <a:pt x="0" y="725488"/>
                    </a:cubicBezTo>
                    <a:cubicBezTo>
                      <a:pt x="0" y="716829"/>
                      <a:pt x="6428" y="709613"/>
                      <a:pt x="15712" y="709613"/>
                    </a:cubicBezTo>
                    <a:close/>
                    <a:moveTo>
                      <a:pt x="15712" y="593725"/>
                    </a:moveTo>
                    <a:cubicBezTo>
                      <a:pt x="15712" y="593725"/>
                      <a:pt x="15712" y="593725"/>
                      <a:pt x="611351" y="593725"/>
                    </a:cubicBezTo>
                    <a:cubicBezTo>
                      <a:pt x="620635" y="593725"/>
                      <a:pt x="627063" y="600941"/>
                      <a:pt x="627063" y="609600"/>
                    </a:cubicBezTo>
                    <a:cubicBezTo>
                      <a:pt x="627063" y="618259"/>
                      <a:pt x="620635" y="625475"/>
                      <a:pt x="611351" y="625475"/>
                    </a:cubicBezTo>
                    <a:cubicBezTo>
                      <a:pt x="611351" y="625475"/>
                      <a:pt x="611351" y="625475"/>
                      <a:pt x="15712" y="625475"/>
                    </a:cubicBezTo>
                    <a:cubicBezTo>
                      <a:pt x="6428" y="625475"/>
                      <a:pt x="0" y="618259"/>
                      <a:pt x="0" y="609600"/>
                    </a:cubicBezTo>
                    <a:cubicBezTo>
                      <a:pt x="0" y="600941"/>
                      <a:pt x="6428" y="593725"/>
                      <a:pt x="15712" y="593725"/>
                    </a:cubicBezTo>
                    <a:close/>
                    <a:moveTo>
                      <a:pt x="15712" y="477838"/>
                    </a:moveTo>
                    <a:cubicBezTo>
                      <a:pt x="15712" y="477838"/>
                      <a:pt x="15712" y="477838"/>
                      <a:pt x="611351" y="477838"/>
                    </a:cubicBezTo>
                    <a:cubicBezTo>
                      <a:pt x="620635" y="477838"/>
                      <a:pt x="627063" y="484332"/>
                      <a:pt x="627063" y="493713"/>
                    </a:cubicBezTo>
                    <a:cubicBezTo>
                      <a:pt x="627063" y="502372"/>
                      <a:pt x="620635" y="509588"/>
                      <a:pt x="611351" y="509588"/>
                    </a:cubicBezTo>
                    <a:cubicBezTo>
                      <a:pt x="611351" y="509588"/>
                      <a:pt x="611351" y="509588"/>
                      <a:pt x="15712" y="509588"/>
                    </a:cubicBezTo>
                    <a:cubicBezTo>
                      <a:pt x="6428" y="509588"/>
                      <a:pt x="0" y="502372"/>
                      <a:pt x="0" y="493713"/>
                    </a:cubicBezTo>
                    <a:cubicBezTo>
                      <a:pt x="0" y="484332"/>
                      <a:pt x="6428" y="477838"/>
                      <a:pt x="15712" y="477838"/>
                    </a:cubicBezTo>
                    <a:close/>
                    <a:moveTo>
                      <a:pt x="15712" y="361950"/>
                    </a:moveTo>
                    <a:cubicBezTo>
                      <a:pt x="15712" y="361950"/>
                      <a:pt x="15712" y="361950"/>
                      <a:pt x="611351" y="361950"/>
                    </a:cubicBezTo>
                    <a:cubicBezTo>
                      <a:pt x="620635" y="361950"/>
                      <a:pt x="627063" y="369166"/>
                      <a:pt x="627063" y="377825"/>
                    </a:cubicBezTo>
                    <a:cubicBezTo>
                      <a:pt x="627063" y="386484"/>
                      <a:pt x="620635" y="393700"/>
                      <a:pt x="611351" y="393700"/>
                    </a:cubicBezTo>
                    <a:cubicBezTo>
                      <a:pt x="611351" y="393700"/>
                      <a:pt x="611351" y="393700"/>
                      <a:pt x="15712" y="393700"/>
                    </a:cubicBezTo>
                    <a:cubicBezTo>
                      <a:pt x="6428" y="393700"/>
                      <a:pt x="0" y="386484"/>
                      <a:pt x="0" y="377825"/>
                    </a:cubicBezTo>
                    <a:cubicBezTo>
                      <a:pt x="0" y="369166"/>
                      <a:pt x="6428" y="361950"/>
                      <a:pt x="15712" y="361950"/>
                    </a:cubicBezTo>
                    <a:close/>
                    <a:moveTo>
                      <a:pt x="312738" y="31750"/>
                    </a:moveTo>
                    <a:cubicBezTo>
                      <a:pt x="304902" y="31750"/>
                      <a:pt x="297779" y="33176"/>
                      <a:pt x="290655" y="35314"/>
                    </a:cubicBezTo>
                    <a:cubicBezTo>
                      <a:pt x="276408" y="41016"/>
                      <a:pt x="264299" y="52420"/>
                      <a:pt x="257175" y="66675"/>
                    </a:cubicBezTo>
                    <a:cubicBezTo>
                      <a:pt x="257175" y="66675"/>
                      <a:pt x="257175" y="66675"/>
                      <a:pt x="368300" y="66675"/>
                    </a:cubicBezTo>
                    <a:cubicBezTo>
                      <a:pt x="361177" y="52420"/>
                      <a:pt x="349067" y="41016"/>
                      <a:pt x="334820" y="35314"/>
                    </a:cubicBezTo>
                    <a:cubicBezTo>
                      <a:pt x="327697" y="33176"/>
                      <a:pt x="320573" y="31750"/>
                      <a:pt x="312738" y="31750"/>
                    </a:cubicBezTo>
                    <a:close/>
                    <a:moveTo>
                      <a:pt x="312737" y="0"/>
                    </a:moveTo>
                    <a:cubicBezTo>
                      <a:pt x="342090" y="0"/>
                      <a:pt x="368580" y="13529"/>
                      <a:pt x="385762" y="34890"/>
                    </a:cubicBezTo>
                    <a:cubicBezTo>
                      <a:pt x="392922" y="44147"/>
                      <a:pt x="398649" y="54827"/>
                      <a:pt x="402229" y="66220"/>
                    </a:cubicBezTo>
                    <a:cubicBezTo>
                      <a:pt x="402229" y="66220"/>
                      <a:pt x="402229" y="66220"/>
                      <a:pt x="451628" y="66220"/>
                    </a:cubicBezTo>
                    <a:cubicBezTo>
                      <a:pt x="455208" y="66220"/>
                      <a:pt x="458787" y="69068"/>
                      <a:pt x="458787" y="73340"/>
                    </a:cubicBezTo>
                    <a:cubicBezTo>
                      <a:pt x="458787" y="73340"/>
                      <a:pt x="458787" y="73340"/>
                      <a:pt x="458787" y="113927"/>
                    </a:cubicBezTo>
                    <a:cubicBezTo>
                      <a:pt x="458787" y="113927"/>
                      <a:pt x="458787" y="113927"/>
                      <a:pt x="458787" y="145256"/>
                    </a:cubicBezTo>
                    <a:cubicBezTo>
                      <a:pt x="458787" y="145256"/>
                      <a:pt x="458787" y="145256"/>
                      <a:pt x="458787" y="178010"/>
                    </a:cubicBezTo>
                    <a:cubicBezTo>
                      <a:pt x="458787" y="186555"/>
                      <a:pt x="451628" y="193675"/>
                      <a:pt x="443037" y="193675"/>
                    </a:cubicBezTo>
                    <a:cubicBezTo>
                      <a:pt x="443037" y="193675"/>
                      <a:pt x="443037" y="193675"/>
                      <a:pt x="182438" y="193675"/>
                    </a:cubicBezTo>
                    <a:cubicBezTo>
                      <a:pt x="173847" y="193675"/>
                      <a:pt x="166687" y="186555"/>
                      <a:pt x="166687" y="178010"/>
                    </a:cubicBezTo>
                    <a:cubicBezTo>
                      <a:pt x="166687" y="178010"/>
                      <a:pt x="166687" y="178010"/>
                      <a:pt x="166687" y="145256"/>
                    </a:cubicBezTo>
                    <a:cubicBezTo>
                      <a:pt x="166687" y="145256"/>
                      <a:pt x="166687" y="145256"/>
                      <a:pt x="166687" y="113927"/>
                    </a:cubicBezTo>
                    <a:cubicBezTo>
                      <a:pt x="166687" y="113927"/>
                      <a:pt x="166687" y="113927"/>
                      <a:pt x="166687" y="73340"/>
                    </a:cubicBezTo>
                    <a:cubicBezTo>
                      <a:pt x="166687" y="69068"/>
                      <a:pt x="170267" y="66220"/>
                      <a:pt x="173847" y="66220"/>
                    </a:cubicBezTo>
                    <a:cubicBezTo>
                      <a:pt x="173847" y="66220"/>
                      <a:pt x="173847" y="66220"/>
                      <a:pt x="223246" y="66220"/>
                    </a:cubicBezTo>
                    <a:cubicBezTo>
                      <a:pt x="226825" y="54827"/>
                      <a:pt x="232553" y="44147"/>
                      <a:pt x="239712" y="34890"/>
                    </a:cubicBezTo>
                    <a:cubicBezTo>
                      <a:pt x="256895" y="13529"/>
                      <a:pt x="283384" y="0"/>
                      <a:pt x="312737"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grpSp>
      </p:grpSp>
      <p:sp>
        <p:nvSpPr>
          <p:cNvPr id="105" name="Arrow: Pentagon 104">
            <a:extLst>
              <a:ext uri="{FF2B5EF4-FFF2-40B4-BE49-F238E27FC236}">
                <a16:creationId xmlns:a16="http://schemas.microsoft.com/office/drawing/2014/main" id="{79D5D776-F282-4FC3-8AD1-1E49AFD2A419}"/>
              </a:ext>
            </a:extLst>
          </p:cNvPr>
          <p:cNvSpPr/>
          <p:nvPr/>
        </p:nvSpPr>
        <p:spPr>
          <a:xfrm>
            <a:off x="630000" y="1850622"/>
            <a:ext cx="1326664" cy="495703"/>
          </a:xfrm>
          <a:prstGeom prst="homePlate">
            <a:avLst>
              <a:gd name="adj" fmla="val 12004"/>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r>
              <a:rPr lang="en-US" sz="1400" dirty="0">
                <a:solidFill>
                  <a:srgbClr val="FFFFFF"/>
                </a:solidFill>
              </a:rPr>
              <a:t>Policy</a:t>
            </a:r>
            <a:br>
              <a:rPr lang="en-US" sz="1400" dirty="0">
                <a:solidFill>
                  <a:srgbClr val="FFFFFF"/>
                </a:solidFill>
              </a:rPr>
            </a:br>
            <a:r>
              <a:rPr lang="en-US" sz="1400" dirty="0">
                <a:solidFill>
                  <a:srgbClr val="FFFFFF"/>
                </a:solidFill>
              </a:rPr>
              <a:t>definition </a:t>
            </a:r>
          </a:p>
        </p:txBody>
      </p:sp>
      <p:sp>
        <p:nvSpPr>
          <p:cNvPr id="106" name="TextBox 105">
            <a:extLst>
              <a:ext uri="{FF2B5EF4-FFF2-40B4-BE49-F238E27FC236}">
                <a16:creationId xmlns:a16="http://schemas.microsoft.com/office/drawing/2014/main" id="{003AE151-DE92-44A3-84FC-3FB4728BB511}"/>
              </a:ext>
            </a:extLst>
          </p:cNvPr>
          <p:cNvSpPr txBox="1"/>
          <p:nvPr/>
        </p:nvSpPr>
        <p:spPr>
          <a:xfrm>
            <a:off x="630000" y="2429312"/>
            <a:ext cx="1273996" cy="3859518"/>
          </a:xfrm>
          <a:prstGeom prst="rect">
            <a:avLst/>
          </a:prstGeom>
          <a:noFill/>
        </p:spPr>
        <p:txBody>
          <a:bodyPr wrap="square" lIns="0" tIns="0" rIns="0" bIns="0" rtlCol="0" anchor="t">
            <a:noAutofit/>
          </a:bodyPr>
          <a:lstStyle>
            <a:defPPr>
              <a:defRPr lang="en-US"/>
            </a:defPPr>
            <a:lvl1pPr marR="0" lvl="0" indent="0" fontAlgn="auto">
              <a:lnSpc>
                <a:spcPct val="100000"/>
              </a:lnSpc>
              <a:spcBef>
                <a:spcPts val="1200"/>
              </a:spcBef>
              <a:spcAft>
                <a:spcPts val="0"/>
              </a:spcAft>
              <a:buClrTx/>
              <a:buSzPct val="100000"/>
              <a:buFont typeface="Trebuchet MS" panose="020B0603020202020204" pitchFamily="34" charset="0"/>
              <a:buChar char="​"/>
              <a:tabLst/>
              <a:defRPr kumimoji="0" sz="1600" b="0" i="0" u="none" strike="noStrike" cap="none" spc="0" normalizeH="0" baseline="0">
                <a:ln>
                  <a:noFill/>
                </a:ln>
                <a:solidFill>
                  <a:srgbClr val="575757"/>
                </a:solidFill>
                <a:effectLst/>
                <a:uLnTx/>
                <a:uFillTx/>
                <a:latin typeface="Trebuchet MS"/>
              </a:defRPr>
            </a:lvl1pPr>
          </a:lstStyle>
          <a:p>
            <a:pPr marL="182880" lvl="1" indent="-173736">
              <a:lnSpc>
                <a:spcPct val="95000"/>
              </a:lnSpc>
              <a:buClr>
                <a:srgbClr val="006C67"/>
              </a:buClr>
              <a:buSzPct val="100000"/>
              <a:buFont typeface="Trebuchet MS" panose="020B0703020202090204" pitchFamily="34" charset="0"/>
              <a:buChar char="•"/>
              <a:defRPr/>
            </a:pPr>
            <a:r>
              <a:rPr lang="en-US" sz="1200" dirty="0">
                <a:solidFill>
                  <a:srgbClr val="000000"/>
                </a:solidFill>
                <a:sym typeface="Trebuchet MS" panose="020B0603020202020204" pitchFamily="34" charset="0"/>
              </a:rPr>
              <a:t>Does the proposed solution represent </a:t>
            </a:r>
            <a:r>
              <a:rPr lang="en-US" sz="1200" dirty="0">
                <a:solidFill>
                  <a:srgbClr val="006C67"/>
                </a:solidFill>
                <a:sym typeface="Trebuchet MS" panose="020B0603020202020204" pitchFamily="34" charset="0"/>
              </a:rPr>
              <a:t>a legally binding guiding framework</a:t>
            </a:r>
            <a:r>
              <a:rPr lang="en-US" sz="1200" dirty="0">
                <a:solidFill>
                  <a:srgbClr val="000000"/>
                </a:solidFill>
                <a:sym typeface="Trebuchet MS" panose="020B0603020202020204" pitchFamily="34" charset="0"/>
              </a:rPr>
              <a:t>?</a:t>
            </a:r>
          </a:p>
          <a:p>
            <a:pPr marL="182880" lvl="1" indent="-173736">
              <a:lnSpc>
                <a:spcPct val="95000"/>
              </a:lnSpc>
              <a:buClr>
                <a:srgbClr val="006C67"/>
              </a:buClr>
              <a:buSzPct val="100000"/>
              <a:buFont typeface="Trebuchet MS" panose="020B0703020202090204" pitchFamily="34" charset="0"/>
              <a:buChar char="•"/>
              <a:defRPr/>
            </a:pPr>
            <a:r>
              <a:rPr lang="en-US" sz="1200" dirty="0">
                <a:solidFill>
                  <a:srgbClr val="000000"/>
                </a:solidFill>
                <a:sym typeface="Trebuchet MS" panose="020B0603020202020204" pitchFamily="34" charset="0"/>
              </a:rPr>
              <a:t>Does the proposed solution </a:t>
            </a:r>
            <a:r>
              <a:rPr lang="en-US" sz="1200" dirty="0">
                <a:solidFill>
                  <a:srgbClr val="006C67"/>
                </a:solidFill>
                <a:sym typeface="Trebuchet MS" panose="020B0603020202020204" pitchFamily="34" charset="0"/>
              </a:rPr>
              <a:t>need to be approved by the Council of Ministers and ratified by Royal Decree</a:t>
            </a:r>
            <a:r>
              <a:rPr lang="en-US" sz="1200" dirty="0">
                <a:solidFill>
                  <a:srgbClr val="000000"/>
                </a:solidFill>
                <a:sym typeface="Trebuchet MS" panose="020B0603020202020204" pitchFamily="34" charset="0"/>
              </a:rPr>
              <a:t>?</a:t>
            </a:r>
          </a:p>
          <a:p>
            <a:pPr marL="182880" lvl="1" indent="-173736">
              <a:lnSpc>
                <a:spcPct val="95000"/>
              </a:lnSpc>
              <a:buClr>
                <a:srgbClr val="006C67"/>
              </a:buClr>
              <a:buSzPct val="100000"/>
              <a:buFont typeface="Trebuchet MS" panose="020B0703020202090204" pitchFamily="34" charset="0"/>
              <a:buChar char="•"/>
              <a:defRPr/>
            </a:pPr>
            <a:r>
              <a:rPr lang="en-US" sz="1200" dirty="0">
                <a:solidFill>
                  <a:srgbClr val="000000"/>
                </a:solidFill>
                <a:sym typeface="Trebuchet MS" panose="020B0603020202020204" pitchFamily="34" charset="0"/>
              </a:rPr>
              <a:t>Is the proposed solution </a:t>
            </a:r>
            <a:r>
              <a:rPr lang="en-US" sz="1200" dirty="0">
                <a:solidFill>
                  <a:srgbClr val="006C67"/>
                </a:solidFill>
                <a:sym typeface="Trebuchet MS" panose="020B0603020202020204" pitchFamily="34" charset="0"/>
              </a:rPr>
              <a:t>a policy/update to existing policy</a:t>
            </a:r>
            <a:r>
              <a:rPr lang="en-US" sz="1200" dirty="0">
                <a:solidFill>
                  <a:srgbClr val="000000"/>
                </a:solidFill>
                <a:sym typeface="Trebuchet MS" panose="020B0603020202020204" pitchFamily="34" charset="0"/>
              </a:rPr>
              <a:t>?</a:t>
            </a:r>
          </a:p>
        </p:txBody>
      </p:sp>
      <p:cxnSp>
        <p:nvCxnSpPr>
          <p:cNvPr id="108" name="Straight Connector 107">
            <a:extLst>
              <a:ext uri="{FF2B5EF4-FFF2-40B4-BE49-F238E27FC236}">
                <a16:creationId xmlns:a16="http://schemas.microsoft.com/office/drawing/2014/main" id="{7A00F077-DAC8-454A-AF25-8030905CB6EC}"/>
              </a:ext>
            </a:extLst>
          </p:cNvPr>
          <p:cNvCxnSpPr>
            <a:cxnSpLocks/>
          </p:cNvCxnSpPr>
          <p:nvPr/>
        </p:nvCxnSpPr>
        <p:spPr>
          <a:xfrm>
            <a:off x="3325694" y="2429312"/>
            <a:ext cx="0" cy="3859518"/>
          </a:xfrm>
          <a:prstGeom prst="line">
            <a:avLst/>
          </a:prstGeom>
          <a:ln w="9525" cap="rnd">
            <a:gradFill>
              <a:gsLst>
                <a:gs pos="0">
                  <a:schemeClr val="bg1"/>
                </a:gs>
                <a:gs pos="50000">
                  <a:schemeClr val="accent5"/>
                </a:gs>
                <a:gs pos="100000">
                  <a:schemeClr val="bg1"/>
                </a:gs>
              </a:gsLst>
              <a:lin ang="5400000" scaled="1"/>
            </a:gradFill>
            <a:prstDash val="solid"/>
            <a:round/>
          </a:ln>
        </p:spPr>
        <p:style>
          <a:lnRef idx="1">
            <a:schemeClr val="accent1"/>
          </a:lnRef>
          <a:fillRef idx="0">
            <a:schemeClr val="accent1"/>
          </a:fillRef>
          <a:effectRef idx="0">
            <a:schemeClr val="accent1"/>
          </a:effectRef>
          <a:fontRef idx="minor">
            <a:schemeClr val="tx1"/>
          </a:fontRef>
        </p:style>
      </p:cxnSp>
      <p:sp>
        <p:nvSpPr>
          <p:cNvPr id="110" name="Moon 109">
            <a:extLst>
              <a:ext uri="{FF2B5EF4-FFF2-40B4-BE49-F238E27FC236}">
                <a16:creationId xmlns:a16="http://schemas.microsoft.com/office/drawing/2014/main" id="{A84AEACB-470B-432A-8088-99011FF857F4}"/>
              </a:ext>
            </a:extLst>
          </p:cNvPr>
          <p:cNvSpPr/>
          <p:nvPr/>
        </p:nvSpPr>
        <p:spPr>
          <a:xfrm rot="5400000">
            <a:off x="9286948" y="1177314"/>
            <a:ext cx="433022" cy="866044"/>
          </a:xfrm>
          <a:prstGeom prst="moon">
            <a:avLst>
              <a:gd name="adj" fmla="val 6667"/>
            </a:avLst>
          </a:prstGeom>
          <a:solidFill>
            <a:schemeClr val="tx2"/>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112" name="Oval 20">
            <a:extLst>
              <a:ext uri="{FF2B5EF4-FFF2-40B4-BE49-F238E27FC236}">
                <a16:creationId xmlns:a16="http://schemas.microsoft.com/office/drawing/2014/main" id="{D511F8FA-2459-4A7C-B80E-062882927ED5}"/>
              </a:ext>
            </a:extLst>
          </p:cNvPr>
          <p:cNvSpPr>
            <a:spLocks noChangeAspect="1" noChangeArrowheads="1"/>
          </p:cNvSpPr>
          <p:nvPr/>
        </p:nvSpPr>
        <p:spPr bwMode="auto">
          <a:xfrm>
            <a:off x="9071145" y="1371008"/>
            <a:ext cx="240348" cy="240348"/>
          </a:xfrm>
          <a:prstGeom prst="ellipse">
            <a:avLst/>
          </a:prstGeom>
          <a:solidFill>
            <a:srgbClr val="006863"/>
          </a:solidFill>
          <a:ln w="9525" cap="flat" cmpd="sng" algn="ctr">
            <a:solidFill>
              <a:srgbClr val="FFFFFF"/>
            </a:solidFill>
            <a:prstDash val="solid"/>
            <a:round/>
            <a:headEnd type="none" w="med" len="med"/>
            <a:tailEnd type="none" w="med" len="med"/>
          </a:ln>
        </p:spPr>
        <p:txBody>
          <a:bodyPr vert="horz" wrap="square" lIns="0" tIns="0" rIns="0" bIns="0" numCol="1" anchor="ctr" anchorCtr="0" compatLnSpc="1">
            <a:prstTxWarp prst="textNoShape">
              <a:avLst/>
            </a:prstTxWarp>
          </a:bodyPr>
          <a:lstStyle/>
          <a:p>
            <a:pPr algn="ctr"/>
            <a:r>
              <a:rPr lang="en-US" sz="1200" dirty="0">
                <a:solidFill>
                  <a:schemeClr val="bg1"/>
                </a:solidFill>
              </a:rPr>
              <a:t>6</a:t>
            </a:r>
          </a:p>
        </p:txBody>
      </p:sp>
      <p:grpSp>
        <p:nvGrpSpPr>
          <p:cNvPr id="140" name="bcgIcons_Simplicity ">
            <a:extLst>
              <a:ext uri="{FF2B5EF4-FFF2-40B4-BE49-F238E27FC236}">
                <a16:creationId xmlns:a16="http://schemas.microsoft.com/office/drawing/2014/main" id="{802ED092-4ECD-D57B-9D4E-31DFEBF1EBE0}"/>
              </a:ext>
            </a:extLst>
          </p:cNvPr>
          <p:cNvGrpSpPr>
            <a:grpSpLocks/>
          </p:cNvGrpSpPr>
          <p:nvPr/>
        </p:nvGrpSpPr>
        <p:grpSpPr bwMode="auto">
          <a:xfrm>
            <a:off x="9335636" y="1487756"/>
            <a:ext cx="335645" cy="335645"/>
            <a:chOff x="1682" y="0"/>
            <a:chExt cx="4316" cy="4320"/>
          </a:xfrm>
        </p:grpSpPr>
        <p:sp>
          <p:nvSpPr>
            <p:cNvPr id="141" name="AutoShape 23">
              <a:extLst>
                <a:ext uri="{FF2B5EF4-FFF2-40B4-BE49-F238E27FC236}">
                  <a16:creationId xmlns:a16="http://schemas.microsoft.com/office/drawing/2014/main" id="{DD5772AC-BFFC-D35C-0CE2-8A05680BD940}"/>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2" name="Freeform 25">
              <a:extLst>
                <a:ext uri="{FF2B5EF4-FFF2-40B4-BE49-F238E27FC236}">
                  <a16:creationId xmlns:a16="http://schemas.microsoft.com/office/drawing/2014/main" id="{0FB0E518-C3A5-8DB1-E4BC-879854A68370}"/>
                </a:ext>
              </a:extLst>
            </p:cNvPr>
            <p:cNvSpPr>
              <a:spLocks noEditPoints="1"/>
            </p:cNvSpPr>
            <p:nvPr/>
          </p:nvSpPr>
          <p:spPr bwMode="auto">
            <a:xfrm>
              <a:off x="2251" y="351"/>
              <a:ext cx="3178" cy="3615"/>
            </a:xfrm>
            <a:custGeom>
              <a:avLst/>
              <a:gdLst>
                <a:gd name="T0" fmla="*/ 1693 w 1696"/>
                <a:gd name="T1" fmla="*/ 1152 h 1928"/>
                <a:gd name="T2" fmla="*/ 1394 w 1696"/>
                <a:gd name="T3" fmla="*/ 1637 h 1928"/>
                <a:gd name="T4" fmla="*/ 865 w 1696"/>
                <a:gd name="T5" fmla="*/ 1831 h 1928"/>
                <a:gd name="T6" fmla="*/ 924 w 1696"/>
                <a:gd name="T7" fmla="*/ 1891 h 1928"/>
                <a:gd name="T8" fmla="*/ 923 w 1696"/>
                <a:gd name="T9" fmla="*/ 1922 h 1928"/>
                <a:gd name="T10" fmla="*/ 908 w 1696"/>
                <a:gd name="T11" fmla="*/ 1928 h 1928"/>
                <a:gd name="T12" fmla="*/ 892 w 1696"/>
                <a:gd name="T13" fmla="*/ 1922 h 1928"/>
                <a:gd name="T14" fmla="*/ 796 w 1696"/>
                <a:gd name="T15" fmla="*/ 1823 h 1928"/>
                <a:gd name="T16" fmla="*/ 796 w 1696"/>
                <a:gd name="T17" fmla="*/ 1791 h 1928"/>
                <a:gd name="T18" fmla="*/ 895 w 1696"/>
                <a:gd name="T19" fmla="*/ 1695 h 1928"/>
                <a:gd name="T20" fmla="*/ 926 w 1696"/>
                <a:gd name="T21" fmla="*/ 1695 h 1928"/>
                <a:gd name="T22" fmla="*/ 926 w 1696"/>
                <a:gd name="T23" fmla="*/ 1726 h 1928"/>
                <a:gd name="T24" fmla="*/ 864 w 1696"/>
                <a:gd name="T25" fmla="*/ 1787 h 1928"/>
                <a:gd name="T26" fmla="*/ 1650 w 1696"/>
                <a:gd name="T27" fmla="*/ 1143 h 1928"/>
                <a:gd name="T28" fmla="*/ 1677 w 1696"/>
                <a:gd name="T29" fmla="*/ 1126 h 1928"/>
                <a:gd name="T30" fmla="*/ 1693 w 1696"/>
                <a:gd name="T31" fmla="*/ 1152 h 1928"/>
                <a:gd name="T32" fmla="*/ 900 w 1696"/>
                <a:gd name="T33" fmla="*/ 107 h 1928"/>
                <a:gd name="T34" fmla="*/ 804 w 1696"/>
                <a:gd name="T35" fmla="*/ 8 h 1928"/>
                <a:gd name="T36" fmla="*/ 773 w 1696"/>
                <a:gd name="T37" fmla="*/ 8 h 1928"/>
                <a:gd name="T38" fmla="*/ 772 w 1696"/>
                <a:gd name="T39" fmla="*/ 39 h 1928"/>
                <a:gd name="T40" fmla="*/ 831 w 1696"/>
                <a:gd name="T41" fmla="*/ 99 h 1928"/>
                <a:gd name="T42" fmla="*/ 302 w 1696"/>
                <a:gd name="T43" fmla="*/ 293 h 1928"/>
                <a:gd name="T44" fmla="*/ 3 w 1696"/>
                <a:gd name="T45" fmla="*/ 778 h 1928"/>
                <a:gd name="T46" fmla="*/ 19 w 1696"/>
                <a:gd name="T47" fmla="*/ 804 h 1928"/>
                <a:gd name="T48" fmla="*/ 24 w 1696"/>
                <a:gd name="T49" fmla="*/ 804 h 1928"/>
                <a:gd name="T50" fmla="*/ 46 w 1696"/>
                <a:gd name="T51" fmla="*/ 787 h 1928"/>
                <a:gd name="T52" fmla="*/ 832 w 1696"/>
                <a:gd name="T53" fmla="*/ 143 h 1928"/>
                <a:gd name="T54" fmla="*/ 770 w 1696"/>
                <a:gd name="T55" fmla="*/ 204 h 1928"/>
                <a:gd name="T56" fmla="*/ 770 w 1696"/>
                <a:gd name="T57" fmla="*/ 235 h 1928"/>
                <a:gd name="T58" fmla="*/ 786 w 1696"/>
                <a:gd name="T59" fmla="*/ 241 h 1928"/>
                <a:gd name="T60" fmla="*/ 801 w 1696"/>
                <a:gd name="T61" fmla="*/ 235 h 1928"/>
                <a:gd name="T62" fmla="*/ 900 w 1696"/>
                <a:gd name="T63" fmla="*/ 139 h 1928"/>
                <a:gd name="T64" fmla="*/ 900 w 1696"/>
                <a:gd name="T65" fmla="*/ 107 h 1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96" h="1928">
                  <a:moveTo>
                    <a:pt x="1693" y="1152"/>
                  </a:moveTo>
                  <a:cubicBezTo>
                    <a:pt x="1652" y="1342"/>
                    <a:pt x="1545" y="1514"/>
                    <a:pt x="1394" y="1637"/>
                  </a:cubicBezTo>
                  <a:cubicBezTo>
                    <a:pt x="1245" y="1759"/>
                    <a:pt x="1057" y="1827"/>
                    <a:pt x="865" y="1831"/>
                  </a:cubicBezTo>
                  <a:cubicBezTo>
                    <a:pt x="924" y="1891"/>
                    <a:pt x="924" y="1891"/>
                    <a:pt x="924" y="1891"/>
                  </a:cubicBezTo>
                  <a:cubicBezTo>
                    <a:pt x="932" y="1900"/>
                    <a:pt x="932" y="1914"/>
                    <a:pt x="923" y="1922"/>
                  </a:cubicBezTo>
                  <a:cubicBezTo>
                    <a:pt x="919" y="1926"/>
                    <a:pt x="913" y="1928"/>
                    <a:pt x="908" y="1928"/>
                  </a:cubicBezTo>
                  <a:cubicBezTo>
                    <a:pt x="902" y="1928"/>
                    <a:pt x="896" y="1926"/>
                    <a:pt x="892" y="1922"/>
                  </a:cubicBezTo>
                  <a:cubicBezTo>
                    <a:pt x="796" y="1823"/>
                    <a:pt x="796" y="1823"/>
                    <a:pt x="796" y="1823"/>
                  </a:cubicBezTo>
                  <a:cubicBezTo>
                    <a:pt x="787" y="1814"/>
                    <a:pt x="787" y="1800"/>
                    <a:pt x="796" y="1791"/>
                  </a:cubicBezTo>
                  <a:cubicBezTo>
                    <a:pt x="895" y="1695"/>
                    <a:pt x="895" y="1695"/>
                    <a:pt x="895" y="1695"/>
                  </a:cubicBezTo>
                  <a:cubicBezTo>
                    <a:pt x="904" y="1686"/>
                    <a:pt x="918" y="1687"/>
                    <a:pt x="926" y="1695"/>
                  </a:cubicBezTo>
                  <a:cubicBezTo>
                    <a:pt x="935" y="1704"/>
                    <a:pt x="934" y="1718"/>
                    <a:pt x="926" y="1726"/>
                  </a:cubicBezTo>
                  <a:cubicBezTo>
                    <a:pt x="864" y="1787"/>
                    <a:pt x="864" y="1787"/>
                    <a:pt x="864" y="1787"/>
                  </a:cubicBezTo>
                  <a:cubicBezTo>
                    <a:pt x="1240" y="1779"/>
                    <a:pt x="1569" y="1511"/>
                    <a:pt x="1650" y="1143"/>
                  </a:cubicBezTo>
                  <a:cubicBezTo>
                    <a:pt x="1653" y="1131"/>
                    <a:pt x="1665" y="1124"/>
                    <a:pt x="1677" y="1126"/>
                  </a:cubicBezTo>
                  <a:cubicBezTo>
                    <a:pt x="1689" y="1129"/>
                    <a:pt x="1696" y="1141"/>
                    <a:pt x="1693" y="1152"/>
                  </a:cubicBezTo>
                  <a:close/>
                  <a:moveTo>
                    <a:pt x="900" y="107"/>
                  </a:moveTo>
                  <a:cubicBezTo>
                    <a:pt x="804" y="8"/>
                    <a:pt x="804" y="8"/>
                    <a:pt x="804" y="8"/>
                  </a:cubicBezTo>
                  <a:cubicBezTo>
                    <a:pt x="795" y="0"/>
                    <a:pt x="782" y="0"/>
                    <a:pt x="773" y="8"/>
                  </a:cubicBezTo>
                  <a:cubicBezTo>
                    <a:pt x="764" y="17"/>
                    <a:pt x="764" y="30"/>
                    <a:pt x="772" y="39"/>
                  </a:cubicBezTo>
                  <a:cubicBezTo>
                    <a:pt x="831" y="99"/>
                    <a:pt x="831" y="99"/>
                    <a:pt x="831" y="99"/>
                  </a:cubicBezTo>
                  <a:cubicBezTo>
                    <a:pt x="639" y="103"/>
                    <a:pt x="451" y="172"/>
                    <a:pt x="302" y="293"/>
                  </a:cubicBezTo>
                  <a:cubicBezTo>
                    <a:pt x="151" y="416"/>
                    <a:pt x="44" y="588"/>
                    <a:pt x="3" y="778"/>
                  </a:cubicBezTo>
                  <a:cubicBezTo>
                    <a:pt x="0" y="789"/>
                    <a:pt x="7" y="801"/>
                    <a:pt x="19" y="804"/>
                  </a:cubicBezTo>
                  <a:cubicBezTo>
                    <a:pt x="21" y="804"/>
                    <a:pt x="23" y="804"/>
                    <a:pt x="24" y="804"/>
                  </a:cubicBezTo>
                  <a:cubicBezTo>
                    <a:pt x="34" y="804"/>
                    <a:pt x="43" y="797"/>
                    <a:pt x="46" y="787"/>
                  </a:cubicBezTo>
                  <a:cubicBezTo>
                    <a:pt x="127" y="419"/>
                    <a:pt x="456" y="151"/>
                    <a:pt x="832" y="143"/>
                  </a:cubicBezTo>
                  <a:cubicBezTo>
                    <a:pt x="770" y="204"/>
                    <a:pt x="770" y="204"/>
                    <a:pt x="770" y="204"/>
                  </a:cubicBezTo>
                  <a:cubicBezTo>
                    <a:pt x="762" y="212"/>
                    <a:pt x="761" y="226"/>
                    <a:pt x="770" y="235"/>
                  </a:cubicBezTo>
                  <a:cubicBezTo>
                    <a:pt x="774" y="239"/>
                    <a:pt x="780" y="241"/>
                    <a:pt x="786" y="241"/>
                  </a:cubicBezTo>
                  <a:cubicBezTo>
                    <a:pt x="791" y="241"/>
                    <a:pt x="797" y="239"/>
                    <a:pt x="801" y="235"/>
                  </a:cubicBezTo>
                  <a:cubicBezTo>
                    <a:pt x="900" y="139"/>
                    <a:pt x="900" y="139"/>
                    <a:pt x="900" y="139"/>
                  </a:cubicBezTo>
                  <a:cubicBezTo>
                    <a:pt x="909" y="130"/>
                    <a:pt x="909" y="116"/>
                    <a:pt x="900" y="10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3" name="Freeform 26">
              <a:extLst>
                <a:ext uri="{FF2B5EF4-FFF2-40B4-BE49-F238E27FC236}">
                  <a16:creationId xmlns:a16="http://schemas.microsoft.com/office/drawing/2014/main" id="{213876B3-BC45-9A07-F67E-59F0E540D5DE}"/>
                </a:ext>
              </a:extLst>
            </p:cNvPr>
            <p:cNvSpPr>
              <a:spLocks noEditPoints="1"/>
            </p:cNvSpPr>
            <p:nvPr/>
          </p:nvSpPr>
          <p:spPr bwMode="auto">
            <a:xfrm>
              <a:off x="2032" y="570"/>
              <a:ext cx="3616" cy="3176"/>
            </a:xfrm>
            <a:custGeom>
              <a:avLst/>
              <a:gdLst>
                <a:gd name="T0" fmla="*/ 1922 w 1930"/>
                <a:gd name="T1" fmla="*/ 804 h 1694"/>
                <a:gd name="T2" fmla="*/ 1823 w 1930"/>
                <a:gd name="T3" fmla="*/ 900 h 1694"/>
                <a:gd name="T4" fmla="*/ 1807 w 1930"/>
                <a:gd name="T5" fmla="*/ 907 h 1694"/>
                <a:gd name="T6" fmla="*/ 1791 w 1930"/>
                <a:gd name="T7" fmla="*/ 900 h 1694"/>
                <a:gd name="T8" fmla="*/ 1695 w 1930"/>
                <a:gd name="T9" fmla="*/ 801 h 1694"/>
                <a:gd name="T10" fmla="*/ 1695 w 1930"/>
                <a:gd name="T11" fmla="*/ 770 h 1694"/>
                <a:gd name="T12" fmla="*/ 1726 w 1930"/>
                <a:gd name="T13" fmla="*/ 770 h 1694"/>
                <a:gd name="T14" fmla="*/ 1787 w 1930"/>
                <a:gd name="T15" fmla="*/ 832 h 1694"/>
                <a:gd name="T16" fmla="*/ 1143 w 1930"/>
                <a:gd name="T17" fmla="*/ 46 h 1694"/>
                <a:gd name="T18" fmla="*/ 1126 w 1930"/>
                <a:gd name="T19" fmla="*/ 19 h 1694"/>
                <a:gd name="T20" fmla="*/ 1152 w 1930"/>
                <a:gd name="T21" fmla="*/ 3 h 1694"/>
                <a:gd name="T22" fmla="*/ 1637 w 1930"/>
                <a:gd name="T23" fmla="*/ 302 h 1694"/>
                <a:gd name="T24" fmla="*/ 1831 w 1930"/>
                <a:gd name="T25" fmla="*/ 831 h 1694"/>
                <a:gd name="T26" fmla="*/ 1891 w 1930"/>
                <a:gd name="T27" fmla="*/ 772 h 1694"/>
                <a:gd name="T28" fmla="*/ 1922 w 1930"/>
                <a:gd name="T29" fmla="*/ 773 h 1694"/>
                <a:gd name="T30" fmla="*/ 1922 w 1930"/>
                <a:gd name="T31" fmla="*/ 804 h 1694"/>
                <a:gd name="T32" fmla="*/ 787 w 1930"/>
                <a:gd name="T33" fmla="*/ 1651 h 1694"/>
                <a:gd name="T34" fmla="*/ 143 w 1930"/>
                <a:gd name="T35" fmla="*/ 864 h 1694"/>
                <a:gd name="T36" fmla="*/ 204 w 1930"/>
                <a:gd name="T37" fmla="*/ 926 h 1694"/>
                <a:gd name="T38" fmla="*/ 219 w 1930"/>
                <a:gd name="T39" fmla="*/ 932 h 1694"/>
                <a:gd name="T40" fmla="*/ 235 w 1930"/>
                <a:gd name="T41" fmla="*/ 926 h 1694"/>
                <a:gd name="T42" fmla="*/ 235 w 1930"/>
                <a:gd name="T43" fmla="*/ 895 h 1694"/>
                <a:gd name="T44" fmla="*/ 139 w 1930"/>
                <a:gd name="T45" fmla="*/ 796 h 1694"/>
                <a:gd name="T46" fmla="*/ 107 w 1930"/>
                <a:gd name="T47" fmla="*/ 796 h 1694"/>
                <a:gd name="T48" fmla="*/ 8 w 1930"/>
                <a:gd name="T49" fmla="*/ 892 h 1694"/>
                <a:gd name="T50" fmla="*/ 8 w 1930"/>
                <a:gd name="T51" fmla="*/ 923 h 1694"/>
                <a:gd name="T52" fmla="*/ 39 w 1930"/>
                <a:gd name="T53" fmla="*/ 924 h 1694"/>
                <a:gd name="T54" fmla="*/ 99 w 1930"/>
                <a:gd name="T55" fmla="*/ 865 h 1694"/>
                <a:gd name="T56" fmla="*/ 293 w 1930"/>
                <a:gd name="T57" fmla="*/ 1394 h 1694"/>
                <a:gd name="T58" fmla="*/ 778 w 1930"/>
                <a:gd name="T59" fmla="*/ 1693 h 1694"/>
                <a:gd name="T60" fmla="*/ 782 w 1930"/>
                <a:gd name="T61" fmla="*/ 1694 h 1694"/>
                <a:gd name="T62" fmla="*/ 804 w 1930"/>
                <a:gd name="T63" fmla="*/ 1677 h 1694"/>
                <a:gd name="T64" fmla="*/ 787 w 1930"/>
                <a:gd name="T65" fmla="*/ 1651 h 1694"/>
                <a:gd name="T66" fmla="*/ 1473 w 1930"/>
                <a:gd name="T67" fmla="*/ 848 h 1694"/>
                <a:gd name="T68" fmla="*/ 965 w 1930"/>
                <a:gd name="T69" fmla="*/ 1356 h 1694"/>
                <a:gd name="T70" fmla="*/ 457 w 1930"/>
                <a:gd name="T71" fmla="*/ 848 h 1694"/>
                <a:gd name="T72" fmla="*/ 965 w 1930"/>
                <a:gd name="T73" fmla="*/ 340 h 1694"/>
                <a:gd name="T74" fmla="*/ 1473 w 1930"/>
                <a:gd name="T75" fmla="*/ 848 h 1694"/>
                <a:gd name="T76" fmla="*/ 1290 w 1930"/>
                <a:gd name="T77" fmla="*/ 639 h 1694"/>
                <a:gd name="T78" fmla="*/ 1259 w 1930"/>
                <a:gd name="T79" fmla="*/ 640 h 1694"/>
                <a:gd name="T80" fmla="*/ 921 w 1930"/>
                <a:gd name="T81" fmla="*/ 988 h 1694"/>
                <a:gd name="T82" fmla="*/ 735 w 1930"/>
                <a:gd name="T83" fmla="*/ 819 h 1694"/>
                <a:gd name="T84" fmla="*/ 704 w 1930"/>
                <a:gd name="T85" fmla="*/ 820 h 1694"/>
                <a:gd name="T86" fmla="*/ 705 w 1930"/>
                <a:gd name="T87" fmla="*/ 851 h 1694"/>
                <a:gd name="T88" fmla="*/ 907 w 1930"/>
                <a:gd name="T89" fmla="*/ 1035 h 1694"/>
                <a:gd name="T90" fmla="*/ 922 w 1930"/>
                <a:gd name="T91" fmla="*/ 1041 h 1694"/>
                <a:gd name="T92" fmla="*/ 937 w 1930"/>
                <a:gd name="T93" fmla="*/ 1034 h 1694"/>
                <a:gd name="T94" fmla="*/ 1290 w 1930"/>
                <a:gd name="T95" fmla="*/ 671 h 1694"/>
                <a:gd name="T96" fmla="*/ 1290 w 1930"/>
                <a:gd name="T97" fmla="*/ 639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30" h="1694">
                  <a:moveTo>
                    <a:pt x="1922" y="804"/>
                  </a:moveTo>
                  <a:cubicBezTo>
                    <a:pt x="1823" y="900"/>
                    <a:pt x="1823" y="900"/>
                    <a:pt x="1823" y="900"/>
                  </a:cubicBezTo>
                  <a:cubicBezTo>
                    <a:pt x="1818" y="905"/>
                    <a:pt x="1813" y="907"/>
                    <a:pt x="1807" y="907"/>
                  </a:cubicBezTo>
                  <a:cubicBezTo>
                    <a:pt x="1801" y="907"/>
                    <a:pt x="1796" y="904"/>
                    <a:pt x="1791" y="900"/>
                  </a:cubicBezTo>
                  <a:cubicBezTo>
                    <a:pt x="1695" y="801"/>
                    <a:pt x="1695" y="801"/>
                    <a:pt x="1695" y="801"/>
                  </a:cubicBezTo>
                  <a:cubicBezTo>
                    <a:pt x="1686" y="792"/>
                    <a:pt x="1687" y="778"/>
                    <a:pt x="1695" y="770"/>
                  </a:cubicBezTo>
                  <a:cubicBezTo>
                    <a:pt x="1704" y="761"/>
                    <a:pt x="1718" y="762"/>
                    <a:pt x="1726" y="770"/>
                  </a:cubicBezTo>
                  <a:cubicBezTo>
                    <a:pt x="1787" y="832"/>
                    <a:pt x="1787" y="832"/>
                    <a:pt x="1787" y="832"/>
                  </a:cubicBezTo>
                  <a:cubicBezTo>
                    <a:pt x="1779" y="456"/>
                    <a:pt x="1511" y="127"/>
                    <a:pt x="1143" y="46"/>
                  </a:cubicBezTo>
                  <a:cubicBezTo>
                    <a:pt x="1131" y="43"/>
                    <a:pt x="1124" y="31"/>
                    <a:pt x="1126" y="19"/>
                  </a:cubicBezTo>
                  <a:cubicBezTo>
                    <a:pt x="1129" y="8"/>
                    <a:pt x="1141" y="0"/>
                    <a:pt x="1152" y="3"/>
                  </a:cubicBezTo>
                  <a:cubicBezTo>
                    <a:pt x="1342" y="44"/>
                    <a:pt x="1514" y="151"/>
                    <a:pt x="1637" y="302"/>
                  </a:cubicBezTo>
                  <a:cubicBezTo>
                    <a:pt x="1759" y="451"/>
                    <a:pt x="1827" y="639"/>
                    <a:pt x="1831" y="831"/>
                  </a:cubicBezTo>
                  <a:cubicBezTo>
                    <a:pt x="1891" y="772"/>
                    <a:pt x="1891" y="772"/>
                    <a:pt x="1891" y="772"/>
                  </a:cubicBezTo>
                  <a:cubicBezTo>
                    <a:pt x="1900" y="764"/>
                    <a:pt x="1914" y="764"/>
                    <a:pt x="1922" y="773"/>
                  </a:cubicBezTo>
                  <a:cubicBezTo>
                    <a:pt x="1930" y="781"/>
                    <a:pt x="1930" y="795"/>
                    <a:pt x="1922" y="804"/>
                  </a:cubicBezTo>
                  <a:close/>
                  <a:moveTo>
                    <a:pt x="787" y="1651"/>
                  </a:moveTo>
                  <a:cubicBezTo>
                    <a:pt x="419" y="1569"/>
                    <a:pt x="151" y="1240"/>
                    <a:pt x="143" y="864"/>
                  </a:cubicBezTo>
                  <a:cubicBezTo>
                    <a:pt x="204" y="926"/>
                    <a:pt x="204" y="926"/>
                    <a:pt x="204" y="926"/>
                  </a:cubicBezTo>
                  <a:cubicBezTo>
                    <a:pt x="208" y="930"/>
                    <a:pt x="214" y="932"/>
                    <a:pt x="219" y="932"/>
                  </a:cubicBezTo>
                  <a:cubicBezTo>
                    <a:pt x="225" y="932"/>
                    <a:pt x="230" y="930"/>
                    <a:pt x="235" y="926"/>
                  </a:cubicBezTo>
                  <a:cubicBezTo>
                    <a:pt x="243" y="918"/>
                    <a:pt x="244" y="904"/>
                    <a:pt x="235" y="895"/>
                  </a:cubicBezTo>
                  <a:cubicBezTo>
                    <a:pt x="139" y="796"/>
                    <a:pt x="139" y="796"/>
                    <a:pt x="139" y="796"/>
                  </a:cubicBezTo>
                  <a:cubicBezTo>
                    <a:pt x="130" y="787"/>
                    <a:pt x="116" y="787"/>
                    <a:pt x="107" y="796"/>
                  </a:cubicBezTo>
                  <a:cubicBezTo>
                    <a:pt x="8" y="892"/>
                    <a:pt x="8" y="892"/>
                    <a:pt x="8" y="892"/>
                  </a:cubicBezTo>
                  <a:cubicBezTo>
                    <a:pt x="0" y="901"/>
                    <a:pt x="0" y="915"/>
                    <a:pt x="8" y="923"/>
                  </a:cubicBezTo>
                  <a:cubicBezTo>
                    <a:pt x="16" y="932"/>
                    <a:pt x="30" y="932"/>
                    <a:pt x="39" y="924"/>
                  </a:cubicBezTo>
                  <a:cubicBezTo>
                    <a:pt x="99" y="865"/>
                    <a:pt x="99" y="865"/>
                    <a:pt x="99" y="865"/>
                  </a:cubicBezTo>
                  <a:cubicBezTo>
                    <a:pt x="103" y="1057"/>
                    <a:pt x="172" y="1245"/>
                    <a:pt x="293" y="1394"/>
                  </a:cubicBezTo>
                  <a:cubicBezTo>
                    <a:pt x="416" y="1545"/>
                    <a:pt x="588" y="1652"/>
                    <a:pt x="778" y="1693"/>
                  </a:cubicBezTo>
                  <a:cubicBezTo>
                    <a:pt x="779" y="1694"/>
                    <a:pt x="781" y="1694"/>
                    <a:pt x="782" y="1694"/>
                  </a:cubicBezTo>
                  <a:cubicBezTo>
                    <a:pt x="792" y="1694"/>
                    <a:pt x="802" y="1687"/>
                    <a:pt x="804" y="1677"/>
                  </a:cubicBezTo>
                  <a:cubicBezTo>
                    <a:pt x="806" y="1665"/>
                    <a:pt x="799" y="1653"/>
                    <a:pt x="787" y="1651"/>
                  </a:cubicBezTo>
                  <a:close/>
                  <a:moveTo>
                    <a:pt x="1473" y="848"/>
                  </a:moveTo>
                  <a:cubicBezTo>
                    <a:pt x="1473" y="1129"/>
                    <a:pt x="1246" y="1356"/>
                    <a:pt x="965" y="1356"/>
                  </a:cubicBezTo>
                  <a:cubicBezTo>
                    <a:pt x="684" y="1356"/>
                    <a:pt x="457" y="1129"/>
                    <a:pt x="457" y="848"/>
                  </a:cubicBezTo>
                  <a:cubicBezTo>
                    <a:pt x="457" y="567"/>
                    <a:pt x="684" y="340"/>
                    <a:pt x="965" y="340"/>
                  </a:cubicBezTo>
                  <a:cubicBezTo>
                    <a:pt x="1246" y="340"/>
                    <a:pt x="1473" y="567"/>
                    <a:pt x="1473" y="848"/>
                  </a:cubicBezTo>
                  <a:close/>
                  <a:moveTo>
                    <a:pt x="1290" y="639"/>
                  </a:moveTo>
                  <a:cubicBezTo>
                    <a:pt x="1281" y="631"/>
                    <a:pt x="1267" y="631"/>
                    <a:pt x="1259" y="640"/>
                  </a:cubicBezTo>
                  <a:cubicBezTo>
                    <a:pt x="921" y="988"/>
                    <a:pt x="921" y="988"/>
                    <a:pt x="921" y="988"/>
                  </a:cubicBezTo>
                  <a:cubicBezTo>
                    <a:pt x="735" y="819"/>
                    <a:pt x="735" y="819"/>
                    <a:pt x="735" y="819"/>
                  </a:cubicBezTo>
                  <a:cubicBezTo>
                    <a:pt x="726" y="810"/>
                    <a:pt x="712" y="811"/>
                    <a:pt x="704" y="820"/>
                  </a:cubicBezTo>
                  <a:cubicBezTo>
                    <a:pt x="696" y="829"/>
                    <a:pt x="696" y="843"/>
                    <a:pt x="705" y="851"/>
                  </a:cubicBezTo>
                  <a:cubicBezTo>
                    <a:pt x="907" y="1035"/>
                    <a:pt x="907" y="1035"/>
                    <a:pt x="907" y="1035"/>
                  </a:cubicBezTo>
                  <a:cubicBezTo>
                    <a:pt x="911" y="1039"/>
                    <a:pt x="916" y="1041"/>
                    <a:pt x="922" y="1041"/>
                  </a:cubicBezTo>
                  <a:cubicBezTo>
                    <a:pt x="927" y="1041"/>
                    <a:pt x="933" y="1039"/>
                    <a:pt x="937" y="1034"/>
                  </a:cubicBezTo>
                  <a:cubicBezTo>
                    <a:pt x="1290" y="671"/>
                    <a:pt x="1290" y="671"/>
                    <a:pt x="1290" y="671"/>
                  </a:cubicBezTo>
                  <a:cubicBezTo>
                    <a:pt x="1299" y="662"/>
                    <a:pt x="1299" y="648"/>
                    <a:pt x="1290" y="63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19" name="Moon 118">
            <a:extLst>
              <a:ext uri="{FF2B5EF4-FFF2-40B4-BE49-F238E27FC236}">
                <a16:creationId xmlns:a16="http://schemas.microsoft.com/office/drawing/2014/main" id="{0329DD71-DBB8-4DD8-B2BD-5046AA51F5DA}"/>
              </a:ext>
            </a:extLst>
          </p:cNvPr>
          <p:cNvSpPr/>
          <p:nvPr/>
        </p:nvSpPr>
        <p:spPr>
          <a:xfrm rot="5400000">
            <a:off x="7914564" y="1177314"/>
            <a:ext cx="433022" cy="866044"/>
          </a:xfrm>
          <a:prstGeom prst="moon">
            <a:avLst>
              <a:gd name="adj" fmla="val 6667"/>
            </a:avLst>
          </a:prstGeom>
          <a:solidFill>
            <a:schemeClr val="tx2"/>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136" name="Oval 20">
            <a:extLst>
              <a:ext uri="{FF2B5EF4-FFF2-40B4-BE49-F238E27FC236}">
                <a16:creationId xmlns:a16="http://schemas.microsoft.com/office/drawing/2014/main" id="{63CDC762-6BC4-41BE-B989-15773631A337}"/>
              </a:ext>
            </a:extLst>
          </p:cNvPr>
          <p:cNvSpPr>
            <a:spLocks noChangeAspect="1" noChangeArrowheads="1"/>
          </p:cNvSpPr>
          <p:nvPr/>
        </p:nvSpPr>
        <p:spPr bwMode="auto">
          <a:xfrm>
            <a:off x="7698761" y="1371008"/>
            <a:ext cx="240348" cy="240348"/>
          </a:xfrm>
          <a:prstGeom prst="ellipse">
            <a:avLst/>
          </a:prstGeom>
          <a:solidFill>
            <a:srgbClr val="006863"/>
          </a:solidFill>
          <a:ln w="9525" cap="flat" cmpd="sng" algn="ctr">
            <a:solidFill>
              <a:srgbClr val="FFFFFF"/>
            </a:solidFill>
            <a:prstDash val="solid"/>
            <a:round/>
            <a:headEnd type="none" w="med" len="med"/>
            <a:tailEnd type="none" w="med" len="med"/>
          </a:ln>
        </p:spPr>
        <p:txBody>
          <a:bodyPr vert="horz" wrap="square" lIns="0" tIns="0" rIns="0" bIns="0" numCol="1" anchor="ctr" anchorCtr="0" compatLnSpc="1">
            <a:prstTxWarp prst="textNoShape">
              <a:avLst/>
            </a:prstTxWarp>
          </a:bodyPr>
          <a:lstStyle/>
          <a:p>
            <a:pPr algn="ctr"/>
            <a:r>
              <a:rPr lang="en-US" sz="1200" dirty="0">
                <a:solidFill>
                  <a:schemeClr val="bg1"/>
                </a:solidFill>
              </a:rPr>
              <a:t>5</a:t>
            </a:r>
          </a:p>
        </p:txBody>
      </p:sp>
      <p:grpSp>
        <p:nvGrpSpPr>
          <p:cNvPr id="100" name="bcgIcons_Financial Statement">
            <a:extLst>
              <a:ext uri="{FF2B5EF4-FFF2-40B4-BE49-F238E27FC236}">
                <a16:creationId xmlns:a16="http://schemas.microsoft.com/office/drawing/2014/main" id="{CF79C530-9AC0-E7ED-98B8-0AD3F276F0D5}"/>
              </a:ext>
            </a:extLst>
          </p:cNvPr>
          <p:cNvGrpSpPr>
            <a:grpSpLocks/>
          </p:cNvGrpSpPr>
          <p:nvPr/>
        </p:nvGrpSpPr>
        <p:grpSpPr>
          <a:xfrm>
            <a:off x="7963253" y="1487756"/>
            <a:ext cx="335645" cy="335645"/>
            <a:chOff x="5273675" y="2606675"/>
            <a:chExt cx="1644650" cy="1644650"/>
          </a:xfrm>
        </p:grpSpPr>
        <p:sp>
          <p:nvSpPr>
            <p:cNvPr id="101" name="AutoShape 22">
              <a:extLst>
                <a:ext uri="{FF2B5EF4-FFF2-40B4-BE49-F238E27FC236}">
                  <a16:creationId xmlns:a16="http://schemas.microsoft.com/office/drawing/2014/main" id="{F30B17A2-04F0-8CFE-CE62-E4B95AC56F61}"/>
                </a:ext>
              </a:extLst>
            </p:cNvPr>
            <p:cNvSpPr>
              <a:spLocks noChangeAspect="1" noChangeArrowheads="1" noTextEdi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102" name="Group 101">
              <a:extLst>
                <a:ext uri="{FF2B5EF4-FFF2-40B4-BE49-F238E27FC236}">
                  <a16:creationId xmlns:a16="http://schemas.microsoft.com/office/drawing/2014/main" id="{09016157-678F-EB02-88AF-4D1351620458}"/>
                </a:ext>
              </a:extLst>
            </p:cNvPr>
            <p:cNvGrpSpPr/>
            <p:nvPr/>
          </p:nvGrpSpPr>
          <p:grpSpPr>
            <a:xfrm>
              <a:off x="5646738" y="2890838"/>
              <a:ext cx="895350" cy="1190625"/>
              <a:chOff x="5646738" y="2890838"/>
              <a:chExt cx="895350" cy="1190625"/>
            </a:xfrm>
          </p:grpSpPr>
          <p:sp>
            <p:nvSpPr>
              <p:cNvPr id="103" name="Freeform 5">
                <a:extLst>
                  <a:ext uri="{FF2B5EF4-FFF2-40B4-BE49-F238E27FC236}">
                    <a16:creationId xmlns:a16="http://schemas.microsoft.com/office/drawing/2014/main" id="{6DE25019-AC5D-0DEA-B9A6-F5CD041463D8}"/>
                  </a:ext>
                </a:extLst>
              </p:cNvPr>
              <p:cNvSpPr>
                <a:spLocks/>
              </p:cNvSpPr>
              <p:nvPr/>
            </p:nvSpPr>
            <p:spPr bwMode="auto">
              <a:xfrm>
                <a:off x="5646738" y="2890838"/>
                <a:ext cx="895350" cy="1190625"/>
              </a:xfrm>
              <a:custGeom>
                <a:avLst/>
                <a:gdLst>
                  <a:gd name="connsiteX0" fmla="*/ 415018 w 895350"/>
                  <a:gd name="connsiteY0" fmla="*/ 361950 h 1190625"/>
                  <a:gd name="connsiteX1" fmla="*/ 473943 w 895350"/>
                  <a:gd name="connsiteY1" fmla="*/ 361950 h 1190625"/>
                  <a:gd name="connsiteX2" fmla="*/ 473943 w 895350"/>
                  <a:gd name="connsiteY2" fmla="*/ 363380 h 1190625"/>
                  <a:gd name="connsiteX3" fmla="*/ 473943 w 895350"/>
                  <a:gd name="connsiteY3" fmla="*/ 406263 h 1190625"/>
                  <a:gd name="connsiteX4" fmla="*/ 512280 w 895350"/>
                  <a:gd name="connsiteY4" fmla="*/ 414125 h 1190625"/>
                  <a:gd name="connsiteX5" fmla="*/ 544227 w 895350"/>
                  <a:gd name="connsiteY5" fmla="*/ 429848 h 1190625"/>
                  <a:gd name="connsiteX6" fmla="*/ 538547 w 895350"/>
                  <a:gd name="connsiteY6" fmla="*/ 445572 h 1190625"/>
                  <a:gd name="connsiteX7" fmla="*/ 527188 w 895350"/>
                  <a:gd name="connsiteY7" fmla="*/ 478449 h 1190625"/>
                  <a:gd name="connsiteX8" fmla="*/ 523639 w 895350"/>
                  <a:gd name="connsiteY8" fmla="*/ 488455 h 1190625"/>
                  <a:gd name="connsiteX9" fmla="*/ 510150 w 895350"/>
                  <a:gd name="connsiteY9" fmla="*/ 479879 h 1190625"/>
                  <a:gd name="connsiteX10" fmla="*/ 449095 w 895350"/>
                  <a:gd name="connsiteY10" fmla="*/ 463440 h 1190625"/>
                  <a:gd name="connsiteX11" fmla="*/ 413598 w 895350"/>
                  <a:gd name="connsiteY11" fmla="*/ 475590 h 1190625"/>
                  <a:gd name="connsiteX12" fmla="*/ 400819 w 895350"/>
                  <a:gd name="connsiteY12" fmla="*/ 507038 h 1190625"/>
                  <a:gd name="connsiteX13" fmla="*/ 412178 w 895350"/>
                  <a:gd name="connsiteY13" fmla="*/ 533483 h 1190625"/>
                  <a:gd name="connsiteX14" fmla="*/ 451935 w 895350"/>
                  <a:gd name="connsiteY14" fmla="*/ 564930 h 1190625"/>
                  <a:gd name="connsiteX15" fmla="*/ 472523 w 895350"/>
                  <a:gd name="connsiteY15" fmla="*/ 576366 h 1190625"/>
                  <a:gd name="connsiteX16" fmla="*/ 508730 w 895350"/>
                  <a:gd name="connsiteY16" fmla="*/ 596378 h 1190625"/>
                  <a:gd name="connsiteX17" fmla="*/ 526478 w 895350"/>
                  <a:gd name="connsiteY17" fmla="*/ 610672 h 1190625"/>
                  <a:gd name="connsiteX18" fmla="*/ 539257 w 895350"/>
                  <a:gd name="connsiteY18" fmla="*/ 624967 h 1190625"/>
                  <a:gd name="connsiteX19" fmla="*/ 552036 w 895350"/>
                  <a:gd name="connsiteY19" fmla="*/ 648552 h 1190625"/>
                  <a:gd name="connsiteX20" fmla="*/ 554166 w 895350"/>
                  <a:gd name="connsiteY20" fmla="*/ 653555 h 1190625"/>
                  <a:gd name="connsiteX21" fmla="*/ 561265 w 895350"/>
                  <a:gd name="connsiteY21" fmla="*/ 685003 h 1190625"/>
                  <a:gd name="connsiteX22" fmla="*/ 561975 w 895350"/>
                  <a:gd name="connsiteY22" fmla="*/ 695009 h 1190625"/>
                  <a:gd name="connsiteX23" fmla="*/ 560555 w 895350"/>
                  <a:gd name="connsiteY23" fmla="*/ 709303 h 1190625"/>
                  <a:gd name="connsiteX24" fmla="*/ 550616 w 895350"/>
                  <a:gd name="connsiteY24" fmla="*/ 740751 h 1190625"/>
                  <a:gd name="connsiteX25" fmla="*/ 538547 w 895350"/>
                  <a:gd name="connsiteY25" fmla="*/ 758619 h 1190625"/>
                  <a:gd name="connsiteX26" fmla="*/ 522219 w 895350"/>
                  <a:gd name="connsiteY26" fmla="*/ 772913 h 1190625"/>
                  <a:gd name="connsiteX27" fmla="*/ 473943 w 895350"/>
                  <a:gd name="connsiteY27" fmla="*/ 795784 h 1190625"/>
                  <a:gd name="connsiteX28" fmla="*/ 473943 w 895350"/>
                  <a:gd name="connsiteY28" fmla="*/ 804361 h 1190625"/>
                  <a:gd name="connsiteX29" fmla="*/ 473943 w 895350"/>
                  <a:gd name="connsiteY29" fmla="*/ 855821 h 1190625"/>
                  <a:gd name="connsiteX30" fmla="*/ 473943 w 895350"/>
                  <a:gd name="connsiteY30" fmla="*/ 857250 h 1190625"/>
                  <a:gd name="connsiteX31" fmla="*/ 415018 w 895350"/>
                  <a:gd name="connsiteY31" fmla="*/ 857250 h 1190625"/>
                  <a:gd name="connsiteX32" fmla="*/ 415018 w 895350"/>
                  <a:gd name="connsiteY32" fmla="*/ 855821 h 1190625"/>
                  <a:gd name="connsiteX33" fmla="*/ 415018 w 895350"/>
                  <a:gd name="connsiteY33" fmla="*/ 804361 h 1190625"/>
                  <a:gd name="connsiteX34" fmla="*/ 415018 w 895350"/>
                  <a:gd name="connsiteY34" fmla="*/ 800073 h 1190625"/>
                  <a:gd name="connsiteX35" fmla="*/ 333375 w 895350"/>
                  <a:gd name="connsiteY35" fmla="*/ 773628 h 1190625"/>
                  <a:gd name="connsiteX36" fmla="*/ 333375 w 895350"/>
                  <a:gd name="connsiteY36" fmla="*/ 772913 h 1190625"/>
                  <a:gd name="connsiteX37" fmla="*/ 346864 w 895350"/>
                  <a:gd name="connsiteY37" fmla="*/ 740751 h 1190625"/>
                  <a:gd name="connsiteX38" fmla="*/ 358223 w 895350"/>
                  <a:gd name="connsiteY38" fmla="*/ 712877 h 1190625"/>
                  <a:gd name="connsiteX39" fmla="*/ 391590 w 895350"/>
                  <a:gd name="connsiteY39" fmla="*/ 731460 h 1190625"/>
                  <a:gd name="connsiteX40" fmla="*/ 435606 w 895350"/>
                  <a:gd name="connsiteY40" fmla="*/ 740751 h 1190625"/>
                  <a:gd name="connsiteX41" fmla="*/ 495241 w 895350"/>
                  <a:gd name="connsiteY41" fmla="*/ 698583 h 1190625"/>
                  <a:gd name="connsiteX42" fmla="*/ 493821 w 895350"/>
                  <a:gd name="connsiteY42" fmla="*/ 685003 h 1190625"/>
                  <a:gd name="connsiteX43" fmla="*/ 480332 w 895350"/>
                  <a:gd name="connsiteY43" fmla="*/ 660703 h 1190625"/>
                  <a:gd name="connsiteX44" fmla="*/ 473233 w 895350"/>
                  <a:gd name="connsiteY44" fmla="*/ 653555 h 1190625"/>
                  <a:gd name="connsiteX45" fmla="*/ 422827 w 895350"/>
                  <a:gd name="connsiteY45" fmla="*/ 622108 h 1190625"/>
                  <a:gd name="connsiteX46" fmla="*/ 392300 w 895350"/>
                  <a:gd name="connsiteY46" fmla="*/ 604240 h 1190625"/>
                  <a:gd name="connsiteX47" fmla="*/ 375972 w 895350"/>
                  <a:gd name="connsiteY47" fmla="*/ 593519 h 1190625"/>
                  <a:gd name="connsiteX48" fmla="*/ 366032 w 895350"/>
                  <a:gd name="connsiteY48" fmla="*/ 585657 h 1190625"/>
                  <a:gd name="connsiteX49" fmla="*/ 348284 w 895350"/>
                  <a:gd name="connsiteY49" fmla="*/ 564930 h 1190625"/>
                  <a:gd name="connsiteX50" fmla="*/ 341895 w 895350"/>
                  <a:gd name="connsiteY50" fmla="*/ 551351 h 1190625"/>
                  <a:gd name="connsiteX51" fmla="*/ 336215 w 895350"/>
                  <a:gd name="connsiteY51" fmla="*/ 533483 h 1190625"/>
                  <a:gd name="connsiteX52" fmla="*/ 333375 w 895350"/>
                  <a:gd name="connsiteY52" fmla="*/ 509182 h 1190625"/>
                  <a:gd name="connsiteX53" fmla="*/ 333375 w 895350"/>
                  <a:gd name="connsiteY53" fmla="*/ 508467 h 1190625"/>
                  <a:gd name="connsiteX54" fmla="*/ 338345 w 895350"/>
                  <a:gd name="connsiteY54" fmla="*/ 478449 h 1190625"/>
                  <a:gd name="connsiteX55" fmla="*/ 356093 w 895350"/>
                  <a:gd name="connsiteY55" fmla="*/ 445572 h 1190625"/>
                  <a:gd name="connsiteX56" fmla="*/ 356803 w 895350"/>
                  <a:gd name="connsiteY56" fmla="*/ 444857 h 1190625"/>
                  <a:gd name="connsiteX57" fmla="*/ 399399 w 895350"/>
                  <a:gd name="connsiteY57" fmla="*/ 414125 h 1190625"/>
                  <a:gd name="connsiteX58" fmla="*/ 415018 w 895350"/>
                  <a:gd name="connsiteY58" fmla="*/ 409122 h 1190625"/>
                  <a:gd name="connsiteX59" fmla="*/ 415018 w 895350"/>
                  <a:gd name="connsiteY59" fmla="*/ 363380 h 1190625"/>
                  <a:gd name="connsiteX60" fmla="*/ 415018 w 895350"/>
                  <a:gd name="connsiteY60" fmla="*/ 361950 h 1190625"/>
                  <a:gd name="connsiteX61" fmla="*/ 30162 w 895350"/>
                  <a:gd name="connsiteY61" fmla="*/ 31750 h 1190625"/>
                  <a:gd name="connsiteX62" fmla="*/ 30162 w 895350"/>
                  <a:gd name="connsiteY62" fmla="*/ 1158875 h 1190625"/>
                  <a:gd name="connsiteX63" fmla="*/ 865187 w 895350"/>
                  <a:gd name="connsiteY63" fmla="*/ 1158875 h 1190625"/>
                  <a:gd name="connsiteX64" fmla="*/ 865187 w 895350"/>
                  <a:gd name="connsiteY64" fmla="*/ 31750 h 1190625"/>
                  <a:gd name="connsiteX65" fmla="*/ 30162 w 895350"/>
                  <a:gd name="connsiteY65" fmla="*/ 31750 h 1190625"/>
                  <a:gd name="connsiteX66" fmla="*/ 15683 w 895350"/>
                  <a:gd name="connsiteY66" fmla="*/ 0 h 1190625"/>
                  <a:gd name="connsiteX67" fmla="*/ 879667 w 895350"/>
                  <a:gd name="connsiteY67" fmla="*/ 0 h 1190625"/>
                  <a:gd name="connsiteX68" fmla="*/ 895350 w 895350"/>
                  <a:gd name="connsiteY68" fmla="*/ 15704 h 1190625"/>
                  <a:gd name="connsiteX69" fmla="*/ 895350 w 895350"/>
                  <a:gd name="connsiteY69" fmla="*/ 1174922 h 1190625"/>
                  <a:gd name="connsiteX70" fmla="*/ 879667 w 895350"/>
                  <a:gd name="connsiteY70" fmla="*/ 1190625 h 1190625"/>
                  <a:gd name="connsiteX71" fmla="*/ 15683 w 895350"/>
                  <a:gd name="connsiteY71" fmla="*/ 1190625 h 1190625"/>
                  <a:gd name="connsiteX72" fmla="*/ 0 w 895350"/>
                  <a:gd name="connsiteY72" fmla="*/ 1174922 h 1190625"/>
                  <a:gd name="connsiteX73" fmla="*/ 0 w 895350"/>
                  <a:gd name="connsiteY73" fmla="*/ 15704 h 1190625"/>
                  <a:gd name="connsiteX74" fmla="*/ 15683 w 895350"/>
                  <a:gd name="connsiteY74" fmla="*/ 0 h 119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895350" h="1190625">
                    <a:moveTo>
                      <a:pt x="415018" y="361950"/>
                    </a:moveTo>
                    <a:cubicBezTo>
                      <a:pt x="415018" y="361950"/>
                      <a:pt x="415018" y="361950"/>
                      <a:pt x="473943" y="361950"/>
                    </a:cubicBezTo>
                    <a:cubicBezTo>
                      <a:pt x="473943" y="361950"/>
                      <a:pt x="473943" y="361950"/>
                      <a:pt x="473943" y="363380"/>
                    </a:cubicBezTo>
                    <a:cubicBezTo>
                      <a:pt x="473943" y="363380"/>
                      <a:pt x="473943" y="363380"/>
                      <a:pt x="473943" y="406263"/>
                    </a:cubicBezTo>
                    <a:cubicBezTo>
                      <a:pt x="488142" y="408407"/>
                      <a:pt x="500921" y="410551"/>
                      <a:pt x="512280" y="414125"/>
                    </a:cubicBezTo>
                    <a:cubicBezTo>
                      <a:pt x="525058" y="418413"/>
                      <a:pt x="536417" y="423416"/>
                      <a:pt x="544227" y="429848"/>
                    </a:cubicBezTo>
                    <a:cubicBezTo>
                      <a:pt x="544227" y="429848"/>
                      <a:pt x="544227" y="429848"/>
                      <a:pt x="538547" y="445572"/>
                    </a:cubicBezTo>
                    <a:cubicBezTo>
                      <a:pt x="536417" y="453434"/>
                      <a:pt x="532158" y="463440"/>
                      <a:pt x="527188" y="478449"/>
                    </a:cubicBezTo>
                    <a:cubicBezTo>
                      <a:pt x="525768" y="482023"/>
                      <a:pt x="525058" y="485596"/>
                      <a:pt x="523639" y="488455"/>
                    </a:cubicBezTo>
                    <a:cubicBezTo>
                      <a:pt x="519379" y="485596"/>
                      <a:pt x="514409" y="482738"/>
                      <a:pt x="510150" y="479879"/>
                    </a:cubicBezTo>
                    <a:cubicBezTo>
                      <a:pt x="490981" y="468443"/>
                      <a:pt x="470393" y="463440"/>
                      <a:pt x="449095" y="463440"/>
                    </a:cubicBezTo>
                    <a:cubicBezTo>
                      <a:pt x="434186" y="463440"/>
                      <a:pt x="421408" y="467014"/>
                      <a:pt x="413598" y="475590"/>
                    </a:cubicBezTo>
                    <a:cubicBezTo>
                      <a:pt x="405079" y="484167"/>
                      <a:pt x="400819" y="494173"/>
                      <a:pt x="400819" y="507038"/>
                    </a:cubicBezTo>
                    <a:cubicBezTo>
                      <a:pt x="400819" y="515615"/>
                      <a:pt x="405079" y="524906"/>
                      <a:pt x="412178" y="533483"/>
                    </a:cubicBezTo>
                    <a:cubicBezTo>
                      <a:pt x="420698" y="544203"/>
                      <a:pt x="433476" y="554209"/>
                      <a:pt x="451935" y="564930"/>
                    </a:cubicBezTo>
                    <a:cubicBezTo>
                      <a:pt x="458324" y="568504"/>
                      <a:pt x="464714" y="572792"/>
                      <a:pt x="472523" y="576366"/>
                    </a:cubicBezTo>
                    <a:cubicBezTo>
                      <a:pt x="487432" y="583513"/>
                      <a:pt x="499501" y="589945"/>
                      <a:pt x="508730" y="596378"/>
                    </a:cubicBezTo>
                    <a:cubicBezTo>
                      <a:pt x="515829" y="601381"/>
                      <a:pt x="521509" y="605669"/>
                      <a:pt x="526478" y="610672"/>
                    </a:cubicBezTo>
                    <a:cubicBezTo>
                      <a:pt x="531448" y="614961"/>
                      <a:pt x="535708" y="619964"/>
                      <a:pt x="539257" y="624967"/>
                    </a:cubicBezTo>
                    <a:cubicBezTo>
                      <a:pt x="544937" y="632114"/>
                      <a:pt x="549196" y="639976"/>
                      <a:pt x="552036" y="648552"/>
                    </a:cubicBezTo>
                    <a:cubicBezTo>
                      <a:pt x="552746" y="649982"/>
                      <a:pt x="553456" y="652126"/>
                      <a:pt x="554166" y="653555"/>
                    </a:cubicBezTo>
                    <a:cubicBezTo>
                      <a:pt x="557716" y="663561"/>
                      <a:pt x="560555" y="673567"/>
                      <a:pt x="561265" y="685003"/>
                    </a:cubicBezTo>
                    <a:cubicBezTo>
                      <a:pt x="561975" y="687862"/>
                      <a:pt x="561975" y="691435"/>
                      <a:pt x="561975" y="695009"/>
                    </a:cubicBezTo>
                    <a:cubicBezTo>
                      <a:pt x="561975" y="700012"/>
                      <a:pt x="561265" y="705015"/>
                      <a:pt x="560555" y="709303"/>
                    </a:cubicBezTo>
                    <a:cubicBezTo>
                      <a:pt x="559135" y="720739"/>
                      <a:pt x="555586" y="731460"/>
                      <a:pt x="550616" y="740751"/>
                    </a:cubicBezTo>
                    <a:cubicBezTo>
                      <a:pt x="547067" y="747183"/>
                      <a:pt x="542807" y="753616"/>
                      <a:pt x="538547" y="758619"/>
                    </a:cubicBezTo>
                    <a:cubicBezTo>
                      <a:pt x="533578" y="763622"/>
                      <a:pt x="527898" y="768625"/>
                      <a:pt x="522219" y="772913"/>
                    </a:cubicBezTo>
                    <a:cubicBezTo>
                      <a:pt x="508730" y="783634"/>
                      <a:pt x="493111" y="790781"/>
                      <a:pt x="473943" y="795784"/>
                    </a:cubicBezTo>
                    <a:cubicBezTo>
                      <a:pt x="473943" y="795784"/>
                      <a:pt x="473943" y="795784"/>
                      <a:pt x="473943" y="804361"/>
                    </a:cubicBezTo>
                    <a:cubicBezTo>
                      <a:pt x="473943" y="812223"/>
                      <a:pt x="473943" y="827232"/>
                      <a:pt x="473943" y="855821"/>
                    </a:cubicBezTo>
                    <a:cubicBezTo>
                      <a:pt x="473943" y="855821"/>
                      <a:pt x="473943" y="855821"/>
                      <a:pt x="473943" y="857250"/>
                    </a:cubicBezTo>
                    <a:cubicBezTo>
                      <a:pt x="473943" y="857250"/>
                      <a:pt x="473943" y="857250"/>
                      <a:pt x="415018" y="857250"/>
                    </a:cubicBezTo>
                    <a:cubicBezTo>
                      <a:pt x="415018" y="857250"/>
                      <a:pt x="415018" y="857250"/>
                      <a:pt x="415018" y="855821"/>
                    </a:cubicBezTo>
                    <a:cubicBezTo>
                      <a:pt x="415018" y="855821"/>
                      <a:pt x="415018" y="855821"/>
                      <a:pt x="415018" y="804361"/>
                    </a:cubicBezTo>
                    <a:cubicBezTo>
                      <a:pt x="415018" y="802932"/>
                      <a:pt x="415018" y="801502"/>
                      <a:pt x="415018" y="800073"/>
                    </a:cubicBezTo>
                    <a:cubicBezTo>
                      <a:pt x="384491" y="798643"/>
                      <a:pt x="358223" y="789352"/>
                      <a:pt x="333375" y="773628"/>
                    </a:cubicBezTo>
                    <a:cubicBezTo>
                      <a:pt x="333375" y="773628"/>
                      <a:pt x="333375" y="773628"/>
                      <a:pt x="333375" y="772913"/>
                    </a:cubicBezTo>
                    <a:cubicBezTo>
                      <a:pt x="334795" y="771484"/>
                      <a:pt x="336925" y="765051"/>
                      <a:pt x="346864" y="740751"/>
                    </a:cubicBezTo>
                    <a:cubicBezTo>
                      <a:pt x="349704" y="733604"/>
                      <a:pt x="353963" y="724312"/>
                      <a:pt x="358223" y="712877"/>
                    </a:cubicBezTo>
                    <a:cubicBezTo>
                      <a:pt x="369582" y="720739"/>
                      <a:pt x="380231" y="727171"/>
                      <a:pt x="391590" y="731460"/>
                    </a:cubicBezTo>
                    <a:cubicBezTo>
                      <a:pt x="406499" y="737892"/>
                      <a:pt x="421408" y="740751"/>
                      <a:pt x="435606" y="740751"/>
                    </a:cubicBezTo>
                    <a:cubicBezTo>
                      <a:pt x="475363" y="740751"/>
                      <a:pt x="495241" y="726457"/>
                      <a:pt x="495241" y="698583"/>
                    </a:cubicBezTo>
                    <a:cubicBezTo>
                      <a:pt x="495241" y="693580"/>
                      <a:pt x="494531" y="689291"/>
                      <a:pt x="493821" y="685003"/>
                    </a:cubicBezTo>
                    <a:cubicBezTo>
                      <a:pt x="490981" y="677141"/>
                      <a:pt x="486722" y="668564"/>
                      <a:pt x="480332" y="660703"/>
                    </a:cubicBezTo>
                    <a:cubicBezTo>
                      <a:pt x="478203" y="658558"/>
                      <a:pt x="476073" y="656414"/>
                      <a:pt x="473233" y="653555"/>
                    </a:cubicBezTo>
                    <a:cubicBezTo>
                      <a:pt x="461874" y="643549"/>
                      <a:pt x="445545" y="633543"/>
                      <a:pt x="422827" y="622108"/>
                    </a:cubicBezTo>
                    <a:cubicBezTo>
                      <a:pt x="410758" y="614961"/>
                      <a:pt x="400819" y="609243"/>
                      <a:pt x="392300" y="604240"/>
                    </a:cubicBezTo>
                    <a:cubicBezTo>
                      <a:pt x="385201" y="600666"/>
                      <a:pt x="380231" y="597093"/>
                      <a:pt x="375972" y="593519"/>
                    </a:cubicBezTo>
                    <a:cubicBezTo>
                      <a:pt x="372422" y="590660"/>
                      <a:pt x="368872" y="587801"/>
                      <a:pt x="366032" y="585657"/>
                    </a:cubicBezTo>
                    <a:cubicBezTo>
                      <a:pt x="358933" y="579939"/>
                      <a:pt x="353254" y="572792"/>
                      <a:pt x="348284" y="564930"/>
                    </a:cubicBezTo>
                    <a:cubicBezTo>
                      <a:pt x="346154" y="560642"/>
                      <a:pt x="343314" y="556354"/>
                      <a:pt x="341895" y="551351"/>
                    </a:cubicBezTo>
                    <a:cubicBezTo>
                      <a:pt x="339055" y="545633"/>
                      <a:pt x="337635" y="539915"/>
                      <a:pt x="336215" y="533483"/>
                    </a:cubicBezTo>
                    <a:cubicBezTo>
                      <a:pt x="334085" y="525621"/>
                      <a:pt x="333375" y="517044"/>
                      <a:pt x="333375" y="509182"/>
                    </a:cubicBezTo>
                    <a:cubicBezTo>
                      <a:pt x="333375" y="509182"/>
                      <a:pt x="333375" y="509182"/>
                      <a:pt x="333375" y="508467"/>
                    </a:cubicBezTo>
                    <a:cubicBezTo>
                      <a:pt x="333375" y="497747"/>
                      <a:pt x="335505" y="487026"/>
                      <a:pt x="338345" y="478449"/>
                    </a:cubicBezTo>
                    <a:cubicBezTo>
                      <a:pt x="341895" y="467014"/>
                      <a:pt x="348284" y="456293"/>
                      <a:pt x="356093" y="445572"/>
                    </a:cubicBezTo>
                    <a:cubicBezTo>
                      <a:pt x="356093" y="445572"/>
                      <a:pt x="356803" y="445572"/>
                      <a:pt x="356803" y="444857"/>
                    </a:cubicBezTo>
                    <a:cubicBezTo>
                      <a:pt x="367452" y="431278"/>
                      <a:pt x="381651" y="421272"/>
                      <a:pt x="399399" y="414125"/>
                    </a:cubicBezTo>
                    <a:cubicBezTo>
                      <a:pt x="404369" y="412695"/>
                      <a:pt x="409339" y="410551"/>
                      <a:pt x="415018" y="409122"/>
                    </a:cubicBezTo>
                    <a:cubicBezTo>
                      <a:pt x="415018" y="409122"/>
                      <a:pt x="415018" y="409122"/>
                      <a:pt x="415018" y="363380"/>
                    </a:cubicBezTo>
                    <a:cubicBezTo>
                      <a:pt x="415018" y="363380"/>
                      <a:pt x="415018" y="363380"/>
                      <a:pt x="415018" y="361950"/>
                    </a:cubicBezTo>
                    <a:close/>
                    <a:moveTo>
                      <a:pt x="30162" y="31750"/>
                    </a:moveTo>
                    <a:cubicBezTo>
                      <a:pt x="30162" y="31750"/>
                      <a:pt x="30162" y="31750"/>
                      <a:pt x="30162" y="1158875"/>
                    </a:cubicBezTo>
                    <a:cubicBezTo>
                      <a:pt x="30162" y="1158875"/>
                      <a:pt x="30162" y="1158875"/>
                      <a:pt x="865187" y="1158875"/>
                    </a:cubicBezTo>
                    <a:cubicBezTo>
                      <a:pt x="865187" y="1158875"/>
                      <a:pt x="865187" y="1158875"/>
                      <a:pt x="865187" y="31750"/>
                    </a:cubicBezTo>
                    <a:cubicBezTo>
                      <a:pt x="865187" y="31750"/>
                      <a:pt x="865187" y="31750"/>
                      <a:pt x="30162" y="31750"/>
                    </a:cubicBezTo>
                    <a:close/>
                    <a:moveTo>
                      <a:pt x="15683" y="0"/>
                    </a:moveTo>
                    <a:cubicBezTo>
                      <a:pt x="15683" y="0"/>
                      <a:pt x="15683" y="0"/>
                      <a:pt x="879667" y="0"/>
                    </a:cubicBezTo>
                    <a:cubicBezTo>
                      <a:pt x="888934" y="0"/>
                      <a:pt x="895350" y="7138"/>
                      <a:pt x="895350" y="15704"/>
                    </a:cubicBezTo>
                    <a:cubicBezTo>
                      <a:pt x="895350" y="15704"/>
                      <a:pt x="895350" y="15704"/>
                      <a:pt x="895350" y="1174922"/>
                    </a:cubicBezTo>
                    <a:cubicBezTo>
                      <a:pt x="895350" y="1184201"/>
                      <a:pt x="888934" y="1190625"/>
                      <a:pt x="879667" y="1190625"/>
                    </a:cubicBezTo>
                    <a:cubicBezTo>
                      <a:pt x="879667" y="1190625"/>
                      <a:pt x="879667" y="1190625"/>
                      <a:pt x="15683" y="1190625"/>
                    </a:cubicBezTo>
                    <a:cubicBezTo>
                      <a:pt x="6416" y="1190625"/>
                      <a:pt x="0" y="1184201"/>
                      <a:pt x="0" y="1174922"/>
                    </a:cubicBezTo>
                    <a:cubicBezTo>
                      <a:pt x="0" y="1174922"/>
                      <a:pt x="0" y="1174922"/>
                      <a:pt x="0" y="15704"/>
                    </a:cubicBezTo>
                    <a:cubicBezTo>
                      <a:pt x="0" y="7138"/>
                      <a:pt x="6416" y="0"/>
                      <a:pt x="15683"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104" name="Freeform 6">
                <a:extLst>
                  <a:ext uri="{FF2B5EF4-FFF2-40B4-BE49-F238E27FC236}">
                    <a16:creationId xmlns:a16="http://schemas.microsoft.com/office/drawing/2014/main" id="{8B9D8251-5B30-20E0-65A2-CE20F8CB1D8B}"/>
                  </a:ext>
                </a:extLst>
              </p:cNvPr>
              <p:cNvSpPr>
                <a:spLocks/>
              </p:cNvSpPr>
              <p:nvPr/>
            </p:nvSpPr>
            <p:spPr bwMode="auto">
              <a:xfrm>
                <a:off x="5780088" y="3138488"/>
                <a:ext cx="628650" cy="725487"/>
              </a:xfrm>
              <a:custGeom>
                <a:avLst/>
                <a:gdLst>
                  <a:gd name="connsiteX0" fmla="*/ 384092 w 628650"/>
                  <a:gd name="connsiteY0" fmla="*/ 693737 h 725487"/>
                  <a:gd name="connsiteX1" fmla="*/ 517608 w 628650"/>
                  <a:gd name="connsiteY1" fmla="*/ 693737 h 725487"/>
                  <a:gd name="connsiteX2" fmla="*/ 533400 w 628650"/>
                  <a:gd name="connsiteY2" fmla="*/ 709981 h 725487"/>
                  <a:gd name="connsiteX3" fmla="*/ 517608 w 628650"/>
                  <a:gd name="connsiteY3" fmla="*/ 725487 h 725487"/>
                  <a:gd name="connsiteX4" fmla="*/ 384092 w 628650"/>
                  <a:gd name="connsiteY4" fmla="*/ 725487 h 725487"/>
                  <a:gd name="connsiteX5" fmla="*/ 368300 w 628650"/>
                  <a:gd name="connsiteY5" fmla="*/ 709981 h 725487"/>
                  <a:gd name="connsiteX6" fmla="*/ 384092 w 628650"/>
                  <a:gd name="connsiteY6" fmla="*/ 693737 h 725487"/>
                  <a:gd name="connsiteX7" fmla="*/ 15692 w 628650"/>
                  <a:gd name="connsiteY7" fmla="*/ 693737 h 725487"/>
                  <a:gd name="connsiteX8" fmla="*/ 244657 w 628650"/>
                  <a:gd name="connsiteY8" fmla="*/ 693737 h 725487"/>
                  <a:gd name="connsiteX9" fmla="*/ 260350 w 628650"/>
                  <a:gd name="connsiteY9" fmla="*/ 709981 h 725487"/>
                  <a:gd name="connsiteX10" fmla="*/ 244657 w 628650"/>
                  <a:gd name="connsiteY10" fmla="*/ 725487 h 725487"/>
                  <a:gd name="connsiteX11" fmla="*/ 15692 w 628650"/>
                  <a:gd name="connsiteY11" fmla="*/ 725487 h 725487"/>
                  <a:gd name="connsiteX12" fmla="*/ 0 w 628650"/>
                  <a:gd name="connsiteY12" fmla="*/ 709981 h 725487"/>
                  <a:gd name="connsiteX13" fmla="*/ 15692 w 628650"/>
                  <a:gd name="connsiteY13" fmla="*/ 693737 h 725487"/>
                  <a:gd name="connsiteX14" fmla="*/ 385913 w 628650"/>
                  <a:gd name="connsiteY14" fmla="*/ 579437 h 725487"/>
                  <a:gd name="connsiteX15" fmla="*/ 613658 w 628650"/>
                  <a:gd name="connsiteY15" fmla="*/ 579437 h 725487"/>
                  <a:gd name="connsiteX16" fmla="*/ 628650 w 628650"/>
                  <a:gd name="connsiteY16" fmla="*/ 594869 h 725487"/>
                  <a:gd name="connsiteX17" fmla="*/ 613658 w 628650"/>
                  <a:gd name="connsiteY17" fmla="*/ 609600 h 725487"/>
                  <a:gd name="connsiteX18" fmla="*/ 385913 w 628650"/>
                  <a:gd name="connsiteY18" fmla="*/ 609600 h 725487"/>
                  <a:gd name="connsiteX19" fmla="*/ 373062 w 628650"/>
                  <a:gd name="connsiteY19" fmla="*/ 602585 h 725487"/>
                  <a:gd name="connsiteX20" fmla="*/ 373062 w 628650"/>
                  <a:gd name="connsiteY20" fmla="*/ 586452 h 725487"/>
                  <a:gd name="connsiteX21" fmla="*/ 385913 w 628650"/>
                  <a:gd name="connsiteY21" fmla="*/ 579437 h 725487"/>
                  <a:gd name="connsiteX22" fmla="*/ 15666 w 628650"/>
                  <a:gd name="connsiteY22" fmla="*/ 579437 h 725487"/>
                  <a:gd name="connsiteX23" fmla="*/ 238556 w 628650"/>
                  <a:gd name="connsiteY23" fmla="*/ 579437 h 725487"/>
                  <a:gd name="connsiteX24" fmla="*/ 249238 w 628650"/>
                  <a:gd name="connsiteY24" fmla="*/ 581541 h 725487"/>
                  <a:gd name="connsiteX25" fmla="*/ 249238 w 628650"/>
                  <a:gd name="connsiteY25" fmla="*/ 608197 h 725487"/>
                  <a:gd name="connsiteX26" fmla="*/ 242829 w 628650"/>
                  <a:gd name="connsiteY26" fmla="*/ 609600 h 725487"/>
                  <a:gd name="connsiteX27" fmla="*/ 15666 w 628650"/>
                  <a:gd name="connsiteY27" fmla="*/ 609600 h 725487"/>
                  <a:gd name="connsiteX28" fmla="*/ 0 w 628650"/>
                  <a:gd name="connsiteY28" fmla="*/ 594869 h 725487"/>
                  <a:gd name="connsiteX29" fmla="*/ 15666 w 628650"/>
                  <a:gd name="connsiteY29" fmla="*/ 579437 h 725487"/>
                  <a:gd name="connsiteX30" fmla="*/ 461866 w 628650"/>
                  <a:gd name="connsiteY30" fmla="*/ 463550 h 725487"/>
                  <a:gd name="connsiteX31" fmla="*/ 613682 w 628650"/>
                  <a:gd name="connsiteY31" fmla="*/ 463550 h 725487"/>
                  <a:gd name="connsiteX32" fmla="*/ 628650 w 628650"/>
                  <a:gd name="connsiteY32" fmla="*/ 478982 h 725487"/>
                  <a:gd name="connsiteX33" fmla="*/ 613682 w 628650"/>
                  <a:gd name="connsiteY33" fmla="*/ 493713 h 725487"/>
                  <a:gd name="connsiteX34" fmla="*/ 454025 w 628650"/>
                  <a:gd name="connsiteY34" fmla="*/ 493713 h 725487"/>
                  <a:gd name="connsiteX35" fmla="*/ 461866 w 628650"/>
                  <a:gd name="connsiteY35" fmla="*/ 463550 h 725487"/>
                  <a:gd name="connsiteX36" fmla="*/ 15710 w 628650"/>
                  <a:gd name="connsiteY36" fmla="*/ 463550 h 725487"/>
                  <a:gd name="connsiteX37" fmla="*/ 192088 w 628650"/>
                  <a:gd name="connsiteY37" fmla="*/ 463550 h 725487"/>
                  <a:gd name="connsiteX38" fmla="*/ 178520 w 628650"/>
                  <a:gd name="connsiteY38" fmla="*/ 493713 h 725487"/>
                  <a:gd name="connsiteX39" fmla="*/ 15710 w 628650"/>
                  <a:gd name="connsiteY39" fmla="*/ 493713 h 725487"/>
                  <a:gd name="connsiteX40" fmla="*/ 0 w 628650"/>
                  <a:gd name="connsiteY40" fmla="*/ 478982 h 725487"/>
                  <a:gd name="connsiteX41" fmla="*/ 15710 w 628650"/>
                  <a:gd name="connsiteY41" fmla="*/ 463550 h 725487"/>
                  <a:gd name="connsiteX42" fmla="*/ 422275 w 628650"/>
                  <a:gd name="connsiteY42" fmla="*/ 347662 h 725487"/>
                  <a:gd name="connsiteX43" fmla="*/ 612994 w 628650"/>
                  <a:gd name="connsiteY43" fmla="*/ 347662 h 725487"/>
                  <a:gd name="connsiteX44" fmla="*/ 628650 w 628650"/>
                  <a:gd name="connsiteY44" fmla="*/ 362393 h 725487"/>
                  <a:gd name="connsiteX45" fmla="*/ 612994 w 628650"/>
                  <a:gd name="connsiteY45" fmla="*/ 377825 h 725487"/>
                  <a:gd name="connsiteX46" fmla="*/ 444336 w 628650"/>
                  <a:gd name="connsiteY46" fmla="*/ 377825 h 725487"/>
                  <a:gd name="connsiteX47" fmla="*/ 422275 w 628650"/>
                  <a:gd name="connsiteY47" fmla="*/ 347662 h 725487"/>
                  <a:gd name="connsiteX48" fmla="*/ 15700 w 628650"/>
                  <a:gd name="connsiteY48" fmla="*/ 347662 h 725487"/>
                  <a:gd name="connsiteX49" fmla="*/ 196967 w 628650"/>
                  <a:gd name="connsiteY49" fmla="*/ 347662 h 725487"/>
                  <a:gd name="connsiteX50" fmla="*/ 211953 w 628650"/>
                  <a:gd name="connsiteY50" fmla="*/ 362393 h 725487"/>
                  <a:gd name="connsiteX51" fmla="*/ 233363 w 628650"/>
                  <a:gd name="connsiteY51" fmla="*/ 377825 h 725487"/>
                  <a:gd name="connsiteX52" fmla="*/ 15700 w 628650"/>
                  <a:gd name="connsiteY52" fmla="*/ 377825 h 725487"/>
                  <a:gd name="connsiteX53" fmla="*/ 0 w 628650"/>
                  <a:gd name="connsiteY53" fmla="*/ 362393 h 725487"/>
                  <a:gd name="connsiteX54" fmla="*/ 15700 w 628650"/>
                  <a:gd name="connsiteY54" fmla="*/ 347662 h 725487"/>
                  <a:gd name="connsiteX55" fmla="*/ 428925 w 628650"/>
                  <a:gd name="connsiteY55" fmla="*/ 230187 h 725487"/>
                  <a:gd name="connsiteX56" fmla="*/ 613671 w 628650"/>
                  <a:gd name="connsiteY56" fmla="*/ 230187 h 725487"/>
                  <a:gd name="connsiteX57" fmla="*/ 628650 w 628650"/>
                  <a:gd name="connsiteY57" fmla="*/ 245709 h 725487"/>
                  <a:gd name="connsiteX58" fmla="*/ 613671 w 628650"/>
                  <a:gd name="connsiteY58" fmla="*/ 261937 h 725487"/>
                  <a:gd name="connsiteX59" fmla="*/ 417512 w 628650"/>
                  <a:gd name="connsiteY59" fmla="*/ 261937 h 725487"/>
                  <a:gd name="connsiteX60" fmla="*/ 421079 w 628650"/>
                  <a:gd name="connsiteY60" fmla="*/ 250648 h 725487"/>
                  <a:gd name="connsiteX61" fmla="*/ 428212 w 628650"/>
                  <a:gd name="connsiteY61" fmla="*/ 231598 h 725487"/>
                  <a:gd name="connsiteX62" fmla="*/ 428925 w 628650"/>
                  <a:gd name="connsiteY62" fmla="*/ 230187 h 725487"/>
                  <a:gd name="connsiteX63" fmla="*/ 15636 w 628650"/>
                  <a:gd name="connsiteY63" fmla="*/ 230187 h 725487"/>
                  <a:gd name="connsiteX64" fmla="*/ 169863 w 628650"/>
                  <a:gd name="connsiteY64" fmla="*/ 230187 h 725487"/>
                  <a:gd name="connsiteX65" fmla="*/ 166309 w 628650"/>
                  <a:gd name="connsiteY65" fmla="*/ 261231 h 725487"/>
                  <a:gd name="connsiteX66" fmla="*/ 166309 w 628650"/>
                  <a:gd name="connsiteY66" fmla="*/ 261937 h 725487"/>
                  <a:gd name="connsiteX67" fmla="*/ 15636 w 628650"/>
                  <a:gd name="connsiteY67" fmla="*/ 261937 h 725487"/>
                  <a:gd name="connsiteX68" fmla="*/ 0 w 628650"/>
                  <a:gd name="connsiteY68" fmla="*/ 245709 h 725487"/>
                  <a:gd name="connsiteX69" fmla="*/ 15636 w 628650"/>
                  <a:gd name="connsiteY69" fmla="*/ 230187 h 725487"/>
                  <a:gd name="connsiteX70" fmla="*/ 385913 w 628650"/>
                  <a:gd name="connsiteY70" fmla="*/ 114300 h 725487"/>
                  <a:gd name="connsiteX71" fmla="*/ 613658 w 628650"/>
                  <a:gd name="connsiteY71" fmla="*/ 114300 h 725487"/>
                  <a:gd name="connsiteX72" fmla="*/ 628650 w 628650"/>
                  <a:gd name="connsiteY72" fmla="*/ 130175 h 725487"/>
                  <a:gd name="connsiteX73" fmla="*/ 613658 w 628650"/>
                  <a:gd name="connsiteY73" fmla="*/ 146050 h 725487"/>
                  <a:gd name="connsiteX74" fmla="*/ 414470 w 628650"/>
                  <a:gd name="connsiteY74" fmla="*/ 146050 h 725487"/>
                  <a:gd name="connsiteX75" fmla="*/ 390911 w 628650"/>
                  <a:gd name="connsiteY75" fmla="*/ 135948 h 725487"/>
                  <a:gd name="connsiteX76" fmla="*/ 390197 w 628650"/>
                  <a:gd name="connsiteY76" fmla="*/ 135948 h 725487"/>
                  <a:gd name="connsiteX77" fmla="*/ 373062 w 628650"/>
                  <a:gd name="connsiteY77" fmla="*/ 131618 h 725487"/>
                  <a:gd name="connsiteX78" fmla="*/ 373062 w 628650"/>
                  <a:gd name="connsiteY78" fmla="*/ 120794 h 725487"/>
                  <a:gd name="connsiteX79" fmla="*/ 385913 w 628650"/>
                  <a:gd name="connsiteY79" fmla="*/ 114300 h 725487"/>
                  <a:gd name="connsiteX80" fmla="*/ 15666 w 628650"/>
                  <a:gd name="connsiteY80" fmla="*/ 114300 h 725487"/>
                  <a:gd name="connsiteX81" fmla="*/ 242829 w 628650"/>
                  <a:gd name="connsiteY81" fmla="*/ 114300 h 725487"/>
                  <a:gd name="connsiteX82" fmla="*/ 249238 w 628650"/>
                  <a:gd name="connsiteY82" fmla="*/ 115743 h 725487"/>
                  <a:gd name="connsiteX83" fmla="*/ 249238 w 628650"/>
                  <a:gd name="connsiteY83" fmla="*/ 138834 h 725487"/>
                  <a:gd name="connsiteX84" fmla="*/ 234996 w 628650"/>
                  <a:gd name="connsiteY84" fmla="*/ 146050 h 725487"/>
                  <a:gd name="connsiteX85" fmla="*/ 15666 w 628650"/>
                  <a:gd name="connsiteY85" fmla="*/ 146050 h 725487"/>
                  <a:gd name="connsiteX86" fmla="*/ 0 w 628650"/>
                  <a:gd name="connsiteY86" fmla="*/ 130175 h 725487"/>
                  <a:gd name="connsiteX87" fmla="*/ 15666 w 628650"/>
                  <a:gd name="connsiteY87" fmla="*/ 114300 h 725487"/>
                  <a:gd name="connsiteX88" fmla="*/ 384036 w 628650"/>
                  <a:gd name="connsiteY88" fmla="*/ 0 h 725487"/>
                  <a:gd name="connsiteX89" fmla="*/ 612915 w 628650"/>
                  <a:gd name="connsiteY89" fmla="*/ 0 h 725487"/>
                  <a:gd name="connsiteX90" fmla="*/ 628650 w 628650"/>
                  <a:gd name="connsiteY90" fmla="*/ 15081 h 725487"/>
                  <a:gd name="connsiteX91" fmla="*/ 612915 w 628650"/>
                  <a:gd name="connsiteY91" fmla="*/ 30163 h 725487"/>
                  <a:gd name="connsiteX92" fmla="*/ 384036 w 628650"/>
                  <a:gd name="connsiteY92" fmla="*/ 30163 h 725487"/>
                  <a:gd name="connsiteX93" fmla="*/ 368300 w 628650"/>
                  <a:gd name="connsiteY93" fmla="*/ 15081 h 725487"/>
                  <a:gd name="connsiteX94" fmla="*/ 384036 w 628650"/>
                  <a:gd name="connsiteY94" fmla="*/ 0 h 725487"/>
                  <a:gd name="connsiteX95" fmla="*/ 15692 w 628650"/>
                  <a:gd name="connsiteY95" fmla="*/ 0 h 725487"/>
                  <a:gd name="connsiteX96" fmla="*/ 244657 w 628650"/>
                  <a:gd name="connsiteY96" fmla="*/ 0 h 725487"/>
                  <a:gd name="connsiteX97" fmla="*/ 260350 w 628650"/>
                  <a:gd name="connsiteY97" fmla="*/ 15081 h 725487"/>
                  <a:gd name="connsiteX98" fmla="*/ 244657 w 628650"/>
                  <a:gd name="connsiteY98" fmla="*/ 30163 h 725487"/>
                  <a:gd name="connsiteX99" fmla="*/ 15692 w 628650"/>
                  <a:gd name="connsiteY99" fmla="*/ 30163 h 725487"/>
                  <a:gd name="connsiteX100" fmla="*/ 0 w 628650"/>
                  <a:gd name="connsiteY100" fmla="*/ 15081 h 725487"/>
                  <a:gd name="connsiteX101" fmla="*/ 15692 w 628650"/>
                  <a:gd name="connsiteY101" fmla="*/ 0 h 72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628650" h="725487">
                    <a:moveTo>
                      <a:pt x="384092" y="693737"/>
                    </a:moveTo>
                    <a:cubicBezTo>
                      <a:pt x="384092" y="693737"/>
                      <a:pt x="384092" y="693737"/>
                      <a:pt x="517608" y="693737"/>
                    </a:cubicBezTo>
                    <a:cubicBezTo>
                      <a:pt x="526222" y="693737"/>
                      <a:pt x="533400" y="701121"/>
                      <a:pt x="533400" y="709981"/>
                    </a:cubicBezTo>
                    <a:cubicBezTo>
                      <a:pt x="533400" y="718103"/>
                      <a:pt x="526222" y="725487"/>
                      <a:pt x="517608" y="725487"/>
                    </a:cubicBezTo>
                    <a:cubicBezTo>
                      <a:pt x="517608" y="725487"/>
                      <a:pt x="517608" y="725487"/>
                      <a:pt x="384092" y="725487"/>
                    </a:cubicBezTo>
                    <a:cubicBezTo>
                      <a:pt x="375479" y="725487"/>
                      <a:pt x="368300" y="718103"/>
                      <a:pt x="368300" y="709981"/>
                    </a:cubicBezTo>
                    <a:cubicBezTo>
                      <a:pt x="368300" y="701121"/>
                      <a:pt x="375479" y="693737"/>
                      <a:pt x="384092" y="693737"/>
                    </a:cubicBezTo>
                    <a:close/>
                    <a:moveTo>
                      <a:pt x="15692" y="693737"/>
                    </a:moveTo>
                    <a:cubicBezTo>
                      <a:pt x="15692" y="693737"/>
                      <a:pt x="15692" y="693737"/>
                      <a:pt x="244657" y="693737"/>
                    </a:cubicBezTo>
                    <a:cubicBezTo>
                      <a:pt x="253217" y="693737"/>
                      <a:pt x="260350" y="701121"/>
                      <a:pt x="260350" y="709981"/>
                    </a:cubicBezTo>
                    <a:cubicBezTo>
                      <a:pt x="260350" y="718103"/>
                      <a:pt x="253217" y="725487"/>
                      <a:pt x="244657" y="725487"/>
                    </a:cubicBezTo>
                    <a:cubicBezTo>
                      <a:pt x="244657" y="725487"/>
                      <a:pt x="244657" y="725487"/>
                      <a:pt x="15692" y="725487"/>
                    </a:cubicBezTo>
                    <a:cubicBezTo>
                      <a:pt x="7133" y="725487"/>
                      <a:pt x="0" y="718103"/>
                      <a:pt x="0" y="709981"/>
                    </a:cubicBezTo>
                    <a:cubicBezTo>
                      <a:pt x="0" y="701121"/>
                      <a:pt x="7133" y="693737"/>
                      <a:pt x="15692" y="693737"/>
                    </a:cubicBezTo>
                    <a:close/>
                    <a:moveTo>
                      <a:pt x="385913" y="579437"/>
                    </a:moveTo>
                    <a:cubicBezTo>
                      <a:pt x="385913" y="579437"/>
                      <a:pt x="385913" y="579437"/>
                      <a:pt x="613658" y="579437"/>
                    </a:cubicBezTo>
                    <a:cubicBezTo>
                      <a:pt x="622225" y="579437"/>
                      <a:pt x="628650" y="586452"/>
                      <a:pt x="628650" y="594869"/>
                    </a:cubicBezTo>
                    <a:cubicBezTo>
                      <a:pt x="628650" y="602585"/>
                      <a:pt x="622225" y="609600"/>
                      <a:pt x="613658" y="609600"/>
                    </a:cubicBezTo>
                    <a:cubicBezTo>
                      <a:pt x="613658" y="609600"/>
                      <a:pt x="613658" y="609600"/>
                      <a:pt x="385913" y="609600"/>
                    </a:cubicBezTo>
                    <a:cubicBezTo>
                      <a:pt x="380916" y="609600"/>
                      <a:pt x="375918" y="606794"/>
                      <a:pt x="373062" y="602585"/>
                    </a:cubicBezTo>
                    <a:cubicBezTo>
                      <a:pt x="373062" y="602585"/>
                      <a:pt x="373062" y="602585"/>
                      <a:pt x="373062" y="586452"/>
                    </a:cubicBezTo>
                    <a:cubicBezTo>
                      <a:pt x="375918" y="582243"/>
                      <a:pt x="380916" y="579437"/>
                      <a:pt x="385913" y="579437"/>
                    </a:cubicBezTo>
                    <a:close/>
                    <a:moveTo>
                      <a:pt x="15666" y="579437"/>
                    </a:moveTo>
                    <a:cubicBezTo>
                      <a:pt x="15666" y="579437"/>
                      <a:pt x="15666" y="579437"/>
                      <a:pt x="238556" y="579437"/>
                    </a:cubicBezTo>
                    <a:cubicBezTo>
                      <a:pt x="242117" y="580138"/>
                      <a:pt x="245677" y="580840"/>
                      <a:pt x="249238" y="581541"/>
                    </a:cubicBezTo>
                    <a:cubicBezTo>
                      <a:pt x="249238" y="581541"/>
                      <a:pt x="249238" y="581541"/>
                      <a:pt x="249238" y="608197"/>
                    </a:cubicBezTo>
                    <a:cubicBezTo>
                      <a:pt x="247101" y="608898"/>
                      <a:pt x="244965" y="609600"/>
                      <a:pt x="242829" y="609600"/>
                    </a:cubicBezTo>
                    <a:cubicBezTo>
                      <a:pt x="242829" y="609600"/>
                      <a:pt x="242829" y="609600"/>
                      <a:pt x="15666" y="609600"/>
                    </a:cubicBezTo>
                    <a:cubicBezTo>
                      <a:pt x="7121" y="609600"/>
                      <a:pt x="0" y="602585"/>
                      <a:pt x="0" y="594869"/>
                    </a:cubicBezTo>
                    <a:cubicBezTo>
                      <a:pt x="0" y="586452"/>
                      <a:pt x="7121" y="579437"/>
                      <a:pt x="15666" y="579437"/>
                    </a:cubicBezTo>
                    <a:close/>
                    <a:moveTo>
                      <a:pt x="461866" y="463550"/>
                    </a:moveTo>
                    <a:cubicBezTo>
                      <a:pt x="461866" y="463550"/>
                      <a:pt x="461866" y="463550"/>
                      <a:pt x="613682" y="463550"/>
                    </a:cubicBezTo>
                    <a:cubicBezTo>
                      <a:pt x="622235" y="463550"/>
                      <a:pt x="628650" y="470565"/>
                      <a:pt x="628650" y="478982"/>
                    </a:cubicBezTo>
                    <a:cubicBezTo>
                      <a:pt x="628650" y="487400"/>
                      <a:pt x="622235" y="493713"/>
                      <a:pt x="613682" y="493713"/>
                    </a:cubicBezTo>
                    <a:cubicBezTo>
                      <a:pt x="613682" y="493713"/>
                      <a:pt x="613682" y="493713"/>
                      <a:pt x="454025" y="493713"/>
                    </a:cubicBezTo>
                    <a:cubicBezTo>
                      <a:pt x="457589" y="483892"/>
                      <a:pt x="460440" y="474072"/>
                      <a:pt x="461866" y="463550"/>
                    </a:cubicBezTo>
                    <a:close/>
                    <a:moveTo>
                      <a:pt x="15710" y="463550"/>
                    </a:moveTo>
                    <a:cubicBezTo>
                      <a:pt x="15710" y="463550"/>
                      <a:pt x="15710" y="463550"/>
                      <a:pt x="192088" y="463550"/>
                    </a:cubicBezTo>
                    <a:cubicBezTo>
                      <a:pt x="186375" y="477579"/>
                      <a:pt x="182091" y="486698"/>
                      <a:pt x="178520" y="493713"/>
                    </a:cubicBezTo>
                    <a:cubicBezTo>
                      <a:pt x="178520" y="493713"/>
                      <a:pt x="178520" y="493713"/>
                      <a:pt x="15710" y="493713"/>
                    </a:cubicBezTo>
                    <a:cubicBezTo>
                      <a:pt x="7141" y="493713"/>
                      <a:pt x="0" y="487400"/>
                      <a:pt x="0" y="478982"/>
                    </a:cubicBezTo>
                    <a:cubicBezTo>
                      <a:pt x="0" y="470565"/>
                      <a:pt x="7141" y="463550"/>
                      <a:pt x="15710" y="463550"/>
                    </a:cubicBezTo>
                    <a:close/>
                    <a:moveTo>
                      <a:pt x="422275" y="347662"/>
                    </a:moveTo>
                    <a:cubicBezTo>
                      <a:pt x="422275" y="347662"/>
                      <a:pt x="422275" y="347662"/>
                      <a:pt x="612994" y="347662"/>
                    </a:cubicBezTo>
                    <a:cubicBezTo>
                      <a:pt x="621534" y="347662"/>
                      <a:pt x="628650" y="354677"/>
                      <a:pt x="628650" y="362393"/>
                    </a:cubicBezTo>
                    <a:cubicBezTo>
                      <a:pt x="628650" y="370810"/>
                      <a:pt x="621534" y="377825"/>
                      <a:pt x="612994" y="377825"/>
                    </a:cubicBezTo>
                    <a:cubicBezTo>
                      <a:pt x="612994" y="377825"/>
                      <a:pt x="612994" y="377825"/>
                      <a:pt x="444336" y="377825"/>
                    </a:cubicBezTo>
                    <a:cubicBezTo>
                      <a:pt x="438643" y="367303"/>
                      <a:pt x="431527" y="357482"/>
                      <a:pt x="422275" y="347662"/>
                    </a:cubicBezTo>
                    <a:close/>
                    <a:moveTo>
                      <a:pt x="15700" y="347662"/>
                    </a:moveTo>
                    <a:cubicBezTo>
                      <a:pt x="15700" y="347662"/>
                      <a:pt x="15700" y="347662"/>
                      <a:pt x="196967" y="347662"/>
                    </a:cubicBezTo>
                    <a:cubicBezTo>
                      <a:pt x="201962" y="353274"/>
                      <a:pt x="206244" y="358184"/>
                      <a:pt x="211953" y="362393"/>
                    </a:cubicBezTo>
                    <a:cubicBezTo>
                      <a:pt x="217662" y="367303"/>
                      <a:pt x="224085" y="372213"/>
                      <a:pt x="233363" y="377825"/>
                    </a:cubicBezTo>
                    <a:cubicBezTo>
                      <a:pt x="233363" y="377825"/>
                      <a:pt x="233363" y="377825"/>
                      <a:pt x="15700" y="377825"/>
                    </a:cubicBezTo>
                    <a:cubicBezTo>
                      <a:pt x="7136" y="377825"/>
                      <a:pt x="0" y="370810"/>
                      <a:pt x="0" y="362393"/>
                    </a:cubicBezTo>
                    <a:cubicBezTo>
                      <a:pt x="0" y="354677"/>
                      <a:pt x="7136" y="347662"/>
                      <a:pt x="15700" y="347662"/>
                    </a:cubicBezTo>
                    <a:close/>
                    <a:moveTo>
                      <a:pt x="428925" y="230187"/>
                    </a:moveTo>
                    <a:cubicBezTo>
                      <a:pt x="428925" y="230187"/>
                      <a:pt x="428925" y="230187"/>
                      <a:pt x="613671" y="230187"/>
                    </a:cubicBezTo>
                    <a:cubicBezTo>
                      <a:pt x="621517" y="230187"/>
                      <a:pt x="628650" y="237242"/>
                      <a:pt x="628650" y="245709"/>
                    </a:cubicBezTo>
                    <a:cubicBezTo>
                      <a:pt x="628650" y="254176"/>
                      <a:pt x="621517" y="261937"/>
                      <a:pt x="613671" y="261937"/>
                    </a:cubicBezTo>
                    <a:cubicBezTo>
                      <a:pt x="613671" y="261937"/>
                      <a:pt x="613671" y="261937"/>
                      <a:pt x="417512" y="261937"/>
                    </a:cubicBezTo>
                    <a:cubicBezTo>
                      <a:pt x="417512" y="261937"/>
                      <a:pt x="417512" y="261937"/>
                      <a:pt x="421079" y="250648"/>
                    </a:cubicBezTo>
                    <a:cubicBezTo>
                      <a:pt x="423932" y="243592"/>
                      <a:pt x="426072" y="237242"/>
                      <a:pt x="428212" y="231598"/>
                    </a:cubicBezTo>
                    <a:cubicBezTo>
                      <a:pt x="428212" y="230892"/>
                      <a:pt x="428212" y="230187"/>
                      <a:pt x="428925" y="230187"/>
                    </a:cubicBezTo>
                    <a:close/>
                    <a:moveTo>
                      <a:pt x="15636" y="230187"/>
                    </a:moveTo>
                    <a:cubicBezTo>
                      <a:pt x="15636" y="230187"/>
                      <a:pt x="15636" y="230187"/>
                      <a:pt x="169863" y="230187"/>
                    </a:cubicBezTo>
                    <a:cubicBezTo>
                      <a:pt x="167731" y="240065"/>
                      <a:pt x="166309" y="249942"/>
                      <a:pt x="166309" y="261231"/>
                    </a:cubicBezTo>
                    <a:cubicBezTo>
                      <a:pt x="166309" y="261231"/>
                      <a:pt x="166309" y="261231"/>
                      <a:pt x="166309" y="261937"/>
                    </a:cubicBezTo>
                    <a:cubicBezTo>
                      <a:pt x="166309" y="261937"/>
                      <a:pt x="166309" y="261937"/>
                      <a:pt x="15636" y="261937"/>
                    </a:cubicBezTo>
                    <a:cubicBezTo>
                      <a:pt x="7107" y="261937"/>
                      <a:pt x="0" y="254176"/>
                      <a:pt x="0" y="245709"/>
                    </a:cubicBezTo>
                    <a:cubicBezTo>
                      <a:pt x="0" y="237242"/>
                      <a:pt x="7107" y="230187"/>
                      <a:pt x="15636" y="230187"/>
                    </a:cubicBezTo>
                    <a:close/>
                    <a:moveTo>
                      <a:pt x="385913" y="114300"/>
                    </a:moveTo>
                    <a:cubicBezTo>
                      <a:pt x="385913" y="114300"/>
                      <a:pt x="385913" y="114300"/>
                      <a:pt x="613658" y="114300"/>
                    </a:cubicBezTo>
                    <a:cubicBezTo>
                      <a:pt x="622225" y="114300"/>
                      <a:pt x="628650" y="120794"/>
                      <a:pt x="628650" y="130175"/>
                    </a:cubicBezTo>
                    <a:cubicBezTo>
                      <a:pt x="628650" y="138834"/>
                      <a:pt x="622225" y="146050"/>
                      <a:pt x="613658" y="146050"/>
                    </a:cubicBezTo>
                    <a:cubicBezTo>
                      <a:pt x="613658" y="146050"/>
                      <a:pt x="613658" y="146050"/>
                      <a:pt x="414470" y="146050"/>
                    </a:cubicBezTo>
                    <a:cubicBezTo>
                      <a:pt x="407331" y="142442"/>
                      <a:pt x="399478" y="138834"/>
                      <a:pt x="390911" y="135948"/>
                    </a:cubicBezTo>
                    <a:cubicBezTo>
                      <a:pt x="390911" y="135948"/>
                      <a:pt x="390911" y="135948"/>
                      <a:pt x="390197" y="135948"/>
                    </a:cubicBezTo>
                    <a:cubicBezTo>
                      <a:pt x="384485" y="134504"/>
                      <a:pt x="378774" y="133061"/>
                      <a:pt x="373062" y="131618"/>
                    </a:cubicBezTo>
                    <a:cubicBezTo>
                      <a:pt x="373062" y="131618"/>
                      <a:pt x="373062" y="131618"/>
                      <a:pt x="373062" y="120794"/>
                    </a:cubicBezTo>
                    <a:cubicBezTo>
                      <a:pt x="375918" y="117186"/>
                      <a:pt x="380916" y="114300"/>
                      <a:pt x="385913" y="114300"/>
                    </a:cubicBezTo>
                    <a:close/>
                    <a:moveTo>
                      <a:pt x="15666" y="114300"/>
                    </a:moveTo>
                    <a:cubicBezTo>
                      <a:pt x="15666" y="114300"/>
                      <a:pt x="15666" y="114300"/>
                      <a:pt x="242829" y="114300"/>
                    </a:cubicBezTo>
                    <a:cubicBezTo>
                      <a:pt x="244965" y="114300"/>
                      <a:pt x="247101" y="114300"/>
                      <a:pt x="249238" y="115743"/>
                    </a:cubicBezTo>
                    <a:cubicBezTo>
                      <a:pt x="249238" y="115743"/>
                      <a:pt x="249238" y="115743"/>
                      <a:pt x="249238" y="138834"/>
                    </a:cubicBezTo>
                    <a:cubicBezTo>
                      <a:pt x="244253" y="140999"/>
                      <a:pt x="239268" y="143164"/>
                      <a:pt x="234996" y="146050"/>
                    </a:cubicBezTo>
                    <a:cubicBezTo>
                      <a:pt x="234996" y="146050"/>
                      <a:pt x="234996" y="146050"/>
                      <a:pt x="15666" y="146050"/>
                    </a:cubicBezTo>
                    <a:cubicBezTo>
                      <a:pt x="7121" y="146050"/>
                      <a:pt x="0" y="138834"/>
                      <a:pt x="0" y="130175"/>
                    </a:cubicBezTo>
                    <a:cubicBezTo>
                      <a:pt x="0" y="120794"/>
                      <a:pt x="7121" y="114300"/>
                      <a:pt x="15666" y="114300"/>
                    </a:cubicBezTo>
                    <a:close/>
                    <a:moveTo>
                      <a:pt x="384036" y="0"/>
                    </a:moveTo>
                    <a:cubicBezTo>
                      <a:pt x="384036" y="0"/>
                      <a:pt x="384036" y="0"/>
                      <a:pt x="612915" y="0"/>
                    </a:cubicBezTo>
                    <a:cubicBezTo>
                      <a:pt x="621498" y="0"/>
                      <a:pt x="628650" y="6855"/>
                      <a:pt x="628650" y="15081"/>
                    </a:cubicBezTo>
                    <a:cubicBezTo>
                      <a:pt x="628650" y="23308"/>
                      <a:pt x="621498" y="30163"/>
                      <a:pt x="612915" y="30163"/>
                    </a:cubicBezTo>
                    <a:cubicBezTo>
                      <a:pt x="612915" y="30163"/>
                      <a:pt x="612915" y="30163"/>
                      <a:pt x="384036" y="30163"/>
                    </a:cubicBezTo>
                    <a:cubicBezTo>
                      <a:pt x="375453" y="30163"/>
                      <a:pt x="368300" y="23308"/>
                      <a:pt x="368300" y="15081"/>
                    </a:cubicBezTo>
                    <a:cubicBezTo>
                      <a:pt x="368300" y="6855"/>
                      <a:pt x="375453" y="0"/>
                      <a:pt x="384036" y="0"/>
                    </a:cubicBezTo>
                    <a:close/>
                    <a:moveTo>
                      <a:pt x="15692" y="0"/>
                    </a:moveTo>
                    <a:cubicBezTo>
                      <a:pt x="15692" y="0"/>
                      <a:pt x="15692" y="0"/>
                      <a:pt x="244657" y="0"/>
                    </a:cubicBezTo>
                    <a:cubicBezTo>
                      <a:pt x="253217" y="0"/>
                      <a:pt x="260350" y="6855"/>
                      <a:pt x="260350" y="15081"/>
                    </a:cubicBezTo>
                    <a:cubicBezTo>
                      <a:pt x="260350" y="23308"/>
                      <a:pt x="253217" y="30163"/>
                      <a:pt x="244657" y="30163"/>
                    </a:cubicBezTo>
                    <a:cubicBezTo>
                      <a:pt x="244657" y="30163"/>
                      <a:pt x="244657" y="30163"/>
                      <a:pt x="15692" y="30163"/>
                    </a:cubicBezTo>
                    <a:cubicBezTo>
                      <a:pt x="7133" y="30163"/>
                      <a:pt x="0" y="23308"/>
                      <a:pt x="0" y="15081"/>
                    </a:cubicBezTo>
                    <a:cubicBezTo>
                      <a:pt x="0" y="6855"/>
                      <a:pt x="7133" y="0"/>
                      <a:pt x="15692"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grpSp>
      </p:grpSp>
      <p:sp>
        <p:nvSpPr>
          <p:cNvPr id="152" name="Moon 151">
            <a:extLst>
              <a:ext uri="{FF2B5EF4-FFF2-40B4-BE49-F238E27FC236}">
                <a16:creationId xmlns:a16="http://schemas.microsoft.com/office/drawing/2014/main" id="{76EAE22D-F997-4621-A901-21F6D2FEE4BD}"/>
              </a:ext>
            </a:extLst>
          </p:cNvPr>
          <p:cNvSpPr/>
          <p:nvPr/>
        </p:nvSpPr>
        <p:spPr>
          <a:xfrm rot="5400000">
            <a:off x="6542180" y="1177314"/>
            <a:ext cx="433022" cy="866044"/>
          </a:xfrm>
          <a:prstGeom prst="moon">
            <a:avLst>
              <a:gd name="adj" fmla="val 6667"/>
            </a:avLst>
          </a:prstGeom>
          <a:solidFill>
            <a:schemeClr val="tx2"/>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154" name="Oval 20">
            <a:extLst>
              <a:ext uri="{FF2B5EF4-FFF2-40B4-BE49-F238E27FC236}">
                <a16:creationId xmlns:a16="http://schemas.microsoft.com/office/drawing/2014/main" id="{78C2EB7C-1693-4AB0-89D1-906E18F7A49A}"/>
              </a:ext>
            </a:extLst>
          </p:cNvPr>
          <p:cNvSpPr>
            <a:spLocks noChangeAspect="1" noChangeArrowheads="1"/>
          </p:cNvSpPr>
          <p:nvPr/>
        </p:nvSpPr>
        <p:spPr bwMode="auto">
          <a:xfrm>
            <a:off x="6326377" y="1371008"/>
            <a:ext cx="240348" cy="240348"/>
          </a:xfrm>
          <a:prstGeom prst="ellipse">
            <a:avLst/>
          </a:prstGeom>
          <a:solidFill>
            <a:srgbClr val="006863"/>
          </a:solidFill>
          <a:ln w="9525" cap="flat" cmpd="sng" algn="ctr">
            <a:solidFill>
              <a:srgbClr val="FFFFFF"/>
            </a:solidFill>
            <a:prstDash val="solid"/>
            <a:round/>
            <a:headEnd type="none" w="med" len="med"/>
            <a:tailEnd type="none" w="med" len="med"/>
          </a:ln>
        </p:spPr>
        <p:txBody>
          <a:bodyPr vert="horz" wrap="square" lIns="0" tIns="0" rIns="0" bIns="0" numCol="1" anchor="ctr" anchorCtr="0" compatLnSpc="1">
            <a:prstTxWarp prst="textNoShape">
              <a:avLst/>
            </a:prstTxWarp>
          </a:bodyPr>
          <a:lstStyle/>
          <a:p>
            <a:pPr algn="ctr"/>
            <a:r>
              <a:rPr lang="en-US" sz="1200" dirty="0">
                <a:solidFill>
                  <a:schemeClr val="bg1"/>
                </a:solidFill>
              </a:rPr>
              <a:t>4</a:t>
            </a:r>
          </a:p>
        </p:txBody>
      </p:sp>
      <p:grpSp>
        <p:nvGrpSpPr>
          <p:cNvPr id="130" name="bcgIcons_Gavel ">
            <a:extLst>
              <a:ext uri="{FF2B5EF4-FFF2-40B4-BE49-F238E27FC236}">
                <a16:creationId xmlns:a16="http://schemas.microsoft.com/office/drawing/2014/main" id="{41332557-98F9-7DCB-7C2F-FBF9EE31D402}"/>
              </a:ext>
            </a:extLst>
          </p:cNvPr>
          <p:cNvGrpSpPr>
            <a:grpSpLocks/>
          </p:cNvGrpSpPr>
          <p:nvPr/>
        </p:nvGrpSpPr>
        <p:grpSpPr>
          <a:xfrm>
            <a:off x="6590868" y="1487756"/>
            <a:ext cx="335645" cy="335645"/>
            <a:chOff x="5273675" y="2514600"/>
            <a:chExt cx="1644650" cy="1646238"/>
          </a:xfrm>
        </p:grpSpPr>
        <p:sp>
          <p:nvSpPr>
            <p:cNvPr id="131" name="AutoShape 3">
              <a:extLst>
                <a:ext uri="{FF2B5EF4-FFF2-40B4-BE49-F238E27FC236}">
                  <a16:creationId xmlns:a16="http://schemas.microsoft.com/office/drawing/2014/main" id="{1DC0E9E6-5D8B-2128-C5AD-D86818033AE0}"/>
                </a:ext>
              </a:extLst>
            </p:cNvPr>
            <p:cNvSpPr>
              <a:spLocks noChangeAspect="1" noChangeArrowheads="1" noTextEdit="1"/>
            </p:cNvSpPr>
            <p:nvPr/>
          </p:nvSpPr>
          <p:spPr bwMode="auto">
            <a:xfrm>
              <a:off x="5273675" y="2514600"/>
              <a:ext cx="1644650" cy="1646238"/>
            </a:xfrm>
            <a:prstGeom prst="rect">
              <a:avLst/>
            </a:prstGeom>
            <a:noFill/>
            <a:ln>
              <a:noFill/>
            </a:ln>
            <a:extLst>
              <a:ext uri="{909E8E84-426E-40DD-AFC4-6F175D3DCCD1}">
                <a14:hiddenFill xmlns:a14="http://schemas.microsoft.com/office/drawing/2010/main">
                  <a:solidFill>
                    <a:srgbClr val="D4DF33"/>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dirty="0"/>
            </a:p>
          </p:txBody>
        </p:sp>
        <p:grpSp>
          <p:nvGrpSpPr>
            <p:cNvPr id="132" name="Group 131">
              <a:extLst>
                <a:ext uri="{FF2B5EF4-FFF2-40B4-BE49-F238E27FC236}">
                  <a16:creationId xmlns:a16="http://schemas.microsoft.com/office/drawing/2014/main" id="{13E4215F-C8E1-D1C4-8827-71853C63B4B4}"/>
                </a:ext>
              </a:extLst>
            </p:cNvPr>
            <p:cNvGrpSpPr/>
            <p:nvPr/>
          </p:nvGrpSpPr>
          <p:grpSpPr>
            <a:xfrm>
              <a:off x="5439085" y="2789764"/>
              <a:ext cx="1313830" cy="1095911"/>
              <a:chOff x="5437188" y="2790289"/>
              <a:chExt cx="1313830" cy="1095911"/>
            </a:xfrm>
          </p:grpSpPr>
          <p:sp>
            <p:nvSpPr>
              <p:cNvPr id="133" name="Freeform 5">
                <a:extLst>
                  <a:ext uri="{FF2B5EF4-FFF2-40B4-BE49-F238E27FC236}">
                    <a16:creationId xmlns:a16="http://schemas.microsoft.com/office/drawing/2014/main" id="{FAD93F19-2223-F86D-2AEE-15B5DEEB8BFB}"/>
                  </a:ext>
                </a:extLst>
              </p:cNvPr>
              <p:cNvSpPr>
                <a:spLocks/>
              </p:cNvSpPr>
              <p:nvPr/>
            </p:nvSpPr>
            <p:spPr bwMode="auto">
              <a:xfrm>
                <a:off x="5437188" y="2790289"/>
                <a:ext cx="741363" cy="1095911"/>
              </a:xfrm>
              <a:custGeom>
                <a:avLst/>
                <a:gdLst>
                  <a:gd name="connsiteX0" fmla="*/ 59994 w 741363"/>
                  <a:gd name="connsiteY0" fmla="*/ 940336 h 1095911"/>
                  <a:gd name="connsiteX1" fmla="*/ 681369 w 741363"/>
                  <a:gd name="connsiteY1" fmla="*/ 940336 h 1095911"/>
                  <a:gd name="connsiteX2" fmla="*/ 697081 w 741363"/>
                  <a:gd name="connsiteY2" fmla="*/ 956182 h 1095911"/>
                  <a:gd name="connsiteX3" fmla="*/ 697081 w 741363"/>
                  <a:gd name="connsiteY3" fmla="*/ 1006600 h 1095911"/>
                  <a:gd name="connsiteX4" fmla="*/ 725650 w 741363"/>
                  <a:gd name="connsiteY4" fmla="*/ 1006600 h 1095911"/>
                  <a:gd name="connsiteX5" fmla="*/ 741363 w 741363"/>
                  <a:gd name="connsiteY5" fmla="*/ 1022445 h 1095911"/>
                  <a:gd name="connsiteX6" fmla="*/ 741363 w 741363"/>
                  <a:gd name="connsiteY6" fmla="*/ 1079345 h 1095911"/>
                  <a:gd name="connsiteX7" fmla="*/ 725650 w 741363"/>
                  <a:gd name="connsiteY7" fmla="*/ 1095911 h 1095911"/>
                  <a:gd name="connsiteX8" fmla="*/ 15713 w 741363"/>
                  <a:gd name="connsiteY8" fmla="*/ 1095911 h 1095911"/>
                  <a:gd name="connsiteX9" fmla="*/ 0 w 741363"/>
                  <a:gd name="connsiteY9" fmla="*/ 1079345 h 1095911"/>
                  <a:gd name="connsiteX10" fmla="*/ 0 w 741363"/>
                  <a:gd name="connsiteY10" fmla="*/ 1022445 h 1095911"/>
                  <a:gd name="connsiteX11" fmla="*/ 15713 w 741363"/>
                  <a:gd name="connsiteY11" fmla="*/ 1006600 h 1095911"/>
                  <a:gd name="connsiteX12" fmla="*/ 44282 w 741363"/>
                  <a:gd name="connsiteY12" fmla="*/ 1006600 h 1095911"/>
                  <a:gd name="connsiteX13" fmla="*/ 44282 w 741363"/>
                  <a:gd name="connsiteY13" fmla="*/ 956182 h 1095911"/>
                  <a:gd name="connsiteX14" fmla="*/ 59994 w 741363"/>
                  <a:gd name="connsiteY14" fmla="*/ 940336 h 1095911"/>
                  <a:gd name="connsiteX15" fmla="*/ 243001 w 741363"/>
                  <a:gd name="connsiteY15" fmla="*/ 537111 h 1095911"/>
                  <a:gd name="connsiteX16" fmla="*/ 257312 w 741363"/>
                  <a:gd name="connsiteY16" fmla="*/ 544981 h 1095911"/>
                  <a:gd name="connsiteX17" fmla="*/ 497021 w 741363"/>
                  <a:gd name="connsiteY17" fmla="*/ 632975 h 1095911"/>
                  <a:gd name="connsiteX18" fmla="*/ 512763 w 741363"/>
                  <a:gd name="connsiteY18" fmla="*/ 635836 h 1095911"/>
                  <a:gd name="connsiteX19" fmla="*/ 501314 w 741363"/>
                  <a:gd name="connsiteY19" fmla="*/ 667314 h 1095911"/>
                  <a:gd name="connsiteX20" fmla="*/ 441208 w 741363"/>
                  <a:gd name="connsiteY20" fmla="*/ 695214 h 1095911"/>
                  <a:gd name="connsiteX21" fmla="*/ 259458 w 741363"/>
                  <a:gd name="connsiteY21" fmla="*/ 628682 h 1095911"/>
                  <a:gd name="connsiteX22" fmla="*/ 231552 w 741363"/>
                  <a:gd name="connsiteY22" fmla="*/ 568589 h 1095911"/>
                  <a:gd name="connsiteX23" fmla="*/ 243001 w 741363"/>
                  <a:gd name="connsiteY23" fmla="*/ 537111 h 1095911"/>
                  <a:gd name="connsiteX24" fmla="*/ 488852 w 741363"/>
                  <a:gd name="connsiteY24" fmla="*/ 2734 h 1095911"/>
                  <a:gd name="connsiteX25" fmla="*/ 670054 w 741363"/>
                  <a:gd name="connsiteY25" fmla="*/ 69694 h 1095911"/>
                  <a:gd name="connsiteX26" fmla="*/ 697876 w 741363"/>
                  <a:gd name="connsiteY26" fmla="*/ 128819 h 1095911"/>
                  <a:gd name="connsiteX27" fmla="*/ 685749 w 741363"/>
                  <a:gd name="connsiteY27" fmla="*/ 160874 h 1095911"/>
                  <a:gd name="connsiteX28" fmla="*/ 672194 w 741363"/>
                  <a:gd name="connsiteY28" fmla="*/ 152326 h 1095911"/>
                  <a:gd name="connsiteX29" fmla="*/ 433207 w 741363"/>
                  <a:gd name="connsiteY29" fmla="*/ 65420 h 1095911"/>
                  <a:gd name="connsiteX30" fmla="*/ 417512 w 741363"/>
                  <a:gd name="connsiteY30" fmla="*/ 62571 h 1095911"/>
                  <a:gd name="connsiteX31" fmla="*/ 428927 w 741363"/>
                  <a:gd name="connsiteY31" fmla="*/ 30516 h 1095911"/>
                  <a:gd name="connsiteX32" fmla="*/ 488852 w 741363"/>
                  <a:gd name="connsiteY32" fmla="*/ 2734 h 1095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741363" h="1095911">
                    <a:moveTo>
                      <a:pt x="59994" y="940336"/>
                    </a:moveTo>
                    <a:cubicBezTo>
                      <a:pt x="59994" y="940336"/>
                      <a:pt x="59994" y="940336"/>
                      <a:pt x="681369" y="940336"/>
                    </a:cubicBezTo>
                    <a:cubicBezTo>
                      <a:pt x="690653" y="940336"/>
                      <a:pt x="697081" y="947539"/>
                      <a:pt x="697081" y="956182"/>
                    </a:cubicBezTo>
                    <a:cubicBezTo>
                      <a:pt x="697081" y="956182"/>
                      <a:pt x="697081" y="956182"/>
                      <a:pt x="697081" y="1006600"/>
                    </a:cubicBezTo>
                    <a:cubicBezTo>
                      <a:pt x="697081" y="1006600"/>
                      <a:pt x="697081" y="1006600"/>
                      <a:pt x="725650" y="1006600"/>
                    </a:cubicBezTo>
                    <a:cubicBezTo>
                      <a:pt x="734221" y="1006600"/>
                      <a:pt x="741363" y="1013802"/>
                      <a:pt x="741363" y="1022445"/>
                    </a:cubicBezTo>
                    <a:cubicBezTo>
                      <a:pt x="741363" y="1022445"/>
                      <a:pt x="741363" y="1022445"/>
                      <a:pt x="741363" y="1079345"/>
                    </a:cubicBezTo>
                    <a:cubicBezTo>
                      <a:pt x="741363" y="1088709"/>
                      <a:pt x="734221" y="1095911"/>
                      <a:pt x="725650" y="1095911"/>
                    </a:cubicBezTo>
                    <a:cubicBezTo>
                      <a:pt x="725650" y="1095911"/>
                      <a:pt x="725650" y="1095911"/>
                      <a:pt x="15713" y="1095911"/>
                    </a:cubicBezTo>
                    <a:cubicBezTo>
                      <a:pt x="7142" y="1095911"/>
                      <a:pt x="0" y="1088709"/>
                      <a:pt x="0" y="1079345"/>
                    </a:cubicBezTo>
                    <a:cubicBezTo>
                      <a:pt x="0" y="1079345"/>
                      <a:pt x="0" y="1079345"/>
                      <a:pt x="0" y="1022445"/>
                    </a:cubicBezTo>
                    <a:cubicBezTo>
                      <a:pt x="0" y="1013802"/>
                      <a:pt x="7142" y="1006600"/>
                      <a:pt x="15713" y="1006600"/>
                    </a:cubicBezTo>
                    <a:cubicBezTo>
                      <a:pt x="15713" y="1006600"/>
                      <a:pt x="15713" y="1006600"/>
                      <a:pt x="44282" y="1006600"/>
                    </a:cubicBezTo>
                    <a:cubicBezTo>
                      <a:pt x="44282" y="1006600"/>
                      <a:pt x="44282" y="1006600"/>
                      <a:pt x="44282" y="956182"/>
                    </a:cubicBezTo>
                    <a:cubicBezTo>
                      <a:pt x="44282" y="947539"/>
                      <a:pt x="51424" y="940336"/>
                      <a:pt x="59994" y="940336"/>
                    </a:cubicBezTo>
                    <a:close/>
                    <a:moveTo>
                      <a:pt x="243001" y="537111"/>
                    </a:moveTo>
                    <a:cubicBezTo>
                      <a:pt x="247294" y="539973"/>
                      <a:pt x="251587" y="542834"/>
                      <a:pt x="257312" y="544981"/>
                    </a:cubicBezTo>
                    <a:cubicBezTo>
                      <a:pt x="257312" y="544981"/>
                      <a:pt x="257312" y="544981"/>
                      <a:pt x="497021" y="632975"/>
                    </a:cubicBezTo>
                    <a:cubicBezTo>
                      <a:pt x="502030" y="634405"/>
                      <a:pt x="507039" y="635836"/>
                      <a:pt x="512763" y="635836"/>
                    </a:cubicBezTo>
                    <a:cubicBezTo>
                      <a:pt x="512763" y="635836"/>
                      <a:pt x="512763" y="635836"/>
                      <a:pt x="501314" y="667314"/>
                    </a:cubicBezTo>
                    <a:cubicBezTo>
                      <a:pt x="492012" y="691637"/>
                      <a:pt x="465537" y="703799"/>
                      <a:pt x="441208" y="695214"/>
                    </a:cubicBezTo>
                    <a:cubicBezTo>
                      <a:pt x="441208" y="695214"/>
                      <a:pt x="441208" y="695214"/>
                      <a:pt x="259458" y="628682"/>
                    </a:cubicBezTo>
                    <a:cubicBezTo>
                      <a:pt x="235130" y="619382"/>
                      <a:pt x="222250" y="592912"/>
                      <a:pt x="231552" y="568589"/>
                    </a:cubicBezTo>
                    <a:cubicBezTo>
                      <a:pt x="231552" y="568589"/>
                      <a:pt x="231552" y="568589"/>
                      <a:pt x="243001" y="537111"/>
                    </a:cubicBezTo>
                    <a:close/>
                    <a:moveTo>
                      <a:pt x="488852" y="2734"/>
                    </a:moveTo>
                    <a:cubicBezTo>
                      <a:pt x="488852" y="2734"/>
                      <a:pt x="488852" y="2734"/>
                      <a:pt x="670054" y="69694"/>
                    </a:cubicBezTo>
                    <a:cubicBezTo>
                      <a:pt x="694310" y="78242"/>
                      <a:pt x="706437" y="104599"/>
                      <a:pt x="697876" y="128819"/>
                    </a:cubicBezTo>
                    <a:cubicBezTo>
                      <a:pt x="697876" y="128819"/>
                      <a:pt x="697876" y="128819"/>
                      <a:pt x="685749" y="160874"/>
                    </a:cubicBezTo>
                    <a:cubicBezTo>
                      <a:pt x="682182" y="157312"/>
                      <a:pt x="677188" y="154463"/>
                      <a:pt x="672194" y="152326"/>
                    </a:cubicBezTo>
                    <a:lnTo>
                      <a:pt x="433207" y="65420"/>
                    </a:lnTo>
                    <a:cubicBezTo>
                      <a:pt x="428213" y="63283"/>
                      <a:pt x="422506" y="62571"/>
                      <a:pt x="417512" y="62571"/>
                    </a:cubicBezTo>
                    <a:cubicBezTo>
                      <a:pt x="417512" y="62571"/>
                      <a:pt x="417512" y="62571"/>
                      <a:pt x="428927" y="30516"/>
                    </a:cubicBezTo>
                    <a:cubicBezTo>
                      <a:pt x="437487" y="6296"/>
                      <a:pt x="464596" y="-5814"/>
                      <a:pt x="488852" y="273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134" name="Freeform 6">
                <a:extLst>
                  <a:ext uri="{FF2B5EF4-FFF2-40B4-BE49-F238E27FC236}">
                    <a16:creationId xmlns:a16="http://schemas.microsoft.com/office/drawing/2014/main" id="{E030FAD3-7F77-8FF6-5B8F-76859884D8B5}"/>
                  </a:ext>
                </a:extLst>
              </p:cNvPr>
              <p:cNvSpPr>
                <a:spLocks/>
              </p:cNvSpPr>
              <p:nvPr/>
            </p:nvSpPr>
            <p:spPr bwMode="auto">
              <a:xfrm>
                <a:off x="5695077" y="2883282"/>
                <a:ext cx="1055941" cy="616303"/>
              </a:xfrm>
              <a:custGeom>
                <a:avLst/>
                <a:gdLst>
                  <a:gd name="connsiteX0" fmla="*/ 387558 w 1055941"/>
                  <a:gd name="connsiteY0" fmla="*/ 269493 h 616303"/>
                  <a:gd name="connsiteX1" fmla="*/ 393981 w 1055941"/>
                  <a:gd name="connsiteY1" fmla="*/ 270920 h 616303"/>
                  <a:gd name="connsiteX2" fmla="*/ 1027064 w 1055941"/>
                  <a:gd name="connsiteY2" fmla="*/ 482090 h 616303"/>
                  <a:gd name="connsiteX3" fmla="*/ 1053472 w 1055941"/>
                  <a:gd name="connsiteY3" fmla="*/ 537022 h 616303"/>
                  <a:gd name="connsiteX4" fmla="*/ 1034201 w 1055941"/>
                  <a:gd name="connsiteY4" fmla="*/ 589101 h 616303"/>
                  <a:gd name="connsiteX5" fmla="*/ 979244 w 1055941"/>
                  <a:gd name="connsiteY5" fmla="*/ 613357 h 616303"/>
                  <a:gd name="connsiteX6" fmla="*/ 359008 w 1055941"/>
                  <a:gd name="connsiteY6" fmla="*/ 365090 h 616303"/>
                  <a:gd name="connsiteX7" fmla="*/ 353298 w 1055941"/>
                  <a:gd name="connsiteY7" fmla="*/ 361523 h 616303"/>
                  <a:gd name="connsiteX8" fmla="*/ 387558 w 1055941"/>
                  <a:gd name="connsiteY8" fmla="*/ 269493 h 616303"/>
                  <a:gd name="connsiteX9" fmla="*/ 164418 w 1055941"/>
                  <a:gd name="connsiteY9" fmla="*/ 889 h 616303"/>
                  <a:gd name="connsiteX10" fmla="*/ 403099 w 1055941"/>
                  <a:gd name="connsiteY10" fmla="*/ 88757 h 616303"/>
                  <a:gd name="connsiteX11" fmla="*/ 412361 w 1055941"/>
                  <a:gd name="connsiteY11" fmla="*/ 108759 h 616303"/>
                  <a:gd name="connsiteX12" fmla="*/ 326151 w 1055941"/>
                  <a:gd name="connsiteY12" fmla="*/ 343789 h 616303"/>
                  <a:gd name="connsiteX13" fmla="*/ 269153 w 1055941"/>
                  <a:gd name="connsiteY13" fmla="*/ 499522 h 616303"/>
                  <a:gd name="connsiteX14" fmla="*/ 249204 w 1055941"/>
                  <a:gd name="connsiteY14" fmla="*/ 508809 h 616303"/>
                  <a:gd name="connsiteX15" fmla="*/ 10523 w 1055941"/>
                  <a:gd name="connsiteY15" fmla="*/ 421656 h 616303"/>
                  <a:gd name="connsiteX16" fmla="*/ 1261 w 1055941"/>
                  <a:gd name="connsiteY16" fmla="*/ 400939 h 616303"/>
                  <a:gd name="connsiteX17" fmla="*/ 143757 w 1055941"/>
                  <a:gd name="connsiteY17" fmla="*/ 10176 h 616303"/>
                  <a:gd name="connsiteX18" fmla="*/ 164418 w 1055941"/>
                  <a:gd name="connsiteY18" fmla="*/ 889 h 61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55941" h="616303">
                    <a:moveTo>
                      <a:pt x="387558" y="269493"/>
                    </a:moveTo>
                    <a:cubicBezTo>
                      <a:pt x="389699" y="269493"/>
                      <a:pt x="391840" y="270207"/>
                      <a:pt x="393981" y="270920"/>
                    </a:cubicBezTo>
                    <a:cubicBezTo>
                      <a:pt x="393981" y="270920"/>
                      <a:pt x="393981" y="270920"/>
                      <a:pt x="1027064" y="482090"/>
                    </a:cubicBezTo>
                    <a:cubicBezTo>
                      <a:pt x="1049903" y="489937"/>
                      <a:pt x="1061323" y="514193"/>
                      <a:pt x="1053472" y="537022"/>
                    </a:cubicBezTo>
                    <a:cubicBezTo>
                      <a:pt x="1053472" y="537022"/>
                      <a:pt x="1053472" y="537022"/>
                      <a:pt x="1034201" y="589101"/>
                    </a:cubicBezTo>
                    <a:cubicBezTo>
                      <a:pt x="1026350" y="611217"/>
                      <a:pt x="1001369" y="621918"/>
                      <a:pt x="979244" y="613357"/>
                    </a:cubicBezTo>
                    <a:cubicBezTo>
                      <a:pt x="979244" y="613357"/>
                      <a:pt x="979244" y="613357"/>
                      <a:pt x="359008" y="365090"/>
                    </a:cubicBezTo>
                    <a:cubicBezTo>
                      <a:pt x="356867" y="364377"/>
                      <a:pt x="355439" y="362950"/>
                      <a:pt x="353298" y="361523"/>
                    </a:cubicBezTo>
                    <a:cubicBezTo>
                      <a:pt x="353298" y="361523"/>
                      <a:pt x="353298" y="361523"/>
                      <a:pt x="387558" y="269493"/>
                    </a:cubicBezTo>
                    <a:close/>
                    <a:moveTo>
                      <a:pt x="164418" y="889"/>
                    </a:moveTo>
                    <a:cubicBezTo>
                      <a:pt x="164418" y="889"/>
                      <a:pt x="164418" y="889"/>
                      <a:pt x="403099" y="88757"/>
                    </a:cubicBezTo>
                    <a:cubicBezTo>
                      <a:pt x="410936" y="91614"/>
                      <a:pt x="415211" y="100901"/>
                      <a:pt x="412361" y="108759"/>
                    </a:cubicBezTo>
                    <a:cubicBezTo>
                      <a:pt x="412361" y="108759"/>
                      <a:pt x="412361" y="108759"/>
                      <a:pt x="326151" y="343789"/>
                    </a:cubicBezTo>
                    <a:cubicBezTo>
                      <a:pt x="326151" y="343789"/>
                      <a:pt x="326151" y="343789"/>
                      <a:pt x="269153" y="499522"/>
                    </a:cubicBezTo>
                    <a:cubicBezTo>
                      <a:pt x="266303" y="508095"/>
                      <a:pt x="257041" y="512381"/>
                      <a:pt x="249204" y="508809"/>
                    </a:cubicBezTo>
                    <a:cubicBezTo>
                      <a:pt x="249204" y="508809"/>
                      <a:pt x="249204" y="508809"/>
                      <a:pt x="10523" y="421656"/>
                    </a:cubicBezTo>
                    <a:cubicBezTo>
                      <a:pt x="1973" y="418084"/>
                      <a:pt x="-2302" y="409511"/>
                      <a:pt x="1261" y="400939"/>
                    </a:cubicBezTo>
                    <a:cubicBezTo>
                      <a:pt x="1261" y="400939"/>
                      <a:pt x="1261" y="400939"/>
                      <a:pt x="143757" y="10176"/>
                    </a:cubicBezTo>
                    <a:cubicBezTo>
                      <a:pt x="147319" y="2317"/>
                      <a:pt x="155869" y="-1969"/>
                      <a:pt x="164418" y="88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grpSp>
      </p:grpSp>
      <p:sp>
        <p:nvSpPr>
          <p:cNvPr id="161" name="Moon 160">
            <a:extLst>
              <a:ext uri="{FF2B5EF4-FFF2-40B4-BE49-F238E27FC236}">
                <a16:creationId xmlns:a16="http://schemas.microsoft.com/office/drawing/2014/main" id="{036BCC45-6BC4-42E7-BE14-CA023071E800}"/>
              </a:ext>
            </a:extLst>
          </p:cNvPr>
          <p:cNvSpPr/>
          <p:nvPr/>
        </p:nvSpPr>
        <p:spPr>
          <a:xfrm rot="5400000">
            <a:off x="5169796" y="1177314"/>
            <a:ext cx="433022" cy="866044"/>
          </a:xfrm>
          <a:prstGeom prst="moon">
            <a:avLst>
              <a:gd name="adj" fmla="val 6667"/>
            </a:avLst>
          </a:prstGeom>
          <a:solidFill>
            <a:schemeClr val="tx2"/>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163" name="Oval 20">
            <a:extLst>
              <a:ext uri="{FF2B5EF4-FFF2-40B4-BE49-F238E27FC236}">
                <a16:creationId xmlns:a16="http://schemas.microsoft.com/office/drawing/2014/main" id="{A4A59D90-9DCD-472C-B9F3-F6F5A01F32B7}"/>
              </a:ext>
            </a:extLst>
          </p:cNvPr>
          <p:cNvSpPr>
            <a:spLocks noChangeAspect="1" noChangeArrowheads="1"/>
          </p:cNvSpPr>
          <p:nvPr/>
        </p:nvSpPr>
        <p:spPr bwMode="auto">
          <a:xfrm>
            <a:off x="4953993" y="1371008"/>
            <a:ext cx="240348" cy="240348"/>
          </a:xfrm>
          <a:prstGeom prst="ellipse">
            <a:avLst/>
          </a:prstGeom>
          <a:solidFill>
            <a:srgbClr val="006863"/>
          </a:solidFill>
          <a:ln w="9525" cap="flat" cmpd="sng" algn="ctr">
            <a:solidFill>
              <a:srgbClr val="FFFFFF"/>
            </a:solidFill>
            <a:prstDash val="solid"/>
            <a:round/>
            <a:headEnd type="none" w="med" len="med"/>
            <a:tailEnd type="none" w="med" len="med"/>
          </a:ln>
        </p:spPr>
        <p:txBody>
          <a:bodyPr vert="horz" wrap="square" lIns="0" tIns="0" rIns="0" bIns="0" numCol="1" anchor="ctr" anchorCtr="0" compatLnSpc="1">
            <a:prstTxWarp prst="textNoShape">
              <a:avLst/>
            </a:prstTxWarp>
          </a:bodyPr>
          <a:lstStyle/>
          <a:p>
            <a:pPr algn="ctr"/>
            <a:r>
              <a:rPr lang="en-US" sz="1200" dirty="0">
                <a:solidFill>
                  <a:schemeClr val="bg1"/>
                </a:solidFill>
              </a:rPr>
              <a:t>3</a:t>
            </a:r>
          </a:p>
        </p:txBody>
      </p:sp>
      <p:grpSp>
        <p:nvGrpSpPr>
          <p:cNvPr id="125" name="bcgIcons_Strategy Operating Model ">
            <a:extLst>
              <a:ext uri="{FF2B5EF4-FFF2-40B4-BE49-F238E27FC236}">
                <a16:creationId xmlns:a16="http://schemas.microsoft.com/office/drawing/2014/main" id="{55AB924E-4C96-895F-7350-782E16CAC2DA}"/>
              </a:ext>
            </a:extLst>
          </p:cNvPr>
          <p:cNvGrpSpPr>
            <a:grpSpLocks/>
          </p:cNvGrpSpPr>
          <p:nvPr/>
        </p:nvGrpSpPr>
        <p:grpSpPr>
          <a:xfrm>
            <a:off x="5218485" y="1487756"/>
            <a:ext cx="335645" cy="335645"/>
            <a:chOff x="6464300" y="2606675"/>
            <a:chExt cx="1646238" cy="1644650"/>
          </a:xfrm>
        </p:grpSpPr>
        <p:sp>
          <p:nvSpPr>
            <p:cNvPr id="126" name="AutoShape 3">
              <a:extLst>
                <a:ext uri="{FF2B5EF4-FFF2-40B4-BE49-F238E27FC236}">
                  <a16:creationId xmlns:a16="http://schemas.microsoft.com/office/drawing/2014/main" id="{3E02A032-0909-D0B3-2C7B-269C9C8DBB16}"/>
                </a:ext>
              </a:extLst>
            </p:cNvPr>
            <p:cNvSpPr>
              <a:spLocks noChangeAspect="1" noChangeArrowheads="1" noTextEdit="1"/>
            </p:cNvSpPr>
            <p:nvPr/>
          </p:nvSpPr>
          <p:spPr bwMode="auto">
            <a:xfrm>
              <a:off x="6464300" y="2606675"/>
              <a:ext cx="1646238"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127" name="Group 126">
              <a:extLst>
                <a:ext uri="{FF2B5EF4-FFF2-40B4-BE49-F238E27FC236}">
                  <a16:creationId xmlns:a16="http://schemas.microsoft.com/office/drawing/2014/main" id="{D0F124C6-4F1A-A255-C232-0C8289407246}"/>
                </a:ext>
              </a:extLst>
            </p:cNvPr>
            <p:cNvGrpSpPr/>
            <p:nvPr/>
          </p:nvGrpSpPr>
          <p:grpSpPr>
            <a:xfrm>
              <a:off x="6634163" y="2962275"/>
              <a:ext cx="1304925" cy="933450"/>
              <a:chOff x="6634163" y="2962275"/>
              <a:chExt cx="1304925" cy="933450"/>
            </a:xfrm>
          </p:grpSpPr>
          <p:sp>
            <p:nvSpPr>
              <p:cNvPr id="128" name="Freeform 13">
                <a:extLst>
                  <a:ext uri="{FF2B5EF4-FFF2-40B4-BE49-F238E27FC236}">
                    <a16:creationId xmlns:a16="http://schemas.microsoft.com/office/drawing/2014/main" id="{7F23BA75-53C1-B371-1A57-95AFF5CE1261}"/>
                  </a:ext>
                </a:extLst>
              </p:cNvPr>
              <p:cNvSpPr>
                <a:spLocks/>
              </p:cNvSpPr>
              <p:nvPr/>
            </p:nvSpPr>
            <p:spPr bwMode="auto">
              <a:xfrm>
                <a:off x="6634163" y="2962275"/>
                <a:ext cx="1304925" cy="933450"/>
              </a:xfrm>
              <a:custGeom>
                <a:avLst/>
                <a:gdLst>
                  <a:gd name="connsiteX0" fmla="*/ 689333 w 1304925"/>
                  <a:gd name="connsiteY0" fmla="*/ 635000 h 933450"/>
                  <a:gd name="connsiteX1" fmla="*/ 723721 w 1304925"/>
                  <a:gd name="connsiteY1" fmla="*/ 645612 h 933450"/>
                  <a:gd name="connsiteX2" fmla="*/ 740199 w 1304925"/>
                  <a:gd name="connsiteY2" fmla="*/ 729801 h 933450"/>
                  <a:gd name="connsiteX3" fmla="*/ 654229 w 1304925"/>
                  <a:gd name="connsiteY3" fmla="*/ 746073 h 933450"/>
                  <a:gd name="connsiteX4" fmla="*/ 638468 w 1304925"/>
                  <a:gd name="connsiteY4" fmla="*/ 661177 h 933450"/>
                  <a:gd name="connsiteX5" fmla="*/ 689333 w 1304925"/>
                  <a:gd name="connsiteY5" fmla="*/ 635000 h 933450"/>
                  <a:gd name="connsiteX6" fmla="*/ 1083033 w 1304925"/>
                  <a:gd name="connsiteY6" fmla="*/ 274638 h 933450"/>
                  <a:gd name="connsiteX7" fmla="*/ 1117421 w 1304925"/>
                  <a:gd name="connsiteY7" fmla="*/ 285380 h 933450"/>
                  <a:gd name="connsiteX8" fmla="*/ 1133899 w 1304925"/>
                  <a:gd name="connsiteY8" fmla="*/ 370596 h 933450"/>
                  <a:gd name="connsiteX9" fmla="*/ 1047929 w 1304925"/>
                  <a:gd name="connsiteY9" fmla="*/ 387066 h 933450"/>
                  <a:gd name="connsiteX10" fmla="*/ 1032168 w 1304925"/>
                  <a:gd name="connsiteY10" fmla="*/ 301134 h 933450"/>
                  <a:gd name="connsiteX11" fmla="*/ 1083033 w 1304925"/>
                  <a:gd name="connsiteY11" fmla="*/ 274638 h 933450"/>
                  <a:gd name="connsiteX12" fmla="*/ 368300 w 1304925"/>
                  <a:gd name="connsiteY12" fmla="*/ 180975 h 933450"/>
                  <a:gd name="connsiteX13" fmla="*/ 430213 w 1304925"/>
                  <a:gd name="connsiteY13" fmla="*/ 242094 h 933450"/>
                  <a:gd name="connsiteX14" fmla="*/ 368300 w 1304925"/>
                  <a:gd name="connsiteY14" fmla="*/ 303213 h 933450"/>
                  <a:gd name="connsiteX15" fmla="*/ 306387 w 1304925"/>
                  <a:gd name="connsiteY15" fmla="*/ 242094 h 933450"/>
                  <a:gd name="connsiteX16" fmla="*/ 368300 w 1304925"/>
                  <a:gd name="connsiteY16" fmla="*/ 180975 h 933450"/>
                  <a:gd name="connsiteX17" fmla="*/ 30162 w 1304925"/>
                  <a:gd name="connsiteY17" fmla="*/ 31750 h 933450"/>
                  <a:gd name="connsiteX18" fmla="*/ 30162 w 1304925"/>
                  <a:gd name="connsiteY18" fmla="*/ 901700 h 933450"/>
                  <a:gd name="connsiteX19" fmla="*/ 1274762 w 1304925"/>
                  <a:gd name="connsiteY19" fmla="*/ 901700 h 933450"/>
                  <a:gd name="connsiteX20" fmla="*/ 1274762 w 1304925"/>
                  <a:gd name="connsiteY20" fmla="*/ 31750 h 933450"/>
                  <a:gd name="connsiteX21" fmla="*/ 30162 w 1304925"/>
                  <a:gd name="connsiteY21" fmla="*/ 31750 h 933450"/>
                  <a:gd name="connsiteX22" fmla="*/ 15705 w 1304925"/>
                  <a:gd name="connsiteY22" fmla="*/ 0 h 933450"/>
                  <a:gd name="connsiteX23" fmla="*/ 1289220 w 1304925"/>
                  <a:gd name="connsiteY23" fmla="*/ 0 h 933450"/>
                  <a:gd name="connsiteX24" fmla="*/ 1304925 w 1304925"/>
                  <a:gd name="connsiteY24" fmla="*/ 15724 h 933450"/>
                  <a:gd name="connsiteX25" fmla="*/ 1304925 w 1304925"/>
                  <a:gd name="connsiteY25" fmla="*/ 917726 h 933450"/>
                  <a:gd name="connsiteX26" fmla="*/ 1289220 w 1304925"/>
                  <a:gd name="connsiteY26" fmla="*/ 933450 h 933450"/>
                  <a:gd name="connsiteX27" fmla="*/ 15705 w 1304925"/>
                  <a:gd name="connsiteY27" fmla="*/ 933450 h 933450"/>
                  <a:gd name="connsiteX28" fmla="*/ 0 w 1304925"/>
                  <a:gd name="connsiteY28" fmla="*/ 917726 h 933450"/>
                  <a:gd name="connsiteX29" fmla="*/ 0 w 1304925"/>
                  <a:gd name="connsiteY29" fmla="*/ 15724 h 933450"/>
                  <a:gd name="connsiteX30" fmla="*/ 15705 w 1304925"/>
                  <a:gd name="connsiteY30" fmla="*/ 0 h 933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304925" h="933450">
                    <a:moveTo>
                      <a:pt x="689333" y="635000"/>
                    </a:moveTo>
                    <a:cubicBezTo>
                      <a:pt x="701512" y="635000"/>
                      <a:pt x="712975" y="638537"/>
                      <a:pt x="723721" y="645612"/>
                    </a:cubicBezTo>
                    <a:cubicBezTo>
                      <a:pt x="751661" y="664007"/>
                      <a:pt x="758825" y="702210"/>
                      <a:pt x="740199" y="729801"/>
                    </a:cubicBezTo>
                    <a:cubicBezTo>
                      <a:pt x="720856" y="757393"/>
                      <a:pt x="682169" y="765175"/>
                      <a:pt x="654229" y="746073"/>
                    </a:cubicBezTo>
                    <a:cubicBezTo>
                      <a:pt x="626289" y="726972"/>
                      <a:pt x="619125" y="688768"/>
                      <a:pt x="638468" y="661177"/>
                    </a:cubicBezTo>
                    <a:cubicBezTo>
                      <a:pt x="649931" y="644197"/>
                      <a:pt x="669274" y="635000"/>
                      <a:pt x="689333" y="635000"/>
                    </a:cubicBezTo>
                    <a:close/>
                    <a:moveTo>
                      <a:pt x="1083033" y="274638"/>
                    </a:moveTo>
                    <a:cubicBezTo>
                      <a:pt x="1095212" y="274638"/>
                      <a:pt x="1106675" y="278219"/>
                      <a:pt x="1117421" y="285380"/>
                    </a:cubicBezTo>
                    <a:cubicBezTo>
                      <a:pt x="1145361" y="303998"/>
                      <a:pt x="1152525" y="342668"/>
                      <a:pt x="1133899" y="370596"/>
                    </a:cubicBezTo>
                    <a:cubicBezTo>
                      <a:pt x="1114556" y="398524"/>
                      <a:pt x="1075869" y="406401"/>
                      <a:pt x="1047929" y="387066"/>
                    </a:cubicBezTo>
                    <a:cubicBezTo>
                      <a:pt x="1019989" y="367732"/>
                      <a:pt x="1012825" y="329062"/>
                      <a:pt x="1032168" y="301134"/>
                    </a:cubicBezTo>
                    <a:cubicBezTo>
                      <a:pt x="1043631" y="283947"/>
                      <a:pt x="1062974" y="274638"/>
                      <a:pt x="1083033" y="274638"/>
                    </a:cubicBezTo>
                    <a:close/>
                    <a:moveTo>
                      <a:pt x="368300" y="180975"/>
                    </a:moveTo>
                    <a:cubicBezTo>
                      <a:pt x="402494" y="180975"/>
                      <a:pt x="430213" y="208339"/>
                      <a:pt x="430213" y="242094"/>
                    </a:cubicBezTo>
                    <a:cubicBezTo>
                      <a:pt x="430213" y="275849"/>
                      <a:pt x="402494" y="303213"/>
                      <a:pt x="368300" y="303213"/>
                    </a:cubicBezTo>
                    <a:cubicBezTo>
                      <a:pt x="334106" y="303213"/>
                      <a:pt x="306387" y="275849"/>
                      <a:pt x="306387" y="242094"/>
                    </a:cubicBezTo>
                    <a:cubicBezTo>
                      <a:pt x="306387" y="208339"/>
                      <a:pt x="334106" y="180975"/>
                      <a:pt x="368300" y="180975"/>
                    </a:cubicBezTo>
                    <a:close/>
                    <a:moveTo>
                      <a:pt x="30162" y="31750"/>
                    </a:moveTo>
                    <a:cubicBezTo>
                      <a:pt x="30162" y="31750"/>
                      <a:pt x="30162" y="31750"/>
                      <a:pt x="30162" y="901700"/>
                    </a:cubicBezTo>
                    <a:cubicBezTo>
                      <a:pt x="30162" y="901700"/>
                      <a:pt x="30162" y="901700"/>
                      <a:pt x="1274762" y="901700"/>
                    </a:cubicBezTo>
                    <a:cubicBezTo>
                      <a:pt x="1274762" y="901700"/>
                      <a:pt x="1274762" y="901700"/>
                      <a:pt x="1274762" y="31750"/>
                    </a:cubicBezTo>
                    <a:cubicBezTo>
                      <a:pt x="1274762" y="31750"/>
                      <a:pt x="1274762" y="31750"/>
                      <a:pt x="30162" y="31750"/>
                    </a:cubicBezTo>
                    <a:close/>
                    <a:moveTo>
                      <a:pt x="15705" y="0"/>
                    </a:moveTo>
                    <a:cubicBezTo>
                      <a:pt x="15705" y="0"/>
                      <a:pt x="15705" y="0"/>
                      <a:pt x="1289220" y="0"/>
                    </a:cubicBezTo>
                    <a:cubicBezTo>
                      <a:pt x="1297787" y="0"/>
                      <a:pt x="1304925" y="6433"/>
                      <a:pt x="1304925" y="15724"/>
                    </a:cubicBezTo>
                    <a:cubicBezTo>
                      <a:pt x="1304925" y="15724"/>
                      <a:pt x="1304925" y="15724"/>
                      <a:pt x="1304925" y="917726"/>
                    </a:cubicBezTo>
                    <a:cubicBezTo>
                      <a:pt x="1304925" y="927017"/>
                      <a:pt x="1297787" y="933450"/>
                      <a:pt x="1289220" y="933450"/>
                    </a:cubicBezTo>
                    <a:cubicBezTo>
                      <a:pt x="1289220" y="933450"/>
                      <a:pt x="1289220" y="933450"/>
                      <a:pt x="15705" y="933450"/>
                    </a:cubicBezTo>
                    <a:cubicBezTo>
                      <a:pt x="7139" y="933450"/>
                      <a:pt x="0" y="927017"/>
                      <a:pt x="0" y="917726"/>
                    </a:cubicBezTo>
                    <a:cubicBezTo>
                      <a:pt x="0" y="917726"/>
                      <a:pt x="0" y="917726"/>
                      <a:pt x="0" y="15724"/>
                    </a:cubicBezTo>
                    <a:cubicBezTo>
                      <a:pt x="0" y="6433"/>
                      <a:pt x="7139" y="0"/>
                      <a:pt x="15705"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29" name="Freeform 14">
                <a:extLst>
                  <a:ext uri="{FF2B5EF4-FFF2-40B4-BE49-F238E27FC236}">
                    <a16:creationId xmlns:a16="http://schemas.microsoft.com/office/drawing/2014/main" id="{BF27FFFD-C6A9-6BFB-349F-8548F0EBFC80}"/>
                  </a:ext>
                </a:extLst>
              </p:cNvPr>
              <p:cNvSpPr>
                <a:spLocks noChangeArrowheads="1"/>
              </p:cNvSpPr>
              <p:nvPr/>
            </p:nvSpPr>
            <p:spPr bwMode="auto">
              <a:xfrm>
                <a:off x="6696075" y="3025775"/>
                <a:ext cx="1181100" cy="806450"/>
              </a:xfrm>
              <a:custGeom>
                <a:avLst/>
                <a:gdLst>
                  <a:gd name="connsiteX0" fmla="*/ 83732 w 1181100"/>
                  <a:gd name="connsiteY0" fmla="*/ 401488 h 806450"/>
                  <a:gd name="connsiteX1" fmla="*/ 72361 w 1181100"/>
                  <a:gd name="connsiteY1" fmla="*/ 405803 h 806450"/>
                  <a:gd name="connsiteX2" fmla="*/ 72361 w 1181100"/>
                  <a:gd name="connsiteY2" fmla="*/ 428812 h 806450"/>
                  <a:gd name="connsiteX3" fmla="*/ 105763 w 1181100"/>
                  <a:gd name="connsiteY3" fmla="*/ 461888 h 806450"/>
                  <a:gd name="connsiteX4" fmla="*/ 72361 w 1181100"/>
                  <a:gd name="connsiteY4" fmla="*/ 494964 h 806450"/>
                  <a:gd name="connsiteX5" fmla="*/ 72361 w 1181100"/>
                  <a:gd name="connsiteY5" fmla="*/ 517974 h 806450"/>
                  <a:gd name="connsiteX6" fmla="*/ 83732 w 1181100"/>
                  <a:gd name="connsiteY6" fmla="*/ 522288 h 806450"/>
                  <a:gd name="connsiteX7" fmla="*/ 95103 w 1181100"/>
                  <a:gd name="connsiteY7" fmla="*/ 517974 h 806450"/>
                  <a:gd name="connsiteX8" fmla="*/ 127794 w 1181100"/>
                  <a:gd name="connsiteY8" fmla="*/ 484179 h 806450"/>
                  <a:gd name="connsiteX9" fmla="*/ 160486 w 1181100"/>
                  <a:gd name="connsiteY9" fmla="*/ 517974 h 806450"/>
                  <a:gd name="connsiteX10" fmla="*/ 171857 w 1181100"/>
                  <a:gd name="connsiteY10" fmla="*/ 522288 h 806450"/>
                  <a:gd name="connsiteX11" fmla="*/ 183228 w 1181100"/>
                  <a:gd name="connsiteY11" fmla="*/ 517974 h 806450"/>
                  <a:gd name="connsiteX12" fmla="*/ 183228 w 1181100"/>
                  <a:gd name="connsiteY12" fmla="*/ 494964 h 806450"/>
                  <a:gd name="connsiteX13" fmla="*/ 149826 w 1181100"/>
                  <a:gd name="connsiteY13" fmla="*/ 461888 h 806450"/>
                  <a:gd name="connsiteX14" fmla="*/ 183228 w 1181100"/>
                  <a:gd name="connsiteY14" fmla="*/ 428812 h 806450"/>
                  <a:gd name="connsiteX15" fmla="*/ 183228 w 1181100"/>
                  <a:gd name="connsiteY15" fmla="*/ 405803 h 806450"/>
                  <a:gd name="connsiteX16" fmla="*/ 171857 w 1181100"/>
                  <a:gd name="connsiteY16" fmla="*/ 401488 h 806450"/>
                  <a:gd name="connsiteX17" fmla="*/ 160486 w 1181100"/>
                  <a:gd name="connsiteY17" fmla="*/ 405803 h 806450"/>
                  <a:gd name="connsiteX18" fmla="*/ 127794 w 1181100"/>
                  <a:gd name="connsiteY18" fmla="*/ 439598 h 806450"/>
                  <a:gd name="connsiteX19" fmla="*/ 95103 w 1181100"/>
                  <a:gd name="connsiteY19" fmla="*/ 405803 h 806450"/>
                  <a:gd name="connsiteX20" fmla="*/ 83732 w 1181100"/>
                  <a:gd name="connsiteY20" fmla="*/ 401488 h 806450"/>
                  <a:gd name="connsiteX21" fmla="*/ 1002874 w 1181100"/>
                  <a:gd name="connsiteY21" fmla="*/ 182462 h 806450"/>
                  <a:gd name="connsiteX22" fmla="*/ 942998 w 1181100"/>
                  <a:gd name="connsiteY22" fmla="*/ 221097 h 806450"/>
                  <a:gd name="connsiteX23" fmla="*/ 967306 w 1181100"/>
                  <a:gd name="connsiteY23" fmla="*/ 350296 h 806450"/>
                  <a:gd name="connsiteX24" fmla="*/ 1020211 w 1181100"/>
                  <a:gd name="connsiteY24" fmla="*/ 366713 h 806450"/>
                  <a:gd name="connsiteX25" fmla="*/ 1096710 w 1181100"/>
                  <a:gd name="connsiteY25" fmla="*/ 326026 h 806450"/>
                  <a:gd name="connsiteX26" fmla="*/ 1111009 w 1181100"/>
                  <a:gd name="connsiteY26" fmla="*/ 256787 h 806450"/>
                  <a:gd name="connsiteX27" fmla="*/ 1072402 w 1181100"/>
                  <a:gd name="connsiteY27" fmla="*/ 196827 h 806450"/>
                  <a:gd name="connsiteX28" fmla="*/ 1002874 w 1181100"/>
                  <a:gd name="connsiteY28" fmla="*/ 182462 h 806450"/>
                  <a:gd name="connsiteX29" fmla="*/ 824460 w 1181100"/>
                  <a:gd name="connsiteY29" fmla="*/ 181262 h 806450"/>
                  <a:gd name="connsiteX30" fmla="*/ 813653 w 1181100"/>
                  <a:gd name="connsiteY30" fmla="*/ 186527 h 806450"/>
                  <a:gd name="connsiteX31" fmla="*/ 815082 w 1181100"/>
                  <a:gd name="connsiteY31" fmla="*/ 208656 h 806450"/>
                  <a:gd name="connsiteX32" fmla="*/ 857239 w 1181100"/>
                  <a:gd name="connsiteY32" fmla="*/ 246491 h 806450"/>
                  <a:gd name="connsiteX33" fmla="*/ 637881 w 1181100"/>
                  <a:gd name="connsiteY33" fmla="*/ 350714 h 806450"/>
                  <a:gd name="connsiteX34" fmla="*/ 590723 w 1181100"/>
                  <a:gd name="connsiteY34" fmla="*/ 547024 h 806450"/>
                  <a:gd name="connsiteX35" fmla="*/ 549281 w 1181100"/>
                  <a:gd name="connsiteY35" fmla="*/ 579861 h 806450"/>
                  <a:gd name="connsiteX36" fmla="*/ 573575 w 1181100"/>
                  <a:gd name="connsiteY36" fmla="*/ 709069 h 806450"/>
                  <a:gd name="connsiteX37" fmla="*/ 626449 w 1181100"/>
                  <a:gd name="connsiteY37" fmla="*/ 725488 h 806450"/>
                  <a:gd name="connsiteX38" fmla="*/ 702903 w 1181100"/>
                  <a:gd name="connsiteY38" fmla="*/ 684798 h 806450"/>
                  <a:gd name="connsiteX39" fmla="*/ 717193 w 1181100"/>
                  <a:gd name="connsiteY39" fmla="*/ 615554 h 806450"/>
                  <a:gd name="connsiteX40" fmla="*/ 678609 w 1181100"/>
                  <a:gd name="connsiteY40" fmla="*/ 555590 h 806450"/>
                  <a:gd name="connsiteX41" fmla="*/ 622162 w 1181100"/>
                  <a:gd name="connsiteY41" fmla="*/ 539886 h 806450"/>
                  <a:gd name="connsiteX42" fmla="*/ 662890 w 1181100"/>
                  <a:gd name="connsiteY42" fmla="*/ 369988 h 806450"/>
                  <a:gd name="connsiteX43" fmla="*/ 864384 w 1181100"/>
                  <a:gd name="connsiteY43" fmla="*/ 277186 h 806450"/>
                  <a:gd name="connsiteX44" fmla="*/ 821513 w 1181100"/>
                  <a:gd name="connsiteY44" fmla="*/ 325729 h 806450"/>
                  <a:gd name="connsiteX45" fmla="*/ 822942 w 1181100"/>
                  <a:gd name="connsiteY45" fmla="*/ 347858 h 806450"/>
                  <a:gd name="connsiteX46" fmla="*/ 833660 w 1181100"/>
                  <a:gd name="connsiteY46" fmla="*/ 352141 h 806450"/>
                  <a:gd name="connsiteX47" fmla="*/ 845092 w 1181100"/>
                  <a:gd name="connsiteY47" fmla="*/ 346430 h 806450"/>
                  <a:gd name="connsiteX48" fmla="*/ 910113 w 1181100"/>
                  <a:gd name="connsiteY48" fmla="*/ 272903 h 806450"/>
                  <a:gd name="connsiteX49" fmla="*/ 914400 w 1181100"/>
                  <a:gd name="connsiteY49" fmla="*/ 261482 h 806450"/>
                  <a:gd name="connsiteX50" fmla="*/ 909399 w 1181100"/>
                  <a:gd name="connsiteY50" fmla="*/ 250774 h 806450"/>
                  <a:gd name="connsiteX51" fmla="*/ 835803 w 1181100"/>
                  <a:gd name="connsiteY51" fmla="*/ 185099 h 806450"/>
                  <a:gd name="connsiteX52" fmla="*/ 824460 w 1181100"/>
                  <a:gd name="connsiteY52" fmla="*/ 181262 h 806450"/>
                  <a:gd name="connsiteX53" fmla="*/ 306100 w 1181100"/>
                  <a:gd name="connsiteY53" fmla="*/ 85725 h 806450"/>
                  <a:gd name="connsiteX54" fmla="*/ 212725 w 1181100"/>
                  <a:gd name="connsiteY54" fmla="*/ 178632 h 806450"/>
                  <a:gd name="connsiteX55" fmla="*/ 306100 w 1181100"/>
                  <a:gd name="connsiteY55" fmla="*/ 271539 h 806450"/>
                  <a:gd name="connsiteX56" fmla="*/ 362124 w 1181100"/>
                  <a:gd name="connsiteY56" fmla="*/ 252957 h 806450"/>
                  <a:gd name="connsiteX57" fmla="*/ 424613 w 1181100"/>
                  <a:gd name="connsiteY57" fmla="*/ 416616 h 806450"/>
                  <a:gd name="connsiteX58" fmla="*/ 309691 w 1181100"/>
                  <a:gd name="connsiteY58" fmla="*/ 606718 h 806450"/>
                  <a:gd name="connsiteX59" fmla="*/ 317592 w 1181100"/>
                  <a:gd name="connsiteY59" fmla="*/ 542398 h 806450"/>
                  <a:gd name="connsiteX60" fmla="*/ 303945 w 1181100"/>
                  <a:gd name="connsiteY60" fmla="*/ 525246 h 806450"/>
                  <a:gd name="connsiteX61" fmla="*/ 286707 w 1181100"/>
                  <a:gd name="connsiteY61" fmla="*/ 538110 h 806450"/>
                  <a:gd name="connsiteX62" fmla="*/ 273778 w 1181100"/>
                  <a:gd name="connsiteY62" fmla="*/ 636734 h 806450"/>
                  <a:gd name="connsiteX63" fmla="*/ 287425 w 1181100"/>
                  <a:gd name="connsiteY63" fmla="*/ 653886 h 806450"/>
                  <a:gd name="connsiteX64" fmla="*/ 385827 w 1181100"/>
                  <a:gd name="connsiteY64" fmla="*/ 666750 h 806450"/>
                  <a:gd name="connsiteX65" fmla="*/ 387982 w 1181100"/>
                  <a:gd name="connsiteY65" fmla="*/ 666750 h 806450"/>
                  <a:gd name="connsiteX66" fmla="*/ 403784 w 1181100"/>
                  <a:gd name="connsiteY66" fmla="*/ 653171 h 806450"/>
                  <a:gd name="connsiteX67" fmla="*/ 390137 w 1181100"/>
                  <a:gd name="connsiteY67" fmla="*/ 636019 h 806450"/>
                  <a:gd name="connsiteX68" fmla="*/ 332676 w 1181100"/>
                  <a:gd name="connsiteY68" fmla="*/ 628158 h 806450"/>
                  <a:gd name="connsiteX69" fmla="*/ 456217 w 1181100"/>
                  <a:gd name="connsiteY69" fmla="*/ 418046 h 806450"/>
                  <a:gd name="connsiteX70" fmla="*/ 383672 w 1181100"/>
                  <a:gd name="connsiteY70" fmla="*/ 230088 h 806450"/>
                  <a:gd name="connsiteX71" fmla="*/ 399474 w 1181100"/>
                  <a:gd name="connsiteY71" fmla="*/ 178632 h 806450"/>
                  <a:gd name="connsiteX72" fmla="*/ 306100 w 1181100"/>
                  <a:gd name="connsiteY72" fmla="*/ 85725 h 806450"/>
                  <a:gd name="connsiteX73" fmla="*/ 591953 w 1181100"/>
                  <a:gd name="connsiteY73" fmla="*/ 80795 h 806450"/>
                  <a:gd name="connsiteX74" fmla="*/ 580435 w 1181100"/>
                  <a:gd name="connsiteY74" fmla="*/ 85053 h 806450"/>
                  <a:gd name="connsiteX75" fmla="*/ 580435 w 1181100"/>
                  <a:gd name="connsiteY75" fmla="*/ 107763 h 806450"/>
                  <a:gd name="connsiteX76" fmla="*/ 614270 w 1181100"/>
                  <a:gd name="connsiteY76" fmla="*/ 140410 h 806450"/>
                  <a:gd name="connsiteX77" fmla="*/ 580435 w 1181100"/>
                  <a:gd name="connsiteY77" fmla="*/ 173056 h 806450"/>
                  <a:gd name="connsiteX78" fmla="*/ 580435 w 1181100"/>
                  <a:gd name="connsiteY78" fmla="*/ 195767 h 806450"/>
                  <a:gd name="connsiteX79" fmla="*/ 591953 w 1181100"/>
                  <a:gd name="connsiteY79" fmla="*/ 200025 h 806450"/>
                  <a:gd name="connsiteX80" fmla="*/ 603472 w 1181100"/>
                  <a:gd name="connsiteY80" fmla="*/ 195767 h 806450"/>
                  <a:gd name="connsiteX81" fmla="*/ 636588 w 1181100"/>
                  <a:gd name="connsiteY81" fmla="*/ 162411 h 806450"/>
                  <a:gd name="connsiteX82" fmla="*/ 669704 w 1181100"/>
                  <a:gd name="connsiteY82" fmla="*/ 195767 h 806450"/>
                  <a:gd name="connsiteX83" fmla="*/ 681222 w 1181100"/>
                  <a:gd name="connsiteY83" fmla="*/ 200025 h 806450"/>
                  <a:gd name="connsiteX84" fmla="*/ 692741 w 1181100"/>
                  <a:gd name="connsiteY84" fmla="*/ 195767 h 806450"/>
                  <a:gd name="connsiteX85" fmla="*/ 692741 w 1181100"/>
                  <a:gd name="connsiteY85" fmla="*/ 173056 h 806450"/>
                  <a:gd name="connsiteX86" fmla="*/ 658905 w 1181100"/>
                  <a:gd name="connsiteY86" fmla="*/ 140410 h 806450"/>
                  <a:gd name="connsiteX87" fmla="*/ 692741 w 1181100"/>
                  <a:gd name="connsiteY87" fmla="*/ 107763 h 806450"/>
                  <a:gd name="connsiteX88" fmla="*/ 692741 w 1181100"/>
                  <a:gd name="connsiteY88" fmla="*/ 85053 h 806450"/>
                  <a:gd name="connsiteX89" fmla="*/ 681222 w 1181100"/>
                  <a:gd name="connsiteY89" fmla="*/ 80795 h 806450"/>
                  <a:gd name="connsiteX90" fmla="*/ 669704 w 1181100"/>
                  <a:gd name="connsiteY90" fmla="*/ 85053 h 806450"/>
                  <a:gd name="connsiteX91" fmla="*/ 636588 w 1181100"/>
                  <a:gd name="connsiteY91" fmla="*/ 118409 h 806450"/>
                  <a:gd name="connsiteX92" fmla="*/ 603472 w 1181100"/>
                  <a:gd name="connsiteY92" fmla="*/ 85053 h 806450"/>
                  <a:gd name="connsiteX93" fmla="*/ 591953 w 1181100"/>
                  <a:gd name="connsiteY93" fmla="*/ 80795 h 806450"/>
                  <a:gd name="connsiteX94" fmla="*/ 0 w 1181100"/>
                  <a:gd name="connsiteY94" fmla="*/ 0 h 806450"/>
                  <a:gd name="connsiteX95" fmla="*/ 1181100 w 1181100"/>
                  <a:gd name="connsiteY95" fmla="*/ 0 h 806450"/>
                  <a:gd name="connsiteX96" fmla="*/ 1181100 w 1181100"/>
                  <a:gd name="connsiteY96" fmla="*/ 806450 h 806450"/>
                  <a:gd name="connsiteX97" fmla="*/ 0 w 1181100"/>
                  <a:gd name="connsiteY97" fmla="*/ 806450 h 80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181100" h="806450">
                    <a:moveTo>
                      <a:pt x="83732" y="401488"/>
                    </a:moveTo>
                    <a:cubicBezTo>
                      <a:pt x="79645" y="401488"/>
                      <a:pt x="75559" y="402926"/>
                      <a:pt x="72361" y="405803"/>
                    </a:cubicBezTo>
                    <a:cubicBezTo>
                      <a:pt x="66675" y="412274"/>
                      <a:pt x="66675" y="422341"/>
                      <a:pt x="72361" y="428812"/>
                    </a:cubicBezTo>
                    <a:cubicBezTo>
                      <a:pt x="72361" y="428812"/>
                      <a:pt x="72361" y="428812"/>
                      <a:pt x="105763" y="461888"/>
                    </a:cubicBezTo>
                    <a:cubicBezTo>
                      <a:pt x="105763" y="461888"/>
                      <a:pt x="105763" y="461888"/>
                      <a:pt x="72361" y="494964"/>
                    </a:cubicBezTo>
                    <a:cubicBezTo>
                      <a:pt x="66675" y="501436"/>
                      <a:pt x="66675" y="511502"/>
                      <a:pt x="72361" y="517974"/>
                    </a:cubicBezTo>
                    <a:cubicBezTo>
                      <a:pt x="75914" y="520850"/>
                      <a:pt x="79468" y="522288"/>
                      <a:pt x="83732" y="522288"/>
                    </a:cubicBezTo>
                    <a:cubicBezTo>
                      <a:pt x="87996" y="522288"/>
                      <a:pt x="91549" y="520850"/>
                      <a:pt x="95103" y="517974"/>
                    </a:cubicBezTo>
                    <a:cubicBezTo>
                      <a:pt x="95103" y="517974"/>
                      <a:pt x="95103" y="517974"/>
                      <a:pt x="127794" y="484179"/>
                    </a:cubicBezTo>
                    <a:cubicBezTo>
                      <a:pt x="127794" y="484179"/>
                      <a:pt x="127794" y="484179"/>
                      <a:pt x="160486" y="517974"/>
                    </a:cubicBezTo>
                    <a:cubicBezTo>
                      <a:pt x="164039" y="520850"/>
                      <a:pt x="167593" y="522288"/>
                      <a:pt x="171857" y="522288"/>
                    </a:cubicBezTo>
                    <a:cubicBezTo>
                      <a:pt x="176121" y="522288"/>
                      <a:pt x="179674" y="520850"/>
                      <a:pt x="183228" y="517974"/>
                    </a:cubicBezTo>
                    <a:cubicBezTo>
                      <a:pt x="188913" y="511502"/>
                      <a:pt x="188913" y="501436"/>
                      <a:pt x="183228" y="494964"/>
                    </a:cubicBezTo>
                    <a:lnTo>
                      <a:pt x="149826" y="461888"/>
                    </a:lnTo>
                    <a:cubicBezTo>
                      <a:pt x="149826" y="461888"/>
                      <a:pt x="149826" y="461888"/>
                      <a:pt x="183228" y="428812"/>
                    </a:cubicBezTo>
                    <a:cubicBezTo>
                      <a:pt x="188913" y="422341"/>
                      <a:pt x="188913" y="412274"/>
                      <a:pt x="183228" y="405803"/>
                    </a:cubicBezTo>
                    <a:cubicBezTo>
                      <a:pt x="180030" y="402926"/>
                      <a:pt x="175943" y="401488"/>
                      <a:pt x="171857" y="401488"/>
                    </a:cubicBezTo>
                    <a:cubicBezTo>
                      <a:pt x="167770" y="401488"/>
                      <a:pt x="163684" y="402926"/>
                      <a:pt x="160486" y="405803"/>
                    </a:cubicBezTo>
                    <a:cubicBezTo>
                      <a:pt x="160486" y="405803"/>
                      <a:pt x="160486" y="405803"/>
                      <a:pt x="127794" y="439598"/>
                    </a:cubicBezTo>
                    <a:cubicBezTo>
                      <a:pt x="127794" y="439598"/>
                      <a:pt x="127794" y="439598"/>
                      <a:pt x="95103" y="405803"/>
                    </a:cubicBezTo>
                    <a:cubicBezTo>
                      <a:pt x="91905" y="402926"/>
                      <a:pt x="87818" y="401488"/>
                      <a:pt x="83732" y="401488"/>
                    </a:cubicBezTo>
                    <a:close/>
                    <a:moveTo>
                      <a:pt x="1002874" y="182462"/>
                    </a:moveTo>
                    <a:cubicBezTo>
                      <a:pt x="979460" y="186834"/>
                      <a:pt x="957654" y="200039"/>
                      <a:pt x="942998" y="221097"/>
                    </a:cubicBezTo>
                    <a:cubicBezTo>
                      <a:pt x="914400" y="263925"/>
                      <a:pt x="925124" y="321743"/>
                      <a:pt x="967306" y="350296"/>
                    </a:cubicBezTo>
                    <a:cubicBezTo>
                      <a:pt x="983749" y="361003"/>
                      <a:pt x="1001623" y="366713"/>
                      <a:pt x="1020211" y="366713"/>
                    </a:cubicBezTo>
                    <a:cubicBezTo>
                      <a:pt x="1049524" y="366713"/>
                      <a:pt x="1078836" y="352437"/>
                      <a:pt x="1096710" y="326026"/>
                    </a:cubicBezTo>
                    <a:cubicBezTo>
                      <a:pt x="1111009" y="305326"/>
                      <a:pt x="1116013" y="281056"/>
                      <a:pt x="1111009" y="256787"/>
                    </a:cubicBezTo>
                    <a:cubicBezTo>
                      <a:pt x="1106719" y="232518"/>
                      <a:pt x="1093135" y="211103"/>
                      <a:pt x="1072402" y="196827"/>
                    </a:cubicBezTo>
                    <a:cubicBezTo>
                      <a:pt x="1051311" y="182551"/>
                      <a:pt x="1026288" y="178090"/>
                      <a:pt x="1002874" y="182462"/>
                    </a:cubicBezTo>
                    <a:close/>
                    <a:moveTo>
                      <a:pt x="824460" y="181262"/>
                    </a:moveTo>
                    <a:cubicBezTo>
                      <a:pt x="820441" y="181530"/>
                      <a:pt x="816511" y="183314"/>
                      <a:pt x="813653" y="186527"/>
                    </a:cubicBezTo>
                    <a:cubicBezTo>
                      <a:pt x="807937" y="192951"/>
                      <a:pt x="808651" y="202945"/>
                      <a:pt x="815082" y="208656"/>
                    </a:cubicBezTo>
                    <a:cubicBezTo>
                      <a:pt x="815082" y="208656"/>
                      <a:pt x="815082" y="208656"/>
                      <a:pt x="857239" y="246491"/>
                    </a:cubicBezTo>
                    <a:cubicBezTo>
                      <a:pt x="757921" y="257198"/>
                      <a:pt x="683611" y="292177"/>
                      <a:pt x="637881" y="350714"/>
                    </a:cubicBezTo>
                    <a:cubicBezTo>
                      <a:pt x="577147" y="429238"/>
                      <a:pt x="587151" y="523467"/>
                      <a:pt x="590723" y="547024"/>
                    </a:cubicBezTo>
                    <a:cubicBezTo>
                      <a:pt x="575004" y="553449"/>
                      <a:pt x="559999" y="564870"/>
                      <a:pt x="549281" y="579861"/>
                    </a:cubicBezTo>
                    <a:cubicBezTo>
                      <a:pt x="520700" y="622693"/>
                      <a:pt x="531418" y="680515"/>
                      <a:pt x="573575" y="709069"/>
                    </a:cubicBezTo>
                    <a:cubicBezTo>
                      <a:pt x="590009" y="719777"/>
                      <a:pt x="607872" y="725488"/>
                      <a:pt x="626449" y="725488"/>
                    </a:cubicBezTo>
                    <a:cubicBezTo>
                      <a:pt x="655744" y="725488"/>
                      <a:pt x="685040" y="711211"/>
                      <a:pt x="702903" y="684798"/>
                    </a:cubicBezTo>
                    <a:cubicBezTo>
                      <a:pt x="717193" y="664097"/>
                      <a:pt x="722195" y="639825"/>
                      <a:pt x="717193" y="615554"/>
                    </a:cubicBezTo>
                    <a:cubicBezTo>
                      <a:pt x="712906" y="591283"/>
                      <a:pt x="699330" y="569867"/>
                      <a:pt x="678609" y="555590"/>
                    </a:cubicBezTo>
                    <a:cubicBezTo>
                      <a:pt x="661460" y="544169"/>
                      <a:pt x="641454" y="539172"/>
                      <a:pt x="622162" y="539886"/>
                    </a:cubicBezTo>
                    <a:cubicBezTo>
                      <a:pt x="618589" y="517756"/>
                      <a:pt x="612159" y="435663"/>
                      <a:pt x="662890" y="369988"/>
                    </a:cubicBezTo>
                    <a:cubicBezTo>
                      <a:pt x="703617" y="317162"/>
                      <a:pt x="771496" y="286467"/>
                      <a:pt x="864384" y="277186"/>
                    </a:cubicBezTo>
                    <a:cubicBezTo>
                      <a:pt x="864384" y="277186"/>
                      <a:pt x="864384" y="277186"/>
                      <a:pt x="821513" y="325729"/>
                    </a:cubicBezTo>
                    <a:cubicBezTo>
                      <a:pt x="815797" y="332153"/>
                      <a:pt x="816511" y="342147"/>
                      <a:pt x="822942" y="347858"/>
                    </a:cubicBezTo>
                    <a:cubicBezTo>
                      <a:pt x="825800" y="350714"/>
                      <a:pt x="829372" y="352141"/>
                      <a:pt x="833660" y="352141"/>
                    </a:cubicBezTo>
                    <a:cubicBezTo>
                      <a:pt x="837947" y="352141"/>
                      <a:pt x="842234" y="350000"/>
                      <a:pt x="845092" y="346430"/>
                    </a:cubicBezTo>
                    <a:cubicBezTo>
                      <a:pt x="845092" y="346430"/>
                      <a:pt x="845092" y="346430"/>
                      <a:pt x="910113" y="272903"/>
                    </a:cubicBezTo>
                    <a:cubicBezTo>
                      <a:pt x="912971" y="270048"/>
                      <a:pt x="914400" y="265765"/>
                      <a:pt x="914400" y="261482"/>
                    </a:cubicBezTo>
                    <a:cubicBezTo>
                      <a:pt x="914400" y="257912"/>
                      <a:pt x="912257" y="253629"/>
                      <a:pt x="909399" y="250774"/>
                    </a:cubicBezTo>
                    <a:cubicBezTo>
                      <a:pt x="909399" y="250774"/>
                      <a:pt x="909399" y="250774"/>
                      <a:pt x="835803" y="185099"/>
                    </a:cubicBezTo>
                    <a:cubicBezTo>
                      <a:pt x="832588" y="182244"/>
                      <a:pt x="828479" y="180994"/>
                      <a:pt x="824460" y="181262"/>
                    </a:cubicBezTo>
                    <a:close/>
                    <a:moveTo>
                      <a:pt x="306100" y="85725"/>
                    </a:moveTo>
                    <a:cubicBezTo>
                      <a:pt x="254385" y="85725"/>
                      <a:pt x="212725" y="127176"/>
                      <a:pt x="212725" y="178632"/>
                    </a:cubicBezTo>
                    <a:cubicBezTo>
                      <a:pt x="212725" y="230088"/>
                      <a:pt x="254385" y="271539"/>
                      <a:pt x="306100" y="271539"/>
                    </a:cubicBezTo>
                    <a:cubicBezTo>
                      <a:pt x="326929" y="271539"/>
                      <a:pt x="346323" y="264392"/>
                      <a:pt x="362124" y="252957"/>
                    </a:cubicBezTo>
                    <a:cubicBezTo>
                      <a:pt x="377208" y="269395"/>
                      <a:pt x="429641" y="333000"/>
                      <a:pt x="424613" y="416616"/>
                    </a:cubicBezTo>
                    <a:cubicBezTo>
                      <a:pt x="420304" y="483080"/>
                      <a:pt x="381518" y="546686"/>
                      <a:pt x="309691" y="606718"/>
                    </a:cubicBezTo>
                    <a:cubicBezTo>
                      <a:pt x="309691" y="606718"/>
                      <a:pt x="309691" y="606718"/>
                      <a:pt x="317592" y="542398"/>
                    </a:cubicBezTo>
                    <a:cubicBezTo>
                      <a:pt x="319028" y="533822"/>
                      <a:pt x="313282" y="525961"/>
                      <a:pt x="303945" y="525246"/>
                    </a:cubicBezTo>
                    <a:cubicBezTo>
                      <a:pt x="295326" y="523817"/>
                      <a:pt x="287425" y="529534"/>
                      <a:pt x="286707" y="538110"/>
                    </a:cubicBezTo>
                    <a:cubicBezTo>
                      <a:pt x="286707" y="538110"/>
                      <a:pt x="286707" y="538110"/>
                      <a:pt x="273778" y="636734"/>
                    </a:cubicBezTo>
                    <a:cubicBezTo>
                      <a:pt x="272341" y="645310"/>
                      <a:pt x="278806" y="653171"/>
                      <a:pt x="287425" y="653886"/>
                    </a:cubicBezTo>
                    <a:cubicBezTo>
                      <a:pt x="287425" y="653886"/>
                      <a:pt x="287425" y="653886"/>
                      <a:pt x="385827" y="666750"/>
                    </a:cubicBezTo>
                    <a:cubicBezTo>
                      <a:pt x="386545" y="666750"/>
                      <a:pt x="387264" y="666750"/>
                      <a:pt x="387982" y="666750"/>
                    </a:cubicBezTo>
                    <a:cubicBezTo>
                      <a:pt x="395883" y="666750"/>
                      <a:pt x="402347" y="661033"/>
                      <a:pt x="403784" y="653171"/>
                    </a:cubicBezTo>
                    <a:cubicBezTo>
                      <a:pt x="404502" y="644595"/>
                      <a:pt x="398756" y="636734"/>
                      <a:pt x="390137" y="636019"/>
                    </a:cubicBezTo>
                    <a:cubicBezTo>
                      <a:pt x="390137" y="636019"/>
                      <a:pt x="390137" y="636019"/>
                      <a:pt x="332676" y="628158"/>
                    </a:cubicBezTo>
                    <a:cubicBezTo>
                      <a:pt x="410248" y="563123"/>
                      <a:pt x="451908" y="492371"/>
                      <a:pt x="456217" y="418046"/>
                    </a:cubicBezTo>
                    <a:cubicBezTo>
                      <a:pt x="461963" y="319422"/>
                      <a:pt x="400192" y="246525"/>
                      <a:pt x="383672" y="230088"/>
                    </a:cubicBezTo>
                    <a:cubicBezTo>
                      <a:pt x="393728" y="215080"/>
                      <a:pt x="399474" y="197213"/>
                      <a:pt x="399474" y="178632"/>
                    </a:cubicBezTo>
                    <a:cubicBezTo>
                      <a:pt x="399474" y="127176"/>
                      <a:pt x="357815" y="85725"/>
                      <a:pt x="306100" y="85725"/>
                    </a:cubicBezTo>
                    <a:close/>
                    <a:moveTo>
                      <a:pt x="591953" y="80795"/>
                    </a:moveTo>
                    <a:cubicBezTo>
                      <a:pt x="587814" y="80795"/>
                      <a:pt x="583674" y="82214"/>
                      <a:pt x="580435" y="85053"/>
                    </a:cubicBezTo>
                    <a:cubicBezTo>
                      <a:pt x="574675" y="91440"/>
                      <a:pt x="574675" y="101376"/>
                      <a:pt x="580435" y="107763"/>
                    </a:cubicBezTo>
                    <a:lnTo>
                      <a:pt x="614270" y="140410"/>
                    </a:lnTo>
                    <a:cubicBezTo>
                      <a:pt x="614270" y="140410"/>
                      <a:pt x="614270" y="140410"/>
                      <a:pt x="580435" y="173056"/>
                    </a:cubicBezTo>
                    <a:cubicBezTo>
                      <a:pt x="574675" y="179444"/>
                      <a:pt x="574675" y="189380"/>
                      <a:pt x="580435" y="195767"/>
                    </a:cubicBezTo>
                    <a:cubicBezTo>
                      <a:pt x="584034" y="198606"/>
                      <a:pt x="587634" y="200025"/>
                      <a:pt x="591953" y="200025"/>
                    </a:cubicBezTo>
                    <a:cubicBezTo>
                      <a:pt x="596273" y="200025"/>
                      <a:pt x="599872" y="198606"/>
                      <a:pt x="603472" y="195767"/>
                    </a:cubicBezTo>
                    <a:cubicBezTo>
                      <a:pt x="603472" y="195767"/>
                      <a:pt x="603472" y="195767"/>
                      <a:pt x="636588" y="162411"/>
                    </a:cubicBezTo>
                    <a:cubicBezTo>
                      <a:pt x="636588" y="162411"/>
                      <a:pt x="636588" y="162411"/>
                      <a:pt x="669704" y="195767"/>
                    </a:cubicBezTo>
                    <a:cubicBezTo>
                      <a:pt x="673303" y="198606"/>
                      <a:pt x="676903" y="200025"/>
                      <a:pt x="681222" y="200025"/>
                    </a:cubicBezTo>
                    <a:cubicBezTo>
                      <a:pt x="685542" y="200025"/>
                      <a:pt x="689141" y="198606"/>
                      <a:pt x="692741" y="195767"/>
                    </a:cubicBezTo>
                    <a:cubicBezTo>
                      <a:pt x="698500" y="189380"/>
                      <a:pt x="698500" y="179444"/>
                      <a:pt x="692741" y="173056"/>
                    </a:cubicBezTo>
                    <a:cubicBezTo>
                      <a:pt x="692741" y="173056"/>
                      <a:pt x="692741" y="173056"/>
                      <a:pt x="658905" y="140410"/>
                    </a:cubicBezTo>
                    <a:cubicBezTo>
                      <a:pt x="658905" y="140410"/>
                      <a:pt x="658905" y="140410"/>
                      <a:pt x="692741" y="107763"/>
                    </a:cubicBezTo>
                    <a:cubicBezTo>
                      <a:pt x="698500" y="101376"/>
                      <a:pt x="698500" y="91440"/>
                      <a:pt x="692741" y="85053"/>
                    </a:cubicBezTo>
                    <a:cubicBezTo>
                      <a:pt x="689501" y="82214"/>
                      <a:pt x="685362" y="80795"/>
                      <a:pt x="681222" y="80795"/>
                    </a:cubicBezTo>
                    <a:cubicBezTo>
                      <a:pt x="677083" y="80795"/>
                      <a:pt x="672943" y="82214"/>
                      <a:pt x="669704" y="85053"/>
                    </a:cubicBezTo>
                    <a:cubicBezTo>
                      <a:pt x="669704" y="85053"/>
                      <a:pt x="669704" y="85053"/>
                      <a:pt x="636588" y="118409"/>
                    </a:cubicBezTo>
                    <a:cubicBezTo>
                      <a:pt x="636588" y="118409"/>
                      <a:pt x="636588" y="118409"/>
                      <a:pt x="603472" y="85053"/>
                    </a:cubicBezTo>
                    <a:cubicBezTo>
                      <a:pt x="600232" y="82214"/>
                      <a:pt x="596093" y="80795"/>
                      <a:pt x="591953" y="80795"/>
                    </a:cubicBezTo>
                    <a:close/>
                    <a:moveTo>
                      <a:pt x="0" y="0"/>
                    </a:moveTo>
                    <a:lnTo>
                      <a:pt x="1181100" y="0"/>
                    </a:lnTo>
                    <a:lnTo>
                      <a:pt x="1181100" y="806450"/>
                    </a:lnTo>
                    <a:lnTo>
                      <a:pt x="0" y="806450"/>
                    </a:lnTo>
                    <a:close/>
                  </a:path>
                </a:pathLst>
              </a:custGeom>
              <a:solidFill>
                <a:schemeClr val="tx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sp>
        <p:nvSpPr>
          <p:cNvPr id="170" name="Moon 169">
            <a:extLst>
              <a:ext uri="{FF2B5EF4-FFF2-40B4-BE49-F238E27FC236}">
                <a16:creationId xmlns:a16="http://schemas.microsoft.com/office/drawing/2014/main" id="{95378BD4-CD6C-40F4-A8EF-FCA2131C1AFC}"/>
              </a:ext>
            </a:extLst>
          </p:cNvPr>
          <p:cNvSpPr/>
          <p:nvPr/>
        </p:nvSpPr>
        <p:spPr>
          <a:xfrm rot="5400000">
            <a:off x="3797412" y="1177314"/>
            <a:ext cx="433022" cy="866044"/>
          </a:xfrm>
          <a:prstGeom prst="moon">
            <a:avLst>
              <a:gd name="adj" fmla="val 6667"/>
            </a:avLst>
          </a:prstGeom>
          <a:solidFill>
            <a:schemeClr val="tx2"/>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172" name="Oval 20">
            <a:extLst>
              <a:ext uri="{FF2B5EF4-FFF2-40B4-BE49-F238E27FC236}">
                <a16:creationId xmlns:a16="http://schemas.microsoft.com/office/drawing/2014/main" id="{068F6EEA-E035-4801-90AE-22AA22DFC098}"/>
              </a:ext>
            </a:extLst>
          </p:cNvPr>
          <p:cNvSpPr>
            <a:spLocks noChangeAspect="1" noChangeArrowheads="1"/>
          </p:cNvSpPr>
          <p:nvPr/>
        </p:nvSpPr>
        <p:spPr bwMode="auto">
          <a:xfrm>
            <a:off x="3581609" y="1371008"/>
            <a:ext cx="240348" cy="240348"/>
          </a:xfrm>
          <a:prstGeom prst="ellipse">
            <a:avLst/>
          </a:prstGeom>
          <a:solidFill>
            <a:srgbClr val="006863"/>
          </a:solidFill>
          <a:ln w="9525" cap="flat" cmpd="sng" algn="ctr">
            <a:solidFill>
              <a:srgbClr val="FFFFFF"/>
            </a:solidFill>
            <a:prstDash val="solid"/>
            <a:round/>
            <a:headEnd type="none" w="med" len="med"/>
            <a:tailEnd type="none" w="med" len="med"/>
          </a:ln>
        </p:spPr>
        <p:txBody>
          <a:bodyPr vert="horz" wrap="square" lIns="0" tIns="0" rIns="0" bIns="0" numCol="1" anchor="ctr" anchorCtr="0" compatLnSpc="1">
            <a:prstTxWarp prst="textNoShape">
              <a:avLst/>
            </a:prstTxWarp>
          </a:bodyPr>
          <a:lstStyle/>
          <a:p>
            <a:pPr algn="ctr"/>
            <a:r>
              <a:rPr lang="en-US" sz="1200" dirty="0">
                <a:solidFill>
                  <a:schemeClr val="bg1"/>
                </a:solidFill>
              </a:rPr>
              <a:t>2</a:t>
            </a:r>
          </a:p>
        </p:txBody>
      </p:sp>
      <p:grpSp>
        <p:nvGrpSpPr>
          <p:cNvPr id="120" name="bcgIcons_Develop and grow our priority segments ">
            <a:extLst>
              <a:ext uri="{FF2B5EF4-FFF2-40B4-BE49-F238E27FC236}">
                <a16:creationId xmlns:a16="http://schemas.microsoft.com/office/drawing/2014/main" id="{8D444A89-CDFF-68B0-1E28-296A900A228B}"/>
              </a:ext>
            </a:extLst>
          </p:cNvPr>
          <p:cNvGrpSpPr>
            <a:grpSpLocks/>
          </p:cNvGrpSpPr>
          <p:nvPr/>
        </p:nvGrpSpPr>
        <p:grpSpPr>
          <a:xfrm>
            <a:off x="3846101" y="1487756"/>
            <a:ext cx="335645" cy="335645"/>
            <a:chOff x="5268913" y="2609850"/>
            <a:chExt cx="1644650" cy="1646238"/>
          </a:xfrm>
        </p:grpSpPr>
        <p:sp>
          <p:nvSpPr>
            <p:cNvPr id="121" name="AutoShape 36">
              <a:extLst>
                <a:ext uri="{FF2B5EF4-FFF2-40B4-BE49-F238E27FC236}">
                  <a16:creationId xmlns:a16="http://schemas.microsoft.com/office/drawing/2014/main" id="{98615CCB-B233-BF03-7C29-CE8DF0217C0F}"/>
                </a:ext>
              </a:extLst>
            </p:cNvPr>
            <p:cNvSpPr>
              <a:spLocks noChangeAspect="1" noChangeArrowheads="1" noTextEdit="1"/>
            </p:cNvSpPr>
            <p:nvPr/>
          </p:nvSpPr>
          <p:spPr bwMode="auto">
            <a:xfrm>
              <a:off x="5268913" y="2609850"/>
              <a:ext cx="1644650" cy="164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122" name="Group 121">
              <a:extLst>
                <a:ext uri="{FF2B5EF4-FFF2-40B4-BE49-F238E27FC236}">
                  <a16:creationId xmlns:a16="http://schemas.microsoft.com/office/drawing/2014/main" id="{73F44794-BE18-E1AA-5FF9-4AE5BE19E73D}"/>
                </a:ext>
              </a:extLst>
            </p:cNvPr>
            <p:cNvGrpSpPr/>
            <p:nvPr/>
          </p:nvGrpSpPr>
          <p:grpSpPr>
            <a:xfrm>
              <a:off x="5438776" y="2779713"/>
              <a:ext cx="1304925" cy="1304925"/>
              <a:chOff x="5438776" y="2779713"/>
              <a:chExt cx="1304925" cy="1304925"/>
            </a:xfrm>
          </p:grpSpPr>
          <p:sp>
            <p:nvSpPr>
              <p:cNvPr id="123" name="Freeform 15">
                <a:extLst>
                  <a:ext uri="{FF2B5EF4-FFF2-40B4-BE49-F238E27FC236}">
                    <a16:creationId xmlns:a16="http://schemas.microsoft.com/office/drawing/2014/main" id="{9CCF59B0-7405-3A65-A9E0-41EA6A1F42B5}"/>
                  </a:ext>
                </a:extLst>
              </p:cNvPr>
              <p:cNvSpPr>
                <a:spLocks/>
              </p:cNvSpPr>
              <p:nvPr/>
            </p:nvSpPr>
            <p:spPr bwMode="auto">
              <a:xfrm>
                <a:off x="5627688" y="2968625"/>
                <a:ext cx="927100" cy="928688"/>
              </a:xfrm>
              <a:custGeom>
                <a:avLst/>
                <a:gdLst>
                  <a:gd name="connsiteX0" fmla="*/ 31750 w 927100"/>
                  <a:gd name="connsiteY0" fmla="*/ 30163 h 928688"/>
                  <a:gd name="connsiteX1" fmla="*/ 31750 w 927100"/>
                  <a:gd name="connsiteY1" fmla="*/ 896938 h 928688"/>
                  <a:gd name="connsiteX2" fmla="*/ 896938 w 927100"/>
                  <a:gd name="connsiteY2" fmla="*/ 896938 h 928688"/>
                  <a:gd name="connsiteX3" fmla="*/ 896938 w 927100"/>
                  <a:gd name="connsiteY3" fmla="*/ 30163 h 928688"/>
                  <a:gd name="connsiteX4" fmla="*/ 15690 w 927100"/>
                  <a:gd name="connsiteY4" fmla="*/ 0 h 928688"/>
                  <a:gd name="connsiteX5" fmla="*/ 911411 w 927100"/>
                  <a:gd name="connsiteY5" fmla="*/ 0 h 928688"/>
                  <a:gd name="connsiteX6" fmla="*/ 927100 w 927100"/>
                  <a:gd name="connsiteY6" fmla="*/ 15716 h 928688"/>
                  <a:gd name="connsiteX7" fmla="*/ 927100 w 927100"/>
                  <a:gd name="connsiteY7" fmla="*/ 912972 h 928688"/>
                  <a:gd name="connsiteX8" fmla="*/ 911411 w 927100"/>
                  <a:gd name="connsiteY8" fmla="*/ 928688 h 928688"/>
                  <a:gd name="connsiteX9" fmla="*/ 15690 w 927100"/>
                  <a:gd name="connsiteY9" fmla="*/ 928688 h 928688"/>
                  <a:gd name="connsiteX10" fmla="*/ 0 w 927100"/>
                  <a:gd name="connsiteY10" fmla="*/ 912972 h 928688"/>
                  <a:gd name="connsiteX11" fmla="*/ 0 w 927100"/>
                  <a:gd name="connsiteY11" fmla="*/ 15716 h 928688"/>
                  <a:gd name="connsiteX12" fmla="*/ 15690 w 927100"/>
                  <a:gd name="connsiteY12" fmla="*/ 0 h 928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7100" h="928688">
                    <a:moveTo>
                      <a:pt x="31750" y="30163"/>
                    </a:moveTo>
                    <a:lnTo>
                      <a:pt x="31750" y="896938"/>
                    </a:lnTo>
                    <a:lnTo>
                      <a:pt x="896938" y="896938"/>
                    </a:lnTo>
                    <a:lnTo>
                      <a:pt x="896938" y="30163"/>
                    </a:lnTo>
                    <a:close/>
                    <a:moveTo>
                      <a:pt x="15690" y="0"/>
                    </a:moveTo>
                    <a:cubicBezTo>
                      <a:pt x="15690" y="0"/>
                      <a:pt x="15690" y="0"/>
                      <a:pt x="911411" y="0"/>
                    </a:cubicBezTo>
                    <a:cubicBezTo>
                      <a:pt x="919969" y="0"/>
                      <a:pt x="927100" y="7144"/>
                      <a:pt x="927100" y="15716"/>
                    </a:cubicBezTo>
                    <a:cubicBezTo>
                      <a:pt x="927100" y="15716"/>
                      <a:pt x="927100" y="15716"/>
                      <a:pt x="927100" y="912972"/>
                    </a:cubicBezTo>
                    <a:cubicBezTo>
                      <a:pt x="927100" y="921544"/>
                      <a:pt x="919969" y="928688"/>
                      <a:pt x="911411" y="928688"/>
                    </a:cubicBezTo>
                    <a:cubicBezTo>
                      <a:pt x="911411" y="928688"/>
                      <a:pt x="911411" y="928688"/>
                      <a:pt x="15690" y="928688"/>
                    </a:cubicBezTo>
                    <a:cubicBezTo>
                      <a:pt x="7132" y="928688"/>
                      <a:pt x="0" y="921544"/>
                      <a:pt x="0" y="912972"/>
                    </a:cubicBezTo>
                    <a:cubicBezTo>
                      <a:pt x="0" y="912972"/>
                      <a:pt x="0" y="912972"/>
                      <a:pt x="0" y="15716"/>
                    </a:cubicBezTo>
                    <a:cubicBezTo>
                      <a:pt x="0" y="7144"/>
                      <a:pt x="7132" y="0"/>
                      <a:pt x="15690"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24" name="Freeform 16">
                <a:extLst>
                  <a:ext uri="{FF2B5EF4-FFF2-40B4-BE49-F238E27FC236}">
                    <a16:creationId xmlns:a16="http://schemas.microsoft.com/office/drawing/2014/main" id="{4A3D146A-3A89-684D-BC0E-BCDEB2B8E02B}"/>
                  </a:ext>
                </a:extLst>
              </p:cNvPr>
              <p:cNvSpPr>
                <a:spLocks/>
              </p:cNvSpPr>
              <p:nvPr/>
            </p:nvSpPr>
            <p:spPr bwMode="auto">
              <a:xfrm>
                <a:off x="5438776" y="2779713"/>
                <a:ext cx="1304925" cy="1304925"/>
              </a:xfrm>
              <a:custGeom>
                <a:avLst/>
                <a:gdLst>
                  <a:gd name="connsiteX0" fmla="*/ 161309 w 1304925"/>
                  <a:gd name="connsiteY0" fmla="*/ 1122362 h 1304925"/>
                  <a:gd name="connsiteX1" fmla="*/ 184150 w 1304925"/>
                  <a:gd name="connsiteY1" fmla="*/ 1144383 h 1304925"/>
                  <a:gd name="connsiteX2" fmla="*/ 53532 w 1304925"/>
                  <a:gd name="connsiteY2" fmla="*/ 1273669 h 1304925"/>
                  <a:gd name="connsiteX3" fmla="*/ 127763 w 1304925"/>
                  <a:gd name="connsiteY3" fmla="*/ 1273669 h 1304925"/>
                  <a:gd name="connsiteX4" fmla="*/ 143465 w 1304925"/>
                  <a:gd name="connsiteY4" fmla="*/ 1289297 h 1304925"/>
                  <a:gd name="connsiteX5" fmla="*/ 127763 w 1304925"/>
                  <a:gd name="connsiteY5" fmla="*/ 1304925 h 1304925"/>
                  <a:gd name="connsiteX6" fmla="*/ 15702 w 1304925"/>
                  <a:gd name="connsiteY6" fmla="*/ 1304925 h 1304925"/>
                  <a:gd name="connsiteX7" fmla="*/ 12847 w 1304925"/>
                  <a:gd name="connsiteY7" fmla="*/ 1304215 h 1304925"/>
                  <a:gd name="connsiteX8" fmla="*/ 9992 w 1304925"/>
                  <a:gd name="connsiteY8" fmla="*/ 1303504 h 1304925"/>
                  <a:gd name="connsiteX9" fmla="*/ 7851 w 1304925"/>
                  <a:gd name="connsiteY9" fmla="*/ 1302794 h 1304925"/>
                  <a:gd name="connsiteX10" fmla="*/ 5710 w 1304925"/>
                  <a:gd name="connsiteY10" fmla="*/ 1301373 h 1304925"/>
                  <a:gd name="connsiteX11" fmla="*/ 4282 w 1304925"/>
                  <a:gd name="connsiteY11" fmla="*/ 1299953 h 1304925"/>
                  <a:gd name="connsiteX12" fmla="*/ 4282 w 1304925"/>
                  <a:gd name="connsiteY12" fmla="*/ 1299242 h 1304925"/>
                  <a:gd name="connsiteX13" fmla="*/ 2855 w 1304925"/>
                  <a:gd name="connsiteY13" fmla="*/ 1297822 h 1304925"/>
                  <a:gd name="connsiteX14" fmla="*/ 1427 w 1304925"/>
                  <a:gd name="connsiteY14" fmla="*/ 1296401 h 1304925"/>
                  <a:gd name="connsiteX15" fmla="*/ 1427 w 1304925"/>
                  <a:gd name="connsiteY15" fmla="*/ 1295690 h 1304925"/>
                  <a:gd name="connsiteX16" fmla="*/ 714 w 1304925"/>
                  <a:gd name="connsiteY16" fmla="*/ 1292139 h 1304925"/>
                  <a:gd name="connsiteX17" fmla="*/ 0 w 1304925"/>
                  <a:gd name="connsiteY17" fmla="*/ 1291428 h 1304925"/>
                  <a:gd name="connsiteX18" fmla="*/ 0 w 1304925"/>
                  <a:gd name="connsiteY18" fmla="*/ 1289297 h 1304925"/>
                  <a:gd name="connsiteX19" fmla="*/ 0 w 1304925"/>
                  <a:gd name="connsiteY19" fmla="*/ 1177770 h 1304925"/>
                  <a:gd name="connsiteX20" fmla="*/ 15702 w 1304925"/>
                  <a:gd name="connsiteY20" fmla="*/ 1162142 h 1304925"/>
                  <a:gd name="connsiteX21" fmla="*/ 31405 w 1304925"/>
                  <a:gd name="connsiteY21" fmla="*/ 1177770 h 1304925"/>
                  <a:gd name="connsiteX22" fmla="*/ 31405 w 1304925"/>
                  <a:gd name="connsiteY22" fmla="*/ 1251648 h 1304925"/>
                  <a:gd name="connsiteX23" fmla="*/ 161309 w 1304925"/>
                  <a:gd name="connsiteY23" fmla="*/ 1122362 h 1304925"/>
                  <a:gd name="connsiteX24" fmla="*/ 1142988 w 1304925"/>
                  <a:gd name="connsiteY24" fmla="*/ 1120775 h 1304925"/>
                  <a:gd name="connsiteX25" fmla="*/ 1273398 w 1304925"/>
                  <a:gd name="connsiteY25" fmla="*/ 1250679 h 1304925"/>
                  <a:gd name="connsiteX26" fmla="*/ 1273398 w 1304925"/>
                  <a:gd name="connsiteY26" fmla="*/ 1176448 h 1304925"/>
                  <a:gd name="connsiteX27" fmla="*/ 1289161 w 1304925"/>
                  <a:gd name="connsiteY27" fmla="*/ 1160746 h 1304925"/>
                  <a:gd name="connsiteX28" fmla="*/ 1304925 w 1304925"/>
                  <a:gd name="connsiteY28" fmla="*/ 1176448 h 1304925"/>
                  <a:gd name="connsiteX29" fmla="*/ 1304925 w 1304925"/>
                  <a:gd name="connsiteY29" fmla="*/ 1288509 h 1304925"/>
                  <a:gd name="connsiteX30" fmla="*/ 1304925 w 1304925"/>
                  <a:gd name="connsiteY30" fmla="*/ 1289936 h 1304925"/>
                  <a:gd name="connsiteX31" fmla="*/ 1304925 w 1304925"/>
                  <a:gd name="connsiteY31" fmla="*/ 1290650 h 1304925"/>
                  <a:gd name="connsiteX32" fmla="*/ 1304209 w 1304925"/>
                  <a:gd name="connsiteY32" fmla="*/ 1292077 h 1304925"/>
                  <a:gd name="connsiteX33" fmla="*/ 1304209 w 1304925"/>
                  <a:gd name="connsiteY33" fmla="*/ 1292791 h 1304925"/>
                  <a:gd name="connsiteX34" fmla="*/ 1303492 w 1304925"/>
                  <a:gd name="connsiteY34" fmla="*/ 1294932 h 1304925"/>
                  <a:gd name="connsiteX35" fmla="*/ 1302776 w 1304925"/>
                  <a:gd name="connsiteY35" fmla="*/ 1297074 h 1304925"/>
                  <a:gd name="connsiteX36" fmla="*/ 1302059 w 1304925"/>
                  <a:gd name="connsiteY36" fmla="*/ 1297074 h 1304925"/>
                  <a:gd name="connsiteX37" fmla="*/ 1301343 w 1304925"/>
                  <a:gd name="connsiteY37" fmla="*/ 1298501 h 1304925"/>
                  <a:gd name="connsiteX38" fmla="*/ 1301343 w 1304925"/>
                  <a:gd name="connsiteY38" fmla="*/ 1299215 h 1304925"/>
                  <a:gd name="connsiteX39" fmla="*/ 1299909 w 1304925"/>
                  <a:gd name="connsiteY39" fmla="*/ 1300643 h 1304925"/>
                  <a:gd name="connsiteX40" fmla="*/ 1299193 w 1304925"/>
                  <a:gd name="connsiteY40" fmla="*/ 1300643 h 1304925"/>
                  <a:gd name="connsiteX41" fmla="*/ 1297760 w 1304925"/>
                  <a:gd name="connsiteY41" fmla="*/ 1302070 h 1304925"/>
                  <a:gd name="connsiteX42" fmla="*/ 1295610 w 1304925"/>
                  <a:gd name="connsiteY42" fmla="*/ 1302784 h 1304925"/>
                  <a:gd name="connsiteX43" fmla="*/ 1291311 w 1304925"/>
                  <a:gd name="connsiteY43" fmla="*/ 1304211 h 1304925"/>
                  <a:gd name="connsiteX44" fmla="*/ 1289161 w 1304925"/>
                  <a:gd name="connsiteY44" fmla="*/ 1304211 h 1304925"/>
                  <a:gd name="connsiteX45" fmla="*/ 1176665 w 1304925"/>
                  <a:gd name="connsiteY45" fmla="*/ 1304925 h 1304925"/>
                  <a:gd name="connsiteX46" fmla="*/ 1160901 w 1304925"/>
                  <a:gd name="connsiteY46" fmla="*/ 1289222 h 1304925"/>
                  <a:gd name="connsiteX47" fmla="*/ 1176665 w 1304925"/>
                  <a:gd name="connsiteY47" fmla="*/ 1273520 h 1304925"/>
                  <a:gd name="connsiteX48" fmla="*/ 1251185 w 1304925"/>
                  <a:gd name="connsiteY48" fmla="*/ 1273520 h 1304925"/>
                  <a:gd name="connsiteX49" fmla="*/ 1120775 w 1304925"/>
                  <a:gd name="connsiteY49" fmla="*/ 1142902 h 1304925"/>
                  <a:gd name="connsiteX50" fmla="*/ 1142988 w 1304925"/>
                  <a:gd name="connsiteY50" fmla="*/ 1120775 h 1304925"/>
                  <a:gd name="connsiteX51" fmla="*/ 250825 w 1304925"/>
                  <a:gd name="connsiteY51" fmla="*/ 250825 h 1304925"/>
                  <a:gd name="connsiteX52" fmla="*/ 1054100 w 1304925"/>
                  <a:gd name="connsiteY52" fmla="*/ 250825 h 1304925"/>
                  <a:gd name="connsiteX53" fmla="*/ 1054100 w 1304925"/>
                  <a:gd name="connsiteY53" fmla="*/ 1054100 h 1304925"/>
                  <a:gd name="connsiteX54" fmla="*/ 250825 w 1304925"/>
                  <a:gd name="connsiteY54" fmla="*/ 1054100 h 1304925"/>
                  <a:gd name="connsiteX55" fmla="*/ 1176449 w 1304925"/>
                  <a:gd name="connsiteY55" fmla="*/ 0 h 1304925"/>
                  <a:gd name="connsiteX56" fmla="*/ 1288509 w 1304925"/>
                  <a:gd name="connsiteY56" fmla="*/ 0 h 1304925"/>
                  <a:gd name="connsiteX57" fmla="*/ 1289936 w 1304925"/>
                  <a:gd name="connsiteY57" fmla="*/ 0 h 1304925"/>
                  <a:gd name="connsiteX58" fmla="*/ 1290650 w 1304925"/>
                  <a:gd name="connsiteY58" fmla="*/ 0 h 1304925"/>
                  <a:gd name="connsiteX59" fmla="*/ 1292791 w 1304925"/>
                  <a:gd name="connsiteY59" fmla="*/ 710 h 1304925"/>
                  <a:gd name="connsiteX60" fmla="*/ 1294933 w 1304925"/>
                  <a:gd name="connsiteY60" fmla="*/ 1421 h 1304925"/>
                  <a:gd name="connsiteX61" fmla="*/ 1297074 w 1304925"/>
                  <a:gd name="connsiteY61" fmla="*/ 2131 h 1304925"/>
                  <a:gd name="connsiteX62" fmla="*/ 1298501 w 1304925"/>
                  <a:gd name="connsiteY62" fmla="*/ 3552 h 1304925"/>
                  <a:gd name="connsiteX63" fmla="*/ 1299215 w 1304925"/>
                  <a:gd name="connsiteY63" fmla="*/ 3552 h 1304925"/>
                  <a:gd name="connsiteX64" fmla="*/ 1300643 w 1304925"/>
                  <a:gd name="connsiteY64" fmla="*/ 4973 h 1304925"/>
                  <a:gd name="connsiteX65" fmla="*/ 1300643 w 1304925"/>
                  <a:gd name="connsiteY65" fmla="*/ 5683 h 1304925"/>
                  <a:gd name="connsiteX66" fmla="*/ 1302070 w 1304925"/>
                  <a:gd name="connsiteY66" fmla="*/ 7104 h 1304925"/>
                  <a:gd name="connsiteX67" fmla="*/ 1302784 w 1304925"/>
                  <a:gd name="connsiteY67" fmla="*/ 8524 h 1304925"/>
                  <a:gd name="connsiteX68" fmla="*/ 1302784 w 1304925"/>
                  <a:gd name="connsiteY68" fmla="*/ 9235 h 1304925"/>
                  <a:gd name="connsiteX69" fmla="*/ 1304211 w 1304925"/>
                  <a:gd name="connsiteY69" fmla="*/ 12787 h 1304925"/>
                  <a:gd name="connsiteX70" fmla="*/ 1304211 w 1304925"/>
                  <a:gd name="connsiteY70" fmla="*/ 13497 h 1304925"/>
                  <a:gd name="connsiteX71" fmla="*/ 1304211 w 1304925"/>
                  <a:gd name="connsiteY71" fmla="*/ 15628 h 1304925"/>
                  <a:gd name="connsiteX72" fmla="*/ 1304925 w 1304925"/>
                  <a:gd name="connsiteY72" fmla="*/ 127155 h 1304925"/>
                  <a:gd name="connsiteX73" fmla="*/ 1289223 w 1304925"/>
                  <a:gd name="connsiteY73" fmla="*/ 142783 h 1304925"/>
                  <a:gd name="connsiteX74" fmla="*/ 1273520 w 1304925"/>
                  <a:gd name="connsiteY74" fmla="*/ 127155 h 1304925"/>
                  <a:gd name="connsiteX75" fmla="*/ 1273520 w 1304925"/>
                  <a:gd name="connsiteY75" fmla="*/ 53277 h 1304925"/>
                  <a:gd name="connsiteX76" fmla="*/ 1142902 w 1304925"/>
                  <a:gd name="connsiteY76" fmla="*/ 182563 h 1304925"/>
                  <a:gd name="connsiteX77" fmla="*/ 1120775 w 1304925"/>
                  <a:gd name="connsiteY77" fmla="*/ 160542 h 1304925"/>
                  <a:gd name="connsiteX78" fmla="*/ 1250680 w 1304925"/>
                  <a:gd name="connsiteY78" fmla="*/ 31256 h 1304925"/>
                  <a:gd name="connsiteX79" fmla="*/ 1176449 w 1304925"/>
                  <a:gd name="connsiteY79" fmla="*/ 31256 h 1304925"/>
                  <a:gd name="connsiteX80" fmla="*/ 1160746 w 1304925"/>
                  <a:gd name="connsiteY80" fmla="*/ 15628 h 1304925"/>
                  <a:gd name="connsiteX81" fmla="*/ 1176449 w 1304925"/>
                  <a:gd name="connsiteY81" fmla="*/ 0 h 1304925"/>
                  <a:gd name="connsiteX82" fmla="*/ 128260 w 1304925"/>
                  <a:gd name="connsiteY82" fmla="*/ 0 h 1304925"/>
                  <a:gd name="connsiteX83" fmla="*/ 144024 w 1304925"/>
                  <a:gd name="connsiteY83" fmla="*/ 15703 h 1304925"/>
                  <a:gd name="connsiteX84" fmla="*/ 128260 w 1304925"/>
                  <a:gd name="connsiteY84" fmla="*/ 31406 h 1304925"/>
                  <a:gd name="connsiteX85" fmla="*/ 53740 w 1304925"/>
                  <a:gd name="connsiteY85" fmla="*/ 31406 h 1304925"/>
                  <a:gd name="connsiteX86" fmla="*/ 184150 w 1304925"/>
                  <a:gd name="connsiteY86" fmla="*/ 162024 h 1304925"/>
                  <a:gd name="connsiteX87" fmla="*/ 161937 w 1304925"/>
                  <a:gd name="connsiteY87" fmla="*/ 184150 h 1304925"/>
                  <a:gd name="connsiteX88" fmla="*/ 31527 w 1304925"/>
                  <a:gd name="connsiteY88" fmla="*/ 54246 h 1304925"/>
                  <a:gd name="connsiteX89" fmla="*/ 31527 w 1304925"/>
                  <a:gd name="connsiteY89" fmla="*/ 128477 h 1304925"/>
                  <a:gd name="connsiteX90" fmla="*/ 15764 w 1304925"/>
                  <a:gd name="connsiteY90" fmla="*/ 144180 h 1304925"/>
                  <a:gd name="connsiteX91" fmla="*/ 0 w 1304925"/>
                  <a:gd name="connsiteY91" fmla="*/ 128477 h 1304925"/>
                  <a:gd name="connsiteX92" fmla="*/ 0 w 1304925"/>
                  <a:gd name="connsiteY92" fmla="*/ 16417 h 1304925"/>
                  <a:gd name="connsiteX93" fmla="*/ 0 w 1304925"/>
                  <a:gd name="connsiteY93" fmla="*/ 14989 h 1304925"/>
                  <a:gd name="connsiteX94" fmla="*/ 0 w 1304925"/>
                  <a:gd name="connsiteY94" fmla="*/ 14275 h 1304925"/>
                  <a:gd name="connsiteX95" fmla="*/ 716 w 1304925"/>
                  <a:gd name="connsiteY95" fmla="*/ 12848 h 1304925"/>
                  <a:gd name="connsiteX96" fmla="*/ 716 w 1304925"/>
                  <a:gd name="connsiteY96" fmla="*/ 12134 h 1304925"/>
                  <a:gd name="connsiteX97" fmla="*/ 1433 w 1304925"/>
                  <a:gd name="connsiteY97" fmla="*/ 9993 h 1304925"/>
                  <a:gd name="connsiteX98" fmla="*/ 2149 w 1304925"/>
                  <a:gd name="connsiteY98" fmla="*/ 7851 h 1304925"/>
                  <a:gd name="connsiteX99" fmla="*/ 3582 w 1304925"/>
                  <a:gd name="connsiteY99" fmla="*/ 6424 h 1304925"/>
                  <a:gd name="connsiteX100" fmla="*/ 3582 w 1304925"/>
                  <a:gd name="connsiteY100" fmla="*/ 5710 h 1304925"/>
                  <a:gd name="connsiteX101" fmla="*/ 5016 w 1304925"/>
                  <a:gd name="connsiteY101" fmla="*/ 4283 h 1304925"/>
                  <a:gd name="connsiteX102" fmla="*/ 7165 w 1304925"/>
                  <a:gd name="connsiteY102" fmla="*/ 2855 h 1304925"/>
                  <a:gd name="connsiteX103" fmla="*/ 8598 w 1304925"/>
                  <a:gd name="connsiteY103" fmla="*/ 2141 h 1304925"/>
                  <a:gd name="connsiteX104" fmla="*/ 9315 w 1304925"/>
                  <a:gd name="connsiteY104" fmla="*/ 2141 h 1304925"/>
                  <a:gd name="connsiteX105" fmla="*/ 12897 w 1304925"/>
                  <a:gd name="connsiteY105" fmla="*/ 714 h 1304925"/>
                  <a:gd name="connsiteX106" fmla="*/ 13614 w 1304925"/>
                  <a:gd name="connsiteY106" fmla="*/ 714 h 1304925"/>
                  <a:gd name="connsiteX107" fmla="*/ 15764 w 1304925"/>
                  <a:gd name="connsiteY107" fmla="*/ 714 h 1304925"/>
                  <a:gd name="connsiteX108" fmla="*/ 128260 w 1304925"/>
                  <a:gd name="connsiteY108" fmla="*/ 0 h 1304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304925" h="1304925">
                    <a:moveTo>
                      <a:pt x="161309" y="1122362"/>
                    </a:moveTo>
                    <a:cubicBezTo>
                      <a:pt x="166306" y="1132307"/>
                      <a:pt x="174157" y="1140121"/>
                      <a:pt x="184150" y="1144383"/>
                    </a:cubicBezTo>
                    <a:cubicBezTo>
                      <a:pt x="184150" y="1144383"/>
                      <a:pt x="184150" y="1144383"/>
                      <a:pt x="53532" y="1273669"/>
                    </a:cubicBezTo>
                    <a:cubicBezTo>
                      <a:pt x="53532" y="1273669"/>
                      <a:pt x="53532" y="1273669"/>
                      <a:pt x="127763" y="1273669"/>
                    </a:cubicBezTo>
                    <a:cubicBezTo>
                      <a:pt x="136328" y="1273669"/>
                      <a:pt x="143465" y="1280773"/>
                      <a:pt x="143465" y="1289297"/>
                    </a:cubicBezTo>
                    <a:cubicBezTo>
                      <a:pt x="143465" y="1297822"/>
                      <a:pt x="136328" y="1304925"/>
                      <a:pt x="127763" y="1304925"/>
                    </a:cubicBezTo>
                    <a:cubicBezTo>
                      <a:pt x="127763" y="1304925"/>
                      <a:pt x="127763" y="1304925"/>
                      <a:pt x="15702" y="1304925"/>
                    </a:cubicBezTo>
                    <a:cubicBezTo>
                      <a:pt x="14989" y="1304925"/>
                      <a:pt x="13561" y="1304925"/>
                      <a:pt x="12847" y="1304215"/>
                    </a:cubicBezTo>
                    <a:cubicBezTo>
                      <a:pt x="12134" y="1304215"/>
                      <a:pt x="10706" y="1304215"/>
                      <a:pt x="9992" y="1303504"/>
                    </a:cubicBezTo>
                    <a:cubicBezTo>
                      <a:pt x="9279" y="1303504"/>
                      <a:pt x="8565" y="1302794"/>
                      <a:pt x="7851" y="1302794"/>
                    </a:cubicBezTo>
                    <a:cubicBezTo>
                      <a:pt x="7137" y="1302084"/>
                      <a:pt x="6424" y="1301373"/>
                      <a:pt x="5710" y="1301373"/>
                    </a:cubicBezTo>
                    <a:cubicBezTo>
                      <a:pt x="4996" y="1300663"/>
                      <a:pt x="4996" y="1300663"/>
                      <a:pt x="4282" y="1299953"/>
                    </a:cubicBezTo>
                    <a:cubicBezTo>
                      <a:pt x="4282" y="1299953"/>
                      <a:pt x="4282" y="1299953"/>
                      <a:pt x="4282" y="1299242"/>
                    </a:cubicBezTo>
                    <a:cubicBezTo>
                      <a:pt x="3569" y="1299242"/>
                      <a:pt x="2855" y="1298532"/>
                      <a:pt x="2855" y="1297822"/>
                    </a:cubicBezTo>
                    <a:cubicBezTo>
                      <a:pt x="2141" y="1297111"/>
                      <a:pt x="2141" y="1296401"/>
                      <a:pt x="1427" y="1296401"/>
                    </a:cubicBezTo>
                    <a:cubicBezTo>
                      <a:pt x="1427" y="1295690"/>
                      <a:pt x="1427" y="1295690"/>
                      <a:pt x="1427" y="1295690"/>
                    </a:cubicBezTo>
                    <a:cubicBezTo>
                      <a:pt x="714" y="1294270"/>
                      <a:pt x="714" y="1293559"/>
                      <a:pt x="714" y="1292139"/>
                    </a:cubicBezTo>
                    <a:cubicBezTo>
                      <a:pt x="0" y="1291428"/>
                      <a:pt x="0" y="1291428"/>
                      <a:pt x="0" y="1291428"/>
                    </a:cubicBezTo>
                    <a:cubicBezTo>
                      <a:pt x="0" y="1290718"/>
                      <a:pt x="0" y="1290008"/>
                      <a:pt x="0" y="1289297"/>
                    </a:cubicBezTo>
                    <a:cubicBezTo>
                      <a:pt x="0" y="1289297"/>
                      <a:pt x="0" y="1289297"/>
                      <a:pt x="0" y="1177770"/>
                    </a:cubicBezTo>
                    <a:cubicBezTo>
                      <a:pt x="0" y="1169246"/>
                      <a:pt x="7137" y="1162142"/>
                      <a:pt x="15702" y="1162142"/>
                    </a:cubicBezTo>
                    <a:cubicBezTo>
                      <a:pt x="24268" y="1162142"/>
                      <a:pt x="31405" y="1169246"/>
                      <a:pt x="31405" y="1177770"/>
                    </a:cubicBezTo>
                    <a:cubicBezTo>
                      <a:pt x="31405" y="1177770"/>
                      <a:pt x="31405" y="1177770"/>
                      <a:pt x="31405" y="1251648"/>
                    </a:cubicBezTo>
                    <a:cubicBezTo>
                      <a:pt x="31405" y="1251648"/>
                      <a:pt x="31405" y="1251648"/>
                      <a:pt x="161309" y="1122362"/>
                    </a:cubicBezTo>
                    <a:close/>
                    <a:moveTo>
                      <a:pt x="1142988" y="1120775"/>
                    </a:moveTo>
                    <a:cubicBezTo>
                      <a:pt x="1142988" y="1120775"/>
                      <a:pt x="1142988" y="1120775"/>
                      <a:pt x="1273398" y="1250679"/>
                    </a:cubicBezTo>
                    <a:cubicBezTo>
                      <a:pt x="1273398" y="1250679"/>
                      <a:pt x="1273398" y="1250679"/>
                      <a:pt x="1273398" y="1176448"/>
                    </a:cubicBezTo>
                    <a:cubicBezTo>
                      <a:pt x="1273398" y="1167883"/>
                      <a:pt x="1280563" y="1160746"/>
                      <a:pt x="1289161" y="1160746"/>
                    </a:cubicBezTo>
                    <a:cubicBezTo>
                      <a:pt x="1297760" y="1160746"/>
                      <a:pt x="1304925" y="1167883"/>
                      <a:pt x="1304925" y="1176448"/>
                    </a:cubicBezTo>
                    <a:cubicBezTo>
                      <a:pt x="1304925" y="1176448"/>
                      <a:pt x="1304925" y="1176448"/>
                      <a:pt x="1304925" y="1288509"/>
                    </a:cubicBezTo>
                    <a:cubicBezTo>
                      <a:pt x="1304925" y="1289222"/>
                      <a:pt x="1304925" y="1289936"/>
                      <a:pt x="1304925" y="1289936"/>
                    </a:cubicBezTo>
                    <a:cubicBezTo>
                      <a:pt x="1304925" y="1289936"/>
                      <a:pt x="1304925" y="1290650"/>
                      <a:pt x="1304925" y="1290650"/>
                    </a:cubicBezTo>
                    <a:cubicBezTo>
                      <a:pt x="1304925" y="1291364"/>
                      <a:pt x="1304209" y="1292077"/>
                      <a:pt x="1304209" y="1292077"/>
                    </a:cubicBezTo>
                    <a:cubicBezTo>
                      <a:pt x="1304209" y="1292791"/>
                      <a:pt x="1304209" y="1292791"/>
                      <a:pt x="1304209" y="1292791"/>
                    </a:cubicBezTo>
                    <a:cubicBezTo>
                      <a:pt x="1304209" y="1293505"/>
                      <a:pt x="1303492" y="1294219"/>
                      <a:pt x="1303492" y="1294932"/>
                    </a:cubicBezTo>
                    <a:cubicBezTo>
                      <a:pt x="1303492" y="1295646"/>
                      <a:pt x="1302776" y="1296360"/>
                      <a:pt x="1302776" y="1297074"/>
                    </a:cubicBezTo>
                    <a:cubicBezTo>
                      <a:pt x="1302776" y="1297074"/>
                      <a:pt x="1302776" y="1297074"/>
                      <a:pt x="1302059" y="1297074"/>
                    </a:cubicBezTo>
                    <a:cubicBezTo>
                      <a:pt x="1302059" y="1297788"/>
                      <a:pt x="1301343" y="1298501"/>
                      <a:pt x="1301343" y="1298501"/>
                    </a:cubicBezTo>
                    <a:cubicBezTo>
                      <a:pt x="1301343" y="1298501"/>
                      <a:pt x="1301343" y="1299215"/>
                      <a:pt x="1301343" y="1299215"/>
                    </a:cubicBezTo>
                    <a:cubicBezTo>
                      <a:pt x="1300626" y="1299215"/>
                      <a:pt x="1299909" y="1299929"/>
                      <a:pt x="1299909" y="1300643"/>
                    </a:cubicBezTo>
                    <a:cubicBezTo>
                      <a:pt x="1299909" y="1300643"/>
                      <a:pt x="1299193" y="1300643"/>
                      <a:pt x="1299193" y="1300643"/>
                    </a:cubicBezTo>
                    <a:cubicBezTo>
                      <a:pt x="1299193" y="1301356"/>
                      <a:pt x="1298476" y="1301356"/>
                      <a:pt x="1297760" y="1302070"/>
                    </a:cubicBezTo>
                    <a:cubicBezTo>
                      <a:pt x="1297043" y="1302070"/>
                      <a:pt x="1296327" y="1302784"/>
                      <a:pt x="1295610" y="1302784"/>
                    </a:cubicBezTo>
                    <a:cubicBezTo>
                      <a:pt x="1294177" y="1303498"/>
                      <a:pt x="1292744" y="1304211"/>
                      <a:pt x="1291311" y="1304211"/>
                    </a:cubicBezTo>
                    <a:cubicBezTo>
                      <a:pt x="1290595" y="1304211"/>
                      <a:pt x="1289878" y="1304211"/>
                      <a:pt x="1289161" y="1304211"/>
                    </a:cubicBezTo>
                    <a:cubicBezTo>
                      <a:pt x="1289161" y="1304211"/>
                      <a:pt x="1289161" y="1304211"/>
                      <a:pt x="1176665" y="1304925"/>
                    </a:cubicBezTo>
                    <a:cubicBezTo>
                      <a:pt x="1168067" y="1304925"/>
                      <a:pt x="1160901" y="1297788"/>
                      <a:pt x="1160901" y="1289222"/>
                    </a:cubicBezTo>
                    <a:cubicBezTo>
                      <a:pt x="1160901" y="1280657"/>
                      <a:pt x="1168067" y="1273520"/>
                      <a:pt x="1176665" y="1273520"/>
                    </a:cubicBezTo>
                    <a:cubicBezTo>
                      <a:pt x="1176665" y="1273520"/>
                      <a:pt x="1176665" y="1273520"/>
                      <a:pt x="1251185" y="1273520"/>
                    </a:cubicBezTo>
                    <a:cubicBezTo>
                      <a:pt x="1251185" y="1273520"/>
                      <a:pt x="1251185" y="1273520"/>
                      <a:pt x="1120775" y="1142902"/>
                    </a:cubicBezTo>
                    <a:cubicBezTo>
                      <a:pt x="1130807" y="1138619"/>
                      <a:pt x="1138689" y="1130768"/>
                      <a:pt x="1142988" y="1120775"/>
                    </a:cubicBezTo>
                    <a:close/>
                    <a:moveTo>
                      <a:pt x="250825" y="250825"/>
                    </a:moveTo>
                    <a:lnTo>
                      <a:pt x="1054100" y="250825"/>
                    </a:lnTo>
                    <a:lnTo>
                      <a:pt x="1054100" y="1054100"/>
                    </a:lnTo>
                    <a:lnTo>
                      <a:pt x="250825" y="1054100"/>
                    </a:lnTo>
                    <a:close/>
                    <a:moveTo>
                      <a:pt x="1176449" y="0"/>
                    </a:moveTo>
                    <a:cubicBezTo>
                      <a:pt x="1176449" y="0"/>
                      <a:pt x="1176449" y="0"/>
                      <a:pt x="1288509" y="0"/>
                    </a:cubicBezTo>
                    <a:cubicBezTo>
                      <a:pt x="1289223" y="0"/>
                      <a:pt x="1289936" y="0"/>
                      <a:pt x="1289936" y="0"/>
                    </a:cubicBezTo>
                    <a:cubicBezTo>
                      <a:pt x="1289936" y="0"/>
                      <a:pt x="1290650" y="0"/>
                      <a:pt x="1290650" y="0"/>
                    </a:cubicBezTo>
                    <a:cubicBezTo>
                      <a:pt x="1291364" y="0"/>
                      <a:pt x="1292078" y="0"/>
                      <a:pt x="1292791" y="710"/>
                    </a:cubicBezTo>
                    <a:cubicBezTo>
                      <a:pt x="1293505" y="710"/>
                      <a:pt x="1294219" y="710"/>
                      <a:pt x="1294933" y="1421"/>
                    </a:cubicBezTo>
                    <a:cubicBezTo>
                      <a:pt x="1295646" y="1421"/>
                      <a:pt x="1296360" y="2131"/>
                      <a:pt x="1297074" y="2131"/>
                    </a:cubicBezTo>
                    <a:cubicBezTo>
                      <a:pt x="1297788" y="2842"/>
                      <a:pt x="1298501" y="3552"/>
                      <a:pt x="1298501" y="3552"/>
                    </a:cubicBezTo>
                    <a:cubicBezTo>
                      <a:pt x="1298501" y="3552"/>
                      <a:pt x="1298501" y="3552"/>
                      <a:pt x="1299215" y="3552"/>
                    </a:cubicBezTo>
                    <a:cubicBezTo>
                      <a:pt x="1299215" y="4262"/>
                      <a:pt x="1299929" y="4262"/>
                      <a:pt x="1300643" y="4973"/>
                    </a:cubicBezTo>
                    <a:cubicBezTo>
                      <a:pt x="1300643" y="4973"/>
                      <a:pt x="1300643" y="4973"/>
                      <a:pt x="1300643" y="5683"/>
                    </a:cubicBezTo>
                    <a:cubicBezTo>
                      <a:pt x="1301356" y="5683"/>
                      <a:pt x="1301356" y="6393"/>
                      <a:pt x="1302070" y="7104"/>
                    </a:cubicBezTo>
                    <a:cubicBezTo>
                      <a:pt x="1302070" y="7814"/>
                      <a:pt x="1302784" y="8524"/>
                      <a:pt x="1302784" y="8524"/>
                    </a:cubicBezTo>
                    <a:cubicBezTo>
                      <a:pt x="1302784" y="9235"/>
                      <a:pt x="1302784" y="9235"/>
                      <a:pt x="1302784" y="9235"/>
                    </a:cubicBezTo>
                    <a:cubicBezTo>
                      <a:pt x="1303498" y="10656"/>
                      <a:pt x="1304211" y="11366"/>
                      <a:pt x="1304211" y="12787"/>
                    </a:cubicBezTo>
                    <a:cubicBezTo>
                      <a:pt x="1304211" y="13497"/>
                      <a:pt x="1304211" y="13497"/>
                      <a:pt x="1304211" y="13497"/>
                    </a:cubicBezTo>
                    <a:cubicBezTo>
                      <a:pt x="1304211" y="14207"/>
                      <a:pt x="1304211" y="14918"/>
                      <a:pt x="1304211" y="15628"/>
                    </a:cubicBezTo>
                    <a:cubicBezTo>
                      <a:pt x="1304211" y="15628"/>
                      <a:pt x="1304211" y="15628"/>
                      <a:pt x="1304925" y="127155"/>
                    </a:cubicBezTo>
                    <a:cubicBezTo>
                      <a:pt x="1304925" y="135679"/>
                      <a:pt x="1297788" y="142783"/>
                      <a:pt x="1289223" y="142783"/>
                    </a:cubicBezTo>
                    <a:cubicBezTo>
                      <a:pt x="1280657" y="142783"/>
                      <a:pt x="1273520" y="135679"/>
                      <a:pt x="1273520" y="127155"/>
                    </a:cubicBezTo>
                    <a:cubicBezTo>
                      <a:pt x="1273520" y="127155"/>
                      <a:pt x="1273520" y="127155"/>
                      <a:pt x="1273520" y="53277"/>
                    </a:cubicBezTo>
                    <a:cubicBezTo>
                      <a:pt x="1273520" y="53277"/>
                      <a:pt x="1273520" y="53277"/>
                      <a:pt x="1142902" y="182563"/>
                    </a:cubicBezTo>
                    <a:cubicBezTo>
                      <a:pt x="1138619" y="172618"/>
                      <a:pt x="1130768" y="164804"/>
                      <a:pt x="1120775" y="160542"/>
                    </a:cubicBezTo>
                    <a:cubicBezTo>
                      <a:pt x="1120775" y="160542"/>
                      <a:pt x="1120775" y="160542"/>
                      <a:pt x="1250680" y="31256"/>
                    </a:cubicBezTo>
                    <a:cubicBezTo>
                      <a:pt x="1250680" y="31256"/>
                      <a:pt x="1250680" y="31256"/>
                      <a:pt x="1176449" y="31256"/>
                    </a:cubicBezTo>
                    <a:cubicBezTo>
                      <a:pt x="1167883" y="31256"/>
                      <a:pt x="1160746" y="24152"/>
                      <a:pt x="1160746" y="15628"/>
                    </a:cubicBezTo>
                    <a:cubicBezTo>
                      <a:pt x="1160746" y="7104"/>
                      <a:pt x="1167883" y="0"/>
                      <a:pt x="1176449" y="0"/>
                    </a:cubicBezTo>
                    <a:close/>
                    <a:moveTo>
                      <a:pt x="128260" y="0"/>
                    </a:moveTo>
                    <a:cubicBezTo>
                      <a:pt x="136858" y="0"/>
                      <a:pt x="144024" y="7138"/>
                      <a:pt x="144024" y="15703"/>
                    </a:cubicBezTo>
                    <a:cubicBezTo>
                      <a:pt x="144024" y="24268"/>
                      <a:pt x="136858" y="31406"/>
                      <a:pt x="128260" y="31406"/>
                    </a:cubicBezTo>
                    <a:cubicBezTo>
                      <a:pt x="128260" y="31406"/>
                      <a:pt x="128260" y="31406"/>
                      <a:pt x="53740" y="31406"/>
                    </a:cubicBezTo>
                    <a:cubicBezTo>
                      <a:pt x="53740" y="31406"/>
                      <a:pt x="53740" y="31406"/>
                      <a:pt x="184150" y="162024"/>
                    </a:cubicBezTo>
                    <a:cubicBezTo>
                      <a:pt x="174118" y="166306"/>
                      <a:pt x="166236" y="174157"/>
                      <a:pt x="161937" y="184150"/>
                    </a:cubicBezTo>
                    <a:cubicBezTo>
                      <a:pt x="161937" y="184150"/>
                      <a:pt x="161937" y="184150"/>
                      <a:pt x="31527" y="54246"/>
                    </a:cubicBezTo>
                    <a:cubicBezTo>
                      <a:pt x="31527" y="54246"/>
                      <a:pt x="31527" y="54246"/>
                      <a:pt x="31527" y="128477"/>
                    </a:cubicBezTo>
                    <a:cubicBezTo>
                      <a:pt x="31527" y="137042"/>
                      <a:pt x="24362" y="144180"/>
                      <a:pt x="15764" y="144180"/>
                    </a:cubicBezTo>
                    <a:cubicBezTo>
                      <a:pt x="7165" y="144180"/>
                      <a:pt x="0" y="137042"/>
                      <a:pt x="0" y="128477"/>
                    </a:cubicBezTo>
                    <a:cubicBezTo>
                      <a:pt x="0" y="128477"/>
                      <a:pt x="0" y="128477"/>
                      <a:pt x="0" y="16417"/>
                    </a:cubicBezTo>
                    <a:cubicBezTo>
                      <a:pt x="0" y="15703"/>
                      <a:pt x="0" y="14989"/>
                      <a:pt x="0" y="14989"/>
                    </a:cubicBezTo>
                    <a:cubicBezTo>
                      <a:pt x="0" y="14989"/>
                      <a:pt x="0" y="14275"/>
                      <a:pt x="0" y="14275"/>
                    </a:cubicBezTo>
                    <a:cubicBezTo>
                      <a:pt x="0" y="13562"/>
                      <a:pt x="0" y="12848"/>
                      <a:pt x="716" y="12848"/>
                    </a:cubicBezTo>
                    <a:cubicBezTo>
                      <a:pt x="716" y="12134"/>
                      <a:pt x="716" y="12134"/>
                      <a:pt x="716" y="12134"/>
                    </a:cubicBezTo>
                    <a:cubicBezTo>
                      <a:pt x="716" y="11420"/>
                      <a:pt x="716" y="10707"/>
                      <a:pt x="1433" y="9993"/>
                    </a:cubicBezTo>
                    <a:cubicBezTo>
                      <a:pt x="1433" y="9279"/>
                      <a:pt x="1433" y="8565"/>
                      <a:pt x="2149" y="7851"/>
                    </a:cubicBezTo>
                    <a:cubicBezTo>
                      <a:pt x="2866" y="7138"/>
                      <a:pt x="2866" y="6424"/>
                      <a:pt x="3582" y="6424"/>
                    </a:cubicBezTo>
                    <a:cubicBezTo>
                      <a:pt x="3582" y="6424"/>
                      <a:pt x="3582" y="5710"/>
                      <a:pt x="3582" y="5710"/>
                    </a:cubicBezTo>
                    <a:cubicBezTo>
                      <a:pt x="4299" y="5710"/>
                      <a:pt x="4299" y="4996"/>
                      <a:pt x="5016" y="4283"/>
                    </a:cubicBezTo>
                    <a:cubicBezTo>
                      <a:pt x="5732" y="3569"/>
                      <a:pt x="6449" y="3569"/>
                      <a:pt x="7165" y="2855"/>
                    </a:cubicBezTo>
                    <a:cubicBezTo>
                      <a:pt x="7882" y="2855"/>
                      <a:pt x="7882" y="2141"/>
                      <a:pt x="8598" y="2141"/>
                    </a:cubicBezTo>
                    <a:cubicBezTo>
                      <a:pt x="8598" y="2141"/>
                      <a:pt x="9315" y="2141"/>
                      <a:pt x="9315" y="2141"/>
                    </a:cubicBezTo>
                    <a:cubicBezTo>
                      <a:pt x="10031" y="1428"/>
                      <a:pt x="11464" y="714"/>
                      <a:pt x="12897" y="714"/>
                    </a:cubicBezTo>
                    <a:cubicBezTo>
                      <a:pt x="13614" y="714"/>
                      <a:pt x="13614" y="714"/>
                      <a:pt x="13614" y="714"/>
                    </a:cubicBezTo>
                    <a:cubicBezTo>
                      <a:pt x="14330" y="714"/>
                      <a:pt x="15047" y="714"/>
                      <a:pt x="15764" y="714"/>
                    </a:cubicBezTo>
                    <a:cubicBezTo>
                      <a:pt x="15764" y="714"/>
                      <a:pt x="15764" y="714"/>
                      <a:pt x="128260" y="0"/>
                    </a:cubicBezTo>
                    <a:close/>
                  </a:path>
                </a:pathLst>
              </a:custGeom>
              <a:solidFill>
                <a:schemeClr val="tx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sp>
        <p:nvSpPr>
          <p:cNvPr id="179" name="Moon 178">
            <a:extLst>
              <a:ext uri="{FF2B5EF4-FFF2-40B4-BE49-F238E27FC236}">
                <a16:creationId xmlns:a16="http://schemas.microsoft.com/office/drawing/2014/main" id="{09E6378C-D5C2-4899-8B15-AB97F48C95CE}"/>
              </a:ext>
            </a:extLst>
          </p:cNvPr>
          <p:cNvSpPr/>
          <p:nvPr/>
        </p:nvSpPr>
        <p:spPr>
          <a:xfrm rot="5400000">
            <a:off x="2425028" y="1177314"/>
            <a:ext cx="433022" cy="866044"/>
          </a:xfrm>
          <a:prstGeom prst="moon">
            <a:avLst>
              <a:gd name="adj" fmla="val 6667"/>
            </a:avLst>
          </a:prstGeom>
          <a:solidFill>
            <a:schemeClr val="tx2"/>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181" name="Oval 20">
            <a:extLst>
              <a:ext uri="{FF2B5EF4-FFF2-40B4-BE49-F238E27FC236}">
                <a16:creationId xmlns:a16="http://schemas.microsoft.com/office/drawing/2014/main" id="{18F96E9F-81C1-49E6-9339-5BC42AAC0475}"/>
              </a:ext>
            </a:extLst>
          </p:cNvPr>
          <p:cNvSpPr>
            <a:spLocks noChangeAspect="1" noChangeArrowheads="1"/>
          </p:cNvSpPr>
          <p:nvPr/>
        </p:nvSpPr>
        <p:spPr bwMode="auto">
          <a:xfrm>
            <a:off x="2209225" y="1371008"/>
            <a:ext cx="240348" cy="240348"/>
          </a:xfrm>
          <a:prstGeom prst="ellipse">
            <a:avLst/>
          </a:prstGeom>
          <a:solidFill>
            <a:srgbClr val="006863"/>
          </a:solidFill>
          <a:ln w="9525" cap="flat" cmpd="sng" algn="ctr">
            <a:solidFill>
              <a:srgbClr val="FFFFFF"/>
            </a:solidFill>
            <a:prstDash val="solid"/>
            <a:round/>
            <a:headEnd type="none" w="med" len="med"/>
            <a:tailEnd type="none" w="med" len="med"/>
          </a:ln>
        </p:spPr>
        <p:txBody>
          <a:bodyPr vert="horz" wrap="square" lIns="0" tIns="0" rIns="0" bIns="0" numCol="1" anchor="ctr" anchorCtr="0" compatLnSpc="1">
            <a:prstTxWarp prst="textNoShape">
              <a:avLst/>
            </a:prstTxWarp>
          </a:bodyPr>
          <a:lstStyle/>
          <a:p>
            <a:pPr algn="ctr"/>
            <a:r>
              <a:rPr lang="en-US" sz="1200" dirty="0">
                <a:solidFill>
                  <a:schemeClr val="bg1"/>
                </a:solidFill>
              </a:rPr>
              <a:t>1</a:t>
            </a:r>
          </a:p>
        </p:txBody>
      </p:sp>
      <p:grpSp>
        <p:nvGrpSpPr>
          <p:cNvPr id="80" name="bcgIcons_Concept">
            <a:extLst>
              <a:ext uri="{FF2B5EF4-FFF2-40B4-BE49-F238E27FC236}">
                <a16:creationId xmlns:a16="http://schemas.microsoft.com/office/drawing/2014/main" id="{4204FE72-B02A-B066-A09A-6C752E004FF0}"/>
              </a:ext>
            </a:extLst>
          </p:cNvPr>
          <p:cNvGrpSpPr>
            <a:grpSpLocks/>
          </p:cNvGrpSpPr>
          <p:nvPr/>
        </p:nvGrpSpPr>
        <p:grpSpPr>
          <a:xfrm>
            <a:off x="2473716" y="1487756"/>
            <a:ext cx="335645" cy="335645"/>
            <a:chOff x="5273675" y="2606675"/>
            <a:chExt cx="1644650" cy="1644650"/>
          </a:xfrm>
        </p:grpSpPr>
        <p:sp>
          <p:nvSpPr>
            <p:cNvPr id="81" name="AutoShape 16">
              <a:extLst>
                <a:ext uri="{FF2B5EF4-FFF2-40B4-BE49-F238E27FC236}">
                  <a16:creationId xmlns:a16="http://schemas.microsoft.com/office/drawing/2014/main" id="{DC9E6C25-1A2B-CC07-3D7C-5E1A79554844}"/>
                </a:ext>
              </a:extLst>
            </p:cNvPr>
            <p:cNvSpPr>
              <a:spLocks noChangeAspect="1" noChangeArrowheads="1" noTextEdi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82" name="Group 81">
              <a:extLst>
                <a:ext uri="{FF2B5EF4-FFF2-40B4-BE49-F238E27FC236}">
                  <a16:creationId xmlns:a16="http://schemas.microsoft.com/office/drawing/2014/main" id="{6A4F995D-F266-A458-7535-CCB0A003E733}"/>
                </a:ext>
              </a:extLst>
            </p:cNvPr>
            <p:cNvGrpSpPr/>
            <p:nvPr/>
          </p:nvGrpSpPr>
          <p:grpSpPr>
            <a:xfrm>
              <a:off x="5411787" y="2744787"/>
              <a:ext cx="1368427" cy="1371602"/>
              <a:chOff x="5411787" y="2744787"/>
              <a:chExt cx="1368427" cy="1371602"/>
            </a:xfrm>
          </p:grpSpPr>
          <p:sp>
            <p:nvSpPr>
              <p:cNvPr id="83" name="Freeform 30">
                <a:extLst>
                  <a:ext uri="{FF2B5EF4-FFF2-40B4-BE49-F238E27FC236}">
                    <a16:creationId xmlns:a16="http://schemas.microsoft.com/office/drawing/2014/main" id="{58040EED-E794-A7C0-136A-D0D0860D293D}"/>
                  </a:ext>
                </a:extLst>
              </p:cNvPr>
              <p:cNvSpPr>
                <a:spLocks noChangeArrowheads="1"/>
              </p:cNvSpPr>
              <p:nvPr/>
            </p:nvSpPr>
            <p:spPr bwMode="auto">
              <a:xfrm>
                <a:off x="5411788" y="2744787"/>
                <a:ext cx="1368425" cy="1304927"/>
              </a:xfrm>
              <a:custGeom>
                <a:avLst/>
                <a:gdLst>
                  <a:gd name="connsiteX0" fmla="*/ 163512 w 1368425"/>
                  <a:gd name="connsiteY0" fmla="*/ 1103313 h 1304927"/>
                  <a:gd name="connsiteX1" fmla="*/ 265112 w 1368425"/>
                  <a:gd name="connsiteY1" fmla="*/ 1204120 h 1304927"/>
                  <a:gd name="connsiteX2" fmla="*/ 163512 w 1368425"/>
                  <a:gd name="connsiteY2" fmla="*/ 1304927 h 1304927"/>
                  <a:gd name="connsiteX3" fmla="*/ 61912 w 1368425"/>
                  <a:gd name="connsiteY3" fmla="*/ 1204120 h 1304927"/>
                  <a:gd name="connsiteX4" fmla="*/ 163512 w 1368425"/>
                  <a:gd name="connsiteY4" fmla="*/ 1103313 h 1304927"/>
                  <a:gd name="connsiteX5" fmla="*/ 465830 w 1368425"/>
                  <a:gd name="connsiteY5" fmla="*/ 890422 h 1304927"/>
                  <a:gd name="connsiteX6" fmla="*/ 476211 w 1368425"/>
                  <a:gd name="connsiteY6" fmla="*/ 894685 h 1304927"/>
                  <a:gd name="connsiteX7" fmla="*/ 476921 w 1368425"/>
                  <a:gd name="connsiteY7" fmla="*/ 895396 h 1304927"/>
                  <a:gd name="connsiteX8" fmla="*/ 476921 w 1368425"/>
                  <a:gd name="connsiteY8" fmla="*/ 916712 h 1304927"/>
                  <a:gd name="connsiteX9" fmla="*/ 366893 w 1368425"/>
                  <a:gd name="connsiteY9" fmla="*/ 1027556 h 1304927"/>
                  <a:gd name="connsiteX10" fmla="*/ 452076 w 1368425"/>
                  <a:gd name="connsiteY10" fmla="*/ 1014056 h 1304927"/>
                  <a:gd name="connsiteX11" fmla="*/ 469822 w 1368425"/>
                  <a:gd name="connsiteY11" fmla="*/ 1027556 h 1304927"/>
                  <a:gd name="connsiteX12" fmla="*/ 456335 w 1368425"/>
                  <a:gd name="connsiteY12" fmla="*/ 1044609 h 1304927"/>
                  <a:gd name="connsiteX13" fmla="*/ 325011 w 1368425"/>
                  <a:gd name="connsiteY13" fmla="*/ 1065214 h 1304927"/>
                  <a:gd name="connsiteX14" fmla="*/ 323592 w 1368425"/>
                  <a:gd name="connsiteY14" fmla="*/ 1065214 h 1304927"/>
                  <a:gd name="connsiteX15" fmla="*/ 322882 w 1368425"/>
                  <a:gd name="connsiteY15" fmla="*/ 1065214 h 1304927"/>
                  <a:gd name="connsiteX16" fmla="*/ 320752 w 1368425"/>
                  <a:gd name="connsiteY16" fmla="*/ 1065214 h 1304927"/>
                  <a:gd name="connsiteX17" fmla="*/ 318623 w 1368425"/>
                  <a:gd name="connsiteY17" fmla="*/ 1064504 h 1304927"/>
                  <a:gd name="connsiteX18" fmla="*/ 317203 w 1368425"/>
                  <a:gd name="connsiteY18" fmla="*/ 1063793 h 1304927"/>
                  <a:gd name="connsiteX19" fmla="*/ 316493 w 1368425"/>
                  <a:gd name="connsiteY19" fmla="*/ 1063793 h 1304927"/>
                  <a:gd name="connsiteX20" fmla="*/ 315073 w 1368425"/>
                  <a:gd name="connsiteY20" fmla="*/ 1063083 h 1304927"/>
                  <a:gd name="connsiteX21" fmla="*/ 313654 w 1368425"/>
                  <a:gd name="connsiteY21" fmla="*/ 1061661 h 1304927"/>
                  <a:gd name="connsiteX22" fmla="*/ 312944 w 1368425"/>
                  <a:gd name="connsiteY22" fmla="*/ 1061661 h 1304927"/>
                  <a:gd name="connsiteX23" fmla="*/ 312234 w 1368425"/>
                  <a:gd name="connsiteY23" fmla="*/ 1060240 h 1304927"/>
                  <a:gd name="connsiteX24" fmla="*/ 311524 w 1368425"/>
                  <a:gd name="connsiteY24" fmla="*/ 1060240 h 1304927"/>
                  <a:gd name="connsiteX25" fmla="*/ 310814 w 1368425"/>
                  <a:gd name="connsiteY25" fmla="*/ 1058819 h 1304927"/>
                  <a:gd name="connsiteX26" fmla="*/ 310104 w 1368425"/>
                  <a:gd name="connsiteY26" fmla="*/ 1058109 h 1304927"/>
                  <a:gd name="connsiteX27" fmla="*/ 309394 w 1368425"/>
                  <a:gd name="connsiteY27" fmla="*/ 1056688 h 1304927"/>
                  <a:gd name="connsiteX28" fmla="*/ 308685 w 1368425"/>
                  <a:gd name="connsiteY28" fmla="*/ 1054556 h 1304927"/>
                  <a:gd name="connsiteX29" fmla="*/ 307975 w 1368425"/>
                  <a:gd name="connsiteY29" fmla="*/ 1054556 h 1304927"/>
                  <a:gd name="connsiteX30" fmla="*/ 307975 w 1368425"/>
                  <a:gd name="connsiteY30" fmla="*/ 1052424 h 1304927"/>
                  <a:gd name="connsiteX31" fmla="*/ 307975 w 1368425"/>
                  <a:gd name="connsiteY31" fmla="*/ 1049582 h 1304927"/>
                  <a:gd name="connsiteX32" fmla="*/ 307975 w 1368425"/>
                  <a:gd name="connsiteY32" fmla="*/ 1047451 h 1304927"/>
                  <a:gd name="connsiteX33" fmla="*/ 329270 w 1368425"/>
                  <a:gd name="connsiteY33" fmla="*/ 916712 h 1304927"/>
                  <a:gd name="connsiteX34" fmla="*/ 347017 w 1368425"/>
                  <a:gd name="connsiteY34" fmla="*/ 903922 h 1304927"/>
                  <a:gd name="connsiteX35" fmla="*/ 359794 w 1368425"/>
                  <a:gd name="connsiteY35" fmla="*/ 921686 h 1304927"/>
                  <a:gd name="connsiteX36" fmla="*/ 345597 w 1368425"/>
                  <a:gd name="connsiteY36" fmla="*/ 1004819 h 1304927"/>
                  <a:gd name="connsiteX37" fmla="*/ 454915 w 1368425"/>
                  <a:gd name="connsiteY37" fmla="*/ 894685 h 1304927"/>
                  <a:gd name="connsiteX38" fmla="*/ 465830 w 1368425"/>
                  <a:gd name="connsiteY38" fmla="*/ 890422 h 1304927"/>
                  <a:gd name="connsiteX39" fmla="*/ 902947 w 1368425"/>
                  <a:gd name="connsiteY39" fmla="*/ 888847 h 1304927"/>
                  <a:gd name="connsiteX40" fmla="*/ 913648 w 1368425"/>
                  <a:gd name="connsiteY40" fmla="*/ 893149 h 1304927"/>
                  <a:gd name="connsiteX41" fmla="*/ 1024940 w 1368425"/>
                  <a:gd name="connsiteY41" fmla="*/ 1004991 h 1304927"/>
                  <a:gd name="connsiteX42" fmla="*/ 1012099 w 1368425"/>
                  <a:gd name="connsiteY42" fmla="*/ 918958 h 1304927"/>
                  <a:gd name="connsiteX43" fmla="*/ 1024940 w 1368425"/>
                  <a:gd name="connsiteY43" fmla="*/ 901035 h 1304927"/>
                  <a:gd name="connsiteX44" fmla="*/ 1042776 w 1368425"/>
                  <a:gd name="connsiteY44" fmla="*/ 913940 h 1304927"/>
                  <a:gd name="connsiteX45" fmla="*/ 1062038 w 1368425"/>
                  <a:gd name="connsiteY45" fmla="*/ 1047290 h 1304927"/>
                  <a:gd name="connsiteX46" fmla="*/ 1062038 w 1368425"/>
                  <a:gd name="connsiteY46" fmla="*/ 1049441 h 1304927"/>
                  <a:gd name="connsiteX47" fmla="*/ 1062038 w 1368425"/>
                  <a:gd name="connsiteY47" fmla="*/ 1050157 h 1304927"/>
                  <a:gd name="connsiteX48" fmla="*/ 1062038 w 1368425"/>
                  <a:gd name="connsiteY48" fmla="*/ 1052308 h 1304927"/>
                  <a:gd name="connsiteX49" fmla="*/ 1061325 w 1368425"/>
                  <a:gd name="connsiteY49" fmla="*/ 1055176 h 1304927"/>
                  <a:gd name="connsiteX50" fmla="*/ 1061325 w 1368425"/>
                  <a:gd name="connsiteY50" fmla="*/ 1055893 h 1304927"/>
                  <a:gd name="connsiteX51" fmla="*/ 1060611 w 1368425"/>
                  <a:gd name="connsiteY51" fmla="*/ 1057327 h 1304927"/>
                  <a:gd name="connsiteX52" fmla="*/ 1059898 w 1368425"/>
                  <a:gd name="connsiteY52" fmla="*/ 1058044 h 1304927"/>
                  <a:gd name="connsiteX53" fmla="*/ 1059185 w 1368425"/>
                  <a:gd name="connsiteY53" fmla="*/ 1059478 h 1304927"/>
                  <a:gd name="connsiteX54" fmla="*/ 1058471 w 1368425"/>
                  <a:gd name="connsiteY54" fmla="*/ 1060195 h 1304927"/>
                  <a:gd name="connsiteX55" fmla="*/ 1057044 w 1368425"/>
                  <a:gd name="connsiteY55" fmla="*/ 1060912 h 1304927"/>
                  <a:gd name="connsiteX56" fmla="*/ 1056331 w 1368425"/>
                  <a:gd name="connsiteY56" fmla="*/ 1061628 h 1304927"/>
                  <a:gd name="connsiteX57" fmla="*/ 1054904 w 1368425"/>
                  <a:gd name="connsiteY57" fmla="*/ 1063062 h 1304927"/>
                  <a:gd name="connsiteX58" fmla="*/ 1054191 w 1368425"/>
                  <a:gd name="connsiteY58" fmla="*/ 1063062 h 1304927"/>
                  <a:gd name="connsiteX59" fmla="*/ 1053477 w 1368425"/>
                  <a:gd name="connsiteY59" fmla="*/ 1063779 h 1304927"/>
                  <a:gd name="connsiteX60" fmla="*/ 1052050 w 1368425"/>
                  <a:gd name="connsiteY60" fmla="*/ 1064496 h 1304927"/>
                  <a:gd name="connsiteX61" fmla="*/ 1049910 w 1368425"/>
                  <a:gd name="connsiteY61" fmla="*/ 1065213 h 1304927"/>
                  <a:gd name="connsiteX62" fmla="*/ 1049197 w 1368425"/>
                  <a:gd name="connsiteY62" fmla="*/ 1065213 h 1304927"/>
                  <a:gd name="connsiteX63" fmla="*/ 1047770 w 1368425"/>
                  <a:gd name="connsiteY63" fmla="*/ 1065213 h 1304927"/>
                  <a:gd name="connsiteX64" fmla="*/ 1044916 w 1368425"/>
                  <a:gd name="connsiteY64" fmla="*/ 1065213 h 1304927"/>
                  <a:gd name="connsiteX65" fmla="*/ 914361 w 1368425"/>
                  <a:gd name="connsiteY65" fmla="*/ 1043705 h 1304927"/>
                  <a:gd name="connsiteX66" fmla="*/ 900806 w 1368425"/>
                  <a:gd name="connsiteY66" fmla="*/ 1026499 h 1304927"/>
                  <a:gd name="connsiteX67" fmla="*/ 918642 w 1368425"/>
                  <a:gd name="connsiteY67" fmla="*/ 1012877 h 1304927"/>
                  <a:gd name="connsiteX68" fmla="*/ 1002824 w 1368425"/>
                  <a:gd name="connsiteY68" fmla="*/ 1026499 h 1304927"/>
                  <a:gd name="connsiteX69" fmla="*/ 891532 w 1368425"/>
                  <a:gd name="connsiteY69" fmla="*/ 915374 h 1304927"/>
                  <a:gd name="connsiteX70" fmla="*/ 892245 w 1368425"/>
                  <a:gd name="connsiteY70" fmla="*/ 893866 h 1304927"/>
                  <a:gd name="connsiteX71" fmla="*/ 892245 w 1368425"/>
                  <a:gd name="connsiteY71" fmla="*/ 893149 h 1304927"/>
                  <a:gd name="connsiteX72" fmla="*/ 902947 w 1368425"/>
                  <a:gd name="connsiteY72" fmla="*/ 888847 h 1304927"/>
                  <a:gd name="connsiteX73" fmla="*/ 684212 w 1368425"/>
                  <a:gd name="connsiteY73" fmla="*/ 463550 h 1304927"/>
                  <a:gd name="connsiteX74" fmla="*/ 463549 w 1368425"/>
                  <a:gd name="connsiteY74" fmla="*/ 684213 h 1304927"/>
                  <a:gd name="connsiteX75" fmla="*/ 684212 w 1368425"/>
                  <a:gd name="connsiteY75" fmla="*/ 904876 h 1304927"/>
                  <a:gd name="connsiteX76" fmla="*/ 904875 w 1368425"/>
                  <a:gd name="connsiteY76" fmla="*/ 684213 h 1304927"/>
                  <a:gd name="connsiteX77" fmla="*/ 684212 w 1368425"/>
                  <a:gd name="connsiteY77" fmla="*/ 463550 h 1304927"/>
                  <a:gd name="connsiteX78" fmla="*/ 684212 w 1368425"/>
                  <a:gd name="connsiteY78" fmla="*/ 431800 h 1304927"/>
                  <a:gd name="connsiteX79" fmla="*/ 936625 w 1368425"/>
                  <a:gd name="connsiteY79" fmla="*/ 684213 h 1304927"/>
                  <a:gd name="connsiteX80" fmla="*/ 684212 w 1368425"/>
                  <a:gd name="connsiteY80" fmla="*/ 936626 h 1304927"/>
                  <a:gd name="connsiteX81" fmla="*/ 431799 w 1368425"/>
                  <a:gd name="connsiteY81" fmla="*/ 684213 h 1304927"/>
                  <a:gd name="connsiteX82" fmla="*/ 684212 w 1368425"/>
                  <a:gd name="connsiteY82" fmla="*/ 431800 h 1304927"/>
                  <a:gd name="connsiteX83" fmla="*/ 319204 w 1368425"/>
                  <a:gd name="connsiteY83" fmla="*/ 309563 h 1304927"/>
                  <a:gd name="connsiteX84" fmla="*/ 321341 w 1368425"/>
                  <a:gd name="connsiteY84" fmla="*/ 309563 h 1304927"/>
                  <a:gd name="connsiteX85" fmla="*/ 322053 w 1368425"/>
                  <a:gd name="connsiteY85" fmla="*/ 309563 h 1304927"/>
                  <a:gd name="connsiteX86" fmla="*/ 324189 w 1368425"/>
                  <a:gd name="connsiteY86" fmla="*/ 309563 h 1304927"/>
                  <a:gd name="connsiteX87" fmla="*/ 453789 w 1368425"/>
                  <a:gd name="connsiteY87" fmla="*/ 330838 h 1304927"/>
                  <a:gd name="connsiteX88" fmla="*/ 467319 w 1368425"/>
                  <a:gd name="connsiteY88" fmla="*/ 347858 h 1304927"/>
                  <a:gd name="connsiteX89" fmla="*/ 452365 w 1368425"/>
                  <a:gd name="connsiteY89" fmla="*/ 362042 h 1304927"/>
                  <a:gd name="connsiteX90" fmla="*/ 449517 w 1368425"/>
                  <a:gd name="connsiteY90" fmla="*/ 361333 h 1304927"/>
                  <a:gd name="connsiteX91" fmla="*/ 366202 w 1368425"/>
                  <a:gd name="connsiteY91" fmla="*/ 347858 h 1304927"/>
                  <a:gd name="connsiteX92" fmla="*/ 473728 w 1368425"/>
                  <a:gd name="connsiteY92" fmla="*/ 454943 h 1304927"/>
                  <a:gd name="connsiteX93" fmla="*/ 473728 w 1368425"/>
                  <a:gd name="connsiteY93" fmla="*/ 476219 h 1304927"/>
                  <a:gd name="connsiteX94" fmla="*/ 473016 w 1368425"/>
                  <a:gd name="connsiteY94" fmla="*/ 476928 h 1304927"/>
                  <a:gd name="connsiteX95" fmla="*/ 451653 w 1368425"/>
                  <a:gd name="connsiteY95" fmla="*/ 476928 h 1304927"/>
                  <a:gd name="connsiteX96" fmla="*/ 344128 w 1368425"/>
                  <a:gd name="connsiteY96" fmla="*/ 369134 h 1304927"/>
                  <a:gd name="connsiteX97" fmla="*/ 356945 w 1368425"/>
                  <a:gd name="connsiteY97" fmla="*/ 454234 h 1304927"/>
                  <a:gd name="connsiteX98" fmla="*/ 345552 w 1368425"/>
                  <a:gd name="connsiteY98" fmla="*/ 471964 h 1304927"/>
                  <a:gd name="connsiteX99" fmla="*/ 326325 w 1368425"/>
                  <a:gd name="connsiteY99" fmla="*/ 459198 h 1304927"/>
                  <a:gd name="connsiteX100" fmla="*/ 306387 w 1368425"/>
                  <a:gd name="connsiteY100" fmla="*/ 327292 h 1304927"/>
                  <a:gd name="connsiteX101" fmla="*/ 306387 w 1368425"/>
                  <a:gd name="connsiteY101" fmla="*/ 325165 h 1304927"/>
                  <a:gd name="connsiteX102" fmla="*/ 306387 w 1368425"/>
                  <a:gd name="connsiteY102" fmla="*/ 324456 h 1304927"/>
                  <a:gd name="connsiteX103" fmla="*/ 306387 w 1368425"/>
                  <a:gd name="connsiteY103" fmla="*/ 322328 h 1304927"/>
                  <a:gd name="connsiteX104" fmla="*/ 307099 w 1368425"/>
                  <a:gd name="connsiteY104" fmla="*/ 320201 h 1304927"/>
                  <a:gd name="connsiteX105" fmla="*/ 307811 w 1368425"/>
                  <a:gd name="connsiteY105" fmla="*/ 318073 h 1304927"/>
                  <a:gd name="connsiteX106" fmla="*/ 309235 w 1368425"/>
                  <a:gd name="connsiteY106" fmla="*/ 315946 h 1304927"/>
                  <a:gd name="connsiteX107" fmla="*/ 310659 w 1368425"/>
                  <a:gd name="connsiteY107" fmla="*/ 314527 h 1304927"/>
                  <a:gd name="connsiteX108" fmla="*/ 310659 w 1368425"/>
                  <a:gd name="connsiteY108" fmla="*/ 313818 h 1304927"/>
                  <a:gd name="connsiteX109" fmla="*/ 312083 w 1368425"/>
                  <a:gd name="connsiteY109" fmla="*/ 313109 h 1304927"/>
                  <a:gd name="connsiteX110" fmla="*/ 312796 w 1368425"/>
                  <a:gd name="connsiteY110" fmla="*/ 312400 h 1304927"/>
                  <a:gd name="connsiteX111" fmla="*/ 314220 w 1368425"/>
                  <a:gd name="connsiteY111" fmla="*/ 311691 h 1304927"/>
                  <a:gd name="connsiteX112" fmla="*/ 314932 w 1368425"/>
                  <a:gd name="connsiteY112" fmla="*/ 310981 h 1304927"/>
                  <a:gd name="connsiteX113" fmla="*/ 317068 w 1368425"/>
                  <a:gd name="connsiteY113" fmla="*/ 310272 h 1304927"/>
                  <a:gd name="connsiteX114" fmla="*/ 319204 w 1368425"/>
                  <a:gd name="connsiteY114" fmla="*/ 309563 h 1304927"/>
                  <a:gd name="connsiteX115" fmla="*/ 1046208 w 1368425"/>
                  <a:gd name="connsiteY115" fmla="*/ 307976 h 1304927"/>
                  <a:gd name="connsiteX116" fmla="*/ 1047633 w 1368425"/>
                  <a:gd name="connsiteY116" fmla="*/ 308689 h 1304927"/>
                  <a:gd name="connsiteX117" fmla="*/ 1048345 w 1368425"/>
                  <a:gd name="connsiteY117" fmla="*/ 308689 h 1304927"/>
                  <a:gd name="connsiteX118" fmla="*/ 1049769 w 1368425"/>
                  <a:gd name="connsiteY118" fmla="*/ 308689 h 1304927"/>
                  <a:gd name="connsiteX119" fmla="*/ 1050481 w 1368425"/>
                  <a:gd name="connsiteY119" fmla="*/ 309402 h 1304927"/>
                  <a:gd name="connsiteX120" fmla="*/ 1052617 w 1368425"/>
                  <a:gd name="connsiteY120" fmla="*/ 310114 h 1304927"/>
                  <a:gd name="connsiteX121" fmla="*/ 1054041 w 1368425"/>
                  <a:gd name="connsiteY121" fmla="*/ 310827 h 1304927"/>
                  <a:gd name="connsiteX122" fmla="*/ 1054754 w 1368425"/>
                  <a:gd name="connsiteY122" fmla="*/ 311540 h 1304927"/>
                  <a:gd name="connsiteX123" fmla="*/ 1056178 w 1368425"/>
                  <a:gd name="connsiteY123" fmla="*/ 312965 h 1304927"/>
                  <a:gd name="connsiteX124" fmla="*/ 1057602 w 1368425"/>
                  <a:gd name="connsiteY124" fmla="*/ 314391 h 1304927"/>
                  <a:gd name="connsiteX125" fmla="*/ 1059026 w 1368425"/>
                  <a:gd name="connsiteY125" fmla="*/ 316529 h 1304927"/>
                  <a:gd name="connsiteX126" fmla="*/ 1059738 w 1368425"/>
                  <a:gd name="connsiteY126" fmla="*/ 318667 h 1304927"/>
                  <a:gd name="connsiteX127" fmla="*/ 1060450 w 1368425"/>
                  <a:gd name="connsiteY127" fmla="*/ 319380 h 1304927"/>
                  <a:gd name="connsiteX128" fmla="*/ 1060450 w 1368425"/>
                  <a:gd name="connsiteY128" fmla="*/ 321518 h 1304927"/>
                  <a:gd name="connsiteX129" fmla="*/ 1060450 w 1368425"/>
                  <a:gd name="connsiteY129" fmla="*/ 323657 h 1304927"/>
                  <a:gd name="connsiteX130" fmla="*/ 1060450 w 1368425"/>
                  <a:gd name="connsiteY130" fmla="*/ 325795 h 1304927"/>
                  <a:gd name="connsiteX131" fmla="*/ 1060450 w 1368425"/>
                  <a:gd name="connsiteY131" fmla="*/ 326508 h 1304927"/>
                  <a:gd name="connsiteX132" fmla="*/ 1039799 w 1368425"/>
                  <a:gd name="connsiteY132" fmla="*/ 457655 h 1304927"/>
                  <a:gd name="connsiteX133" fmla="*/ 1024845 w 1368425"/>
                  <a:gd name="connsiteY133" fmla="*/ 470484 h 1304927"/>
                  <a:gd name="connsiteX134" fmla="*/ 1021997 w 1368425"/>
                  <a:gd name="connsiteY134" fmla="*/ 470484 h 1304927"/>
                  <a:gd name="connsiteX135" fmla="*/ 1009179 w 1368425"/>
                  <a:gd name="connsiteY135" fmla="*/ 452665 h 1304927"/>
                  <a:gd name="connsiteX136" fmla="*/ 1023421 w 1368425"/>
                  <a:gd name="connsiteY136" fmla="*/ 368560 h 1304927"/>
                  <a:gd name="connsiteX137" fmla="*/ 915183 w 1368425"/>
                  <a:gd name="connsiteY137" fmla="*/ 476899 h 1304927"/>
                  <a:gd name="connsiteX138" fmla="*/ 893821 w 1368425"/>
                  <a:gd name="connsiteY138" fmla="*/ 476186 h 1304927"/>
                  <a:gd name="connsiteX139" fmla="*/ 893108 w 1368425"/>
                  <a:gd name="connsiteY139" fmla="*/ 476186 h 1304927"/>
                  <a:gd name="connsiteX140" fmla="*/ 893108 w 1368425"/>
                  <a:gd name="connsiteY140" fmla="*/ 454804 h 1304927"/>
                  <a:gd name="connsiteX141" fmla="*/ 1002058 w 1368425"/>
                  <a:gd name="connsiteY141" fmla="*/ 345752 h 1304927"/>
                  <a:gd name="connsiteX142" fmla="*/ 915895 w 1368425"/>
                  <a:gd name="connsiteY142" fmla="*/ 359294 h 1304927"/>
                  <a:gd name="connsiteX143" fmla="*/ 898093 w 1368425"/>
                  <a:gd name="connsiteY143" fmla="*/ 345752 h 1304927"/>
                  <a:gd name="connsiteX144" fmla="*/ 911623 w 1368425"/>
                  <a:gd name="connsiteY144" fmla="*/ 328646 h 1304927"/>
                  <a:gd name="connsiteX145" fmla="*/ 1044072 w 1368425"/>
                  <a:gd name="connsiteY145" fmla="*/ 308689 h 1304927"/>
                  <a:gd name="connsiteX146" fmla="*/ 1046208 w 1368425"/>
                  <a:gd name="connsiteY146" fmla="*/ 307976 h 1304927"/>
                  <a:gd name="connsiteX147" fmla="*/ 1204118 w 1368425"/>
                  <a:gd name="connsiteY147" fmla="*/ 31750 h 1304927"/>
                  <a:gd name="connsiteX148" fmla="*/ 1071561 w 1368425"/>
                  <a:gd name="connsiteY148" fmla="*/ 164307 h 1304927"/>
                  <a:gd name="connsiteX149" fmla="*/ 1204118 w 1368425"/>
                  <a:gd name="connsiteY149" fmla="*/ 296864 h 1304927"/>
                  <a:gd name="connsiteX150" fmla="*/ 1336675 w 1368425"/>
                  <a:gd name="connsiteY150" fmla="*/ 164307 h 1304927"/>
                  <a:gd name="connsiteX151" fmla="*/ 1204118 w 1368425"/>
                  <a:gd name="connsiteY151" fmla="*/ 31750 h 1304927"/>
                  <a:gd name="connsiteX152" fmla="*/ 164307 w 1368425"/>
                  <a:gd name="connsiteY152" fmla="*/ 1 h 1304927"/>
                  <a:gd name="connsiteX153" fmla="*/ 328614 w 1368425"/>
                  <a:gd name="connsiteY153" fmla="*/ 164308 h 1304927"/>
                  <a:gd name="connsiteX154" fmla="*/ 164307 w 1368425"/>
                  <a:gd name="connsiteY154" fmla="*/ 328615 h 1304927"/>
                  <a:gd name="connsiteX155" fmla="*/ 0 w 1368425"/>
                  <a:gd name="connsiteY155" fmla="*/ 164308 h 1304927"/>
                  <a:gd name="connsiteX156" fmla="*/ 164307 w 1368425"/>
                  <a:gd name="connsiteY156" fmla="*/ 1 h 1304927"/>
                  <a:gd name="connsiteX157" fmla="*/ 1204118 w 1368425"/>
                  <a:gd name="connsiteY157" fmla="*/ 0 h 1304927"/>
                  <a:gd name="connsiteX158" fmla="*/ 1368425 w 1368425"/>
                  <a:gd name="connsiteY158" fmla="*/ 164307 h 1304927"/>
                  <a:gd name="connsiteX159" fmla="*/ 1204118 w 1368425"/>
                  <a:gd name="connsiteY159" fmla="*/ 328614 h 1304927"/>
                  <a:gd name="connsiteX160" fmla="*/ 1039811 w 1368425"/>
                  <a:gd name="connsiteY160" fmla="*/ 164307 h 1304927"/>
                  <a:gd name="connsiteX161" fmla="*/ 1204118 w 1368425"/>
                  <a:gd name="connsiteY161" fmla="*/ 0 h 1304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1368425" h="1304927">
                    <a:moveTo>
                      <a:pt x="163512" y="1103313"/>
                    </a:moveTo>
                    <a:cubicBezTo>
                      <a:pt x="219624" y="1103313"/>
                      <a:pt x="265112" y="1148446"/>
                      <a:pt x="265112" y="1204120"/>
                    </a:cubicBezTo>
                    <a:cubicBezTo>
                      <a:pt x="265112" y="1259794"/>
                      <a:pt x="219624" y="1304927"/>
                      <a:pt x="163512" y="1304927"/>
                    </a:cubicBezTo>
                    <a:cubicBezTo>
                      <a:pt x="107400" y="1304927"/>
                      <a:pt x="61912" y="1259794"/>
                      <a:pt x="61912" y="1204120"/>
                    </a:cubicBezTo>
                    <a:cubicBezTo>
                      <a:pt x="61912" y="1148446"/>
                      <a:pt x="107400" y="1103313"/>
                      <a:pt x="163512" y="1103313"/>
                    </a:cubicBezTo>
                    <a:close/>
                    <a:moveTo>
                      <a:pt x="465830" y="890422"/>
                    </a:moveTo>
                    <a:cubicBezTo>
                      <a:pt x="469645" y="890422"/>
                      <a:pt x="473372" y="891843"/>
                      <a:pt x="476211" y="894685"/>
                    </a:cubicBezTo>
                    <a:cubicBezTo>
                      <a:pt x="476211" y="895396"/>
                      <a:pt x="476921" y="895396"/>
                      <a:pt x="476921" y="895396"/>
                    </a:cubicBezTo>
                    <a:cubicBezTo>
                      <a:pt x="482600" y="901080"/>
                      <a:pt x="482600" y="911028"/>
                      <a:pt x="476921" y="916712"/>
                    </a:cubicBezTo>
                    <a:cubicBezTo>
                      <a:pt x="476921" y="916712"/>
                      <a:pt x="476921" y="916712"/>
                      <a:pt x="366893" y="1027556"/>
                    </a:cubicBezTo>
                    <a:cubicBezTo>
                      <a:pt x="366893" y="1027556"/>
                      <a:pt x="366893" y="1027556"/>
                      <a:pt x="452076" y="1014056"/>
                    </a:cubicBezTo>
                    <a:cubicBezTo>
                      <a:pt x="460594" y="1013345"/>
                      <a:pt x="468403" y="1019029"/>
                      <a:pt x="469822" y="1027556"/>
                    </a:cubicBezTo>
                    <a:cubicBezTo>
                      <a:pt x="470532" y="1035372"/>
                      <a:pt x="464853" y="1043898"/>
                      <a:pt x="456335" y="1044609"/>
                    </a:cubicBezTo>
                    <a:cubicBezTo>
                      <a:pt x="456335" y="1044609"/>
                      <a:pt x="456335" y="1044609"/>
                      <a:pt x="325011" y="1065214"/>
                    </a:cubicBezTo>
                    <a:cubicBezTo>
                      <a:pt x="325011" y="1065214"/>
                      <a:pt x="324301" y="1065214"/>
                      <a:pt x="323592" y="1065214"/>
                    </a:cubicBezTo>
                    <a:cubicBezTo>
                      <a:pt x="323592" y="1065214"/>
                      <a:pt x="323592" y="1065214"/>
                      <a:pt x="322882" y="1065214"/>
                    </a:cubicBezTo>
                    <a:cubicBezTo>
                      <a:pt x="322172" y="1065214"/>
                      <a:pt x="321462" y="1065214"/>
                      <a:pt x="320752" y="1065214"/>
                    </a:cubicBezTo>
                    <a:cubicBezTo>
                      <a:pt x="320042" y="1065214"/>
                      <a:pt x="319332" y="1064504"/>
                      <a:pt x="318623" y="1064504"/>
                    </a:cubicBezTo>
                    <a:cubicBezTo>
                      <a:pt x="317913" y="1064504"/>
                      <a:pt x="317913" y="1064504"/>
                      <a:pt x="317203" y="1063793"/>
                    </a:cubicBezTo>
                    <a:cubicBezTo>
                      <a:pt x="317203" y="1063793"/>
                      <a:pt x="317203" y="1063793"/>
                      <a:pt x="316493" y="1063793"/>
                    </a:cubicBezTo>
                    <a:cubicBezTo>
                      <a:pt x="315783" y="1063793"/>
                      <a:pt x="315783" y="1063083"/>
                      <a:pt x="315073" y="1063083"/>
                    </a:cubicBezTo>
                    <a:cubicBezTo>
                      <a:pt x="314363" y="1062372"/>
                      <a:pt x="313654" y="1062372"/>
                      <a:pt x="313654" y="1061661"/>
                    </a:cubicBezTo>
                    <a:cubicBezTo>
                      <a:pt x="312944" y="1061661"/>
                      <a:pt x="312944" y="1061661"/>
                      <a:pt x="312944" y="1061661"/>
                    </a:cubicBezTo>
                    <a:cubicBezTo>
                      <a:pt x="312944" y="1060951"/>
                      <a:pt x="312234" y="1060951"/>
                      <a:pt x="312234" y="1060240"/>
                    </a:cubicBezTo>
                    <a:cubicBezTo>
                      <a:pt x="311524" y="1060240"/>
                      <a:pt x="311524" y="1060240"/>
                      <a:pt x="311524" y="1060240"/>
                    </a:cubicBezTo>
                    <a:cubicBezTo>
                      <a:pt x="311524" y="1059530"/>
                      <a:pt x="310814" y="1059530"/>
                      <a:pt x="310814" y="1058819"/>
                    </a:cubicBezTo>
                    <a:cubicBezTo>
                      <a:pt x="310104" y="1058819"/>
                      <a:pt x="310104" y="1058819"/>
                      <a:pt x="310104" y="1058109"/>
                    </a:cubicBezTo>
                    <a:cubicBezTo>
                      <a:pt x="310104" y="1058109"/>
                      <a:pt x="309394" y="1057398"/>
                      <a:pt x="309394" y="1056688"/>
                    </a:cubicBezTo>
                    <a:cubicBezTo>
                      <a:pt x="308685" y="1055977"/>
                      <a:pt x="308685" y="1055267"/>
                      <a:pt x="308685" y="1054556"/>
                    </a:cubicBezTo>
                    <a:cubicBezTo>
                      <a:pt x="308685" y="1054556"/>
                      <a:pt x="308685" y="1054556"/>
                      <a:pt x="307975" y="1054556"/>
                    </a:cubicBezTo>
                    <a:cubicBezTo>
                      <a:pt x="307975" y="1053846"/>
                      <a:pt x="307975" y="1053135"/>
                      <a:pt x="307975" y="1052424"/>
                    </a:cubicBezTo>
                    <a:cubicBezTo>
                      <a:pt x="307975" y="1051714"/>
                      <a:pt x="307975" y="1051003"/>
                      <a:pt x="307975" y="1049582"/>
                    </a:cubicBezTo>
                    <a:cubicBezTo>
                      <a:pt x="307975" y="1048872"/>
                      <a:pt x="307975" y="1048161"/>
                      <a:pt x="307975" y="1047451"/>
                    </a:cubicBezTo>
                    <a:cubicBezTo>
                      <a:pt x="307975" y="1047451"/>
                      <a:pt x="307975" y="1047451"/>
                      <a:pt x="329270" y="916712"/>
                    </a:cubicBezTo>
                    <a:cubicBezTo>
                      <a:pt x="330690" y="908186"/>
                      <a:pt x="338499" y="902501"/>
                      <a:pt x="347017" y="903922"/>
                    </a:cubicBezTo>
                    <a:cubicBezTo>
                      <a:pt x="355535" y="905343"/>
                      <a:pt x="361214" y="913159"/>
                      <a:pt x="359794" y="921686"/>
                    </a:cubicBezTo>
                    <a:cubicBezTo>
                      <a:pt x="359794" y="921686"/>
                      <a:pt x="359794" y="921686"/>
                      <a:pt x="345597" y="1004819"/>
                    </a:cubicBezTo>
                    <a:cubicBezTo>
                      <a:pt x="345597" y="1004819"/>
                      <a:pt x="345597" y="1004819"/>
                      <a:pt x="454915" y="894685"/>
                    </a:cubicBezTo>
                    <a:cubicBezTo>
                      <a:pt x="458110" y="891843"/>
                      <a:pt x="462014" y="890422"/>
                      <a:pt x="465830" y="890422"/>
                    </a:cubicBezTo>
                    <a:close/>
                    <a:moveTo>
                      <a:pt x="902947" y="888847"/>
                    </a:moveTo>
                    <a:cubicBezTo>
                      <a:pt x="906870" y="888847"/>
                      <a:pt x="910794" y="890281"/>
                      <a:pt x="913648" y="893149"/>
                    </a:cubicBezTo>
                    <a:cubicBezTo>
                      <a:pt x="913648" y="893149"/>
                      <a:pt x="913648" y="893149"/>
                      <a:pt x="1024940" y="1004991"/>
                    </a:cubicBezTo>
                    <a:cubicBezTo>
                      <a:pt x="1024940" y="1004991"/>
                      <a:pt x="1024940" y="1004991"/>
                      <a:pt x="1012099" y="918958"/>
                    </a:cubicBezTo>
                    <a:cubicBezTo>
                      <a:pt x="1010672" y="910355"/>
                      <a:pt x="1016379" y="902469"/>
                      <a:pt x="1024940" y="901035"/>
                    </a:cubicBezTo>
                    <a:cubicBezTo>
                      <a:pt x="1033501" y="899601"/>
                      <a:pt x="1041349" y="905337"/>
                      <a:pt x="1042776" y="913940"/>
                    </a:cubicBezTo>
                    <a:cubicBezTo>
                      <a:pt x="1042776" y="913940"/>
                      <a:pt x="1042776" y="913940"/>
                      <a:pt x="1062038" y="1047290"/>
                    </a:cubicBezTo>
                    <a:cubicBezTo>
                      <a:pt x="1062038" y="1048007"/>
                      <a:pt x="1062038" y="1048724"/>
                      <a:pt x="1062038" y="1049441"/>
                    </a:cubicBezTo>
                    <a:cubicBezTo>
                      <a:pt x="1062038" y="1050157"/>
                      <a:pt x="1062038" y="1050157"/>
                      <a:pt x="1062038" y="1050157"/>
                    </a:cubicBezTo>
                    <a:cubicBezTo>
                      <a:pt x="1062038" y="1050874"/>
                      <a:pt x="1062038" y="1051591"/>
                      <a:pt x="1062038" y="1052308"/>
                    </a:cubicBezTo>
                    <a:cubicBezTo>
                      <a:pt x="1062038" y="1053025"/>
                      <a:pt x="1062038" y="1053742"/>
                      <a:pt x="1061325" y="1055176"/>
                    </a:cubicBezTo>
                    <a:cubicBezTo>
                      <a:pt x="1061325" y="1055176"/>
                      <a:pt x="1061325" y="1055176"/>
                      <a:pt x="1061325" y="1055893"/>
                    </a:cubicBezTo>
                    <a:cubicBezTo>
                      <a:pt x="1060611" y="1055893"/>
                      <a:pt x="1060611" y="1056610"/>
                      <a:pt x="1060611" y="1057327"/>
                    </a:cubicBezTo>
                    <a:cubicBezTo>
                      <a:pt x="1059898" y="1057327"/>
                      <a:pt x="1059898" y="1058044"/>
                      <a:pt x="1059898" y="1058044"/>
                    </a:cubicBezTo>
                    <a:cubicBezTo>
                      <a:pt x="1059185" y="1058761"/>
                      <a:pt x="1059185" y="1058761"/>
                      <a:pt x="1059185" y="1059478"/>
                    </a:cubicBezTo>
                    <a:cubicBezTo>
                      <a:pt x="1058471" y="1059478"/>
                      <a:pt x="1058471" y="1060195"/>
                      <a:pt x="1058471" y="1060195"/>
                    </a:cubicBezTo>
                    <a:cubicBezTo>
                      <a:pt x="1057758" y="1060195"/>
                      <a:pt x="1057758" y="1060912"/>
                      <a:pt x="1057044" y="1060912"/>
                    </a:cubicBezTo>
                    <a:cubicBezTo>
                      <a:pt x="1057044" y="1061628"/>
                      <a:pt x="1056331" y="1061628"/>
                      <a:pt x="1056331" y="1061628"/>
                    </a:cubicBezTo>
                    <a:cubicBezTo>
                      <a:pt x="1056331" y="1062345"/>
                      <a:pt x="1055618" y="1062345"/>
                      <a:pt x="1054904" y="1063062"/>
                    </a:cubicBezTo>
                    <a:cubicBezTo>
                      <a:pt x="1054904" y="1063062"/>
                      <a:pt x="1054904" y="1063062"/>
                      <a:pt x="1054191" y="1063062"/>
                    </a:cubicBezTo>
                    <a:cubicBezTo>
                      <a:pt x="1054191" y="1063779"/>
                      <a:pt x="1054191" y="1063779"/>
                      <a:pt x="1053477" y="1063779"/>
                    </a:cubicBezTo>
                    <a:cubicBezTo>
                      <a:pt x="1053477" y="1063779"/>
                      <a:pt x="1052764" y="1063779"/>
                      <a:pt x="1052050" y="1064496"/>
                    </a:cubicBezTo>
                    <a:cubicBezTo>
                      <a:pt x="1051337" y="1064496"/>
                      <a:pt x="1050624" y="1064496"/>
                      <a:pt x="1049910" y="1065213"/>
                    </a:cubicBezTo>
                    <a:cubicBezTo>
                      <a:pt x="1049910" y="1065213"/>
                      <a:pt x="1049910" y="1065213"/>
                      <a:pt x="1049197" y="1065213"/>
                    </a:cubicBezTo>
                    <a:cubicBezTo>
                      <a:pt x="1048483" y="1065213"/>
                      <a:pt x="1048483" y="1065213"/>
                      <a:pt x="1047770" y="1065213"/>
                    </a:cubicBezTo>
                    <a:cubicBezTo>
                      <a:pt x="1047057" y="1065213"/>
                      <a:pt x="1045630" y="1065213"/>
                      <a:pt x="1044916" y="1065213"/>
                    </a:cubicBezTo>
                    <a:cubicBezTo>
                      <a:pt x="1044916" y="1065213"/>
                      <a:pt x="1044916" y="1065213"/>
                      <a:pt x="914361" y="1043705"/>
                    </a:cubicBezTo>
                    <a:cubicBezTo>
                      <a:pt x="905800" y="1042271"/>
                      <a:pt x="899380" y="1034385"/>
                      <a:pt x="900806" y="1026499"/>
                    </a:cubicBezTo>
                    <a:cubicBezTo>
                      <a:pt x="901520" y="1017178"/>
                      <a:pt x="910081" y="1011443"/>
                      <a:pt x="918642" y="1012877"/>
                    </a:cubicBezTo>
                    <a:cubicBezTo>
                      <a:pt x="918642" y="1012877"/>
                      <a:pt x="918642" y="1012877"/>
                      <a:pt x="1002824" y="1026499"/>
                    </a:cubicBezTo>
                    <a:cubicBezTo>
                      <a:pt x="1002824" y="1026499"/>
                      <a:pt x="1002824" y="1026499"/>
                      <a:pt x="891532" y="915374"/>
                    </a:cubicBezTo>
                    <a:cubicBezTo>
                      <a:pt x="885825" y="908921"/>
                      <a:pt x="885825" y="899601"/>
                      <a:pt x="892245" y="893866"/>
                    </a:cubicBezTo>
                    <a:cubicBezTo>
                      <a:pt x="892245" y="893866"/>
                      <a:pt x="892245" y="893866"/>
                      <a:pt x="892245" y="893149"/>
                    </a:cubicBezTo>
                    <a:cubicBezTo>
                      <a:pt x="895099" y="890281"/>
                      <a:pt x="899023" y="888847"/>
                      <a:pt x="902947" y="888847"/>
                    </a:cubicBezTo>
                    <a:close/>
                    <a:moveTo>
                      <a:pt x="684212" y="463550"/>
                    </a:moveTo>
                    <a:cubicBezTo>
                      <a:pt x="562343" y="463550"/>
                      <a:pt x="463549" y="562344"/>
                      <a:pt x="463549" y="684213"/>
                    </a:cubicBezTo>
                    <a:cubicBezTo>
                      <a:pt x="463549" y="806082"/>
                      <a:pt x="562343" y="904876"/>
                      <a:pt x="684212" y="904876"/>
                    </a:cubicBezTo>
                    <a:cubicBezTo>
                      <a:pt x="806081" y="904876"/>
                      <a:pt x="904875" y="806082"/>
                      <a:pt x="904875" y="684213"/>
                    </a:cubicBezTo>
                    <a:cubicBezTo>
                      <a:pt x="904875" y="562344"/>
                      <a:pt x="806081" y="463550"/>
                      <a:pt x="684212" y="463550"/>
                    </a:cubicBezTo>
                    <a:close/>
                    <a:moveTo>
                      <a:pt x="684212" y="431800"/>
                    </a:moveTo>
                    <a:cubicBezTo>
                      <a:pt x="823616" y="431800"/>
                      <a:pt x="936625" y="544809"/>
                      <a:pt x="936625" y="684213"/>
                    </a:cubicBezTo>
                    <a:cubicBezTo>
                      <a:pt x="936625" y="823617"/>
                      <a:pt x="823616" y="936626"/>
                      <a:pt x="684212" y="936626"/>
                    </a:cubicBezTo>
                    <a:cubicBezTo>
                      <a:pt x="544808" y="936626"/>
                      <a:pt x="431799" y="823617"/>
                      <a:pt x="431799" y="684213"/>
                    </a:cubicBezTo>
                    <a:cubicBezTo>
                      <a:pt x="431799" y="544809"/>
                      <a:pt x="544808" y="431800"/>
                      <a:pt x="684212" y="431800"/>
                    </a:cubicBezTo>
                    <a:close/>
                    <a:moveTo>
                      <a:pt x="319204" y="309563"/>
                    </a:moveTo>
                    <a:cubicBezTo>
                      <a:pt x="319916" y="309563"/>
                      <a:pt x="320629" y="309563"/>
                      <a:pt x="321341" y="309563"/>
                    </a:cubicBezTo>
                    <a:cubicBezTo>
                      <a:pt x="321341" y="309563"/>
                      <a:pt x="321341" y="309563"/>
                      <a:pt x="322053" y="309563"/>
                    </a:cubicBezTo>
                    <a:cubicBezTo>
                      <a:pt x="322765" y="309563"/>
                      <a:pt x="323477" y="309563"/>
                      <a:pt x="324189" y="309563"/>
                    </a:cubicBezTo>
                    <a:cubicBezTo>
                      <a:pt x="324189" y="309563"/>
                      <a:pt x="324189" y="309563"/>
                      <a:pt x="453789" y="330838"/>
                    </a:cubicBezTo>
                    <a:cubicBezTo>
                      <a:pt x="462335" y="332257"/>
                      <a:pt x="468743" y="340058"/>
                      <a:pt x="467319" y="347858"/>
                    </a:cubicBezTo>
                    <a:cubicBezTo>
                      <a:pt x="466607" y="356368"/>
                      <a:pt x="459486" y="362042"/>
                      <a:pt x="452365" y="362042"/>
                    </a:cubicBezTo>
                    <a:cubicBezTo>
                      <a:pt x="450941" y="362042"/>
                      <a:pt x="450229" y="362042"/>
                      <a:pt x="449517" y="361333"/>
                    </a:cubicBezTo>
                    <a:cubicBezTo>
                      <a:pt x="449517" y="361333"/>
                      <a:pt x="449517" y="361333"/>
                      <a:pt x="366202" y="347858"/>
                    </a:cubicBezTo>
                    <a:cubicBezTo>
                      <a:pt x="366202" y="347858"/>
                      <a:pt x="366202" y="347858"/>
                      <a:pt x="473728" y="454943"/>
                    </a:cubicBezTo>
                    <a:cubicBezTo>
                      <a:pt x="479425" y="461326"/>
                      <a:pt x="479425" y="470545"/>
                      <a:pt x="473728" y="476219"/>
                    </a:cubicBezTo>
                    <a:cubicBezTo>
                      <a:pt x="473016" y="476219"/>
                      <a:pt x="473016" y="476928"/>
                      <a:pt x="473016" y="476928"/>
                    </a:cubicBezTo>
                    <a:cubicBezTo>
                      <a:pt x="467319" y="482601"/>
                      <a:pt x="457350" y="482601"/>
                      <a:pt x="451653" y="476928"/>
                    </a:cubicBezTo>
                    <a:cubicBezTo>
                      <a:pt x="451653" y="476928"/>
                      <a:pt x="451653" y="476928"/>
                      <a:pt x="344128" y="369134"/>
                    </a:cubicBezTo>
                    <a:cubicBezTo>
                      <a:pt x="344128" y="369134"/>
                      <a:pt x="344128" y="369134"/>
                      <a:pt x="356945" y="454234"/>
                    </a:cubicBezTo>
                    <a:cubicBezTo>
                      <a:pt x="358369" y="462035"/>
                      <a:pt x="353385" y="469836"/>
                      <a:pt x="345552" y="471964"/>
                    </a:cubicBezTo>
                    <a:cubicBezTo>
                      <a:pt x="336295" y="474091"/>
                      <a:pt x="327749" y="468418"/>
                      <a:pt x="326325" y="459198"/>
                    </a:cubicBezTo>
                    <a:cubicBezTo>
                      <a:pt x="326325" y="459198"/>
                      <a:pt x="326325" y="459198"/>
                      <a:pt x="306387" y="327292"/>
                    </a:cubicBezTo>
                    <a:cubicBezTo>
                      <a:pt x="306387" y="326583"/>
                      <a:pt x="306387" y="325874"/>
                      <a:pt x="306387" y="325165"/>
                    </a:cubicBezTo>
                    <a:cubicBezTo>
                      <a:pt x="306387" y="325165"/>
                      <a:pt x="306387" y="325165"/>
                      <a:pt x="306387" y="324456"/>
                    </a:cubicBezTo>
                    <a:cubicBezTo>
                      <a:pt x="306387" y="323747"/>
                      <a:pt x="306387" y="323037"/>
                      <a:pt x="306387" y="322328"/>
                    </a:cubicBezTo>
                    <a:cubicBezTo>
                      <a:pt x="306387" y="321619"/>
                      <a:pt x="306387" y="320910"/>
                      <a:pt x="307099" y="320201"/>
                    </a:cubicBezTo>
                    <a:cubicBezTo>
                      <a:pt x="307099" y="319492"/>
                      <a:pt x="307811" y="318782"/>
                      <a:pt x="307811" y="318073"/>
                    </a:cubicBezTo>
                    <a:cubicBezTo>
                      <a:pt x="308523" y="317364"/>
                      <a:pt x="308523" y="316655"/>
                      <a:pt x="309235" y="315946"/>
                    </a:cubicBezTo>
                    <a:cubicBezTo>
                      <a:pt x="309947" y="315237"/>
                      <a:pt x="309947" y="314527"/>
                      <a:pt x="310659" y="314527"/>
                    </a:cubicBezTo>
                    <a:cubicBezTo>
                      <a:pt x="310659" y="314527"/>
                      <a:pt x="310659" y="314527"/>
                      <a:pt x="310659" y="313818"/>
                    </a:cubicBezTo>
                    <a:cubicBezTo>
                      <a:pt x="311371" y="313818"/>
                      <a:pt x="312083" y="313109"/>
                      <a:pt x="312083" y="313109"/>
                    </a:cubicBezTo>
                    <a:cubicBezTo>
                      <a:pt x="312083" y="312400"/>
                      <a:pt x="312796" y="312400"/>
                      <a:pt x="312796" y="312400"/>
                    </a:cubicBezTo>
                    <a:cubicBezTo>
                      <a:pt x="313508" y="312400"/>
                      <a:pt x="313508" y="311691"/>
                      <a:pt x="314220" y="311691"/>
                    </a:cubicBezTo>
                    <a:cubicBezTo>
                      <a:pt x="314220" y="311691"/>
                      <a:pt x="314220" y="311691"/>
                      <a:pt x="314932" y="310981"/>
                    </a:cubicBezTo>
                    <a:cubicBezTo>
                      <a:pt x="315644" y="310981"/>
                      <a:pt x="316356" y="310981"/>
                      <a:pt x="317068" y="310272"/>
                    </a:cubicBezTo>
                    <a:cubicBezTo>
                      <a:pt x="317780" y="310272"/>
                      <a:pt x="318492" y="310272"/>
                      <a:pt x="319204" y="309563"/>
                    </a:cubicBezTo>
                    <a:close/>
                    <a:moveTo>
                      <a:pt x="1046208" y="307976"/>
                    </a:moveTo>
                    <a:cubicBezTo>
                      <a:pt x="1046921" y="307976"/>
                      <a:pt x="1047633" y="307976"/>
                      <a:pt x="1047633" y="308689"/>
                    </a:cubicBezTo>
                    <a:cubicBezTo>
                      <a:pt x="1047633" y="308689"/>
                      <a:pt x="1047633" y="308689"/>
                      <a:pt x="1048345" y="308689"/>
                    </a:cubicBezTo>
                    <a:cubicBezTo>
                      <a:pt x="1049057" y="308689"/>
                      <a:pt x="1049057" y="308689"/>
                      <a:pt x="1049769" y="308689"/>
                    </a:cubicBezTo>
                    <a:cubicBezTo>
                      <a:pt x="1050481" y="308689"/>
                      <a:pt x="1050481" y="308689"/>
                      <a:pt x="1050481" y="309402"/>
                    </a:cubicBezTo>
                    <a:cubicBezTo>
                      <a:pt x="1051193" y="309402"/>
                      <a:pt x="1051905" y="309402"/>
                      <a:pt x="1052617" y="310114"/>
                    </a:cubicBezTo>
                    <a:cubicBezTo>
                      <a:pt x="1053329" y="310114"/>
                      <a:pt x="1054041" y="310827"/>
                      <a:pt x="1054041" y="310827"/>
                    </a:cubicBezTo>
                    <a:cubicBezTo>
                      <a:pt x="1054041" y="310827"/>
                      <a:pt x="1054041" y="310827"/>
                      <a:pt x="1054754" y="311540"/>
                    </a:cubicBezTo>
                    <a:cubicBezTo>
                      <a:pt x="1055466" y="311540"/>
                      <a:pt x="1055466" y="312253"/>
                      <a:pt x="1056178" y="312965"/>
                    </a:cubicBezTo>
                    <a:cubicBezTo>
                      <a:pt x="1056890" y="313678"/>
                      <a:pt x="1057602" y="313678"/>
                      <a:pt x="1057602" y="314391"/>
                    </a:cubicBezTo>
                    <a:cubicBezTo>
                      <a:pt x="1058314" y="315104"/>
                      <a:pt x="1059026" y="315816"/>
                      <a:pt x="1059026" y="316529"/>
                    </a:cubicBezTo>
                    <a:cubicBezTo>
                      <a:pt x="1059738" y="317242"/>
                      <a:pt x="1059738" y="317955"/>
                      <a:pt x="1059738" y="318667"/>
                    </a:cubicBezTo>
                    <a:cubicBezTo>
                      <a:pt x="1059738" y="318667"/>
                      <a:pt x="1059738" y="318667"/>
                      <a:pt x="1060450" y="319380"/>
                    </a:cubicBezTo>
                    <a:cubicBezTo>
                      <a:pt x="1060450" y="320093"/>
                      <a:pt x="1060450" y="320806"/>
                      <a:pt x="1060450" y="321518"/>
                    </a:cubicBezTo>
                    <a:cubicBezTo>
                      <a:pt x="1060450" y="322231"/>
                      <a:pt x="1060450" y="322944"/>
                      <a:pt x="1060450" y="323657"/>
                    </a:cubicBezTo>
                    <a:cubicBezTo>
                      <a:pt x="1060450" y="324369"/>
                      <a:pt x="1060450" y="325082"/>
                      <a:pt x="1060450" y="325795"/>
                    </a:cubicBezTo>
                    <a:cubicBezTo>
                      <a:pt x="1060450" y="325795"/>
                      <a:pt x="1060450" y="325795"/>
                      <a:pt x="1060450" y="326508"/>
                    </a:cubicBezTo>
                    <a:cubicBezTo>
                      <a:pt x="1060450" y="326508"/>
                      <a:pt x="1060450" y="326508"/>
                      <a:pt x="1039799" y="457655"/>
                    </a:cubicBezTo>
                    <a:cubicBezTo>
                      <a:pt x="1038375" y="464782"/>
                      <a:pt x="1031966" y="470484"/>
                      <a:pt x="1024845" y="470484"/>
                    </a:cubicBezTo>
                    <a:cubicBezTo>
                      <a:pt x="1024133" y="470484"/>
                      <a:pt x="1022709" y="470484"/>
                      <a:pt x="1021997" y="470484"/>
                    </a:cubicBezTo>
                    <a:cubicBezTo>
                      <a:pt x="1013452" y="469059"/>
                      <a:pt x="1007755" y="461218"/>
                      <a:pt x="1009179" y="452665"/>
                    </a:cubicBezTo>
                    <a:cubicBezTo>
                      <a:pt x="1009179" y="452665"/>
                      <a:pt x="1009179" y="452665"/>
                      <a:pt x="1023421" y="368560"/>
                    </a:cubicBezTo>
                    <a:cubicBezTo>
                      <a:pt x="1023421" y="368560"/>
                      <a:pt x="1023421" y="368560"/>
                      <a:pt x="915183" y="476899"/>
                    </a:cubicBezTo>
                    <a:cubicBezTo>
                      <a:pt x="908774" y="482601"/>
                      <a:pt x="899517" y="482601"/>
                      <a:pt x="893821" y="476186"/>
                    </a:cubicBezTo>
                    <a:cubicBezTo>
                      <a:pt x="893821" y="476186"/>
                      <a:pt x="893821" y="476186"/>
                      <a:pt x="893108" y="476186"/>
                    </a:cubicBezTo>
                    <a:cubicBezTo>
                      <a:pt x="887412" y="470484"/>
                      <a:pt x="887412" y="460506"/>
                      <a:pt x="893108" y="454804"/>
                    </a:cubicBezTo>
                    <a:cubicBezTo>
                      <a:pt x="893108" y="454804"/>
                      <a:pt x="893108" y="454804"/>
                      <a:pt x="1002058" y="345752"/>
                    </a:cubicBezTo>
                    <a:cubicBezTo>
                      <a:pt x="1002058" y="345752"/>
                      <a:pt x="1002058" y="345752"/>
                      <a:pt x="915895" y="359294"/>
                    </a:cubicBezTo>
                    <a:cubicBezTo>
                      <a:pt x="907350" y="360720"/>
                      <a:pt x="899517" y="354305"/>
                      <a:pt x="898093" y="345752"/>
                    </a:cubicBezTo>
                    <a:cubicBezTo>
                      <a:pt x="897381" y="337199"/>
                      <a:pt x="903790" y="330072"/>
                      <a:pt x="911623" y="328646"/>
                    </a:cubicBezTo>
                    <a:cubicBezTo>
                      <a:pt x="911623" y="328646"/>
                      <a:pt x="911623" y="328646"/>
                      <a:pt x="1044072" y="308689"/>
                    </a:cubicBezTo>
                    <a:cubicBezTo>
                      <a:pt x="1044784" y="307976"/>
                      <a:pt x="1045496" y="307976"/>
                      <a:pt x="1046208" y="307976"/>
                    </a:cubicBezTo>
                    <a:close/>
                    <a:moveTo>
                      <a:pt x="1204118" y="31750"/>
                    </a:moveTo>
                    <a:cubicBezTo>
                      <a:pt x="1130909" y="31750"/>
                      <a:pt x="1071561" y="91098"/>
                      <a:pt x="1071561" y="164307"/>
                    </a:cubicBezTo>
                    <a:cubicBezTo>
                      <a:pt x="1071561" y="237516"/>
                      <a:pt x="1130909" y="296864"/>
                      <a:pt x="1204118" y="296864"/>
                    </a:cubicBezTo>
                    <a:cubicBezTo>
                      <a:pt x="1277327" y="296864"/>
                      <a:pt x="1336675" y="237516"/>
                      <a:pt x="1336675" y="164307"/>
                    </a:cubicBezTo>
                    <a:cubicBezTo>
                      <a:pt x="1336675" y="91098"/>
                      <a:pt x="1277327" y="31750"/>
                      <a:pt x="1204118" y="31750"/>
                    </a:cubicBezTo>
                    <a:close/>
                    <a:moveTo>
                      <a:pt x="164307" y="1"/>
                    </a:moveTo>
                    <a:cubicBezTo>
                      <a:pt x="255051" y="1"/>
                      <a:pt x="328614" y="73564"/>
                      <a:pt x="328614" y="164308"/>
                    </a:cubicBezTo>
                    <a:cubicBezTo>
                      <a:pt x="328614" y="255052"/>
                      <a:pt x="255051" y="328615"/>
                      <a:pt x="164307" y="328615"/>
                    </a:cubicBezTo>
                    <a:cubicBezTo>
                      <a:pt x="73563" y="328615"/>
                      <a:pt x="0" y="255052"/>
                      <a:pt x="0" y="164308"/>
                    </a:cubicBezTo>
                    <a:cubicBezTo>
                      <a:pt x="0" y="73564"/>
                      <a:pt x="73563" y="1"/>
                      <a:pt x="164307" y="1"/>
                    </a:cubicBezTo>
                    <a:close/>
                    <a:moveTo>
                      <a:pt x="1204118" y="0"/>
                    </a:moveTo>
                    <a:cubicBezTo>
                      <a:pt x="1294862" y="0"/>
                      <a:pt x="1368425" y="73563"/>
                      <a:pt x="1368425" y="164307"/>
                    </a:cubicBezTo>
                    <a:cubicBezTo>
                      <a:pt x="1368425" y="255051"/>
                      <a:pt x="1294862" y="328614"/>
                      <a:pt x="1204118" y="328614"/>
                    </a:cubicBezTo>
                    <a:cubicBezTo>
                      <a:pt x="1113374" y="328614"/>
                      <a:pt x="1039811" y="255051"/>
                      <a:pt x="1039811" y="164307"/>
                    </a:cubicBezTo>
                    <a:cubicBezTo>
                      <a:pt x="1039811" y="73563"/>
                      <a:pt x="1113374" y="0"/>
                      <a:pt x="1204118"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4" name="Freeform 29">
                <a:extLst>
                  <a:ext uri="{FF2B5EF4-FFF2-40B4-BE49-F238E27FC236}">
                    <a16:creationId xmlns:a16="http://schemas.microsoft.com/office/drawing/2014/main" id="{5D4FD30B-73BC-8ECF-2F1F-3D1466F3ED40}"/>
                  </a:ext>
                </a:extLst>
              </p:cNvPr>
              <p:cNvSpPr>
                <a:spLocks noChangeArrowheads="1"/>
              </p:cNvSpPr>
              <p:nvPr/>
            </p:nvSpPr>
            <p:spPr bwMode="auto">
              <a:xfrm>
                <a:off x="5411787" y="2808288"/>
                <a:ext cx="1368427" cy="1308101"/>
              </a:xfrm>
              <a:custGeom>
                <a:avLst/>
                <a:gdLst>
                  <a:gd name="connsiteX0" fmla="*/ 164307 w 1368427"/>
                  <a:gd name="connsiteY0" fmla="*/ 1008061 h 1308101"/>
                  <a:gd name="connsiteX1" fmla="*/ 31750 w 1368427"/>
                  <a:gd name="connsiteY1" fmla="*/ 1140618 h 1308101"/>
                  <a:gd name="connsiteX2" fmla="*/ 164307 w 1368427"/>
                  <a:gd name="connsiteY2" fmla="*/ 1273175 h 1308101"/>
                  <a:gd name="connsiteX3" fmla="*/ 296864 w 1368427"/>
                  <a:gd name="connsiteY3" fmla="*/ 1140618 h 1308101"/>
                  <a:gd name="connsiteX4" fmla="*/ 164307 w 1368427"/>
                  <a:gd name="connsiteY4" fmla="*/ 1008061 h 1308101"/>
                  <a:gd name="connsiteX5" fmla="*/ 1204120 w 1368427"/>
                  <a:gd name="connsiteY5" fmla="*/ 979487 h 1308101"/>
                  <a:gd name="connsiteX6" fmla="*/ 1368427 w 1368427"/>
                  <a:gd name="connsiteY6" fmla="*/ 1143794 h 1308101"/>
                  <a:gd name="connsiteX7" fmla="*/ 1204120 w 1368427"/>
                  <a:gd name="connsiteY7" fmla="*/ 1308101 h 1308101"/>
                  <a:gd name="connsiteX8" fmla="*/ 1039813 w 1368427"/>
                  <a:gd name="connsiteY8" fmla="*/ 1143794 h 1308101"/>
                  <a:gd name="connsiteX9" fmla="*/ 1204120 w 1368427"/>
                  <a:gd name="connsiteY9" fmla="*/ 979487 h 1308101"/>
                  <a:gd name="connsiteX10" fmla="*/ 164307 w 1368427"/>
                  <a:gd name="connsiteY10" fmla="*/ 976311 h 1308101"/>
                  <a:gd name="connsiteX11" fmla="*/ 328614 w 1368427"/>
                  <a:gd name="connsiteY11" fmla="*/ 1140618 h 1308101"/>
                  <a:gd name="connsiteX12" fmla="*/ 164307 w 1368427"/>
                  <a:gd name="connsiteY12" fmla="*/ 1304925 h 1308101"/>
                  <a:gd name="connsiteX13" fmla="*/ 0 w 1368427"/>
                  <a:gd name="connsiteY13" fmla="*/ 1140618 h 1308101"/>
                  <a:gd name="connsiteX14" fmla="*/ 164307 w 1368427"/>
                  <a:gd name="connsiteY14" fmla="*/ 976311 h 1308101"/>
                  <a:gd name="connsiteX15" fmla="*/ 683420 w 1368427"/>
                  <a:gd name="connsiteY15" fmla="*/ 430212 h 1308101"/>
                  <a:gd name="connsiteX16" fmla="*/ 873127 w 1368427"/>
                  <a:gd name="connsiteY16" fmla="*/ 620712 h 1308101"/>
                  <a:gd name="connsiteX17" fmla="*/ 683420 w 1368427"/>
                  <a:gd name="connsiteY17" fmla="*/ 811212 h 1308101"/>
                  <a:gd name="connsiteX18" fmla="*/ 493713 w 1368427"/>
                  <a:gd name="connsiteY18" fmla="*/ 620712 h 1308101"/>
                  <a:gd name="connsiteX19" fmla="*/ 683420 w 1368427"/>
                  <a:gd name="connsiteY19" fmla="*/ 430212 h 1308101"/>
                  <a:gd name="connsiteX20" fmla="*/ 1204913 w 1368427"/>
                  <a:gd name="connsiteY20" fmla="*/ 0 h 1308101"/>
                  <a:gd name="connsiteX21" fmla="*/ 1306513 w 1368427"/>
                  <a:gd name="connsiteY21" fmla="*/ 101600 h 1308101"/>
                  <a:gd name="connsiteX22" fmla="*/ 1204913 w 1368427"/>
                  <a:gd name="connsiteY22" fmla="*/ 203200 h 1308101"/>
                  <a:gd name="connsiteX23" fmla="*/ 1103313 w 1368427"/>
                  <a:gd name="connsiteY23" fmla="*/ 101600 h 1308101"/>
                  <a:gd name="connsiteX24" fmla="*/ 1204913 w 1368427"/>
                  <a:gd name="connsiteY24" fmla="*/ 0 h 1308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68427" h="1308101">
                    <a:moveTo>
                      <a:pt x="164307" y="1008061"/>
                    </a:moveTo>
                    <a:cubicBezTo>
                      <a:pt x="91098" y="1008061"/>
                      <a:pt x="31750" y="1067409"/>
                      <a:pt x="31750" y="1140618"/>
                    </a:cubicBezTo>
                    <a:cubicBezTo>
                      <a:pt x="31750" y="1213827"/>
                      <a:pt x="91098" y="1273175"/>
                      <a:pt x="164307" y="1273175"/>
                    </a:cubicBezTo>
                    <a:cubicBezTo>
                      <a:pt x="237516" y="1273175"/>
                      <a:pt x="296864" y="1213827"/>
                      <a:pt x="296864" y="1140618"/>
                    </a:cubicBezTo>
                    <a:cubicBezTo>
                      <a:pt x="296864" y="1067409"/>
                      <a:pt x="237516" y="1008061"/>
                      <a:pt x="164307" y="1008061"/>
                    </a:cubicBezTo>
                    <a:close/>
                    <a:moveTo>
                      <a:pt x="1204120" y="979487"/>
                    </a:moveTo>
                    <a:cubicBezTo>
                      <a:pt x="1294864" y="979487"/>
                      <a:pt x="1368427" y="1053050"/>
                      <a:pt x="1368427" y="1143794"/>
                    </a:cubicBezTo>
                    <a:cubicBezTo>
                      <a:pt x="1368427" y="1234538"/>
                      <a:pt x="1294864" y="1308101"/>
                      <a:pt x="1204120" y="1308101"/>
                    </a:cubicBezTo>
                    <a:cubicBezTo>
                      <a:pt x="1113376" y="1308101"/>
                      <a:pt x="1039813" y="1234538"/>
                      <a:pt x="1039813" y="1143794"/>
                    </a:cubicBezTo>
                    <a:cubicBezTo>
                      <a:pt x="1039813" y="1053050"/>
                      <a:pt x="1113376" y="979487"/>
                      <a:pt x="1204120" y="979487"/>
                    </a:cubicBezTo>
                    <a:close/>
                    <a:moveTo>
                      <a:pt x="164307" y="976311"/>
                    </a:moveTo>
                    <a:cubicBezTo>
                      <a:pt x="255051" y="976311"/>
                      <a:pt x="328614" y="1049874"/>
                      <a:pt x="328614" y="1140618"/>
                    </a:cubicBezTo>
                    <a:cubicBezTo>
                      <a:pt x="328614" y="1231362"/>
                      <a:pt x="255051" y="1304925"/>
                      <a:pt x="164307" y="1304925"/>
                    </a:cubicBezTo>
                    <a:cubicBezTo>
                      <a:pt x="73563" y="1304925"/>
                      <a:pt x="0" y="1231362"/>
                      <a:pt x="0" y="1140618"/>
                    </a:cubicBezTo>
                    <a:cubicBezTo>
                      <a:pt x="0" y="1049874"/>
                      <a:pt x="73563" y="976311"/>
                      <a:pt x="164307" y="976311"/>
                    </a:cubicBezTo>
                    <a:close/>
                    <a:moveTo>
                      <a:pt x="683420" y="430212"/>
                    </a:moveTo>
                    <a:cubicBezTo>
                      <a:pt x="788192" y="430212"/>
                      <a:pt x="873127" y="515502"/>
                      <a:pt x="873127" y="620712"/>
                    </a:cubicBezTo>
                    <a:cubicBezTo>
                      <a:pt x="873127" y="725922"/>
                      <a:pt x="788192" y="811212"/>
                      <a:pt x="683420" y="811212"/>
                    </a:cubicBezTo>
                    <a:cubicBezTo>
                      <a:pt x="578648" y="811212"/>
                      <a:pt x="493713" y="725922"/>
                      <a:pt x="493713" y="620712"/>
                    </a:cubicBezTo>
                    <a:cubicBezTo>
                      <a:pt x="493713" y="515502"/>
                      <a:pt x="578648" y="430212"/>
                      <a:pt x="683420" y="430212"/>
                    </a:cubicBezTo>
                    <a:close/>
                    <a:moveTo>
                      <a:pt x="1204913" y="0"/>
                    </a:moveTo>
                    <a:cubicBezTo>
                      <a:pt x="1261025" y="0"/>
                      <a:pt x="1306513" y="45488"/>
                      <a:pt x="1306513" y="101600"/>
                    </a:cubicBezTo>
                    <a:cubicBezTo>
                      <a:pt x="1306513" y="157712"/>
                      <a:pt x="1261025" y="203200"/>
                      <a:pt x="1204913" y="203200"/>
                    </a:cubicBezTo>
                    <a:cubicBezTo>
                      <a:pt x="1148801" y="203200"/>
                      <a:pt x="1103313" y="157712"/>
                      <a:pt x="1103313" y="101600"/>
                    </a:cubicBezTo>
                    <a:cubicBezTo>
                      <a:pt x="1103313" y="45488"/>
                      <a:pt x="1148801" y="0"/>
                      <a:pt x="1204913" y="0"/>
                    </a:cubicBezTo>
                    <a:close/>
                  </a:path>
                </a:pathLst>
              </a:custGeom>
              <a:solidFill>
                <a:schemeClr val="tx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sp>
        <p:nvSpPr>
          <p:cNvPr id="188" name="Moon 187">
            <a:extLst>
              <a:ext uri="{FF2B5EF4-FFF2-40B4-BE49-F238E27FC236}">
                <a16:creationId xmlns:a16="http://schemas.microsoft.com/office/drawing/2014/main" id="{00FE0FC9-D44E-42FE-A65E-6FD131679FE8}"/>
              </a:ext>
            </a:extLst>
          </p:cNvPr>
          <p:cNvSpPr/>
          <p:nvPr/>
        </p:nvSpPr>
        <p:spPr>
          <a:xfrm rot="5400000">
            <a:off x="1052644" y="1177314"/>
            <a:ext cx="433022" cy="866044"/>
          </a:xfrm>
          <a:prstGeom prst="moon">
            <a:avLst>
              <a:gd name="adj" fmla="val 6667"/>
            </a:avLst>
          </a:prstGeom>
          <a:solidFill>
            <a:schemeClr val="tx2"/>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190" name="Oval 20">
            <a:extLst>
              <a:ext uri="{FF2B5EF4-FFF2-40B4-BE49-F238E27FC236}">
                <a16:creationId xmlns:a16="http://schemas.microsoft.com/office/drawing/2014/main" id="{B0DAD08A-127B-4773-8B1A-19896996474A}"/>
              </a:ext>
            </a:extLst>
          </p:cNvPr>
          <p:cNvSpPr>
            <a:spLocks noChangeAspect="1" noChangeArrowheads="1"/>
          </p:cNvSpPr>
          <p:nvPr/>
        </p:nvSpPr>
        <p:spPr bwMode="auto">
          <a:xfrm>
            <a:off x="836841" y="1371008"/>
            <a:ext cx="240348" cy="240348"/>
          </a:xfrm>
          <a:prstGeom prst="ellipse">
            <a:avLst/>
          </a:prstGeom>
          <a:solidFill>
            <a:srgbClr val="006863"/>
          </a:solidFill>
          <a:ln w="9525" cap="flat" cmpd="sng" algn="ctr">
            <a:solidFill>
              <a:srgbClr val="FFFFFF"/>
            </a:solidFill>
            <a:prstDash val="solid"/>
            <a:round/>
            <a:headEnd type="none" w="med" len="med"/>
            <a:tailEnd type="none" w="med" len="med"/>
          </a:ln>
        </p:spPr>
        <p:txBody>
          <a:bodyPr vert="horz" wrap="square" lIns="0" tIns="0" rIns="0" bIns="0" numCol="1" anchor="ctr" anchorCtr="0" compatLnSpc="1">
            <a:prstTxWarp prst="textNoShape">
              <a:avLst/>
            </a:prstTxWarp>
          </a:bodyPr>
          <a:lstStyle/>
          <a:p>
            <a:pPr algn="ctr"/>
            <a:r>
              <a:rPr lang="en-US" sz="1200" dirty="0">
                <a:solidFill>
                  <a:schemeClr val="bg1"/>
                </a:solidFill>
              </a:rPr>
              <a:t>0</a:t>
            </a:r>
          </a:p>
        </p:txBody>
      </p:sp>
      <p:grpSp>
        <p:nvGrpSpPr>
          <p:cNvPr id="196" name="bcgIcons_Contract 2 ">
            <a:extLst>
              <a:ext uri="{FF2B5EF4-FFF2-40B4-BE49-F238E27FC236}">
                <a16:creationId xmlns:a16="http://schemas.microsoft.com/office/drawing/2014/main" id="{5A2FB41C-88F1-4140-BECE-C7A601361649}"/>
              </a:ext>
            </a:extLst>
          </p:cNvPr>
          <p:cNvGrpSpPr>
            <a:grpSpLocks noChangeAspect="1"/>
          </p:cNvGrpSpPr>
          <p:nvPr>
            <p:custDataLst>
              <p:tags r:id="rId3"/>
            </p:custDataLst>
          </p:nvPr>
        </p:nvGrpSpPr>
        <p:grpSpPr>
          <a:xfrm>
            <a:off x="1101332" y="1487756"/>
            <a:ext cx="335645" cy="335645"/>
            <a:chOff x="5273675" y="2606675"/>
            <a:chExt cx="1644650" cy="1644650"/>
          </a:xfrm>
        </p:grpSpPr>
        <p:sp>
          <p:nvSpPr>
            <p:cNvPr id="197" name="AutoShape 3">
              <a:extLst>
                <a:ext uri="{FF2B5EF4-FFF2-40B4-BE49-F238E27FC236}">
                  <a16:creationId xmlns:a16="http://schemas.microsoft.com/office/drawing/2014/main" id="{13FB4883-07A8-40F2-AFAC-91FE43A5B624}"/>
                </a:ext>
              </a:extLst>
            </p:cNvPr>
            <p:cNvSpPr>
              <a:spLocks noChangeAspect="1" noChangeArrowheads="1" noTextEdi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198" name="Group 197">
              <a:extLst>
                <a:ext uri="{FF2B5EF4-FFF2-40B4-BE49-F238E27FC236}">
                  <a16:creationId xmlns:a16="http://schemas.microsoft.com/office/drawing/2014/main" id="{BDA2E319-CB37-4D06-848E-4B4C95A16354}"/>
                </a:ext>
              </a:extLst>
            </p:cNvPr>
            <p:cNvGrpSpPr/>
            <p:nvPr/>
          </p:nvGrpSpPr>
          <p:grpSpPr>
            <a:xfrm>
              <a:off x="5648325" y="2890838"/>
              <a:ext cx="895350" cy="1185863"/>
              <a:chOff x="5648325" y="2890838"/>
              <a:chExt cx="895350" cy="1185863"/>
            </a:xfrm>
          </p:grpSpPr>
          <p:sp>
            <p:nvSpPr>
              <p:cNvPr id="199" name="Freeform 10">
                <a:extLst>
                  <a:ext uri="{FF2B5EF4-FFF2-40B4-BE49-F238E27FC236}">
                    <a16:creationId xmlns:a16="http://schemas.microsoft.com/office/drawing/2014/main" id="{15D156F5-8AE1-4A31-AD5C-BCEB5F9B2AB2}"/>
                  </a:ext>
                </a:extLst>
              </p:cNvPr>
              <p:cNvSpPr>
                <a:spLocks/>
              </p:cNvSpPr>
              <p:nvPr/>
            </p:nvSpPr>
            <p:spPr bwMode="auto">
              <a:xfrm>
                <a:off x="5757124" y="3079749"/>
                <a:ext cx="626214" cy="909638"/>
              </a:xfrm>
              <a:custGeom>
                <a:avLst/>
                <a:gdLst>
                  <a:gd name="connsiteX0" fmla="*/ 123333 w 626214"/>
                  <a:gd name="connsiteY0" fmla="*/ 657225 h 909638"/>
                  <a:gd name="connsiteX1" fmla="*/ 126188 w 626214"/>
                  <a:gd name="connsiteY1" fmla="*/ 658647 h 909638"/>
                  <a:gd name="connsiteX2" fmla="*/ 138321 w 626214"/>
                  <a:gd name="connsiteY2" fmla="*/ 686377 h 909638"/>
                  <a:gd name="connsiteX3" fmla="*/ 141175 w 626214"/>
                  <a:gd name="connsiteY3" fmla="*/ 688510 h 909638"/>
                  <a:gd name="connsiteX4" fmla="*/ 142603 w 626214"/>
                  <a:gd name="connsiteY4" fmla="*/ 687088 h 909638"/>
                  <a:gd name="connsiteX5" fmla="*/ 163300 w 626214"/>
                  <a:gd name="connsiteY5" fmla="*/ 665046 h 909638"/>
                  <a:gd name="connsiteX6" fmla="*/ 165441 w 626214"/>
                  <a:gd name="connsiteY6" fmla="*/ 664335 h 909638"/>
                  <a:gd name="connsiteX7" fmla="*/ 168295 w 626214"/>
                  <a:gd name="connsiteY7" fmla="*/ 667179 h 909638"/>
                  <a:gd name="connsiteX8" fmla="*/ 170437 w 626214"/>
                  <a:gd name="connsiteY8" fmla="*/ 697042 h 909638"/>
                  <a:gd name="connsiteX9" fmla="*/ 172578 w 626214"/>
                  <a:gd name="connsiteY9" fmla="*/ 699886 h 909638"/>
                  <a:gd name="connsiteX10" fmla="*/ 174005 w 626214"/>
                  <a:gd name="connsiteY10" fmla="*/ 699886 h 909638"/>
                  <a:gd name="connsiteX11" fmla="*/ 199698 w 626214"/>
                  <a:gd name="connsiteY11" fmla="*/ 687088 h 909638"/>
                  <a:gd name="connsiteX12" fmla="*/ 201125 w 626214"/>
                  <a:gd name="connsiteY12" fmla="*/ 686377 h 909638"/>
                  <a:gd name="connsiteX13" fmla="*/ 203980 w 626214"/>
                  <a:gd name="connsiteY13" fmla="*/ 689932 h 909638"/>
                  <a:gd name="connsiteX14" fmla="*/ 195416 w 626214"/>
                  <a:gd name="connsiteY14" fmla="*/ 718373 h 909638"/>
                  <a:gd name="connsiteX15" fmla="*/ 198270 w 626214"/>
                  <a:gd name="connsiteY15" fmla="*/ 721928 h 909638"/>
                  <a:gd name="connsiteX16" fmla="*/ 228245 w 626214"/>
                  <a:gd name="connsiteY16" fmla="*/ 719084 h 909638"/>
                  <a:gd name="connsiteX17" fmla="*/ 230386 w 626214"/>
                  <a:gd name="connsiteY17" fmla="*/ 723350 h 909638"/>
                  <a:gd name="connsiteX18" fmla="*/ 213258 w 626214"/>
                  <a:gd name="connsiteY18" fmla="*/ 747525 h 909638"/>
                  <a:gd name="connsiteX19" fmla="*/ 214685 w 626214"/>
                  <a:gd name="connsiteY19" fmla="*/ 751791 h 909638"/>
                  <a:gd name="connsiteX20" fmla="*/ 243946 w 626214"/>
                  <a:gd name="connsiteY20" fmla="*/ 758901 h 909638"/>
                  <a:gd name="connsiteX21" fmla="*/ 244660 w 626214"/>
                  <a:gd name="connsiteY21" fmla="*/ 763879 h 909638"/>
                  <a:gd name="connsiteX22" fmla="*/ 219681 w 626214"/>
                  <a:gd name="connsiteY22" fmla="*/ 780943 h 909638"/>
                  <a:gd name="connsiteX23" fmla="*/ 219681 w 626214"/>
                  <a:gd name="connsiteY23" fmla="*/ 785920 h 909638"/>
                  <a:gd name="connsiteX24" fmla="*/ 244660 w 626214"/>
                  <a:gd name="connsiteY24" fmla="*/ 802274 h 909638"/>
                  <a:gd name="connsiteX25" fmla="*/ 243946 w 626214"/>
                  <a:gd name="connsiteY25" fmla="*/ 807251 h 909638"/>
                  <a:gd name="connsiteX26" fmla="*/ 214685 w 626214"/>
                  <a:gd name="connsiteY26" fmla="*/ 814361 h 909638"/>
                  <a:gd name="connsiteX27" fmla="*/ 213258 w 626214"/>
                  <a:gd name="connsiteY27" fmla="*/ 819338 h 909638"/>
                  <a:gd name="connsiteX28" fmla="*/ 230386 w 626214"/>
                  <a:gd name="connsiteY28" fmla="*/ 843513 h 909638"/>
                  <a:gd name="connsiteX29" fmla="*/ 228245 w 626214"/>
                  <a:gd name="connsiteY29" fmla="*/ 848490 h 909638"/>
                  <a:gd name="connsiteX30" fmla="*/ 198270 w 626214"/>
                  <a:gd name="connsiteY30" fmla="*/ 844935 h 909638"/>
                  <a:gd name="connsiteX31" fmla="*/ 195416 w 626214"/>
                  <a:gd name="connsiteY31" fmla="*/ 848490 h 909638"/>
                  <a:gd name="connsiteX32" fmla="*/ 203980 w 626214"/>
                  <a:gd name="connsiteY32" fmla="*/ 876931 h 909638"/>
                  <a:gd name="connsiteX33" fmla="*/ 201125 w 626214"/>
                  <a:gd name="connsiteY33" fmla="*/ 880486 h 909638"/>
                  <a:gd name="connsiteX34" fmla="*/ 199698 w 626214"/>
                  <a:gd name="connsiteY34" fmla="*/ 880486 h 909638"/>
                  <a:gd name="connsiteX35" fmla="*/ 174005 w 626214"/>
                  <a:gd name="connsiteY35" fmla="*/ 867688 h 909638"/>
                  <a:gd name="connsiteX36" fmla="*/ 172578 w 626214"/>
                  <a:gd name="connsiteY36" fmla="*/ 866977 h 909638"/>
                  <a:gd name="connsiteX37" fmla="*/ 170437 w 626214"/>
                  <a:gd name="connsiteY37" fmla="*/ 869821 h 909638"/>
                  <a:gd name="connsiteX38" fmla="*/ 168295 w 626214"/>
                  <a:gd name="connsiteY38" fmla="*/ 898973 h 909638"/>
                  <a:gd name="connsiteX39" fmla="*/ 165441 w 626214"/>
                  <a:gd name="connsiteY39" fmla="*/ 901817 h 909638"/>
                  <a:gd name="connsiteX40" fmla="*/ 163300 w 626214"/>
                  <a:gd name="connsiteY40" fmla="*/ 901106 h 909638"/>
                  <a:gd name="connsiteX41" fmla="*/ 142603 w 626214"/>
                  <a:gd name="connsiteY41" fmla="*/ 879775 h 909638"/>
                  <a:gd name="connsiteX42" fmla="*/ 141175 w 626214"/>
                  <a:gd name="connsiteY42" fmla="*/ 879064 h 909638"/>
                  <a:gd name="connsiteX43" fmla="*/ 138321 w 626214"/>
                  <a:gd name="connsiteY43" fmla="*/ 880486 h 909638"/>
                  <a:gd name="connsiteX44" fmla="*/ 126188 w 626214"/>
                  <a:gd name="connsiteY44" fmla="*/ 907505 h 909638"/>
                  <a:gd name="connsiteX45" fmla="*/ 123333 w 626214"/>
                  <a:gd name="connsiteY45" fmla="*/ 909638 h 909638"/>
                  <a:gd name="connsiteX46" fmla="*/ 121192 w 626214"/>
                  <a:gd name="connsiteY46" fmla="*/ 907505 h 909638"/>
                  <a:gd name="connsiteX47" fmla="*/ 109059 w 626214"/>
                  <a:gd name="connsiteY47" fmla="*/ 880486 h 909638"/>
                  <a:gd name="connsiteX48" fmla="*/ 106205 w 626214"/>
                  <a:gd name="connsiteY48" fmla="*/ 879064 h 909638"/>
                  <a:gd name="connsiteX49" fmla="*/ 104063 w 626214"/>
                  <a:gd name="connsiteY49" fmla="*/ 879775 h 909638"/>
                  <a:gd name="connsiteX50" fmla="*/ 82653 w 626214"/>
                  <a:gd name="connsiteY50" fmla="*/ 901106 h 909638"/>
                  <a:gd name="connsiteX51" fmla="*/ 81225 w 626214"/>
                  <a:gd name="connsiteY51" fmla="*/ 901817 h 909638"/>
                  <a:gd name="connsiteX52" fmla="*/ 78371 w 626214"/>
                  <a:gd name="connsiteY52" fmla="*/ 898973 h 909638"/>
                  <a:gd name="connsiteX53" fmla="*/ 76230 w 626214"/>
                  <a:gd name="connsiteY53" fmla="*/ 869821 h 909638"/>
                  <a:gd name="connsiteX54" fmla="*/ 73375 w 626214"/>
                  <a:gd name="connsiteY54" fmla="*/ 866977 h 909638"/>
                  <a:gd name="connsiteX55" fmla="*/ 71947 w 626214"/>
                  <a:gd name="connsiteY55" fmla="*/ 867688 h 909638"/>
                  <a:gd name="connsiteX56" fmla="*/ 46254 w 626214"/>
                  <a:gd name="connsiteY56" fmla="*/ 880486 h 909638"/>
                  <a:gd name="connsiteX57" fmla="*/ 44827 w 626214"/>
                  <a:gd name="connsiteY57" fmla="*/ 880486 h 909638"/>
                  <a:gd name="connsiteX58" fmla="*/ 41972 w 626214"/>
                  <a:gd name="connsiteY58" fmla="*/ 876931 h 909638"/>
                  <a:gd name="connsiteX59" fmla="*/ 50536 w 626214"/>
                  <a:gd name="connsiteY59" fmla="*/ 848490 h 909638"/>
                  <a:gd name="connsiteX60" fmla="*/ 47682 w 626214"/>
                  <a:gd name="connsiteY60" fmla="*/ 844935 h 909638"/>
                  <a:gd name="connsiteX61" fmla="*/ 46968 w 626214"/>
                  <a:gd name="connsiteY61" fmla="*/ 844935 h 909638"/>
                  <a:gd name="connsiteX62" fmla="*/ 17707 w 626214"/>
                  <a:gd name="connsiteY62" fmla="*/ 848490 h 909638"/>
                  <a:gd name="connsiteX63" fmla="*/ 14852 w 626214"/>
                  <a:gd name="connsiteY63" fmla="*/ 843513 h 909638"/>
                  <a:gd name="connsiteX64" fmla="*/ 32694 w 626214"/>
                  <a:gd name="connsiteY64" fmla="*/ 819338 h 909638"/>
                  <a:gd name="connsiteX65" fmla="*/ 30553 w 626214"/>
                  <a:gd name="connsiteY65" fmla="*/ 814361 h 909638"/>
                  <a:gd name="connsiteX66" fmla="*/ 2006 w 626214"/>
                  <a:gd name="connsiteY66" fmla="*/ 807251 h 909638"/>
                  <a:gd name="connsiteX67" fmla="*/ 1292 w 626214"/>
                  <a:gd name="connsiteY67" fmla="*/ 802274 h 909638"/>
                  <a:gd name="connsiteX68" fmla="*/ 25557 w 626214"/>
                  <a:gd name="connsiteY68" fmla="*/ 785920 h 909638"/>
                  <a:gd name="connsiteX69" fmla="*/ 25557 w 626214"/>
                  <a:gd name="connsiteY69" fmla="*/ 780943 h 909638"/>
                  <a:gd name="connsiteX70" fmla="*/ 1292 w 626214"/>
                  <a:gd name="connsiteY70" fmla="*/ 763879 h 909638"/>
                  <a:gd name="connsiteX71" fmla="*/ 2006 w 626214"/>
                  <a:gd name="connsiteY71" fmla="*/ 758901 h 909638"/>
                  <a:gd name="connsiteX72" fmla="*/ 30553 w 626214"/>
                  <a:gd name="connsiteY72" fmla="*/ 751791 h 909638"/>
                  <a:gd name="connsiteX73" fmla="*/ 32694 w 626214"/>
                  <a:gd name="connsiteY73" fmla="*/ 747525 h 909638"/>
                  <a:gd name="connsiteX74" fmla="*/ 14852 w 626214"/>
                  <a:gd name="connsiteY74" fmla="*/ 723350 h 909638"/>
                  <a:gd name="connsiteX75" fmla="*/ 17707 w 626214"/>
                  <a:gd name="connsiteY75" fmla="*/ 719084 h 909638"/>
                  <a:gd name="connsiteX76" fmla="*/ 46968 w 626214"/>
                  <a:gd name="connsiteY76" fmla="*/ 721928 h 909638"/>
                  <a:gd name="connsiteX77" fmla="*/ 47682 w 626214"/>
                  <a:gd name="connsiteY77" fmla="*/ 721928 h 909638"/>
                  <a:gd name="connsiteX78" fmla="*/ 50536 w 626214"/>
                  <a:gd name="connsiteY78" fmla="*/ 718373 h 909638"/>
                  <a:gd name="connsiteX79" fmla="*/ 41972 w 626214"/>
                  <a:gd name="connsiteY79" fmla="*/ 689932 h 909638"/>
                  <a:gd name="connsiteX80" fmla="*/ 44827 w 626214"/>
                  <a:gd name="connsiteY80" fmla="*/ 686377 h 909638"/>
                  <a:gd name="connsiteX81" fmla="*/ 46254 w 626214"/>
                  <a:gd name="connsiteY81" fmla="*/ 687088 h 909638"/>
                  <a:gd name="connsiteX82" fmla="*/ 71947 w 626214"/>
                  <a:gd name="connsiteY82" fmla="*/ 699886 h 909638"/>
                  <a:gd name="connsiteX83" fmla="*/ 73375 w 626214"/>
                  <a:gd name="connsiteY83" fmla="*/ 699886 h 909638"/>
                  <a:gd name="connsiteX84" fmla="*/ 76230 w 626214"/>
                  <a:gd name="connsiteY84" fmla="*/ 697042 h 909638"/>
                  <a:gd name="connsiteX85" fmla="*/ 78371 w 626214"/>
                  <a:gd name="connsiteY85" fmla="*/ 667179 h 909638"/>
                  <a:gd name="connsiteX86" fmla="*/ 81225 w 626214"/>
                  <a:gd name="connsiteY86" fmla="*/ 664335 h 909638"/>
                  <a:gd name="connsiteX87" fmla="*/ 82653 w 626214"/>
                  <a:gd name="connsiteY87" fmla="*/ 665046 h 909638"/>
                  <a:gd name="connsiteX88" fmla="*/ 104063 w 626214"/>
                  <a:gd name="connsiteY88" fmla="*/ 687088 h 909638"/>
                  <a:gd name="connsiteX89" fmla="*/ 106205 w 626214"/>
                  <a:gd name="connsiteY89" fmla="*/ 688510 h 909638"/>
                  <a:gd name="connsiteX90" fmla="*/ 109059 w 626214"/>
                  <a:gd name="connsiteY90" fmla="*/ 686377 h 909638"/>
                  <a:gd name="connsiteX91" fmla="*/ 121192 w 626214"/>
                  <a:gd name="connsiteY91" fmla="*/ 658647 h 909638"/>
                  <a:gd name="connsiteX92" fmla="*/ 123333 w 626214"/>
                  <a:gd name="connsiteY92" fmla="*/ 657225 h 909638"/>
                  <a:gd name="connsiteX93" fmla="*/ 69521 w 626214"/>
                  <a:gd name="connsiteY93" fmla="*/ 517525 h 909638"/>
                  <a:gd name="connsiteX94" fmla="*/ 609820 w 626214"/>
                  <a:gd name="connsiteY94" fmla="*/ 517525 h 909638"/>
                  <a:gd name="connsiteX95" fmla="*/ 626214 w 626214"/>
                  <a:gd name="connsiteY95" fmla="*/ 533839 h 909638"/>
                  <a:gd name="connsiteX96" fmla="*/ 609820 w 626214"/>
                  <a:gd name="connsiteY96" fmla="*/ 550863 h 909638"/>
                  <a:gd name="connsiteX97" fmla="*/ 69521 w 626214"/>
                  <a:gd name="connsiteY97" fmla="*/ 550863 h 909638"/>
                  <a:gd name="connsiteX98" fmla="*/ 53126 w 626214"/>
                  <a:gd name="connsiteY98" fmla="*/ 533839 h 909638"/>
                  <a:gd name="connsiteX99" fmla="*/ 69521 w 626214"/>
                  <a:gd name="connsiteY99" fmla="*/ 517525 h 909638"/>
                  <a:gd name="connsiteX100" fmla="*/ 69521 w 626214"/>
                  <a:gd name="connsiteY100" fmla="*/ 388938 h 909638"/>
                  <a:gd name="connsiteX101" fmla="*/ 609820 w 626214"/>
                  <a:gd name="connsiteY101" fmla="*/ 388938 h 909638"/>
                  <a:gd name="connsiteX102" fmla="*/ 626214 w 626214"/>
                  <a:gd name="connsiteY102" fmla="*/ 404092 h 909638"/>
                  <a:gd name="connsiteX103" fmla="*/ 609820 w 626214"/>
                  <a:gd name="connsiteY103" fmla="*/ 420688 h 909638"/>
                  <a:gd name="connsiteX104" fmla="*/ 69521 w 626214"/>
                  <a:gd name="connsiteY104" fmla="*/ 420688 h 909638"/>
                  <a:gd name="connsiteX105" fmla="*/ 53126 w 626214"/>
                  <a:gd name="connsiteY105" fmla="*/ 404092 h 909638"/>
                  <a:gd name="connsiteX106" fmla="*/ 69521 w 626214"/>
                  <a:gd name="connsiteY106" fmla="*/ 388938 h 909638"/>
                  <a:gd name="connsiteX107" fmla="*/ 69521 w 626214"/>
                  <a:gd name="connsiteY107" fmla="*/ 257175 h 909638"/>
                  <a:gd name="connsiteX108" fmla="*/ 609820 w 626214"/>
                  <a:gd name="connsiteY108" fmla="*/ 257175 h 909638"/>
                  <a:gd name="connsiteX109" fmla="*/ 626214 w 626214"/>
                  <a:gd name="connsiteY109" fmla="*/ 276093 h 909638"/>
                  <a:gd name="connsiteX110" fmla="*/ 609820 w 626214"/>
                  <a:gd name="connsiteY110" fmla="*/ 292100 h 909638"/>
                  <a:gd name="connsiteX111" fmla="*/ 69521 w 626214"/>
                  <a:gd name="connsiteY111" fmla="*/ 292100 h 909638"/>
                  <a:gd name="connsiteX112" fmla="*/ 53126 w 626214"/>
                  <a:gd name="connsiteY112" fmla="*/ 276093 h 909638"/>
                  <a:gd name="connsiteX113" fmla="*/ 69521 w 626214"/>
                  <a:gd name="connsiteY113" fmla="*/ 257175 h 909638"/>
                  <a:gd name="connsiteX114" fmla="*/ 69521 w 626214"/>
                  <a:gd name="connsiteY114" fmla="*/ 130175 h 909638"/>
                  <a:gd name="connsiteX115" fmla="*/ 609820 w 626214"/>
                  <a:gd name="connsiteY115" fmla="*/ 130175 h 909638"/>
                  <a:gd name="connsiteX116" fmla="*/ 626214 w 626214"/>
                  <a:gd name="connsiteY116" fmla="*/ 145329 h 909638"/>
                  <a:gd name="connsiteX117" fmla="*/ 609820 w 626214"/>
                  <a:gd name="connsiteY117" fmla="*/ 161925 h 909638"/>
                  <a:gd name="connsiteX118" fmla="*/ 69521 w 626214"/>
                  <a:gd name="connsiteY118" fmla="*/ 161925 h 909638"/>
                  <a:gd name="connsiteX119" fmla="*/ 53126 w 626214"/>
                  <a:gd name="connsiteY119" fmla="*/ 145329 h 909638"/>
                  <a:gd name="connsiteX120" fmla="*/ 69521 w 626214"/>
                  <a:gd name="connsiteY120" fmla="*/ 130175 h 909638"/>
                  <a:gd name="connsiteX121" fmla="*/ 69521 w 626214"/>
                  <a:gd name="connsiteY121" fmla="*/ 0 h 909638"/>
                  <a:gd name="connsiteX122" fmla="*/ 609820 w 626214"/>
                  <a:gd name="connsiteY122" fmla="*/ 0 h 909638"/>
                  <a:gd name="connsiteX123" fmla="*/ 626214 w 626214"/>
                  <a:gd name="connsiteY123" fmla="*/ 16228 h 909638"/>
                  <a:gd name="connsiteX124" fmla="*/ 609820 w 626214"/>
                  <a:gd name="connsiteY124" fmla="*/ 31750 h 909638"/>
                  <a:gd name="connsiteX125" fmla="*/ 69521 w 626214"/>
                  <a:gd name="connsiteY125" fmla="*/ 31750 h 909638"/>
                  <a:gd name="connsiteX126" fmla="*/ 53126 w 626214"/>
                  <a:gd name="connsiteY126" fmla="*/ 16228 h 909638"/>
                  <a:gd name="connsiteX127" fmla="*/ 69521 w 626214"/>
                  <a:gd name="connsiteY127" fmla="*/ 0 h 90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626214" h="909638">
                    <a:moveTo>
                      <a:pt x="123333" y="657225"/>
                    </a:moveTo>
                    <a:cubicBezTo>
                      <a:pt x="124760" y="657225"/>
                      <a:pt x="125474" y="657936"/>
                      <a:pt x="126188" y="658647"/>
                    </a:cubicBezTo>
                    <a:cubicBezTo>
                      <a:pt x="126188" y="658647"/>
                      <a:pt x="126188" y="658647"/>
                      <a:pt x="138321" y="686377"/>
                    </a:cubicBezTo>
                    <a:cubicBezTo>
                      <a:pt x="139034" y="687799"/>
                      <a:pt x="139748" y="688510"/>
                      <a:pt x="141175" y="688510"/>
                    </a:cubicBezTo>
                    <a:cubicBezTo>
                      <a:pt x="141889" y="688510"/>
                      <a:pt x="142603" y="687799"/>
                      <a:pt x="142603" y="687088"/>
                    </a:cubicBezTo>
                    <a:cubicBezTo>
                      <a:pt x="142603" y="687088"/>
                      <a:pt x="142603" y="687088"/>
                      <a:pt x="163300" y="665046"/>
                    </a:cubicBezTo>
                    <a:cubicBezTo>
                      <a:pt x="164013" y="665046"/>
                      <a:pt x="164727" y="664335"/>
                      <a:pt x="165441" y="664335"/>
                    </a:cubicBezTo>
                    <a:cubicBezTo>
                      <a:pt x="166868" y="664335"/>
                      <a:pt x="168295" y="665757"/>
                      <a:pt x="168295" y="667179"/>
                    </a:cubicBezTo>
                    <a:cubicBezTo>
                      <a:pt x="168295" y="667179"/>
                      <a:pt x="168295" y="667179"/>
                      <a:pt x="170437" y="697042"/>
                    </a:cubicBezTo>
                    <a:cubicBezTo>
                      <a:pt x="170437" y="699175"/>
                      <a:pt x="171150" y="699886"/>
                      <a:pt x="172578" y="699886"/>
                    </a:cubicBezTo>
                    <a:cubicBezTo>
                      <a:pt x="173291" y="699886"/>
                      <a:pt x="173291" y="699886"/>
                      <a:pt x="174005" y="699886"/>
                    </a:cubicBezTo>
                    <a:cubicBezTo>
                      <a:pt x="174005" y="699886"/>
                      <a:pt x="174005" y="699886"/>
                      <a:pt x="199698" y="687088"/>
                    </a:cubicBezTo>
                    <a:cubicBezTo>
                      <a:pt x="200411" y="686377"/>
                      <a:pt x="200411" y="686377"/>
                      <a:pt x="201125" y="686377"/>
                    </a:cubicBezTo>
                    <a:cubicBezTo>
                      <a:pt x="202553" y="686377"/>
                      <a:pt x="203980" y="687799"/>
                      <a:pt x="203980" y="689932"/>
                    </a:cubicBezTo>
                    <a:cubicBezTo>
                      <a:pt x="203980" y="689932"/>
                      <a:pt x="203980" y="689932"/>
                      <a:pt x="195416" y="718373"/>
                    </a:cubicBezTo>
                    <a:cubicBezTo>
                      <a:pt x="194702" y="720506"/>
                      <a:pt x="196129" y="721928"/>
                      <a:pt x="198270" y="721928"/>
                    </a:cubicBezTo>
                    <a:cubicBezTo>
                      <a:pt x="198270" y="721928"/>
                      <a:pt x="198270" y="721928"/>
                      <a:pt x="228245" y="719084"/>
                    </a:cubicBezTo>
                    <a:cubicBezTo>
                      <a:pt x="230386" y="719084"/>
                      <a:pt x="231814" y="721217"/>
                      <a:pt x="230386" y="723350"/>
                    </a:cubicBezTo>
                    <a:cubicBezTo>
                      <a:pt x="230386" y="723350"/>
                      <a:pt x="230386" y="723350"/>
                      <a:pt x="213258" y="747525"/>
                    </a:cubicBezTo>
                    <a:cubicBezTo>
                      <a:pt x="211830" y="748947"/>
                      <a:pt x="213258" y="751080"/>
                      <a:pt x="214685" y="751791"/>
                    </a:cubicBezTo>
                    <a:cubicBezTo>
                      <a:pt x="214685" y="751791"/>
                      <a:pt x="214685" y="751791"/>
                      <a:pt x="243946" y="758901"/>
                    </a:cubicBezTo>
                    <a:cubicBezTo>
                      <a:pt x="246088" y="759612"/>
                      <a:pt x="246801" y="762456"/>
                      <a:pt x="244660" y="763879"/>
                    </a:cubicBezTo>
                    <a:cubicBezTo>
                      <a:pt x="244660" y="763879"/>
                      <a:pt x="244660" y="763879"/>
                      <a:pt x="219681" y="780943"/>
                    </a:cubicBezTo>
                    <a:cubicBezTo>
                      <a:pt x="218254" y="782365"/>
                      <a:pt x="218254" y="784498"/>
                      <a:pt x="219681" y="785920"/>
                    </a:cubicBezTo>
                    <a:cubicBezTo>
                      <a:pt x="219681" y="785920"/>
                      <a:pt x="219681" y="785920"/>
                      <a:pt x="244660" y="802274"/>
                    </a:cubicBezTo>
                    <a:cubicBezTo>
                      <a:pt x="246801" y="803696"/>
                      <a:pt x="246088" y="807251"/>
                      <a:pt x="243946" y="807251"/>
                    </a:cubicBezTo>
                    <a:cubicBezTo>
                      <a:pt x="243946" y="807251"/>
                      <a:pt x="243946" y="807251"/>
                      <a:pt x="214685" y="814361"/>
                    </a:cubicBezTo>
                    <a:cubicBezTo>
                      <a:pt x="213258" y="815072"/>
                      <a:pt x="211830" y="817205"/>
                      <a:pt x="213258" y="819338"/>
                    </a:cubicBezTo>
                    <a:cubicBezTo>
                      <a:pt x="213258" y="819338"/>
                      <a:pt x="213258" y="819338"/>
                      <a:pt x="230386" y="843513"/>
                    </a:cubicBezTo>
                    <a:cubicBezTo>
                      <a:pt x="231814" y="845646"/>
                      <a:pt x="230386" y="848490"/>
                      <a:pt x="228245" y="848490"/>
                    </a:cubicBezTo>
                    <a:cubicBezTo>
                      <a:pt x="228245" y="848490"/>
                      <a:pt x="228245" y="848490"/>
                      <a:pt x="198270" y="844935"/>
                    </a:cubicBezTo>
                    <a:cubicBezTo>
                      <a:pt x="196129" y="844935"/>
                      <a:pt x="194702" y="847068"/>
                      <a:pt x="195416" y="848490"/>
                    </a:cubicBezTo>
                    <a:cubicBezTo>
                      <a:pt x="195416" y="848490"/>
                      <a:pt x="195416" y="848490"/>
                      <a:pt x="203980" y="876931"/>
                    </a:cubicBezTo>
                    <a:cubicBezTo>
                      <a:pt x="203980" y="879064"/>
                      <a:pt x="202553" y="880486"/>
                      <a:pt x="201125" y="880486"/>
                    </a:cubicBezTo>
                    <a:cubicBezTo>
                      <a:pt x="200411" y="880486"/>
                      <a:pt x="200411" y="880486"/>
                      <a:pt x="199698" y="880486"/>
                    </a:cubicBezTo>
                    <a:cubicBezTo>
                      <a:pt x="199698" y="880486"/>
                      <a:pt x="199698" y="880486"/>
                      <a:pt x="174005" y="867688"/>
                    </a:cubicBezTo>
                    <a:cubicBezTo>
                      <a:pt x="173291" y="866977"/>
                      <a:pt x="173291" y="866977"/>
                      <a:pt x="172578" y="866977"/>
                    </a:cubicBezTo>
                    <a:cubicBezTo>
                      <a:pt x="171150" y="866977"/>
                      <a:pt x="170437" y="868399"/>
                      <a:pt x="170437" y="869821"/>
                    </a:cubicBezTo>
                    <a:cubicBezTo>
                      <a:pt x="170437" y="869821"/>
                      <a:pt x="170437" y="869821"/>
                      <a:pt x="168295" y="898973"/>
                    </a:cubicBezTo>
                    <a:cubicBezTo>
                      <a:pt x="168295" y="901106"/>
                      <a:pt x="166868" y="901817"/>
                      <a:pt x="165441" y="901817"/>
                    </a:cubicBezTo>
                    <a:cubicBezTo>
                      <a:pt x="164727" y="901817"/>
                      <a:pt x="164013" y="901817"/>
                      <a:pt x="163300" y="901106"/>
                    </a:cubicBezTo>
                    <a:cubicBezTo>
                      <a:pt x="163300" y="901106"/>
                      <a:pt x="163300" y="901106"/>
                      <a:pt x="142603" y="879775"/>
                    </a:cubicBezTo>
                    <a:cubicBezTo>
                      <a:pt x="142603" y="879064"/>
                      <a:pt x="141889" y="879064"/>
                      <a:pt x="141175" y="879064"/>
                    </a:cubicBezTo>
                    <a:cubicBezTo>
                      <a:pt x="139748" y="879064"/>
                      <a:pt x="139034" y="879775"/>
                      <a:pt x="138321" y="880486"/>
                    </a:cubicBezTo>
                    <a:cubicBezTo>
                      <a:pt x="138321" y="880486"/>
                      <a:pt x="138321" y="880486"/>
                      <a:pt x="126188" y="907505"/>
                    </a:cubicBezTo>
                    <a:cubicBezTo>
                      <a:pt x="125474" y="908927"/>
                      <a:pt x="124760" y="909638"/>
                      <a:pt x="123333" y="909638"/>
                    </a:cubicBezTo>
                    <a:cubicBezTo>
                      <a:pt x="122619" y="909638"/>
                      <a:pt x="121192" y="908927"/>
                      <a:pt x="121192" y="907505"/>
                    </a:cubicBezTo>
                    <a:cubicBezTo>
                      <a:pt x="121192" y="907505"/>
                      <a:pt x="121192" y="907505"/>
                      <a:pt x="109059" y="880486"/>
                    </a:cubicBezTo>
                    <a:cubicBezTo>
                      <a:pt x="108346" y="879775"/>
                      <a:pt x="107632" y="879064"/>
                      <a:pt x="106205" y="879064"/>
                    </a:cubicBezTo>
                    <a:cubicBezTo>
                      <a:pt x="105491" y="879064"/>
                      <a:pt x="104777" y="879064"/>
                      <a:pt x="104063" y="879775"/>
                    </a:cubicBezTo>
                    <a:cubicBezTo>
                      <a:pt x="104063" y="879775"/>
                      <a:pt x="104063" y="879775"/>
                      <a:pt x="82653" y="901106"/>
                    </a:cubicBezTo>
                    <a:cubicBezTo>
                      <a:pt x="82653" y="901817"/>
                      <a:pt x="81939" y="901817"/>
                      <a:pt x="81225" y="901817"/>
                    </a:cubicBezTo>
                    <a:cubicBezTo>
                      <a:pt x="79798" y="901817"/>
                      <a:pt x="78371" y="901106"/>
                      <a:pt x="78371" y="898973"/>
                    </a:cubicBezTo>
                    <a:cubicBezTo>
                      <a:pt x="78371" y="898973"/>
                      <a:pt x="78371" y="898973"/>
                      <a:pt x="76230" y="869821"/>
                    </a:cubicBezTo>
                    <a:cubicBezTo>
                      <a:pt x="76230" y="868399"/>
                      <a:pt x="74802" y="866977"/>
                      <a:pt x="73375" y="866977"/>
                    </a:cubicBezTo>
                    <a:cubicBezTo>
                      <a:pt x="72661" y="866977"/>
                      <a:pt x="72661" y="866977"/>
                      <a:pt x="71947" y="867688"/>
                    </a:cubicBezTo>
                    <a:cubicBezTo>
                      <a:pt x="71947" y="867688"/>
                      <a:pt x="71947" y="867688"/>
                      <a:pt x="46254" y="880486"/>
                    </a:cubicBezTo>
                    <a:cubicBezTo>
                      <a:pt x="45541" y="880486"/>
                      <a:pt x="44827" y="880486"/>
                      <a:pt x="44827" y="880486"/>
                    </a:cubicBezTo>
                    <a:cubicBezTo>
                      <a:pt x="42686" y="880486"/>
                      <a:pt x="41258" y="879064"/>
                      <a:pt x="41972" y="876931"/>
                    </a:cubicBezTo>
                    <a:cubicBezTo>
                      <a:pt x="41972" y="876931"/>
                      <a:pt x="41972" y="876931"/>
                      <a:pt x="50536" y="848490"/>
                    </a:cubicBezTo>
                    <a:cubicBezTo>
                      <a:pt x="50536" y="847068"/>
                      <a:pt x="49109" y="844935"/>
                      <a:pt x="47682" y="844935"/>
                    </a:cubicBezTo>
                    <a:cubicBezTo>
                      <a:pt x="46968" y="844935"/>
                      <a:pt x="46968" y="844935"/>
                      <a:pt x="46968" y="844935"/>
                    </a:cubicBezTo>
                    <a:cubicBezTo>
                      <a:pt x="46968" y="844935"/>
                      <a:pt x="46968" y="844935"/>
                      <a:pt x="17707" y="848490"/>
                    </a:cubicBezTo>
                    <a:cubicBezTo>
                      <a:pt x="14852" y="848490"/>
                      <a:pt x="13425" y="845646"/>
                      <a:pt x="14852" y="843513"/>
                    </a:cubicBezTo>
                    <a:cubicBezTo>
                      <a:pt x="14852" y="843513"/>
                      <a:pt x="14852" y="843513"/>
                      <a:pt x="32694" y="819338"/>
                    </a:cubicBezTo>
                    <a:cubicBezTo>
                      <a:pt x="33408" y="817205"/>
                      <a:pt x="32694" y="815072"/>
                      <a:pt x="30553" y="814361"/>
                    </a:cubicBezTo>
                    <a:cubicBezTo>
                      <a:pt x="30553" y="814361"/>
                      <a:pt x="30553" y="814361"/>
                      <a:pt x="2006" y="807251"/>
                    </a:cubicBezTo>
                    <a:cubicBezTo>
                      <a:pt x="-136" y="807251"/>
                      <a:pt x="-849" y="803696"/>
                      <a:pt x="1292" y="802274"/>
                    </a:cubicBezTo>
                    <a:cubicBezTo>
                      <a:pt x="25557" y="785920"/>
                      <a:pt x="25557" y="785920"/>
                      <a:pt x="25557" y="785920"/>
                    </a:cubicBezTo>
                    <a:cubicBezTo>
                      <a:pt x="27698" y="784498"/>
                      <a:pt x="27698" y="782365"/>
                      <a:pt x="25557" y="780943"/>
                    </a:cubicBezTo>
                    <a:cubicBezTo>
                      <a:pt x="25557" y="780943"/>
                      <a:pt x="25557" y="780943"/>
                      <a:pt x="1292" y="763879"/>
                    </a:cubicBezTo>
                    <a:cubicBezTo>
                      <a:pt x="-849" y="762456"/>
                      <a:pt x="-136" y="759612"/>
                      <a:pt x="2006" y="758901"/>
                    </a:cubicBezTo>
                    <a:cubicBezTo>
                      <a:pt x="2006" y="758901"/>
                      <a:pt x="2006" y="758901"/>
                      <a:pt x="30553" y="751791"/>
                    </a:cubicBezTo>
                    <a:cubicBezTo>
                      <a:pt x="32694" y="751080"/>
                      <a:pt x="33408" y="748947"/>
                      <a:pt x="32694" y="747525"/>
                    </a:cubicBezTo>
                    <a:cubicBezTo>
                      <a:pt x="32694" y="747525"/>
                      <a:pt x="32694" y="747525"/>
                      <a:pt x="14852" y="723350"/>
                    </a:cubicBezTo>
                    <a:cubicBezTo>
                      <a:pt x="13425" y="721217"/>
                      <a:pt x="14852" y="719084"/>
                      <a:pt x="17707" y="719084"/>
                    </a:cubicBezTo>
                    <a:cubicBezTo>
                      <a:pt x="17707" y="719084"/>
                      <a:pt x="17707" y="719084"/>
                      <a:pt x="46968" y="721928"/>
                    </a:cubicBezTo>
                    <a:cubicBezTo>
                      <a:pt x="47682" y="721928"/>
                      <a:pt x="47682" y="721928"/>
                      <a:pt x="47682" y="721928"/>
                    </a:cubicBezTo>
                    <a:cubicBezTo>
                      <a:pt x="49109" y="721928"/>
                      <a:pt x="50536" y="720506"/>
                      <a:pt x="50536" y="718373"/>
                    </a:cubicBezTo>
                    <a:cubicBezTo>
                      <a:pt x="50536" y="718373"/>
                      <a:pt x="50536" y="718373"/>
                      <a:pt x="41972" y="689932"/>
                    </a:cubicBezTo>
                    <a:cubicBezTo>
                      <a:pt x="41258" y="687799"/>
                      <a:pt x="42686" y="686377"/>
                      <a:pt x="44827" y="686377"/>
                    </a:cubicBezTo>
                    <a:cubicBezTo>
                      <a:pt x="44827" y="686377"/>
                      <a:pt x="45541" y="686377"/>
                      <a:pt x="46254" y="687088"/>
                    </a:cubicBezTo>
                    <a:cubicBezTo>
                      <a:pt x="46254" y="687088"/>
                      <a:pt x="46254" y="687088"/>
                      <a:pt x="71947" y="699886"/>
                    </a:cubicBezTo>
                    <a:cubicBezTo>
                      <a:pt x="72661" y="699886"/>
                      <a:pt x="72661" y="699886"/>
                      <a:pt x="73375" y="699886"/>
                    </a:cubicBezTo>
                    <a:cubicBezTo>
                      <a:pt x="74802" y="699886"/>
                      <a:pt x="76230" y="699175"/>
                      <a:pt x="76230" y="697042"/>
                    </a:cubicBezTo>
                    <a:cubicBezTo>
                      <a:pt x="76230" y="697042"/>
                      <a:pt x="76230" y="697042"/>
                      <a:pt x="78371" y="667179"/>
                    </a:cubicBezTo>
                    <a:cubicBezTo>
                      <a:pt x="78371" y="665757"/>
                      <a:pt x="79798" y="664335"/>
                      <a:pt x="81225" y="664335"/>
                    </a:cubicBezTo>
                    <a:cubicBezTo>
                      <a:pt x="81939" y="664335"/>
                      <a:pt x="82653" y="665046"/>
                      <a:pt x="82653" y="665046"/>
                    </a:cubicBezTo>
                    <a:cubicBezTo>
                      <a:pt x="82653" y="665046"/>
                      <a:pt x="82653" y="665046"/>
                      <a:pt x="104063" y="687088"/>
                    </a:cubicBezTo>
                    <a:cubicBezTo>
                      <a:pt x="104777" y="687799"/>
                      <a:pt x="105491" y="688510"/>
                      <a:pt x="106205" y="688510"/>
                    </a:cubicBezTo>
                    <a:cubicBezTo>
                      <a:pt x="107632" y="688510"/>
                      <a:pt x="108346" y="687799"/>
                      <a:pt x="109059" y="686377"/>
                    </a:cubicBezTo>
                    <a:cubicBezTo>
                      <a:pt x="109059" y="686377"/>
                      <a:pt x="109059" y="686377"/>
                      <a:pt x="121192" y="658647"/>
                    </a:cubicBezTo>
                    <a:cubicBezTo>
                      <a:pt x="121192" y="657936"/>
                      <a:pt x="122619" y="657225"/>
                      <a:pt x="123333" y="657225"/>
                    </a:cubicBezTo>
                    <a:close/>
                    <a:moveTo>
                      <a:pt x="69521" y="517525"/>
                    </a:moveTo>
                    <a:cubicBezTo>
                      <a:pt x="609820" y="517525"/>
                      <a:pt x="609820" y="517525"/>
                      <a:pt x="609820" y="517525"/>
                    </a:cubicBezTo>
                    <a:cubicBezTo>
                      <a:pt x="619086" y="517525"/>
                      <a:pt x="626214" y="524618"/>
                      <a:pt x="626214" y="533839"/>
                    </a:cubicBezTo>
                    <a:cubicBezTo>
                      <a:pt x="626214" y="543061"/>
                      <a:pt x="619086" y="550863"/>
                      <a:pt x="609820" y="550863"/>
                    </a:cubicBezTo>
                    <a:cubicBezTo>
                      <a:pt x="69521" y="550863"/>
                      <a:pt x="69521" y="550863"/>
                      <a:pt x="69521" y="550863"/>
                    </a:cubicBezTo>
                    <a:cubicBezTo>
                      <a:pt x="60254" y="550863"/>
                      <a:pt x="53126" y="543061"/>
                      <a:pt x="53126" y="533839"/>
                    </a:cubicBezTo>
                    <a:cubicBezTo>
                      <a:pt x="53126" y="524618"/>
                      <a:pt x="60254" y="517525"/>
                      <a:pt x="69521" y="517525"/>
                    </a:cubicBezTo>
                    <a:close/>
                    <a:moveTo>
                      <a:pt x="69521" y="388938"/>
                    </a:moveTo>
                    <a:cubicBezTo>
                      <a:pt x="609820" y="388938"/>
                      <a:pt x="609820" y="388938"/>
                      <a:pt x="609820" y="388938"/>
                    </a:cubicBezTo>
                    <a:cubicBezTo>
                      <a:pt x="619086" y="388938"/>
                      <a:pt x="626214" y="396154"/>
                      <a:pt x="626214" y="404092"/>
                    </a:cubicBezTo>
                    <a:cubicBezTo>
                      <a:pt x="626214" y="414194"/>
                      <a:pt x="619086" y="420688"/>
                      <a:pt x="609820" y="420688"/>
                    </a:cubicBezTo>
                    <a:cubicBezTo>
                      <a:pt x="69521" y="420688"/>
                      <a:pt x="69521" y="420688"/>
                      <a:pt x="69521" y="420688"/>
                    </a:cubicBezTo>
                    <a:cubicBezTo>
                      <a:pt x="60254" y="420688"/>
                      <a:pt x="53126" y="414194"/>
                      <a:pt x="53126" y="404092"/>
                    </a:cubicBezTo>
                    <a:cubicBezTo>
                      <a:pt x="53126" y="396154"/>
                      <a:pt x="60254" y="388938"/>
                      <a:pt x="69521" y="388938"/>
                    </a:cubicBezTo>
                    <a:close/>
                    <a:moveTo>
                      <a:pt x="69521" y="257175"/>
                    </a:moveTo>
                    <a:cubicBezTo>
                      <a:pt x="609820" y="257175"/>
                      <a:pt x="609820" y="257175"/>
                      <a:pt x="609820" y="257175"/>
                    </a:cubicBezTo>
                    <a:cubicBezTo>
                      <a:pt x="619086" y="257175"/>
                      <a:pt x="626214" y="264451"/>
                      <a:pt x="626214" y="276093"/>
                    </a:cubicBezTo>
                    <a:cubicBezTo>
                      <a:pt x="626214" y="285552"/>
                      <a:pt x="619086" y="292100"/>
                      <a:pt x="609820" y="292100"/>
                    </a:cubicBezTo>
                    <a:cubicBezTo>
                      <a:pt x="69521" y="292100"/>
                      <a:pt x="69521" y="292100"/>
                      <a:pt x="69521" y="292100"/>
                    </a:cubicBezTo>
                    <a:cubicBezTo>
                      <a:pt x="60254" y="292100"/>
                      <a:pt x="53126" y="285552"/>
                      <a:pt x="53126" y="276093"/>
                    </a:cubicBezTo>
                    <a:cubicBezTo>
                      <a:pt x="53126" y="264451"/>
                      <a:pt x="60254" y="257175"/>
                      <a:pt x="69521" y="257175"/>
                    </a:cubicBezTo>
                    <a:close/>
                    <a:moveTo>
                      <a:pt x="69521" y="130175"/>
                    </a:moveTo>
                    <a:cubicBezTo>
                      <a:pt x="609820" y="130175"/>
                      <a:pt x="609820" y="130175"/>
                      <a:pt x="609820" y="130175"/>
                    </a:cubicBezTo>
                    <a:cubicBezTo>
                      <a:pt x="619086" y="130175"/>
                      <a:pt x="626214" y="137391"/>
                      <a:pt x="626214" y="145329"/>
                    </a:cubicBezTo>
                    <a:cubicBezTo>
                      <a:pt x="626214" y="153988"/>
                      <a:pt x="619086" y="161925"/>
                      <a:pt x="609820" y="161925"/>
                    </a:cubicBezTo>
                    <a:cubicBezTo>
                      <a:pt x="69521" y="161925"/>
                      <a:pt x="69521" y="161925"/>
                      <a:pt x="69521" y="161925"/>
                    </a:cubicBezTo>
                    <a:cubicBezTo>
                      <a:pt x="60254" y="161925"/>
                      <a:pt x="53126" y="153988"/>
                      <a:pt x="53126" y="145329"/>
                    </a:cubicBezTo>
                    <a:cubicBezTo>
                      <a:pt x="53126" y="137391"/>
                      <a:pt x="60254" y="130175"/>
                      <a:pt x="69521" y="130175"/>
                    </a:cubicBezTo>
                    <a:close/>
                    <a:moveTo>
                      <a:pt x="69521" y="0"/>
                    </a:moveTo>
                    <a:cubicBezTo>
                      <a:pt x="609820" y="0"/>
                      <a:pt x="609820" y="0"/>
                      <a:pt x="609820" y="0"/>
                    </a:cubicBezTo>
                    <a:cubicBezTo>
                      <a:pt x="619086" y="0"/>
                      <a:pt x="626214" y="7056"/>
                      <a:pt x="626214" y="16228"/>
                    </a:cubicBezTo>
                    <a:cubicBezTo>
                      <a:pt x="626214" y="24695"/>
                      <a:pt x="619086" y="31750"/>
                      <a:pt x="609820" y="31750"/>
                    </a:cubicBezTo>
                    <a:cubicBezTo>
                      <a:pt x="69521" y="31750"/>
                      <a:pt x="69521" y="31750"/>
                      <a:pt x="69521" y="31750"/>
                    </a:cubicBezTo>
                    <a:cubicBezTo>
                      <a:pt x="60254" y="31750"/>
                      <a:pt x="53126" y="24695"/>
                      <a:pt x="53126" y="16228"/>
                    </a:cubicBezTo>
                    <a:cubicBezTo>
                      <a:pt x="53126" y="7056"/>
                      <a:pt x="60254" y="0"/>
                      <a:pt x="69521"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200" name="Freeform 11">
                <a:extLst>
                  <a:ext uri="{FF2B5EF4-FFF2-40B4-BE49-F238E27FC236}">
                    <a16:creationId xmlns:a16="http://schemas.microsoft.com/office/drawing/2014/main" id="{E5069A90-519E-4C11-BFDC-00E06155EA98}"/>
                  </a:ext>
                </a:extLst>
              </p:cNvPr>
              <p:cNvSpPr>
                <a:spLocks/>
              </p:cNvSpPr>
              <p:nvPr/>
            </p:nvSpPr>
            <p:spPr bwMode="auto">
              <a:xfrm>
                <a:off x="5648325" y="2890838"/>
                <a:ext cx="895350" cy="1185863"/>
              </a:xfrm>
              <a:custGeom>
                <a:avLst/>
                <a:gdLst>
                  <a:gd name="connsiteX0" fmla="*/ 390360 w 895350"/>
                  <a:gd name="connsiteY0" fmla="*/ 1025525 h 1185863"/>
                  <a:gd name="connsiteX1" fmla="*/ 757403 w 895350"/>
                  <a:gd name="connsiteY1" fmla="*/ 1025525 h 1185863"/>
                  <a:gd name="connsiteX2" fmla="*/ 773113 w 895350"/>
                  <a:gd name="connsiteY2" fmla="*/ 1040957 h 1185863"/>
                  <a:gd name="connsiteX3" fmla="*/ 757403 w 895350"/>
                  <a:gd name="connsiteY3" fmla="*/ 1055688 h 1185863"/>
                  <a:gd name="connsiteX4" fmla="*/ 390360 w 895350"/>
                  <a:gd name="connsiteY4" fmla="*/ 1055688 h 1185863"/>
                  <a:gd name="connsiteX5" fmla="*/ 374650 w 895350"/>
                  <a:gd name="connsiteY5" fmla="*/ 1040957 h 1185863"/>
                  <a:gd name="connsiteX6" fmla="*/ 390360 w 895350"/>
                  <a:gd name="connsiteY6" fmla="*/ 1025525 h 1185863"/>
                  <a:gd name="connsiteX7" fmla="*/ 509564 w 895350"/>
                  <a:gd name="connsiteY7" fmla="*/ 885825 h 1185863"/>
                  <a:gd name="connsiteX8" fmla="*/ 513846 w 895350"/>
                  <a:gd name="connsiteY8" fmla="*/ 890771 h 1185863"/>
                  <a:gd name="connsiteX9" fmla="*/ 518129 w 895350"/>
                  <a:gd name="connsiteY9" fmla="*/ 906314 h 1185863"/>
                  <a:gd name="connsiteX10" fmla="*/ 551675 w 895350"/>
                  <a:gd name="connsiteY10" fmla="*/ 979087 h 1185863"/>
                  <a:gd name="connsiteX11" fmla="*/ 563809 w 895350"/>
                  <a:gd name="connsiteY11" fmla="*/ 965663 h 1185863"/>
                  <a:gd name="connsiteX12" fmla="*/ 579512 w 895350"/>
                  <a:gd name="connsiteY12" fmla="*/ 947293 h 1185863"/>
                  <a:gd name="connsiteX13" fmla="*/ 580226 w 895350"/>
                  <a:gd name="connsiteY13" fmla="*/ 945880 h 1185863"/>
                  <a:gd name="connsiteX14" fmla="*/ 581653 w 895350"/>
                  <a:gd name="connsiteY14" fmla="*/ 944467 h 1185863"/>
                  <a:gd name="connsiteX15" fmla="*/ 593787 w 895350"/>
                  <a:gd name="connsiteY15" fmla="*/ 936695 h 1185863"/>
                  <a:gd name="connsiteX16" fmla="*/ 594501 w 895350"/>
                  <a:gd name="connsiteY16" fmla="*/ 935989 h 1185863"/>
                  <a:gd name="connsiteX17" fmla="*/ 595929 w 895350"/>
                  <a:gd name="connsiteY17" fmla="*/ 935989 h 1185863"/>
                  <a:gd name="connsiteX18" fmla="*/ 625906 w 895350"/>
                  <a:gd name="connsiteY18" fmla="*/ 945880 h 1185863"/>
                  <a:gd name="connsiteX19" fmla="*/ 629475 w 895350"/>
                  <a:gd name="connsiteY19" fmla="*/ 949413 h 1185863"/>
                  <a:gd name="connsiteX20" fmla="*/ 673015 w 895350"/>
                  <a:gd name="connsiteY20" fmla="*/ 935989 h 1185863"/>
                  <a:gd name="connsiteX21" fmla="*/ 676583 w 895350"/>
                  <a:gd name="connsiteY21" fmla="*/ 931749 h 1185863"/>
                  <a:gd name="connsiteX22" fmla="*/ 742963 w 895350"/>
                  <a:gd name="connsiteY22" fmla="*/ 902782 h 1185863"/>
                  <a:gd name="connsiteX23" fmla="*/ 755811 w 895350"/>
                  <a:gd name="connsiteY23" fmla="*/ 919032 h 1185863"/>
                  <a:gd name="connsiteX24" fmla="*/ 738680 w 895350"/>
                  <a:gd name="connsiteY24" fmla="*/ 931749 h 1185863"/>
                  <a:gd name="connsiteX25" fmla="*/ 697282 w 895350"/>
                  <a:gd name="connsiteY25" fmla="*/ 954358 h 1185863"/>
                  <a:gd name="connsiteX26" fmla="*/ 693714 w 895350"/>
                  <a:gd name="connsiteY26" fmla="*/ 957891 h 1185863"/>
                  <a:gd name="connsiteX27" fmla="*/ 612345 w 895350"/>
                  <a:gd name="connsiteY27" fmla="*/ 973435 h 1185863"/>
                  <a:gd name="connsiteX28" fmla="*/ 605921 w 895350"/>
                  <a:gd name="connsiteY28" fmla="*/ 968489 h 1185863"/>
                  <a:gd name="connsiteX29" fmla="*/ 603066 w 895350"/>
                  <a:gd name="connsiteY29" fmla="*/ 966369 h 1185863"/>
                  <a:gd name="connsiteX30" fmla="*/ 602352 w 895350"/>
                  <a:gd name="connsiteY30" fmla="*/ 967076 h 1185863"/>
                  <a:gd name="connsiteX31" fmla="*/ 586650 w 895350"/>
                  <a:gd name="connsiteY31" fmla="*/ 984739 h 1185863"/>
                  <a:gd name="connsiteX32" fmla="*/ 571661 w 895350"/>
                  <a:gd name="connsiteY32" fmla="*/ 1002402 h 1185863"/>
                  <a:gd name="connsiteX33" fmla="*/ 555958 w 895350"/>
                  <a:gd name="connsiteY33" fmla="*/ 1013000 h 1185863"/>
                  <a:gd name="connsiteX34" fmla="*/ 553817 w 895350"/>
                  <a:gd name="connsiteY34" fmla="*/ 1013000 h 1185863"/>
                  <a:gd name="connsiteX35" fmla="*/ 552389 w 895350"/>
                  <a:gd name="connsiteY35" fmla="*/ 1013000 h 1185863"/>
                  <a:gd name="connsiteX36" fmla="*/ 533118 w 895350"/>
                  <a:gd name="connsiteY36" fmla="*/ 1003815 h 1185863"/>
                  <a:gd name="connsiteX37" fmla="*/ 530976 w 895350"/>
                  <a:gd name="connsiteY37" fmla="*/ 1001696 h 1185863"/>
                  <a:gd name="connsiteX38" fmla="*/ 530976 w 895350"/>
                  <a:gd name="connsiteY38" fmla="*/ 1000989 h 1185863"/>
                  <a:gd name="connsiteX39" fmla="*/ 496002 w 895350"/>
                  <a:gd name="connsiteY39" fmla="*/ 938108 h 1185863"/>
                  <a:gd name="connsiteX40" fmla="*/ 415347 w 895350"/>
                  <a:gd name="connsiteY40" fmla="*/ 1009467 h 1185863"/>
                  <a:gd name="connsiteX41" fmla="*/ 394648 w 895350"/>
                  <a:gd name="connsiteY41" fmla="*/ 1006641 h 1185863"/>
                  <a:gd name="connsiteX42" fmla="*/ 396790 w 895350"/>
                  <a:gd name="connsiteY42" fmla="*/ 985446 h 1185863"/>
                  <a:gd name="connsiteX43" fmla="*/ 491720 w 895350"/>
                  <a:gd name="connsiteY43" fmla="*/ 899249 h 1185863"/>
                  <a:gd name="connsiteX44" fmla="*/ 503140 w 895350"/>
                  <a:gd name="connsiteY44" fmla="*/ 887945 h 1185863"/>
                  <a:gd name="connsiteX45" fmla="*/ 509564 w 895350"/>
                  <a:gd name="connsiteY45" fmla="*/ 885825 h 1185863"/>
                  <a:gd name="connsiteX46" fmla="*/ 31750 w 895350"/>
                  <a:gd name="connsiteY46" fmla="*/ 31750 h 1185863"/>
                  <a:gd name="connsiteX47" fmla="*/ 31750 w 895350"/>
                  <a:gd name="connsiteY47" fmla="*/ 1154113 h 1185863"/>
                  <a:gd name="connsiteX48" fmla="*/ 863600 w 895350"/>
                  <a:gd name="connsiteY48" fmla="*/ 1154113 h 1185863"/>
                  <a:gd name="connsiteX49" fmla="*/ 863600 w 895350"/>
                  <a:gd name="connsiteY49" fmla="*/ 31750 h 1185863"/>
                  <a:gd name="connsiteX50" fmla="*/ 31750 w 895350"/>
                  <a:gd name="connsiteY50" fmla="*/ 31750 h 1185863"/>
                  <a:gd name="connsiteX51" fmla="*/ 15708 w 895350"/>
                  <a:gd name="connsiteY51" fmla="*/ 0 h 1185863"/>
                  <a:gd name="connsiteX52" fmla="*/ 879642 w 895350"/>
                  <a:gd name="connsiteY52" fmla="*/ 0 h 1185863"/>
                  <a:gd name="connsiteX53" fmla="*/ 895350 w 895350"/>
                  <a:gd name="connsiteY53" fmla="*/ 15697 h 1185863"/>
                  <a:gd name="connsiteX54" fmla="*/ 895350 w 895350"/>
                  <a:gd name="connsiteY54" fmla="*/ 1170166 h 1185863"/>
                  <a:gd name="connsiteX55" fmla="*/ 879642 w 895350"/>
                  <a:gd name="connsiteY55" fmla="*/ 1185863 h 1185863"/>
                  <a:gd name="connsiteX56" fmla="*/ 15708 w 895350"/>
                  <a:gd name="connsiteY56" fmla="*/ 1185863 h 1185863"/>
                  <a:gd name="connsiteX57" fmla="*/ 0 w 895350"/>
                  <a:gd name="connsiteY57" fmla="*/ 1170166 h 1185863"/>
                  <a:gd name="connsiteX58" fmla="*/ 0 w 895350"/>
                  <a:gd name="connsiteY58" fmla="*/ 15697 h 1185863"/>
                  <a:gd name="connsiteX59" fmla="*/ 15708 w 895350"/>
                  <a:gd name="connsiteY59" fmla="*/ 0 h 1185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895350" h="1185863">
                    <a:moveTo>
                      <a:pt x="390360" y="1025525"/>
                    </a:moveTo>
                    <a:cubicBezTo>
                      <a:pt x="646005" y="1025525"/>
                      <a:pt x="757403" y="1025525"/>
                      <a:pt x="757403" y="1025525"/>
                    </a:cubicBezTo>
                    <a:cubicBezTo>
                      <a:pt x="765972" y="1025525"/>
                      <a:pt x="773113" y="1031838"/>
                      <a:pt x="773113" y="1040957"/>
                    </a:cubicBezTo>
                    <a:cubicBezTo>
                      <a:pt x="773113" y="1049375"/>
                      <a:pt x="765972" y="1055688"/>
                      <a:pt x="757403" y="1055688"/>
                    </a:cubicBezTo>
                    <a:cubicBezTo>
                      <a:pt x="462483" y="1055688"/>
                      <a:pt x="390360" y="1055688"/>
                      <a:pt x="390360" y="1055688"/>
                    </a:cubicBezTo>
                    <a:cubicBezTo>
                      <a:pt x="381791" y="1055688"/>
                      <a:pt x="374650" y="1049375"/>
                      <a:pt x="374650" y="1040957"/>
                    </a:cubicBezTo>
                    <a:cubicBezTo>
                      <a:pt x="374650" y="1031838"/>
                      <a:pt x="381791" y="1025525"/>
                      <a:pt x="390360" y="1025525"/>
                    </a:cubicBezTo>
                    <a:close/>
                    <a:moveTo>
                      <a:pt x="509564" y="885825"/>
                    </a:moveTo>
                    <a:cubicBezTo>
                      <a:pt x="511705" y="886532"/>
                      <a:pt x="513846" y="887945"/>
                      <a:pt x="513846" y="890771"/>
                    </a:cubicBezTo>
                    <a:cubicBezTo>
                      <a:pt x="513846" y="890771"/>
                      <a:pt x="513846" y="890771"/>
                      <a:pt x="518129" y="906314"/>
                    </a:cubicBezTo>
                    <a:cubicBezTo>
                      <a:pt x="523839" y="930336"/>
                      <a:pt x="535259" y="955771"/>
                      <a:pt x="551675" y="979087"/>
                    </a:cubicBezTo>
                    <a:cubicBezTo>
                      <a:pt x="555958" y="974848"/>
                      <a:pt x="559527" y="969902"/>
                      <a:pt x="563809" y="965663"/>
                    </a:cubicBezTo>
                    <a:cubicBezTo>
                      <a:pt x="569519" y="959304"/>
                      <a:pt x="574516" y="953652"/>
                      <a:pt x="579512" y="947293"/>
                    </a:cubicBezTo>
                    <a:cubicBezTo>
                      <a:pt x="580226" y="945880"/>
                      <a:pt x="580226" y="945880"/>
                      <a:pt x="580226" y="945880"/>
                    </a:cubicBezTo>
                    <a:cubicBezTo>
                      <a:pt x="580940" y="945880"/>
                      <a:pt x="581653" y="945173"/>
                      <a:pt x="581653" y="944467"/>
                    </a:cubicBezTo>
                    <a:cubicBezTo>
                      <a:pt x="583795" y="942347"/>
                      <a:pt x="588077" y="938108"/>
                      <a:pt x="593787" y="936695"/>
                    </a:cubicBezTo>
                    <a:cubicBezTo>
                      <a:pt x="594501" y="935989"/>
                      <a:pt x="594501" y="935989"/>
                      <a:pt x="594501" y="935989"/>
                    </a:cubicBezTo>
                    <a:cubicBezTo>
                      <a:pt x="595929" y="935989"/>
                      <a:pt x="595929" y="935989"/>
                      <a:pt x="595929" y="935989"/>
                    </a:cubicBezTo>
                    <a:cubicBezTo>
                      <a:pt x="609490" y="932456"/>
                      <a:pt x="619483" y="940934"/>
                      <a:pt x="625906" y="945880"/>
                    </a:cubicBezTo>
                    <a:cubicBezTo>
                      <a:pt x="627334" y="947293"/>
                      <a:pt x="628761" y="948706"/>
                      <a:pt x="629475" y="949413"/>
                    </a:cubicBezTo>
                    <a:cubicBezTo>
                      <a:pt x="640895" y="956478"/>
                      <a:pt x="660167" y="946586"/>
                      <a:pt x="673015" y="935989"/>
                    </a:cubicBezTo>
                    <a:cubicBezTo>
                      <a:pt x="674442" y="934576"/>
                      <a:pt x="675156" y="933162"/>
                      <a:pt x="676583" y="931749"/>
                    </a:cubicBezTo>
                    <a:cubicBezTo>
                      <a:pt x="695141" y="916912"/>
                      <a:pt x="715126" y="898543"/>
                      <a:pt x="742963" y="902782"/>
                    </a:cubicBezTo>
                    <a:cubicBezTo>
                      <a:pt x="751528" y="904195"/>
                      <a:pt x="757238" y="911967"/>
                      <a:pt x="755811" y="919032"/>
                    </a:cubicBezTo>
                    <a:cubicBezTo>
                      <a:pt x="754383" y="927510"/>
                      <a:pt x="746532" y="933162"/>
                      <a:pt x="738680" y="931749"/>
                    </a:cubicBezTo>
                    <a:cubicBezTo>
                      <a:pt x="725119" y="929630"/>
                      <a:pt x="711558" y="942347"/>
                      <a:pt x="697282" y="954358"/>
                    </a:cubicBezTo>
                    <a:cubicBezTo>
                      <a:pt x="695855" y="955771"/>
                      <a:pt x="695141" y="956478"/>
                      <a:pt x="693714" y="957891"/>
                    </a:cubicBezTo>
                    <a:cubicBezTo>
                      <a:pt x="663736" y="981913"/>
                      <a:pt x="633758" y="988272"/>
                      <a:pt x="612345" y="973435"/>
                    </a:cubicBezTo>
                    <a:cubicBezTo>
                      <a:pt x="609490" y="971315"/>
                      <a:pt x="608062" y="969902"/>
                      <a:pt x="605921" y="968489"/>
                    </a:cubicBezTo>
                    <a:cubicBezTo>
                      <a:pt x="605207" y="968489"/>
                      <a:pt x="603780" y="967076"/>
                      <a:pt x="603066" y="966369"/>
                    </a:cubicBezTo>
                    <a:cubicBezTo>
                      <a:pt x="603066" y="966369"/>
                      <a:pt x="603066" y="967076"/>
                      <a:pt x="602352" y="967076"/>
                    </a:cubicBezTo>
                    <a:cubicBezTo>
                      <a:pt x="597356" y="972021"/>
                      <a:pt x="592360" y="978380"/>
                      <a:pt x="586650" y="984739"/>
                    </a:cubicBezTo>
                    <a:cubicBezTo>
                      <a:pt x="582367" y="990391"/>
                      <a:pt x="576657" y="996043"/>
                      <a:pt x="571661" y="1002402"/>
                    </a:cubicBezTo>
                    <a:cubicBezTo>
                      <a:pt x="570233" y="1005228"/>
                      <a:pt x="564523" y="1010880"/>
                      <a:pt x="555958" y="1013000"/>
                    </a:cubicBezTo>
                    <a:cubicBezTo>
                      <a:pt x="555958" y="1013000"/>
                      <a:pt x="555958" y="1013000"/>
                      <a:pt x="553817" y="1013000"/>
                    </a:cubicBezTo>
                    <a:cubicBezTo>
                      <a:pt x="552389" y="1013000"/>
                      <a:pt x="552389" y="1013000"/>
                      <a:pt x="552389" y="1013000"/>
                    </a:cubicBezTo>
                    <a:cubicBezTo>
                      <a:pt x="542397" y="1013000"/>
                      <a:pt x="536686" y="1006641"/>
                      <a:pt x="533118" y="1003815"/>
                    </a:cubicBezTo>
                    <a:cubicBezTo>
                      <a:pt x="530976" y="1001696"/>
                      <a:pt x="530976" y="1001696"/>
                      <a:pt x="530976" y="1001696"/>
                    </a:cubicBezTo>
                    <a:cubicBezTo>
                      <a:pt x="530976" y="1000989"/>
                      <a:pt x="530976" y="1000989"/>
                      <a:pt x="530976" y="1000989"/>
                    </a:cubicBezTo>
                    <a:cubicBezTo>
                      <a:pt x="515987" y="981206"/>
                      <a:pt x="504567" y="960011"/>
                      <a:pt x="496002" y="938108"/>
                    </a:cubicBezTo>
                    <a:cubicBezTo>
                      <a:pt x="471021" y="964250"/>
                      <a:pt x="443898" y="987565"/>
                      <a:pt x="415347" y="1009467"/>
                    </a:cubicBezTo>
                    <a:cubicBezTo>
                      <a:pt x="408210" y="1014413"/>
                      <a:pt x="399645" y="1013000"/>
                      <a:pt x="394648" y="1006641"/>
                    </a:cubicBezTo>
                    <a:cubicBezTo>
                      <a:pt x="388938" y="1000283"/>
                      <a:pt x="390366" y="990391"/>
                      <a:pt x="396790" y="985446"/>
                    </a:cubicBezTo>
                    <a:cubicBezTo>
                      <a:pt x="430336" y="960717"/>
                      <a:pt x="462455" y="931043"/>
                      <a:pt x="491720" y="899249"/>
                    </a:cubicBezTo>
                    <a:cubicBezTo>
                      <a:pt x="491720" y="899249"/>
                      <a:pt x="491720" y="899249"/>
                      <a:pt x="503140" y="887945"/>
                    </a:cubicBezTo>
                    <a:cubicBezTo>
                      <a:pt x="505281" y="885825"/>
                      <a:pt x="507422" y="885825"/>
                      <a:pt x="509564" y="885825"/>
                    </a:cubicBezTo>
                    <a:close/>
                    <a:moveTo>
                      <a:pt x="31750" y="31750"/>
                    </a:moveTo>
                    <a:cubicBezTo>
                      <a:pt x="31750" y="31750"/>
                      <a:pt x="31750" y="31750"/>
                      <a:pt x="31750" y="1154113"/>
                    </a:cubicBezTo>
                    <a:cubicBezTo>
                      <a:pt x="31750" y="1154113"/>
                      <a:pt x="31750" y="1154113"/>
                      <a:pt x="863600" y="1154113"/>
                    </a:cubicBezTo>
                    <a:cubicBezTo>
                      <a:pt x="863600" y="1154113"/>
                      <a:pt x="863600" y="482693"/>
                      <a:pt x="863600" y="31750"/>
                    </a:cubicBezTo>
                    <a:cubicBezTo>
                      <a:pt x="863600" y="31750"/>
                      <a:pt x="863600" y="31750"/>
                      <a:pt x="31750" y="31750"/>
                    </a:cubicBezTo>
                    <a:close/>
                    <a:moveTo>
                      <a:pt x="15708" y="0"/>
                    </a:moveTo>
                    <a:cubicBezTo>
                      <a:pt x="15708" y="0"/>
                      <a:pt x="15708" y="0"/>
                      <a:pt x="879642" y="0"/>
                    </a:cubicBezTo>
                    <a:cubicBezTo>
                      <a:pt x="888924" y="0"/>
                      <a:pt x="895350" y="7135"/>
                      <a:pt x="895350" y="15697"/>
                    </a:cubicBezTo>
                    <a:cubicBezTo>
                      <a:pt x="895350" y="15697"/>
                      <a:pt x="895350" y="775592"/>
                      <a:pt x="895350" y="1170166"/>
                    </a:cubicBezTo>
                    <a:cubicBezTo>
                      <a:pt x="895350" y="1179442"/>
                      <a:pt x="888924" y="1185863"/>
                      <a:pt x="879642" y="1185863"/>
                    </a:cubicBezTo>
                    <a:cubicBezTo>
                      <a:pt x="879642" y="1185863"/>
                      <a:pt x="879642" y="1185863"/>
                      <a:pt x="15708" y="1185863"/>
                    </a:cubicBezTo>
                    <a:cubicBezTo>
                      <a:pt x="6426" y="1185863"/>
                      <a:pt x="0" y="1179442"/>
                      <a:pt x="0" y="1170166"/>
                    </a:cubicBezTo>
                    <a:cubicBezTo>
                      <a:pt x="0" y="1170166"/>
                      <a:pt x="0" y="1170166"/>
                      <a:pt x="0" y="15697"/>
                    </a:cubicBezTo>
                    <a:cubicBezTo>
                      <a:pt x="0" y="7135"/>
                      <a:pt x="6426" y="0"/>
                      <a:pt x="15708"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grpSp>
      </p:grpSp>
      <p:sp>
        <p:nvSpPr>
          <p:cNvPr id="2" name="IllustrativeStamp">
            <a:extLst>
              <a:ext uri="{FF2B5EF4-FFF2-40B4-BE49-F238E27FC236}">
                <a16:creationId xmlns:a16="http://schemas.microsoft.com/office/drawing/2014/main" id="{22B50086-FE89-7BED-89CF-5761FF318AA1}"/>
              </a:ext>
            </a:extLst>
          </p:cNvPr>
          <p:cNvSpPr/>
          <p:nvPr/>
        </p:nvSpPr>
        <p:spPr>
          <a:xfrm>
            <a:off x="10338055" y="1063493"/>
            <a:ext cx="1225296" cy="191773"/>
          </a:xfrm>
          <a:prstGeom prst="rect">
            <a:avLst/>
          </a:prstGeom>
          <a:solidFill>
            <a:srgbClr val="006C67"/>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l"/>
            <a:r>
              <a:rPr lang="en-US" sz="1200" dirty="0">
                <a:solidFill>
                  <a:srgbClr val="FFFFFF"/>
                </a:solidFill>
                <a:latin typeface="Trebuchet MS" panose="020B0603020202020204" pitchFamily="34" charset="0"/>
              </a:rPr>
              <a:t>Non-exhaustive</a:t>
            </a:r>
          </a:p>
        </p:txBody>
      </p:sp>
      <p:graphicFrame>
        <p:nvGraphicFramePr>
          <p:cNvPr id="4" name="Object 3" hidden="1">
            <a:extLst>
              <a:ext uri="{FF2B5EF4-FFF2-40B4-BE49-F238E27FC236}">
                <a16:creationId xmlns:a16="http://schemas.microsoft.com/office/drawing/2014/main" id="{A04E119C-868B-0709-F93B-E111DA12828C}"/>
              </a:ext>
            </a:extLst>
          </p:cNvPr>
          <p:cNvGraphicFramePr>
            <a:graphicFrameLocks noChangeAspect="1"/>
          </p:cNvGraphicFramePr>
          <p:nvPr>
            <p:custDataLst>
              <p:tags r:id="rId4"/>
            </p:custDataLst>
            <p:extLst>
              <p:ext uri="{D42A27DB-BD31-4B8C-83A1-F6EECF244321}">
                <p14:modId xmlns:p14="http://schemas.microsoft.com/office/powerpoint/2010/main" val="37296070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286" imgH="286" progId="TCLayout.ActiveDocument.1">
                  <p:embed/>
                </p:oleObj>
              </mc:Choice>
              <mc:Fallback>
                <p:oleObj name="think-cell Slide" r:id="rId9" imgW="286" imgH="286" progId="TCLayout.ActiveDocument.1">
                  <p:embed/>
                  <p:pic>
                    <p:nvPicPr>
                      <p:cNvPr id="4" name="Object 3" hidden="1">
                        <a:extLst>
                          <a:ext uri="{FF2B5EF4-FFF2-40B4-BE49-F238E27FC236}">
                            <a16:creationId xmlns:a16="http://schemas.microsoft.com/office/drawing/2014/main" id="{A04E119C-868B-0709-F93B-E111DA12828C}"/>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34177487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27D94-397E-4AC3-9F12-5E2E3C17EBB3}"/>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BA48C6D3-8C6E-04DC-93E5-45B6D98F612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4" name="think-cell data - do not delete" hidden="1">
                        <a:extLst>
                          <a:ext uri="{FF2B5EF4-FFF2-40B4-BE49-F238E27FC236}">
                            <a16:creationId xmlns:a16="http://schemas.microsoft.com/office/drawing/2014/main" id="{BA48C6D3-8C6E-04DC-93E5-45B6D98F612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20" name="Right Triangle 119">
            <a:extLst>
              <a:ext uri="{FF2B5EF4-FFF2-40B4-BE49-F238E27FC236}">
                <a16:creationId xmlns:a16="http://schemas.microsoft.com/office/drawing/2014/main" id="{BA50838B-C0CB-578C-ED88-C0F75E64D09B}"/>
              </a:ext>
            </a:extLst>
          </p:cNvPr>
          <p:cNvSpPr/>
          <p:nvPr/>
        </p:nvSpPr>
        <p:spPr>
          <a:xfrm>
            <a:off x="2057398" y="1996007"/>
            <a:ext cx="151715" cy="226899"/>
          </a:xfrm>
          <a:prstGeom prst="rtTriangle">
            <a:avLst/>
          </a:prstGeom>
          <a:solidFill>
            <a:schemeClr val="accent1"/>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3" name="Title 2">
            <a:extLst>
              <a:ext uri="{FF2B5EF4-FFF2-40B4-BE49-F238E27FC236}">
                <a16:creationId xmlns:a16="http://schemas.microsoft.com/office/drawing/2014/main" id="{9DDCEDF3-8E20-4978-4A98-4C05B269EF2B}"/>
              </a:ext>
            </a:extLst>
          </p:cNvPr>
          <p:cNvSpPr>
            <a:spLocks noGrp="1"/>
          </p:cNvSpPr>
          <p:nvPr>
            <p:ph type="title"/>
          </p:nvPr>
        </p:nvSpPr>
        <p:spPr>
          <a:xfrm>
            <a:off x="630238" y="622300"/>
            <a:ext cx="10933112" cy="664797"/>
          </a:xfrm>
        </p:spPr>
        <p:txBody>
          <a:bodyPr vert="horz">
            <a:noAutofit/>
          </a:bodyPr>
          <a:lstStyle/>
          <a:p>
            <a:r>
              <a:rPr lang="en-US" dirty="0"/>
              <a:t>Existing capabilities in various areas of the organization should be leveraged to drive the different steps of policy development</a:t>
            </a:r>
          </a:p>
        </p:txBody>
      </p:sp>
      <p:sp>
        <p:nvSpPr>
          <p:cNvPr id="23" name="Rectangle: Top Corners Rounded 22">
            <a:extLst>
              <a:ext uri="{FF2B5EF4-FFF2-40B4-BE49-F238E27FC236}">
                <a16:creationId xmlns:a16="http://schemas.microsoft.com/office/drawing/2014/main" id="{D842BAC4-73A6-DC34-A4C1-754F40CBEE59}"/>
              </a:ext>
            </a:extLst>
          </p:cNvPr>
          <p:cNvSpPr/>
          <p:nvPr/>
        </p:nvSpPr>
        <p:spPr>
          <a:xfrm flipV="1">
            <a:off x="541480" y="2222906"/>
            <a:ext cx="11110627" cy="4109446"/>
          </a:xfrm>
          <a:prstGeom prst="round2SameRect">
            <a:avLst>
              <a:gd name="adj1" fmla="val 4138"/>
              <a:gd name="adj2" fmla="val 0"/>
            </a:avLst>
          </a:prstGeom>
          <a:solidFill>
            <a:srgbClr val="FFFFFF"/>
          </a:solidFill>
          <a:ln w="9525" cap="rnd" cmpd="sng" algn="ctr">
            <a:noFill/>
            <a:prstDash val="solid"/>
            <a:round/>
            <a:headEnd type="none" w="med" len="med"/>
            <a:tailEnd type="none" w="med" len="med"/>
          </a:ln>
          <a:effectLst>
            <a:outerShdw blurRad="50800" dist="38100" dir="5400000" algn="t" rotWithShape="0">
              <a:prstClr val="black">
                <a:alpha val="40000"/>
              </a:prstClr>
            </a:outerShdw>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24" name="Rectangle 23">
            <a:extLst>
              <a:ext uri="{FF2B5EF4-FFF2-40B4-BE49-F238E27FC236}">
                <a16:creationId xmlns:a16="http://schemas.microsoft.com/office/drawing/2014/main" id="{8E03C101-5ADF-56F3-80E4-E3182F0C5EA1}"/>
              </a:ext>
            </a:extLst>
          </p:cNvPr>
          <p:cNvSpPr/>
          <p:nvPr/>
        </p:nvSpPr>
        <p:spPr>
          <a:xfrm>
            <a:off x="541480" y="2222906"/>
            <a:ext cx="11073148" cy="137160"/>
          </a:xfrm>
          <a:prstGeom prst="rect">
            <a:avLst/>
          </a:prstGeom>
          <a:solidFill>
            <a:schemeClr val="bg1">
              <a:lumMod val="85000"/>
            </a:schemeClr>
          </a:solidFill>
          <a:ln w="9525" cap="rnd" cmpd="sng" algn="ctr">
            <a:solidFill>
              <a:schemeClr val="bg1">
                <a:lumMod val="8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59" name="Arrow: Chevron 158">
            <a:extLst>
              <a:ext uri="{FF2B5EF4-FFF2-40B4-BE49-F238E27FC236}">
                <a16:creationId xmlns:a16="http://schemas.microsoft.com/office/drawing/2014/main" id="{4388189D-9887-460E-AE5F-734F26F0ED36}"/>
              </a:ext>
            </a:extLst>
          </p:cNvPr>
          <p:cNvSpPr/>
          <p:nvPr/>
        </p:nvSpPr>
        <p:spPr>
          <a:xfrm>
            <a:off x="3446619" y="2043634"/>
            <a:ext cx="1124426" cy="495703"/>
          </a:xfrm>
          <a:prstGeom prst="chevron">
            <a:avLst>
              <a:gd name="adj" fmla="val 12004"/>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a:ea typeface="+mn-ea"/>
                <a:cs typeface="+mn-cs"/>
              </a:rPr>
              <a:t>Direction</a:t>
            </a:r>
            <a:br>
              <a:rPr kumimoji="0" lang="en-US" sz="1200" b="0" i="0" u="none" strike="noStrike" kern="1200" cap="none" spc="0" normalizeH="0" baseline="0" noProof="0" dirty="0">
                <a:ln>
                  <a:noFill/>
                </a:ln>
                <a:solidFill>
                  <a:srgbClr val="FFFFFF"/>
                </a:solidFill>
                <a:effectLst/>
                <a:uLnTx/>
                <a:uFillTx/>
                <a:latin typeface="Trebuchet MS"/>
                <a:ea typeface="+mn-ea"/>
                <a:cs typeface="+mn-cs"/>
              </a:rPr>
            </a:br>
            <a:r>
              <a:rPr kumimoji="0" lang="en-US" sz="1200" b="0" i="0" u="none" strike="noStrike" kern="1200" cap="none" spc="0" normalizeH="0" baseline="0" noProof="0" dirty="0">
                <a:ln>
                  <a:noFill/>
                </a:ln>
                <a:solidFill>
                  <a:srgbClr val="FFFFFF"/>
                </a:solidFill>
                <a:effectLst/>
                <a:uLnTx/>
                <a:uFillTx/>
                <a:latin typeface="Trebuchet MS"/>
                <a:ea typeface="+mn-ea"/>
                <a:cs typeface="+mn-cs"/>
              </a:rPr>
              <a:t>setting</a:t>
            </a:r>
          </a:p>
        </p:txBody>
      </p:sp>
      <p:sp>
        <p:nvSpPr>
          <p:cNvPr id="36" name="Arrow: Chevron 35">
            <a:extLst>
              <a:ext uri="{FF2B5EF4-FFF2-40B4-BE49-F238E27FC236}">
                <a16:creationId xmlns:a16="http://schemas.microsoft.com/office/drawing/2014/main" id="{8BBAF5CF-4E98-45D4-C6E6-B7AEC5C42841}"/>
              </a:ext>
            </a:extLst>
          </p:cNvPr>
          <p:cNvSpPr/>
          <p:nvPr/>
        </p:nvSpPr>
        <p:spPr>
          <a:xfrm>
            <a:off x="4616766" y="2043634"/>
            <a:ext cx="1124426" cy="495703"/>
          </a:xfrm>
          <a:prstGeom prst="chevron">
            <a:avLst>
              <a:gd name="adj" fmla="val 12004"/>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a:ea typeface="+mn-ea"/>
                <a:cs typeface="+mn-cs"/>
              </a:rPr>
              <a:t>Proposal development</a:t>
            </a:r>
          </a:p>
        </p:txBody>
      </p:sp>
      <p:sp>
        <p:nvSpPr>
          <p:cNvPr id="37" name="Arrow: Chevron 36">
            <a:extLst>
              <a:ext uri="{FF2B5EF4-FFF2-40B4-BE49-F238E27FC236}">
                <a16:creationId xmlns:a16="http://schemas.microsoft.com/office/drawing/2014/main" id="{74179F8C-423A-03C3-8E23-F853240984C7}"/>
              </a:ext>
            </a:extLst>
          </p:cNvPr>
          <p:cNvSpPr/>
          <p:nvPr/>
        </p:nvSpPr>
        <p:spPr>
          <a:xfrm>
            <a:off x="5786913" y="2043634"/>
            <a:ext cx="1124426" cy="495703"/>
          </a:xfrm>
          <a:prstGeom prst="chevron">
            <a:avLst>
              <a:gd name="adj" fmla="val 12004"/>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a:ea typeface="+mn-ea"/>
                <a:cs typeface="+mn-cs"/>
              </a:rPr>
              <a:t>Strategic Ali-</a:t>
            </a:r>
            <a:br>
              <a:rPr kumimoji="0" lang="en-US" sz="1200" b="0" i="0" u="none" strike="noStrike" kern="1200" cap="none" spc="0" normalizeH="0" baseline="0" noProof="0" dirty="0">
                <a:ln>
                  <a:noFill/>
                </a:ln>
                <a:solidFill>
                  <a:srgbClr val="FFFFFF"/>
                </a:solidFill>
                <a:effectLst/>
                <a:uLnTx/>
                <a:uFillTx/>
                <a:latin typeface="Trebuchet MS"/>
                <a:ea typeface="+mn-ea"/>
                <a:cs typeface="+mn-cs"/>
              </a:rPr>
            </a:br>
            <a:r>
              <a:rPr kumimoji="0" lang="en-US" sz="1200" b="0" i="0" u="none" strike="noStrike" kern="1200" cap="none" spc="0" normalizeH="0" baseline="0" noProof="0" dirty="0">
                <a:ln>
                  <a:noFill/>
                </a:ln>
                <a:solidFill>
                  <a:srgbClr val="FFFFFF"/>
                </a:solidFill>
                <a:effectLst/>
                <a:uLnTx/>
                <a:uFillTx/>
                <a:latin typeface="Trebuchet MS"/>
                <a:ea typeface="+mn-ea"/>
                <a:cs typeface="+mn-cs"/>
              </a:rPr>
              <a:t>gnment review</a:t>
            </a:r>
          </a:p>
        </p:txBody>
      </p:sp>
      <p:sp>
        <p:nvSpPr>
          <p:cNvPr id="39" name="Arrow: Chevron 38">
            <a:extLst>
              <a:ext uri="{FF2B5EF4-FFF2-40B4-BE49-F238E27FC236}">
                <a16:creationId xmlns:a16="http://schemas.microsoft.com/office/drawing/2014/main" id="{D25DA2C3-E004-3785-C13B-1819CEE03E3D}"/>
              </a:ext>
            </a:extLst>
          </p:cNvPr>
          <p:cNvSpPr/>
          <p:nvPr/>
        </p:nvSpPr>
        <p:spPr>
          <a:xfrm>
            <a:off x="6957059" y="2043634"/>
            <a:ext cx="1124426" cy="495703"/>
          </a:xfrm>
          <a:prstGeom prst="chevron">
            <a:avLst>
              <a:gd name="adj" fmla="val 12004"/>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a:ea typeface="+mn-ea"/>
                <a:cs typeface="+mn-cs"/>
              </a:rPr>
              <a:t>Legal</a:t>
            </a:r>
            <a:br>
              <a:rPr kumimoji="0" lang="en-US" sz="1200" b="0" i="0" u="none" strike="noStrike" kern="1200" cap="none" spc="0" normalizeH="0" baseline="0" noProof="0" dirty="0">
                <a:ln>
                  <a:noFill/>
                </a:ln>
                <a:solidFill>
                  <a:srgbClr val="FFFFFF"/>
                </a:solidFill>
                <a:effectLst/>
                <a:uLnTx/>
                <a:uFillTx/>
                <a:latin typeface="Trebuchet MS"/>
                <a:ea typeface="+mn-ea"/>
                <a:cs typeface="+mn-cs"/>
              </a:rPr>
            </a:br>
            <a:r>
              <a:rPr kumimoji="0" lang="en-US" sz="1200" b="0" i="0" u="none" strike="noStrike" kern="1200" cap="none" spc="0" normalizeH="0" baseline="0" noProof="0" dirty="0">
                <a:ln>
                  <a:noFill/>
                </a:ln>
                <a:solidFill>
                  <a:srgbClr val="FFFFFF"/>
                </a:solidFill>
                <a:effectLst/>
                <a:uLnTx/>
                <a:uFillTx/>
                <a:latin typeface="Trebuchet MS"/>
                <a:ea typeface="+mn-ea"/>
                <a:cs typeface="+mn-cs"/>
              </a:rPr>
              <a:t>review</a:t>
            </a:r>
          </a:p>
        </p:txBody>
      </p:sp>
      <p:sp>
        <p:nvSpPr>
          <p:cNvPr id="40" name="Arrow: Chevron 39">
            <a:extLst>
              <a:ext uri="{FF2B5EF4-FFF2-40B4-BE49-F238E27FC236}">
                <a16:creationId xmlns:a16="http://schemas.microsoft.com/office/drawing/2014/main" id="{F4431403-6446-31A7-6C4A-EFBDD5B516B5}"/>
              </a:ext>
            </a:extLst>
          </p:cNvPr>
          <p:cNvSpPr/>
          <p:nvPr/>
        </p:nvSpPr>
        <p:spPr>
          <a:xfrm>
            <a:off x="8127205" y="2043634"/>
            <a:ext cx="1124426" cy="495703"/>
          </a:xfrm>
          <a:prstGeom prst="chevron">
            <a:avLst>
              <a:gd name="adj" fmla="val 12004"/>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a:ea typeface="+mn-ea"/>
                <a:cs typeface="+mn-cs"/>
              </a:rPr>
              <a:t>Budget</a:t>
            </a:r>
            <a:br>
              <a:rPr kumimoji="0" lang="en-US" sz="1200" b="0" i="0" u="none" strike="noStrike" kern="1200" cap="none" spc="0" normalizeH="0" baseline="0" noProof="0" dirty="0">
                <a:ln>
                  <a:noFill/>
                </a:ln>
                <a:solidFill>
                  <a:srgbClr val="FFFFFF"/>
                </a:solidFill>
                <a:effectLst/>
                <a:uLnTx/>
                <a:uFillTx/>
                <a:latin typeface="Trebuchet MS"/>
                <a:ea typeface="+mn-ea"/>
                <a:cs typeface="+mn-cs"/>
              </a:rPr>
            </a:br>
            <a:r>
              <a:rPr kumimoji="0" lang="en-US" sz="1200" b="0" i="0" u="none" strike="noStrike" kern="1200" cap="none" spc="0" normalizeH="0" baseline="0" noProof="0" dirty="0">
                <a:ln>
                  <a:noFill/>
                </a:ln>
                <a:solidFill>
                  <a:srgbClr val="FFFFFF"/>
                </a:solidFill>
                <a:effectLst/>
                <a:uLnTx/>
                <a:uFillTx/>
                <a:latin typeface="Trebuchet MS"/>
                <a:ea typeface="+mn-ea"/>
                <a:cs typeface="+mn-cs"/>
              </a:rPr>
              <a:t>review</a:t>
            </a:r>
          </a:p>
        </p:txBody>
      </p:sp>
      <p:sp>
        <p:nvSpPr>
          <p:cNvPr id="41" name="Arrow: Chevron 40">
            <a:extLst>
              <a:ext uri="{FF2B5EF4-FFF2-40B4-BE49-F238E27FC236}">
                <a16:creationId xmlns:a16="http://schemas.microsoft.com/office/drawing/2014/main" id="{FD543DBB-15D6-9F7A-F939-79F336AFC0E5}"/>
              </a:ext>
            </a:extLst>
          </p:cNvPr>
          <p:cNvSpPr/>
          <p:nvPr/>
        </p:nvSpPr>
        <p:spPr>
          <a:xfrm>
            <a:off x="9297350" y="2043634"/>
            <a:ext cx="1124426" cy="495703"/>
          </a:xfrm>
          <a:prstGeom prst="chevron">
            <a:avLst>
              <a:gd name="adj" fmla="val 12004"/>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a:ea typeface="+mn-ea"/>
                <a:cs typeface="+mn-cs"/>
              </a:rPr>
              <a:t>Proposal</a:t>
            </a:r>
            <a:br>
              <a:rPr kumimoji="0" lang="en-US" sz="1200" b="0" i="0" u="none" strike="noStrike" kern="1200" cap="none" spc="0" normalizeH="0" baseline="0" noProof="0" dirty="0">
                <a:ln>
                  <a:noFill/>
                </a:ln>
                <a:solidFill>
                  <a:srgbClr val="FFFFFF"/>
                </a:solidFill>
                <a:effectLst/>
                <a:uLnTx/>
                <a:uFillTx/>
                <a:latin typeface="Trebuchet MS"/>
                <a:ea typeface="+mn-ea"/>
                <a:cs typeface="+mn-cs"/>
              </a:rPr>
            </a:br>
            <a:r>
              <a:rPr kumimoji="0" lang="en-US" sz="1200" b="0" i="0" u="none" strike="noStrike" kern="1200" cap="none" spc="0" normalizeH="0" baseline="0" noProof="0" dirty="0">
                <a:ln>
                  <a:noFill/>
                </a:ln>
                <a:solidFill>
                  <a:srgbClr val="FFFFFF"/>
                </a:solidFill>
                <a:effectLst/>
                <a:uLnTx/>
                <a:uFillTx/>
                <a:latin typeface="Trebuchet MS"/>
                <a:ea typeface="+mn-ea"/>
                <a:cs typeface="+mn-cs"/>
              </a:rPr>
              <a:t>final check</a:t>
            </a:r>
          </a:p>
        </p:txBody>
      </p:sp>
      <p:cxnSp>
        <p:nvCxnSpPr>
          <p:cNvPr id="58" name="Straight Connector 57">
            <a:extLst>
              <a:ext uri="{FF2B5EF4-FFF2-40B4-BE49-F238E27FC236}">
                <a16:creationId xmlns:a16="http://schemas.microsoft.com/office/drawing/2014/main" id="{C7147AAD-F74A-AA44-BF00-3684A6110824}"/>
              </a:ext>
            </a:extLst>
          </p:cNvPr>
          <p:cNvCxnSpPr>
            <a:cxnSpLocks/>
          </p:cNvCxnSpPr>
          <p:nvPr/>
        </p:nvCxnSpPr>
        <p:spPr>
          <a:xfrm>
            <a:off x="3393996" y="2627733"/>
            <a:ext cx="0" cy="3601804"/>
          </a:xfrm>
          <a:prstGeom prst="line">
            <a:avLst/>
          </a:prstGeom>
          <a:ln w="9525" cap="rnd">
            <a:gradFill>
              <a:gsLst>
                <a:gs pos="0">
                  <a:schemeClr val="bg1"/>
                </a:gs>
                <a:gs pos="50000">
                  <a:schemeClr val="accent5"/>
                </a:gs>
                <a:gs pos="100000">
                  <a:schemeClr val="bg1"/>
                </a:gs>
              </a:gsLst>
              <a:lin ang="5400000" scaled="1"/>
            </a:gradFill>
            <a:prstDash val="solid"/>
            <a:roun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093DBDD-490E-A83E-0358-86C9DBA0541A}"/>
              </a:ext>
            </a:extLst>
          </p:cNvPr>
          <p:cNvCxnSpPr>
            <a:cxnSpLocks/>
          </p:cNvCxnSpPr>
          <p:nvPr/>
        </p:nvCxnSpPr>
        <p:spPr>
          <a:xfrm>
            <a:off x="4564143" y="2627733"/>
            <a:ext cx="0" cy="3601804"/>
          </a:xfrm>
          <a:prstGeom prst="line">
            <a:avLst/>
          </a:prstGeom>
          <a:ln w="9525" cap="rnd">
            <a:gradFill>
              <a:gsLst>
                <a:gs pos="0">
                  <a:schemeClr val="bg1"/>
                </a:gs>
                <a:gs pos="50000">
                  <a:schemeClr val="accent5"/>
                </a:gs>
                <a:gs pos="100000">
                  <a:schemeClr val="bg1"/>
                </a:gs>
              </a:gsLst>
              <a:lin ang="5400000" scaled="1"/>
            </a:gradFill>
            <a:prstDash val="solid"/>
            <a:roun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1D74DA7D-9604-2E07-48F6-F4CA0C292FFD}"/>
              </a:ext>
            </a:extLst>
          </p:cNvPr>
          <p:cNvCxnSpPr>
            <a:cxnSpLocks/>
          </p:cNvCxnSpPr>
          <p:nvPr/>
        </p:nvCxnSpPr>
        <p:spPr>
          <a:xfrm>
            <a:off x="5734290" y="2627733"/>
            <a:ext cx="0" cy="3601804"/>
          </a:xfrm>
          <a:prstGeom prst="line">
            <a:avLst/>
          </a:prstGeom>
          <a:ln w="9525" cap="rnd">
            <a:gradFill>
              <a:gsLst>
                <a:gs pos="0">
                  <a:schemeClr val="bg1"/>
                </a:gs>
                <a:gs pos="50000">
                  <a:schemeClr val="accent5"/>
                </a:gs>
                <a:gs pos="100000">
                  <a:schemeClr val="bg1"/>
                </a:gs>
              </a:gsLst>
              <a:lin ang="5400000" scaled="1"/>
            </a:gradFill>
            <a:prstDash val="solid"/>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2273CB19-61BD-4285-919B-12D8DD8039F1}"/>
              </a:ext>
            </a:extLst>
          </p:cNvPr>
          <p:cNvCxnSpPr>
            <a:cxnSpLocks/>
          </p:cNvCxnSpPr>
          <p:nvPr/>
        </p:nvCxnSpPr>
        <p:spPr>
          <a:xfrm>
            <a:off x="6904437" y="2627733"/>
            <a:ext cx="0" cy="3601804"/>
          </a:xfrm>
          <a:prstGeom prst="line">
            <a:avLst/>
          </a:prstGeom>
          <a:ln w="9525" cap="rnd">
            <a:gradFill>
              <a:gsLst>
                <a:gs pos="0">
                  <a:schemeClr val="bg1"/>
                </a:gs>
                <a:gs pos="50000">
                  <a:schemeClr val="accent5"/>
                </a:gs>
                <a:gs pos="100000">
                  <a:schemeClr val="bg1"/>
                </a:gs>
              </a:gsLst>
              <a:lin ang="5400000" scaled="1"/>
            </a:gradFill>
            <a:prstDash val="solid"/>
            <a:roun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45726667-CB47-9311-913F-0C7518579570}"/>
              </a:ext>
            </a:extLst>
          </p:cNvPr>
          <p:cNvCxnSpPr>
            <a:cxnSpLocks/>
          </p:cNvCxnSpPr>
          <p:nvPr/>
        </p:nvCxnSpPr>
        <p:spPr>
          <a:xfrm>
            <a:off x="8074584" y="2627733"/>
            <a:ext cx="0" cy="3601804"/>
          </a:xfrm>
          <a:prstGeom prst="line">
            <a:avLst/>
          </a:prstGeom>
          <a:ln w="9525" cap="rnd">
            <a:gradFill>
              <a:gsLst>
                <a:gs pos="0">
                  <a:schemeClr val="bg1"/>
                </a:gs>
                <a:gs pos="50000">
                  <a:schemeClr val="accent5"/>
                </a:gs>
                <a:gs pos="100000">
                  <a:schemeClr val="bg1"/>
                </a:gs>
              </a:gsLst>
              <a:lin ang="5400000" scaled="1"/>
            </a:gradFill>
            <a:prstDash val="solid"/>
            <a:round/>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3148C438-B0C7-3BBF-B172-D38FCC7B93D8}"/>
              </a:ext>
            </a:extLst>
          </p:cNvPr>
          <p:cNvCxnSpPr>
            <a:cxnSpLocks/>
          </p:cNvCxnSpPr>
          <p:nvPr/>
        </p:nvCxnSpPr>
        <p:spPr>
          <a:xfrm>
            <a:off x="10414878" y="2627733"/>
            <a:ext cx="0" cy="3601804"/>
          </a:xfrm>
          <a:prstGeom prst="line">
            <a:avLst/>
          </a:prstGeom>
          <a:ln w="9525" cap="rnd">
            <a:gradFill>
              <a:gsLst>
                <a:gs pos="0">
                  <a:schemeClr val="bg1"/>
                </a:gs>
                <a:gs pos="50000">
                  <a:schemeClr val="accent5"/>
                </a:gs>
                <a:gs pos="100000">
                  <a:schemeClr val="bg1"/>
                </a:gs>
              </a:gsLst>
              <a:lin ang="5400000" scaled="1"/>
            </a:gradFill>
            <a:prstDash val="solid"/>
            <a:round/>
          </a:ln>
        </p:spPr>
        <p:style>
          <a:lnRef idx="1">
            <a:schemeClr val="accent1"/>
          </a:lnRef>
          <a:fillRef idx="0">
            <a:schemeClr val="accent1"/>
          </a:fillRef>
          <a:effectRef idx="0">
            <a:schemeClr val="accent1"/>
          </a:effectRef>
          <a:fontRef idx="minor">
            <a:schemeClr val="tx1"/>
          </a:fontRef>
        </p:style>
      </p:cxnSp>
      <p:sp>
        <p:nvSpPr>
          <p:cNvPr id="42" name="Arrow: Chevron 41">
            <a:extLst>
              <a:ext uri="{FF2B5EF4-FFF2-40B4-BE49-F238E27FC236}">
                <a16:creationId xmlns:a16="http://schemas.microsoft.com/office/drawing/2014/main" id="{46781AC4-F164-BE59-A609-DBC6E485BD8D}"/>
              </a:ext>
            </a:extLst>
          </p:cNvPr>
          <p:cNvSpPr/>
          <p:nvPr/>
        </p:nvSpPr>
        <p:spPr>
          <a:xfrm>
            <a:off x="10467498" y="2043634"/>
            <a:ext cx="1124426" cy="495703"/>
          </a:xfrm>
          <a:prstGeom prst="chevron">
            <a:avLst>
              <a:gd name="adj" fmla="val 12004"/>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a:ea typeface="+mn-ea"/>
                <a:cs typeface="+mn-cs"/>
              </a:rPr>
              <a:t>Approval</a:t>
            </a:r>
          </a:p>
        </p:txBody>
      </p:sp>
      <p:sp>
        <p:nvSpPr>
          <p:cNvPr id="22" name="Moon 21">
            <a:extLst>
              <a:ext uri="{FF2B5EF4-FFF2-40B4-BE49-F238E27FC236}">
                <a16:creationId xmlns:a16="http://schemas.microsoft.com/office/drawing/2014/main" id="{0AAD8FEE-E32B-2642-51BB-B94814CE58A6}"/>
              </a:ext>
            </a:extLst>
          </p:cNvPr>
          <p:cNvSpPr/>
          <p:nvPr/>
        </p:nvSpPr>
        <p:spPr>
          <a:xfrm rot="5400000">
            <a:off x="10837390" y="1417395"/>
            <a:ext cx="384642" cy="769285"/>
          </a:xfrm>
          <a:prstGeom prst="moon">
            <a:avLst>
              <a:gd name="adj" fmla="val 6667"/>
            </a:avLst>
          </a:prstGeom>
          <a:solidFill>
            <a:schemeClr val="tx2"/>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77" name="Oval 20">
            <a:extLst>
              <a:ext uri="{FF2B5EF4-FFF2-40B4-BE49-F238E27FC236}">
                <a16:creationId xmlns:a16="http://schemas.microsoft.com/office/drawing/2014/main" id="{1EA7EE8B-EA9B-0A5C-2B25-6D96096363B7}"/>
              </a:ext>
            </a:extLst>
          </p:cNvPr>
          <p:cNvSpPr>
            <a:spLocks noChangeAspect="1" noChangeArrowheads="1"/>
          </p:cNvSpPr>
          <p:nvPr/>
        </p:nvSpPr>
        <p:spPr bwMode="auto">
          <a:xfrm>
            <a:off x="10645068" y="1570245"/>
            <a:ext cx="217426" cy="217425"/>
          </a:xfrm>
          <a:prstGeom prst="ellipse">
            <a:avLst/>
          </a:prstGeom>
          <a:solidFill>
            <a:srgbClr val="006863"/>
          </a:solidFill>
          <a:ln w="9525" cap="flat" cmpd="sng" algn="ctr">
            <a:solidFill>
              <a:srgbClr val="FFFFFF"/>
            </a:solidFill>
            <a:prstDash val="solid"/>
            <a:round/>
            <a:headEnd type="none" w="med" len="med"/>
            <a:tailEnd type="none" w="med" len="med"/>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rebuchet MS"/>
                <a:ea typeface="+mn-ea"/>
                <a:cs typeface="+mn-cs"/>
              </a:rPr>
              <a:t>7</a:t>
            </a:r>
          </a:p>
        </p:txBody>
      </p:sp>
      <p:grpSp>
        <p:nvGrpSpPr>
          <p:cNvPr id="108" name="bcgIcons_Online Survey ">
            <a:extLst>
              <a:ext uri="{FF2B5EF4-FFF2-40B4-BE49-F238E27FC236}">
                <a16:creationId xmlns:a16="http://schemas.microsoft.com/office/drawing/2014/main" id="{F99A444E-4D24-BF75-EE13-8F46BD1C90FF}"/>
              </a:ext>
            </a:extLst>
          </p:cNvPr>
          <p:cNvGrpSpPr>
            <a:grpSpLocks/>
          </p:cNvGrpSpPr>
          <p:nvPr/>
        </p:nvGrpSpPr>
        <p:grpSpPr bwMode="auto">
          <a:xfrm>
            <a:off x="10888651" y="1717997"/>
            <a:ext cx="282119" cy="282378"/>
            <a:chOff x="1682" y="0"/>
            <a:chExt cx="4316" cy="4320"/>
          </a:xfrm>
        </p:grpSpPr>
        <p:sp>
          <p:nvSpPr>
            <p:cNvPr id="109" name="AutoShape 8">
              <a:extLst>
                <a:ext uri="{FF2B5EF4-FFF2-40B4-BE49-F238E27FC236}">
                  <a16:creationId xmlns:a16="http://schemas.microsoft.com/office/drawing/2014/main" id="{FC43EA13-6280-20AD-2C26-2270BEA4F805}"/>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10" name="Freeform 10">
              <a:extLst>
                <a:ext uri="{FF2B5EF4-FFF2-40B4-BE49-F238E27FC236}">
                  <a16:creationId xmlns:a16="http://schemas.microsoft.com/office/drawing/2014/main" id="{F2341386-5B6A-1561-3C15-CBA2770A7659}"/>
                </a:ext>
              </a:extLst>
            </p:cNvPr>
            <p:cNvSpPr>
              <a:spLocks noEditPoints="1"/>
            </p:cNvSpPr>
            <p:nvPr/>
          </p:nvSpPr>
          <p:spPr bwMode="auto">
            <a:xfrm>
              <a:off x="2085" y="720"/>
              <a:ext cx="3510" cy="2876"/>
            </a:xfrm>
            <a:custGeom>
              <a:avLst/>
              <a:gdLst>
                <a:gd name="T0" fmla="*/ 1327 w 1874"/>
                <a:gd name="T1" fmla="*/ 1534 h 1534"/>
                <a:gd name="T2" fmla="*/ 547 w 1874"/>
                <a:gd name="T3" fmla="*/ 1534 h 1534"/>
                <a:gd name="T4" fmla="*/ 525 w 1874"/>
                <a:gd name="T5" fmla="*/ 1512 h 1534"/>
                <a:gd name="T6" fmla="*/ 525 w 1874"/>
                <a:gd name="T7" fmla="*/ 1436 h 1534"/>
                <a:gd name="T8" fmla="*/ 547 w 1874"/>
                <a:gd name="T9" fmla="*/ 1414 h 1534"/>
                <a:gd name="T10" fmla="*/ 753 w 1874"/>
                <a:gd name="T11" fmla="*/ 1414 h 1534"/>
                <a:gd name="T12" fmla="*/ 753 w 1874"/>
                <a:gd name="T13" fmla="*/ 1366 h 1534"/>
                <a:gd name="T14" fmla="*/ 775 w 1874"/>
                <a:gd name="T15" fmla="*/ 1344 h 1534"/>
                <a:gd name="T16" fmla="*/ 797 w 1874"/>
                <a:gd name="T17" fmla="*/ 1366 h 1534"/>
                <a:gd name="T18" fmla="*/ 797 w 1874"/>
                <a:gd name="T19" fmla="*/ 1436 h 1534"/>
                <a:gd name="T20" fmla="*/ 775 w 1874"/>
                <a:gd name="T21" fmla="*/ 1458 h 1534"/>
                <a:gd name="T22" fmla="*/ 569 w 1874"/>
                <a:gd name="T23" fmla="*/ 1458 h 1534"/>
                <a:gd name="T24" fmla="*/ 569 w 1874"/>
                <a:gd name="T25" fmla="*/ 1490 h 1534"/>
                <a:gd name="T26" fmla="*/ 1305 w 1874"/>
                <a:gd name="T27" fmla="*/ 1490 h 1534"/>
                <a:gd name="T28" fmla="*/ 1305 w 1874"/>
                <a:gd name="T29" fmla="*/ 1458 h 1534"/>
                <a:gd name="T30" fmla="*/ 1101 w 1874"/>
                <a:gd name="T31" fmla="*/ 1458 h 1534"/>
                <a:gd name="T32" fmla="*/ 1079 w 1874"/>
                <a:gd name="T33" fmla="*/ 1436 h 1534"/>
                <a:gd name="T34" fmla="*/ 1079 w 1874"/>
                <a:gd name="T35" fmla="*/ 1366 h 1534"/>
                <a:gd name="T36" fmla="*/ 1101 w 1874"/>
                <a:gd name="T37" fmla="*/ 1344 h 1534"/>
                <a:gd name="T38" fmla="*/ 1123 w 1874"/>
                <a:gd name="T39" fmla="*/ 1366 h 1534"/>
                <a:gd name="T40" fmla="*/ 1123 w 1874"/>
                <a:gd name="T41" fmla="*/ 1414 h 1534"/>
                <a:gd name="T42" fmla="*/ 1327 w 1874"/>
                <a:gd name="T43" fmla="*/ 1414 h 1534"/>
                <a:gd name="T44" fmla="*/ 1349 w 1874"/>
                <a:gd name="T45" fmla="*/ 1436 h 1534"/>
                <a:gd name="T46" fmla="*/ 1349 w 1874"/>
                <a:gd name="T47" fmla="*/ 1512 h 1534"/>
                <a:gd name="T48" fmla="*/ 1327 w 1874"/>
                <a:gd name="T49" fmla="*/ 1534 h 1534"/>
                <a:gd name="T50" fmla="*/ 1874 w 1874"/>
                <a:gd name="T51" fmla="*/ 22 h 1534"/>
                <a:gd name="T52" fmla="*/ 1874 w 1874"/>
                <a:gd name="T53" fmla="*/ 1284 h 1534"/>
                <a:gd name="T54" fmla="*/ 1852 w 1874"/>
                <a:gd name="T55" fmla="*/ 1306 h 1534"/>
                <a:gd name="T56" fmla="*/ 22 w 1874"/>
                <a:gd name="T57" fmla="*/ 1306 h 1534"/>
                <a:gd name="T58" fmla="*/ 0 w 1874"/>
                <a:gd name="T59" fmla="*/ 1284 h 1534"/>
                <a:gd name="T60" fmla="*/ 0 w 1874"/>
                <a:gd name="T61" fmla="*/ 22 h 1534"/>
                <a:gd name="T62" fmla="*/ 22 w 1874"/>
                <a:gd name="T63" fmla="*/ 0 h 1534"/>
                <a:gd name="T64" fmla="*/ 1852 w 1874"/>
                <a:gd name="T65" fmla="*/ 0 h 1534"/>
                <a:gd name="T66" fmla="*/ 1874 w 1874"/>
                <a:gd name="T67" fmla="*/ 22 h 1534"/>
                <a:gd name="T68" fmla="*/ 44 w 1874"/>
                <a:gd name="T69" fmla="*/ 44 h 1534"/>
                <a:gd name="T70" fmla="*/ 44 w 1874"/>
                <a:gd name="T71" fmla="*/ 1091 h 1534"/>
                <a:gd name="T72" fmla="*/ 1830 w 1874"/>
                <a:gd name="T73" fmla="*/ 1091 h 1534"/>
                <a:gd name="T74" fmla="*/ 1830 w 1874"/>
                <a:gd name="T75" fmla="*/ 44 h 1534"/>
                <a:gd name="T76" fmla="*/ 44 w 1874"/>
                <a:gd name="T77" fmla="*/ 44 h 1534"/>
                <a:gd name="T78" fmla="*/ 1830 w 1874"/>
                <a:gd name="T79" fmla="*/ 1262 h 1534"/>
                <a:gd name="T80" fmla="*/ 1830 w 1874"/>
                <a:gd name="T81" fmla="*/ 1135 h 1534"/>
                <a:gd name="T82" fmla="*/ 44 w 1874"/>
                <a:gd name="T83" fmla="*/ 1135 h 1534"/>
                <a:gd name="T84" fmla="*/ 44 w 1874"/>
                <a:gd name="T85" fmla="*/ 1262 h 1534"/>
                <a:gd name="T86" fmla="*/ 1830 w 1874"/>
                <a:gd name="T87" fmla="*/ 1262 h 1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874" h="1534">
                  <a:moveTo>
                    <a:pt x="1327" y="1534"/>
                  </a:moveTo>
                  <a:cubicBezTo>
                    <a:pt x="547" y="1534"/>
                    <a:pt x="547" y="1534"/>
                    <a:pt x="547" y="1534"/>
                  </a:cubicBezTo>
                  <a:cubicBezTo>
                    <a:pt x="535" y="1534"/>
                    <a:pt x="525" y="1524"/>
                    <a:pt x="525" y="1512"/>
                  </a:cubicBezTo>
                  <a:cubicBezTo>
                    <a:pt x="525" y="1436"/>
                    <a:pt x="525" y="1436"/>
                    <a:pt x="525" y="1436"/>
                  </a:cubicBezTo>
                  <a:cubicBezTo>
                    <a:pt x="525" y="1424"/>
                    <a:pt x="535" y="1414"/>
                    <a:pt x="547" y="1414"/>
                  </a:cubicBezTo>
                  <a:cubicBezTo>
                    <a:pt x="753" y="1414"/>
                    <a:pt x="753" y="1414"/>
                    <a:pt x="753" y="1414"/>
                  </a:cubicBezTo>
                  <a:cubicBezTo>
                    <a:pt x="753" y="1366"/>
                    <a:pt x="753" y="1366"/>
                    <a:pt x="753" y="1366"/>
                  </a:cubicBezTo>
                  <a:cubicBezTo>
                    <a:pt x="753" y="1354"/>
                    <a:pt x="763" y="1344"/>
                    <a:pt x="775" y="1344"/>
                  </a:cubicBezTo>
                  <a:cubicBezTo>
                    <a:pt x="787" y="1344"/>
                    <a:pt x="797" y="1354"/>
                    <a:pt x="797" y="1366"/>
                  </a:cubicBezTo>
                  <a:cubicBezTo>
                    <a:pt x="797" y="1436"/>
                    <a:pt x="797" y="1436"/>
                    <a:pt x="797" y="1436"/>
                  </a:cubicBezTo>
                  <a:cubicBezTo>
                    <a:pt x="797" y="1448"/>
                    <a:pt x="787" y="1458"/>
                    <a:pt x="775" y="1458"/>
                  </a:cubicBezTo>
                  <a:cubicBezTo>
                    <a:pt x="569" y="1458"/>
                    <a:pt x="569" y="1458"/>
                    <a:pt x="569" y="1458"/>
                  </a:cubicBezTo>
                  <a:cubicBezTo>
                    <a:pt x="569" y="1490"/>
                    <a:pt x="569" y="1490"/>
                    <a:pt x="569" y="1490"/>
                  </a:cubicBezTo>
                  <a:cubicBezTo>
                    <a:pt x="1305" y="1490"/>
                    <a:pt x="1305" y="1490"/>
                    <a:pt x="1305" y="1490"/>
                  </a:cubicBezTo>
                  <a:cubicBezTo>
                    <a:pt x="1305" y="1458"/>
                    <a:pt x="1305" y="1458"/>
                    <a:pt x="1305" y="1458"/>
                  </a:cubicBezTo>
                  <a:cubicBezTo>
                    <a:pt x="1101" y="1458"/>
                    <a:pt x="1101" y="1458"/>
                    <a:pt x="1101" y="1458"/>
                  </a:cubicBezTo>
                  <a:cubicBezTo>
                    <a:pt x="1089" y="1458"/>
                    <a:pt x="1079" y="1448"/>
                    <a:pt x="1079" y="1436"/>
                  </a:cubicBezTo>
                  <a:cubicBezTo>
                    <a:pt x="1079" y="1366"/>
                    <a:pt x="1079" y="1366"/>
                    <a:pt x="1079" y="1366"/>
                  </a:cubicBezTo>
                  <a:cubicBezTo>
                    <a:pt x="1079" y="1354"/>
                    <a:pt x="1089" y="1344"/>
                    <a:pt x="1101" y="1344"/>
                  </a:cubicBezTo>
                  <a:cubicBezTo>
                    <a:pt x="1114" y="1344"/>
                    <a:pt x="1123" y="1354"/>
                    <a:pt x="1123" y="1366"/>
                  </a:cubicBezTo>
                  <a:cubicBezTo>
                    <a:pt x="1123" y="1414"/>
                    <a:pt x="1123" y="1414"/>
                    <a:pt x="1123" y="1414"/>
                  </a:cubicBezTo>
                  <a:cubicBezTo>
                    <a:pt x="1327" y="1414"/>
                    <a:pt x="1327" y="1414"/>
                    <a:pt x="1327" y="1414"/>
                  </a:cubicBezTo>
                  <a:cubicBezTo>
                    <a:pt x="1339" y="1414"/>
                    <a:pt x="1349" y="1424"/>
                    <a:pt x="1349" y="1436"/>
                  </a:cubicBezTo>
                  <a:cubicBezTo>
                    <a:pt x="1349" y="1512"/>
                    <a:pt x="1349" y="1512"/>
                    <a:pt x="1349" y="1512"/>
                  </a:cubicBezTo>
                  <a:cubicBezTo>
                    <a:pt x="1349" y="1524"/>
                    <a:pt x="1339" y="1534"/>
                    <a:pt x="1327" y="1534"/>
                  </a:cubicBezTo>
                  <a:close/>
                  <a:moveTo>
                    <a:pt x="1874" y="22"/>
                  </a:moveTo>
                  <a:cubicBezTo>
                    <a:pt x="1874" y="1284"/>
                    <a:pt x="1874" y="1284"/>
                    <a:pt x="1874" y="1284"/>
                  </a:cubicBezTo>
                  <a:cubicBezTo>
                    <a:pt x="1874" y="1296"/>
                    <a:pt x="1864" y="1306"/>
                    <a:pt x="1852" y="1306"/>
                  </a:cubicBezTo>
                  <a:cubicBezTo>
                    <a:pt x="22" y="1306"/>
                    <a:pt x="22" y="1306"/>
                    <a:pt x="22" y="1306"/>
                  </a:cubicBezTo>
                  <a:cubicBezTo>
                    <a:pt x="10" y="1306"/>
                    <a:pt x="0" y="1296"/>
                    <a:pt x="0" y="1284"/>
                  </a:cubicBezTo>
                  <a:cubicBezTo>
                    <a:pt x="0" y="22"/>
                    <a:pt x="0" y="22"/>
                    <a:pt x="0" y="22"/>
                  </a:cubicBezTo>
                  <a:cubicBezTo>
                    <a:pt x="0" y="10"/>
                    <a:pt x="10" y="0"/>
                    <a:pt x="22" y="0"/>
                  </a:cubicBezTo>
                  <a:cubicBezTo>
                    <a:pt x="1852" y="0"/>
                    <a:pt x="1852" y="0"/>
                    <a:pt x="1852" y="0"/>
                  </a:cubicBezTo>
                  <a:cubicBezTo>
                    <a:pt x="1864" y="0"/>
                    <a:pt x="1874" y="10"/>
                    <a:pt x="1874" y="22"/>
                  </a:cubicBezTo>
                  <a:close/>
                  <a:moveTo>
                    <a:pt x="44" y="44"/>
                  </a:moveTo>
                  <a:cubicBezTo>
                    <a:pt x="44" y="1091"/>
                    <a:pt x="44" y="1091"/>
                    <a:pt x="44" y="1091"/>
                  </a:cubicBezTo>
                  <a:cubicBezTo>
                    <a:pt x="1830" y="1091"/>
                    <a:pt x="1830" y="1091"/>
                    <a:pt x="1830" y="1091"/>
                  </a:cubicBezTo>
                  <a:cubicBezTo>
                    <a:pt x="1830" y="44"/>
                    <a:pt x="1830" y="44"/>
                    <a:pt x="1830" y="44"/>
                  </a:cubicBezTo>
                  <a:lnTo>
                    <a:pt x="44" y="44"/>
                  </a:lnTo>
                  <a:close/>
                  <a:moveTo>
                    <a:pt x="1830" y="1262"/>
                  </a:moveTo>
                  <a:cubicBezTo>
                    <a:pt x="1830" y="1135"/>
                    <a:pt x="1830" y="1135"/>
                    <a:pt x="1830" y="1135"/>
                  </a:cubicBezTo>
                  <a:cubicBezTo>
                    <a:pt x="44" y="1135"/>
                    <a:pt x="44" y="1135"/>
                    <a:pt x="44" y="1135"/>
                  </a:cubicBezTo>
                  <a:cubicBezTo>
                    <a:pt x="44" y="1262"/>
                    <a:pt x="44" y="1262"/>
                    <a:pt x="44" y="1262"/>
                  </a:cubicBezTo>
                  <a:lnTo>
                    <a:pt x="1830" y="1262"/>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11" name="Freeform 11">
              <a:extLst>
                <a:ext uri="{FF2B5EF4-FFF2-40B4-BE49-F238E27FC236}">
                  <a16:creationId xmlns:a16="http://schemas.microsoft.com/office/drawing/2014/main" id="{F5624197-770B-0058-C530-FC8014E9FB89}"/>
                </a:ext>
              </a:extLst>
            </p:cNvPr>
            <p:cNvSpPr>
              <a:spLocks noEditPoints="1"/>
            </p:cNvSpPr>
            <p:nvPr/>
          </p:nvSpPr>
          <p:spPr bwMode="auto">
            <a:xfrm>
              <a:off x="2261" y="906"/>
              <a:ext cx="3158" cy="2148"/>
            </a:xfrm>
            <a:custGeom>
              <a:avLst/>
              <a:gdLst>
                <a:gd name="T0" fmla="*/ 799 w 1686"/>
                <a:gd name="T1" fmla="*/ 1102 h 1146"/>
                <a:gd name="T2" fmla="*/ 843 w 1686"/>
                <a:gd name="T3" fmla="*/ 1057 h 1146"/>
                <a:gd name="T4" fmla="*/ 887 w 1686"/>
                <a:gd name="T5" fmla="*/ 1102 h 1146"/>
                <a:gd name="T6" fmla="*/ 843 w 1686"/>
                <a:gd name="T7" fmla="*/ 1146 h 1146"/>
                <a:gd name="T8" fmla="*/ 799 w 1686"/>
                <a:gd name="T9" fmla="*/ 1102 h 1146"/>
                <a:gd name="T10" fmla="*/ 327 w 1686"/>
                <a:gd name="T11" fmla="*/ 518 h 1146"/>
                <a:gd name="T12" fmla="*/ 325 w 1686"/>
                <a:gd name="T13" fmla="*/ 518 h 1146"/>
                <a:gd name="T14" fmla="*/ 303 w 1686"/>
                <a:gd name="T15" fmla="*/ 505 h 1146"/>
                <a:gd name="T16" fmla="*/ 254 w 1686"/>
                <a:gd name="T17" fmla="*/ 436 h 1146"/>
                <a:gd name="T18" fmla="*/ 261 w 1686"/>
                <a:gd name="T19" fmla="*/ 394 h 1146"/>
                <a:gd name="T20" fmla="*/ 303 w 1686"/>
                <a:gd name="T21" fmla="*/ 401 h 1146"/>
                <a:gd name="T22" fmla="*/ 330 w 1686"/>
                <a:gd name="T23" fmla="*/ 440 h 1146"/>
                <a:gd name="T24" fmla="*/ 415 w 1686"/>
                <a:gd name="T25" fmla="*/ 347 h 1146"/>
                <a:gd name="T26" fmla="*/ 215 w 1686"/>
                <a:gd name="T27" fmla="*/ 347 h 1146"/>
                <a:gd name="T28" fmla="*/ 215 w 1686"/>
                <a:gd name="T29" fmla="*/ 574 h 1146"/>
                <a:gd name="T30" fmla="*/ 441 w 1686"/>
                <a:gd name="T31" fmla="*/ 574 h 1146"/>
                <a:gd name="T32" fmla="*/ 441 w 1686"/>
                <a:gd name="T33" fmla="*/ 407 h 1146"/>
                <a:gd name="T34" fmla="*/ 350 w 1686"/>
                <a:gd name="T35" fmla="*/ 508 h 1146"/>
                <a:gd name="T36" fmla="*/ 327 w 1686"/>
                <a:gd name="T37" fmla="*/ 518 h 1146"/>
                <a:gd name="T38" fmla="*/ 1686 w 1686"/>
                <a:gd name="T39" fmla="*/ 10 h 1146"/>
                <a:gd name="T40" fmla="*/ 1686 w 1686"/>
                <a:gd name="T41" fmla="*/ 926 h 1146"/>
                <a:gd name="T42" fmla="*/ 1676 w 1686"/>
                <a:gd name="T43" fmla="*/ 936 h 1146"/>
                <a:gd name="T44" fmla="*/ 10 w 1686"/>
                <a:gd name="T45" fmla="*/ 936 h 1146"/>
                <a:gd name="T46" fmla="*/ 0 w 1686"/>
                <a:gd name="T47" fmla="*/ 926 h 1146"/>
                <a:gd name="T48" fmla="*/ 0 w 1686"/>
                <a:gd name="T49" fmla="*/ 10 h 1146"/>
                <a:gd name="T50" fmla="*/ 10 w 1686"/>
                <a:gd name="T51" fmla="*/ 0 h 1146"/>
                <a:gd name="T52" fmla="*/ 1676 w 1686"/>
                <a:gd name="T53" fmla="*/ 0 h 1146"/>
                <a:gd name="T54" fmla="*/ 1686 w 1686"/>
                <a:gd name="T55" fmla="*/ 10 h 1146"/>
                <a:gd name="T56" fmla="*/ 555 w 1686"/>
                <a:gd name="T57" fmla="*/ 238 h 1146"/>
                <a:gd name="T58" fmla="*/ 512 w 1686"/>
                <a:gd name="T59" fmla="*/ 240 h 1146"/>
                <a:gd name="T60" fmla="*/ 469 w 1686"/>
                <a:gd name="T61" fmla="*/ 287 h 1146"/>
                <a:gd name="T62" fmla="*/ 185 w 1686"/>
                <a:gd name="T63" fmla="*/ 287 h 1146"/>
                <a:gd name="T64" fmla="*/ 155 w 1686"/>
                <a:gd name="T65" fmla="*/ 317 h 1146"/>
                <a:gd name="T66" fmla="*/ 155 w 1686"/>
                <a:gd name="T67" fmla="*/ 604 h 1146"/>
                <a:gd name="T68" fmla="*/ 185 w 1686"/>
                <a:gd name="T69" fmla="*/ 634 h 1146"/>
                <a:gd name="T70" fmla="*/ 471 w 1686"/>
                <a:gd name="T71" fmla="*/ 634 h 1146"/>
                <a:gd name="T72" fmla="*/ 501 w 1686"/>
                <a:gd name="T73" fmla="*/ 604 h 1146"/>
                <a:gd name="T74" fmla="*/ 501 w 1686"/>
                <a:gd name="T75" fmla="*/ 341 h 1146"/>
                <a:gd name="T76" fmla="*/ 557 w 1686"/>
                <a:gd name="T77" fmla="*/ 280 h 1146"/>
                <a:gd name="T78" fmla="*/ 555 w 1686"/>
                <a:gd name="T79" fmla="*/ 238 h 1146"/>
                <a:gd name="T80" fmla="*/ 1531 w 1686"/>
                <a:gd name="T81" fmla="*/ 562 h 1146"/>
                <a:gd name="T82" fmla="*/ 1501 w 1686"/>
                <a:gd name="T83" fmla="*/ 532 h 1146"/>
                <a:gd name="T84" fmla="*/ 691 w 1686"/>
                <a:gd name="T85" fmla="*/ 532 h 1146"/>
                <a:gd name="T86" fmla="*/ 661 w 1686"/>
                <a:gd name="T87" fmla="*/ 562 h 1146"/>
                <a:gd name="T88" fmla="*/ 691 w 1686"/>
                <a:gd name="T89" fmla="*/ 592 h 1146"/>
                <a:gd name="T90" fmla="*/ 1501 w 1686"/>
                <a:gd name="T91" fmla="*/ 592 h 1146"/>
                <a:gd name="T92" fmla="*/ 1531 w 1686"/>
                <a:gd name="T93" fmla="*/ 562 h 1146"/>
                <a:gd name="T94" fmla="*/ 1531 w 1686"/>
                <a:gd name="T95" fmla="*/ 358 h 1146"/>
                <a:gd name="T96" fmla="*/ 1501 w 1686"/>
                <a:gd name="T97" fmla="*/ 328 h 1146"/>
                <a:gd name="T98" fmla="*/ 691 w 1686"/>
                <a:gd name="T99" fmla="*/ 328 h 1146"/>
                <a:gd name="T100" fmla="*/ 661 w 1686"/>
                <a:gd name="T101" fmla="*/ 358 h 1146"/>
                <a:gd name="T102" fmla="*/ 691 w 1686"/>
                <a:gd name="T103" fmla="*/ 388 h 1146"/>
                <a:gd name="T104" fmla="*/ 1501 w 1686"/>
                <a:gd name="T105" fmla="*/ 388 h 1146"/>
                <a:gd name="T106" fmla="*/ 1531 w 1686"/>
                <a:gd name="T107" fmla="*/ 358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686" h="1146">
                  <a:moveTo>
                    <a:pt x="799" y="1102"/>
                  </a:moveTo>
                  <a:cubicBezTo>
                    <a:pt x="799" y="1077"/>
                    <a:pt x="818" y="1057"/>
                    <a:pt x="843" y="1057"/>
                  </a:cubicBezTo>
                  <a:cubicBezTo>
                    <a:pt x="868" y="1057"/>
                    <a:pt x="887" y="1077"/>
                    <a:pt x="887" y="1102"/>
                  </a:cubicBezTo>
                  <a:cubicBezTo>
                    <a:pt x="887" y="1126"/>
                    <a:pt x="868" y="1146"/>
                    <a:pt x="843" y="1146"/>
                  </a:cubicBezTo>
                  <a:cubicBezTo>
                    <a:pt x="818" y="1146"/>
                    <a:pt x="799" y="1126"/>
                    <a:pt x="799" y="1102"/>
                  </a:cubicBezTo>
                  <a:close/>
                  <a:moveTo>
                    <a:pt x="327" y="518"/>
                  </a:moveTo>
                  <a:cubicBezTo>
                    <a:pt x="327" y="518"/>
                    <a:pt x="326" y="518"/>
                    <a:pt x="325" y="518"/>
                  </a:cubicBezTo>
                  <a:cubicBezTo>
                    <a:pt x="316" y="517"/>
                    <a:pt x="308" y="513"/>
                    <a:pt x="303" y="505"/>
                  </a:cubicBezTo>
                  <a:cubicBezTo>
                    <a:pt x="254" y="436"/>
                    <a:pt x="254" y="436"/>
                    <a:pt x="254" y="436"/>
                  </a:cubicBezTo>
                  <a:cubicBezTo>
                    <a:pt x="245" y="422"/>
                    <a:pt x="248" y="404"/>
                    <a:pt x="261" y="394"/>
                  </a:cubicBezTo>
                  <a:cubicBezTo>
                    <a:pt x="275" y="385"/>
                    <a:pt x="294" y="388"/>
                    <a:pt x="303" y="401"/>
                  </a:cubicBezTo>
                  <a:cubicBezTo>
                    <a:pt x="330" y="440"/>
                    <a:pt x="330" y="440"/>
                    <a:pt x="330" y="440"/>
                  </a:cubicBezTo>
                  <a:cubicBezTo>
                    <a:pt x="415" y="347"/>
                    <a:pt x="415" y="347"/>
                    <a:pt x="415" y="347"/>
                  </a:cubicBezTo>
                  <a:cubicBezTo>
                    <a:pt x="215" y="347"/>
                    <a:pt x="215" y="347"/>
                    <a:pt x="215" y="347"/>
                  </a:cubicBezTo>
                  <a:cubicBezTo>
                    <a:pt x="215" y="574"/>
                    <a:pt x="215" y="574"/>
                    <a:pt x="215" y="574"/>
                  </a:cubicBezTo>
                  <a:cubicBezTo>
                    <a:pt x="441" y="574"/>
                    <a:pt x="441" y="574"/>
                    <a:pt x="441" y="574"/>
                  </a:cubicBezTo>
                  <a:cubicBezTo>
                    <a:pt x="441" y="407"/>
                    <a:pt x="441" y="407"/>
                    <a:pt x="441" y="407"/>
                  </a:cubicBezTo>
                  <a:cubicBezTo>
                    <a:pt x="350" y="508"/>
                    <a:pt x="350" y="508"/>
                    <a:pt x="350" y="508"/>
                  </a:cubicBezTo>
                  <a:cubicBezTo>
                    <a:pt x="344" y="514"/>
                    <a:pt x="336" y="518"/>
                    <a:pt x="327" y="518"/>
                  </a:cubicBezTo>
                  <a:close/>
                  <a:moveTo>
                    <a:pt x="1686" y="10"/>
                  </a:moveTo>
                  <a:cubicBezTo>
                    <a:pt x="1686" y="926"/>
                    <a:pt x="1686" y="926"/>
                    <a:pt x="1686" y="926"/>
                  </a:cubicBezTo>
                  <a:cubicBezTo>
                    <a:pt x="1686" y="932"/>
                    <a:pt x="1681" y="936"/>
                    <a:pt x="1676" y="936"/>
                  </a:cubicBezTo>
                  <a:cubicBezTo>
                    <a:pt x="10" y="936"/>
                    <a:pt x="10" y="936"/>
                    <a:pt x="10" y="936"/>
                  </a:cubicBezTo>
                  <a:cubicBezTo>
                    <a:pt x="5" y="936"/>
                    <a:pt x="0" y="932"/>
                    <a:pt x="0" y="926"/>
                  </a:cubicBezTo>
                  <a:cubicBezTo>
                    <a:pt x="0" y="10"/>
                    <a:pt x="0" y="10"/>
                    <a:pt x="0" y="10"/>
                  </a:cubicBezTo>
                  <a:cubicBezTo>
                    <a:pt x="0" y="4"/>
                    <a:pt x="5" y="0"/>
                    <a:pt x="10" y="0"/>
                  </a:cubicBezTo>
                  <a:cubicBezTo>
                    <a:pt x="1676" y="0"/>
                    <a:pt x="1676" y="0"/>
                    <a:pt x="1676" y="0"/>
                  </a:cubicBezTo>
                  <a:cubicBezTo>
                    <a:pt x="1681" y="0"/>
                    <a:pt x="1686" y="4"/>
                    <a:pt x="1686" y="10"/>
                  </a:cubicBezTo>
                  <a:close/>
                  <a:moveTo>
                    <a:pt x="555" y="238"/>
                  </a:moveTo>
                  <a:cubicBezTo>
                    <a:pt x="543" y="227"/>
                    <a:pt x="524" y="228"/>
                    <a:pt x="512" y="240"/>
                  </a:cubicBezTo>
                  <a:cubicBezTo>
                    <a:pt x="469" y="287"/>
                    <a:pt x="469" y="287"/>
                    <a:pt x="469" y="287"/>
                  </a:cubicBezTo>
                  <a:cubicBezTo>
                    <a:pt x="185" y="287"/>
                    <a:pt x="185" y="287"/>
                    <a:pt x="185" y="287"/>
                  </a:cubicBezTo>
                  <a:cubicBezTo>
                    <a:pt x="168" y="287"/>
                    <a:pt x="155" y="301"/>
                    <a:pt x="155" y="317"/>
                  </a:cubicBezTo>
                  <a:cubicBezTo>
                    <a:pt x="155" y="604"/>
                    <a:pt x="155" y="604"/>
                    <a:pt x="155" y="604"/>
                  </a:cubicBezTo>
                  <a:cubicBezTo>
                    <a:pt x="155" y="620"/>
                    <a:pt x="168" y="634"/>
                    <a:pt x="185" y="634"/>
                  </a:cubicBezTo>
                  <a:cubicBezTo>
                    <a:pt x="471" y="634"/>
                    <a:pt x="471" y="634"/>
                    <a:pt x="471" y="634"/>
                  </a:cubicBezTo>
                  <a:cubicBezTo>
                    <a:pt x="488" y="634"/>
                    <a:pt x="501" y="620"/>
                    <a:pt x="501" y="604"/>
                  </a:cubicBezTo>
                  <a:cubicBezTo>
                    <a:pt x="501" y="341"/>
                    <a:pt x="501" y="341"/>
                    <a:pt x="501" y="341"/>
                  </a:cubicBezTo>
                  <a:cubicBezTo>
                    <a:pt x="557" y="280"/>
                    <a:pt x="557" y="280"/>
                    <a:pt x="557" y="280"/>
                  </a:cubicBezTo>
                  <a:cubicBezTo>
                    <a:pt x="568" y="268"/>
                    <a:pt x="567" y="249"/>
                    <a:pt x="555" y="238"/>
                  </a:cubicBezTo>
                  <a:close/>
                  <a:moveTo>
                    <a:pt x="1531" y="562"/>
                  </a:moveTo>
                  <a:cubicBezTo>
                    <a:pt x="1531" y="545"/>
                    <a:pt x="1518" y="532"/>
                    <a:pt x="1501" y="532"/>
                  </a:cubicBezTo>
                  <a:cubicBezTo>
                    <a:pt x="691" y="532"/>
                    <a:pt x="691" y="532"/>
                    <a:pt x="691" y="532"/>
                  </a:cubicBezTo>
                  <a:cubicBezTo>
                    <a:pt x="674" y="532"/>
                    <a:pt x="661" y="545"/>
                    <a:pt x="661" y="562"/>
                  </a:cubicBezTo>
                  <a:cubicBezTo>
                    <a:pt x="661" y="579"/>
                    <a:pt x="674" y="592"/>
                    <a:pt x="691" y="592"/>
                  </a:cubicBezTo>
                  <a:cubicBezTo>
                    <a:pt x="1501" y="592"/>
                    <a:pt x="1501" y="592"/>
                    <a:pt x="1501" y="592"/>
                  </a:cubicBezTo>
                  <a:cubicBezTo>
                    <a:pt x="1518" y="592"/>
                    <a:pt x="1531" y="579"/>
                    <a:pt x="1531" y="562"/>
                  </a:cubicBezTo>
                  <a:close/>
                  <a:moveTo>
                    <a:pt x="1531" y="358"/>
                  </a:moveTo>
                  <a:cubicBezTo>
                    <a:pt x="1531" y="341"/>
                    <a:pt x="1518" y="328"/>
                    <a:pt x="1501" y="328"/>
                  </a:cubicBezTo>
                  <a:cubicBezTo>
                    <a:pt x="691" y="328"/>
                    <a:pt x="691" y="328"/>
                    <a:pt x="691" y="328"/>
                  </a:cubicBezTo>
                  <a:cubicBezTo>
                    <a:pt x="674" y="328"/>
                    <a:pt x="661" y="341"/>
                    <a:pt x="661" y="358"/>
                  </a:cubicBezTo>
                  <a:cubicBezTo>
                    <a:pt x="661" y="375"/>
                    <a:pt x="674" y="388"/>
                    <a:pt x="691" y="388"/>
                  </a:cubicBezTo>
                  <a:cubicBezTo>
                    <a:pt x="1501" y="388"/>
                    <a:pt x="1501" y="388"/>
                    <a:pt x="1501" y="388"/>
                  </a:cubicBezTo>
                  <a:cubicBezTo>
                    <a:pt x="1518" y="388"/>
                    <a:pt x="1531" y="375"/>
                    <a:pt x="1531" y="358"/>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sp>
        <p:nvSpPr>
          <p:cNvPr id="117" name="Rectangle: Single Corner Rounded 116">
            <a:extLst>
              <a:ext uri="{FF2B5EF4-FFF2-40B4-BE49-F238E27FC236}">
                <a16:creationId xmlns:a16="http://schemas.microsoft.com/office/drawing/2014/main" id="{F35DFDFB-CFCD-ABD8-AF9C-A1F33CCAD628}"/>
              </a:ext>
            </a:extLst>
          </p:cNvPr>
          <p:cNvSpPr/>
          <p:nvPr/>
        </p:nvSpPr>
        <p:spPr>
          <a:xfrm flipH="1" flipV="1">
            <a:off x="502415" y="1996007"/>
            <a:ext cx="1517504" cy="4336341"/>
          </a:xfrm>
          <a:prstGeom prst="round1Rect">
            <a:avLst>
              <a:gd name="adj" fmla="val 12668"/>
            </a:avLst>
          </a:prstGeom>
          <a:solidFill>
            <a:schemeClr val="accent1"/>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15" name="Rectangle: Single Corner Rounded 114">
            <a:extLst>
              <a:ext uri="{FF2B5EF4-FFF2-40B4-BE49-F238E27FC236}">
                <a16:creationId xmlns:a16="http://schemas.microsoft.com/office/drawing/2014/main" id="{255CC6C1-9BBB-BFC8-2AA8-5191711F4939}"/>
              </a:ext>
            </a:extLst>
          </p:cNvPr>
          <p:cNvSpPr/>
          <p:nvPr/>
        </p:nvSpPr>
        <p:spPr>
          <a:xfrm flipH="1" flipV="1">
            <a:off x="539894" y="1996007"/>
            <a:ext cx="1517504" cy="4336341"/>
          </a:xfrm>
          <a:prstGeom prst="round1Rect">
            <a:avLst>
              <a:gd name="adj" fmla="val 12668"/>
            </a:avLst>
          </a:prstGeom>
          <a:solidFill>
            <a:schemeClr val="accent1">
              <a:lumMod val="75000"/>
              <a:lumOff val="25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22" name="TextBox 121">
            <a:extLst>
              <a:ext uri="{FF2B5EF4-FFF2-40B4-BE49-F238E27FC236}">
                <a16:creationId xmlns:a16="http://schemas.microsoft.com/office/drawing/2014/main" id="{9230AEE1-3EBC-E143-3C3E-0059C13690B2}"/>
              </a:ext>
            </a:extLst>
          </p:cNvPr>
          <p:cNvSpPr txBox="1"/>
          <p:nvPr/>
        </p:nvSpPr>
        <p:spPr>
          <a:xfrm>
            <a:off x="3288738" y="5650558"/>
            <a:ext cx="1380662" cy="57897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920000"/>
                </a:solidFill>
              </a14:hiddenFill>
            </a:ext>
            <a:ext uri="{91240B29-F687-4F45-9708-019B960494DF}">
              <a14:hiddenLine xmlns:a14="http://schemas.microsoft.com/office/drawing/2010/main" w="9525" cap="rnd" cmpd="sng" algn="ctr">
                <a:solidFill>
                  <a:srgbClr val="C000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000000"/>
                </a:solidFill>
                <a:effectLst/>
                <a:uLnTx/>
                <a:uFillTx/>
                <a:latin typeface="Trebuchet MS"/>
                <a:ea typeface="+mn-ea"/>
                <a:cs typeface="+mn-cs"/>
              </a:rPr>
              <a:t>Deputyship/ sector team, validated by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000000"/>
                </a:solidFill>
                <a:effectLst/>
                <a:uLnTx/>
                <a:uFillTx/>
                <a:latin typeface="Trebuchet MS"/>
                <a:ea typeface="+mn-ea"/>
                <a:cs typeface="+mn-cs"/>
              </a:rPr>
              <a:t>Policy Committee</a:t>
            </a:r>
          </a:p>
        </p:txBody>
      </p:sp>
      <p:sp>
        <p:nvSpPr>
          <p:cNvPr id="124" name="TextBox 123">
            <a:extLst>
              <a:ext uri="{FF2B5EF4-FFF2-40B4-BE49-F238E27FC236}">
                <a16:creationId xmlns:a16="http://schemas.microsoft.com/office/drawing/2014/main" id="{6EDFF083-E70B-9992-A816-A4A227627E48}"/>
              </a:ext>
            </a:extLst>
          </p:cNvPr>
          <p:cNvSpPr txBox="1"/>
          <p:nvPr/>
        </p:nvSpPr>
        <p:spPr>
          <a:xfrm>
            <a:off x="4616766" y="5650558"/>
            <a:ext cx="1064897" cy="57897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920000"/>
                </a:solidFill>
              </a14:hiddenFill>
            </a:ext>
            <a:ext uri="{91240B29-F687-4F45-9708-019B960494DF}">
              <a14:hiddenLine xmlns:a14="http://schemas.microsoft.com/office/drawing/2010/main" w="9525" cap="rnd" cmpd="sng" algn="ctr">
                <a:solidFill>
                  <a:srgbClr val="C000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000000"/>
                </a:solidFill>
                <a:effectLst/>
                <a:uLnTx/>
                <a:uFillTx/>
                <a:latin typeface="Trebuchet MS"/>
                <a:ea typeface="+mn-ea"/>
                <a:cs typeface="+mn-cs"/>
              </a:rPr>
              <a:t>Deputyship/ sector team</a:t>
            </a:r>
          </a:p>
        </p:txBody>
      </p:sp>
      <p:sp>
        <p:nvSpPr>
          <p:cNvPr id="127" name="TextBox 126">
            <a:extLst>
              <a:ext uri="{FF2B5EF4-FFF2-40B4-BE49-F238E27FC236}">
                <a16:creationId xmlns:a16="http://schemas.microsoft.com/office/drawing/2014/main" id="{AE9D1534-9BE0-465B-A7DC-02663B25032A}"/>
              </a:ext>
            </a:extLst>
          </p:cNvPr>
          <p:cNvSpPr txBox="1"/>
          <p:nvPr/>
        </p:nvSpPr>
        <p:spPr>
          <a:xfrm>
            <a:off x="5786915" y="5650558"/>
            <a:ext cx="1064897" cy="57897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920000"/>
                </a:solidFill>
              </a14:hiddenFill>
            </a:ext>
            <a:ext uri="{91240B29-F687-4F45-9708-019B960494DF}">
              <a14:hiddenLine xmlns:a14="http://schemas.microsoft.com/office/drawing/2010/main" w="9525" cap="rnd" cmpd="sng" algn="ctr">
                <a:solidFill>
                  <a:srgbClr val="C000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000000"/>
                </a:solidFill>
                <a:effectLst/>
                <a:uLnTx/>
                <a:uFillTx/>
                <a:latin typeface="Trebuchet MS"/>
                <a:ea typeface="+mn-ea"/>
                <a:cs typeface="+mn-cs"/>
              </a:rPr>
              <a:t>SMO</a:t>
            </a:r>
          </a:p>
        </p:txBody>
      </p:sp>
      <p:sp>
        <p:nvSpPr>
          <p:cNvPr id="128" name="TextBox 127">
            <a:extLst>
              <a:ext uri="{FF2B5EF4-FFF2-40B4-BE49-F238E27FC236}">
                <a16:creationId xmlns:a16="http://schemas.microsoft.com/office/drawing/2014/main" id="{C4473F54-456B-1736-6AD2-EF6597DC8CCE}"/>
              </a:ext>
            </a:extLst>
          </p:cNvPr>
          <p:cNvSpPr txBox="1"/>
          <p:nvPr/>
        </p:nvSpPr>
        <p:spPr>
          <a:xfrm>
            <a:off x="6957062" y="5650558"/>
            <a:ext cx="1064897" cy="57897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920000"/>
                </a:solidFill>
              </a14:hiddenFill>
            </a:ext>
            <a:ext uri="{91240B29-F687-4F45-9708-019B960494DF}">
              <a14:hiddenLine xmlns:a14="http://schemas.microsoft.com/office/drawing/2010/main" w="9525" cap="rnd" cmpd="sng" algn="ctr">
                <a:solidFill>
                  <a:srgbClr val="C000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000000"/>
                </a:solidFill>
                <a:effectLst/>
                <a:uLnTx/>
                <a:uFillTx/>
                <a:latin typeface="Trebuchet MS"/>
                <a:ea typeface="+mn-ea"/>
                <a:cs typeface="+mn-cs"/>
              </a:rPr>
              <a:t>Legal department</a:t>
            </a:r>
          </a:p>
        </p:txBody>
      </p:sp>
      <p:sp>
        <p:nvSpPr>
          <p:cNvPr id="129" name="TextBox 128">
            <a:extLst>
              <a:ext uri="{FF2B5EF4-FFF2-40B4-BE49-F238E27FC236}">
                <a16:creationId xmlns:a16="http://schemas.microsoft.com/office/drawing/2014/main" id="{1DEC1A90-EA1F-C4ED-60BE-380C49BDA0DC}"/>
              </a:ext>
            </a:extLst>
          </p:cNvPr>
          <p:cNvSpPr txBox="1"/>
          <p:nvPr/>
        </p:nvSpPr>
        <p:spPr>
          <a:xfrm>
            <a:off x="8127209" y="5650558"/>
            <a:ext cx="1064897" cy="57897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920000"/>
                </a:solidFill>
              </a14:hiddenFill>
            </a:ext>
            <a:ext uri="{91240B29-F687-4F45-9708-019B960494DF}">
              <a14:hiddenLine xmlns:a14="http://schemas.microsoft.com/office/drawing/2010/main" w="9525" cap="rnd" cmpd="sng" algn="ctr">
                <a:solidFill>
                  <a:srgbClr val="C000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000000"/>
                </a:solidFill>
                <a:effectLst/>
                <a:uLnTx/>
                <a:uFillTx/>
                <a:latin typeface="Trebuchet MS"/>
                <a:ea typeface="+mn-ea"/>
                <a:cs typeface="+mn-cs"/>
              </a:rPr>
              <a:t>Finance and </a:t>
            </a:r>
            <a:br>
              <a:rPr kumimoji="0" lang="en-US" sz="1100" b="0" i="1" u="none" strike="noStrike" kern="1200" cap="none" spc="0" normalizeH="0" baseline="0" noProof="0" dirty="0">
                <a:ln>
                  <a:noFill/>
                </a:ln>
                <a:solidFill>
                  <a:srgbClr val="000000"/>
                </a:solidFill>
                <a:effectLst/>
                <a:uLnTx/>
                <a:uFillTx/>
                <a:latin typeface="Trebuchet MS"/>
                <a:ea typeface="+mn-ea"/>
                <a:cs typeface="+mn-cs"/>
              </a:rPr>
            </a:br>
            <a:r>
              <a:rPr kumimoji="0" lang="en-US" sz="1100" b="0" i="1" u="none" strike="noStrike" kern="1200" cap="none" spc="0" normalizeH="0" baseline="0" noProof="0" dirty="0">
                <a:ln>
                  <a:noFill/>
                </a:ln>
                <a:solidFill>
                  <a:srgbClr val="000000"/>
                </a:solidFill>
                <a:effectLst/>
                <a:uLnTx/>
                <a:uFillTx/>
                <a:latin typeface="Trebuchet MS"/>
                <a:ea typeface="+mn-ea"/>
                <a:cs typeface="+mn-cs"/>
              </a:rPr>
              <a:t>budgeting department</a:t>
            </a:r>
          </a:p>
        </p:txBody>
      </p:sp>
      <p:sp>
        <p:nvSpPr>
          <p:cNvPr id="130" name="TextBox 129">
            <a:extLst>
              <a:ext uri="{FF2B5EF4-FFF2-40B4-BE49-F238E27FC236}">
                <a16:creationId xmlns:a16="http://schemas.microsoft.com/office/drawing/2014/main" id="{777CAA44-A465-26FF-8D69-23F189761E72}"/>
              </a:ext>
            </a:extLst>
          </p:cNvPr>
          <p:cNvSpPr txBox="1"/>
          <p:nvPr/>
        </p:nvSpPr>
        <p:spPr>
          <a:xfrm>
            <a:off x="9297356" y="5650558"/>
            <a:ext cx="1064897" cy="57897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920000"/>
                </a:solidFill>
              </a14:hiddenFill>
            </a:ext>
            <a:ext uri="{91240B29-F687-4F45-9708-019B960494DF}">
              <a14:hiddenLine xmlns:a14="http://schemas.microsoft.com/office/drawing/2010/main" w="9525" cap="rnd" cmpd="sng" algn="ctr">
                <a:solidFill>
                  <a:srgbClr val="C000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000000"/>
                </a:solidFill>
                <a:effectLst/>
                <a:uLnTx/>
                <a:uFillTx/>
                <a:latin typeface="Trebuchet MS"/>
                <a:ea typeface="+mn-ea"/>
                <a:cs typeface="+mn-cs"/>
              </a:rPr>
              <a:t>Deputyship/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000000"/>
                </a:solidFill>
                <a:effectLst/>
                <a:uLnTx/>
                <a:uFillTx/>
                <a:latin typeface="Trebuchet MS"/>
                <a:ea typeface="+mn-ea"/>
                <a:cs typeface="+mn-cs"/>
              </a:rPr>
              <a:t>sector team</a:t>
            </a:r>
          </a:p>
        </p:txBody>
      </p:sp>
      <p:sp>
        <p:nvSpPr>
          <p:cNvPr id="131" name="TextBox 130">
            <a:extLst>
              <a:ext uri="{FF2B5EF4-FFF2-40B4-BE49-F238E27FC236}">
                <a16:creationId xmlns:a16="http://schemas.microsoft.com/office/drawing/2014/main" id="{8F447A58-5BEB-407A-3507-932B631F1646}"/>
              </a:ext>
            </a:extLst>
          </p:cNvPr>
          <p:cNvSpPr txBox="1"/>
          <p:nvPr/>
        </p:nvSpPr>
        <p:spPr>
          <a:xfrm>
            <a:off x="10467498" y="5650558"/>
            <a:ext cx="1064897" cy="57897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920000"/>
                </a:solidFill>
              </a14:hiddenFill>
            </a:ext>
            <a:ext uri="{91240B29-F687-4F45-9708-019B960494DF}">
              <a14:hiddenLine xmlns:a14="http://schemas.microsoft.com/office/drawing/2010/main" w="9525" cap="rnd" cmpd="sng" algn="ctr">
                <a:solidFill>
                  <a:srgbClr val="C000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000000"/>
                </a:solidFill>
                <a:effectLst/>
                <a:uLnTx/>
                <a:uFillTx/>
                <a:latin typeface="Trebuchet MS"/>
                <a:ea typeface="+mn-ea"/>
                <a:cs typeface="+mn-cs"/>
              </a:rPr>
              <a:t>Policy Committee</a:t>
            </a:r>
          </a:p>
        </p:txBody>
      </p:sp>
      <p:sp>
        <p:nvSpPr>
          <p:cNvPr id="123" name="TextBox 122">
            <a:extLst>
              <a:ext uri="{FF2B5EF4-FFF2-40B4-BE49-F238E27FC236}">
                <a16:creationId xmlns:a16="http://schemas.microsoft.com/office/drawing/2014/main" id="{E3879139-AC29-DBA7-933F-0D7FEF7F7B41}"/>
              </a:ext>
            </a:extLst>
          </p:cNvPr>
          <p:cNvSpPr txBox="1"/>
          <p:nvPr/>
        </p:nvSpPr>
        <p:spPr>
          <a:xfrm>
            <a:off x="4616765" y="4195897"/>
            <a:ext cx="1064897" cy="1368251"/>
          </a:xfrm>
          <a:prstGeom prst="roundRect">
            <a:avLst>
              <a:gd name="adj" fmla="val 2930"/>
            </a:avLst>
          </a:prstGeom>
          <a:solidFill>
            <a:srgbClr val="C9E7CA"/>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Trebuchet MS"/>
                <a:ea typeface="+mn-ea"/>
                <a:cs typeface="+mn-cs"/>
              </a:rPr>
              <a:t>Develop policy for their sector leveraging sector expertise</a:t>
            </a:r>
            <a:br>
              <a:rPr kumimoji="0" lang="en-US" sz="1100" b="0" i="0" u="none" strike="noStrike" kern="1200" cap="none" spc="0" normalizeH="0" baseline="0" noProof="0" dirty="0">
                <a:ln>
                  <a:noFill/>
                </a:ln>
                <a:solidFill>
                  <a:srgbClr val="000000"/>
                </a:solidFill>
                <a:effectLst/>
                <a:uLnTx/>
                <a:uFillTx/>
                <a:latin typeface="Trebuchet MS"/>
                <a:ea typeface="+mn-ea"/>
                <a:cs typeface="+mn-cs"/>
              </a:rPr>
            </a:br>
            <a:r>
              <a:rPr kumimoji="0" lang="en-US" sz="1100" b="0" i="0" u="none" strike="noStrike" kern="1200" cap="none" spc="0" normalizeH="0" baseline="0" noProof="0" dirty="0">
                <a:ln>
                  <a:noFill/>
                </a:ln>
                <a:solidFill>
                  <a:srgbClr val="000000"/>
                </a:solidFill>
                <a:effectLst/>
                <a:uLnTx/>
                <a:uFillTx/>
                <a:latin typeface="Trebuchet MS"/>
                <a:ea typeface="+mn-ea"/>
                <a:cs typeface="+mn-cs"/>
              </a:rPr>
              <a:t>and MOMAH resources</a:t>
            </a:r>
          </a:p>
        </p:txBody>
      </p:sp>
      <p:sp>
        <p:nvSpPr>
          <p:cNvPr id="126" name="TextBox 125">
            <a:extLst>
              <a:ext uri="{FF2B5EF4-FFF2-40B4-BE49-F238E27FC236}">
                <a16:creationId xmlns:a16="http://schemas.microsoft.com/office/drawing/2014/main" id="{36D810CE-E98B-D226-B10A-4D2D082222D3}"/>
              </a:ext>
            </a:extLst>
          </p:cNvPr>
          <p:cNvSpPr txBox="1"/>
          <p:nvPr/>
        </p:nvSpPr>
        <p:spPr>
          <a:xfrm>
            <a:off x="9297350" y="4195897"/>
            <a:ext cx="1064897" cy="1368251"/>
          </a:xfrm>
          <a:prstGeom prst="roundRect">
            <a:avLst>
              <a:gd name="adj" fmla="val 2879"/>
            </a:avLst>
          </a:prstGeom>
          <a:solidFill>
            <a:srgbClr val="C9E7CA"/>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Trebuchet MS"/>
                <a:ea typeface="+mn-ea"/>
                <a:cs typeface="+mn-cs"/>
              </a:rPr>
              <a:t>Update policy based on inputs received and prepares for public consultation</a:t>
            </a:r>
          </a:p>
        </p:txBody>
      </p:sp>
      <p:sp>
        <p:nvSpPr>
          <p:cNvPr id="132" name="TextBox 131">
            <a:extLst>
              <a:ext uri="{FF2B5EF4-FFF2-40B4-BE49-F238E27FC236}">
                <a16:creationId xmlns:a16="http://schemas.microsoft.com/office/drawing/2014/main" id="{A50F130A-BAB9-B340-88BB-1A79CFCFD300}"/>
              </a:ext>
            </a:extLst>
          </p:cNvPr>
          <p:cNvSpPr txBox="1"/>
          <p:nvPr/>
        </p:nvSpPr>
        <p:spPr>
          <a:xfrm>
            <a:off x="5786913" y="4195897"/>
            <a:ext cx="3405188" cy="1368251"/>
          </a:xfrm>
          <a:prstGeom prst="roundRect">
            <a:avLst>
              <a:gd name="adj" fmla="val 2744"/>
            </a:avLst>
          </a:prstGeom>
          <a:solidFill>
            <a:schemeClr val="bg2"/>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Trebuchet MS"/>
                <a:ea typeface="+mn-ea"/>
                <a:cs typeface="+mn-cs"/>
              </a:rPr>
              <a:t>Technical expertise, </a:t>
            </a:r>
            <a:br>
              <a:rPr kumimoji="0" lang="en-US" sz="1100" b="0" i="0" u="none" strike="noStrike" kern="1200" cap="none" spc="0" normalizeH="0" baseline="0" noProof="0" dirty="0">
                <a:ln>
                  <a:noFill/>
                </a:ln>
                <a:solidFill>
                  <a:srgbClr val="000000"/>
                </a:solidFill>
                <a:effectLst/>
                <a:uLnTx/>
                <a:uFillTx/>
                <a:latin typeface="Trebuchet MS"/>
                <a:ea typeface="+mn-ea"/>
                <a:cs typeface="+mn-cs"/>
              </a:rPr>
            </a:br>
            <a:r>
              <a:rPr kumimoji="0" lang="en-US" sz="1100" b="0" i="0" u="none" strike="noStrike" kern="1200" cap="none" spc="0" normalizeH="0" baseline="0" noProof="0" dirty="0">
                <a:ln>
                  <a:noFill/>
                </a:ln>
                <a:solidFill>
                  <a:srgbClr val="000000"/>
                </a:solidFill>
                <a:effectLst/>
                <a:uLnTx/>
                <a:uFillTx/>
                <a:latin typeface="Trebuchet MS"/>
                <a:ea typeface="+mn-ea"/>
                <a:cs typeface="+mn-cs"/>
              </a:rPr>
              <a:t>knowledge of context, </a:t>
            </a:r>
            <a:br>
              <a:rPr kumimoji="0" lang="en-US" sz="1100" b="0" i="0" u="none" strike="noStrike" kern="1200" cap="none" spc="0" normalizeH="0" baseline="0" noProof="0" dirty="0">
                <a:ln>
                  <a:noFill/>
                </a:ln>
                <a:solidFill>
                  <a:srgbClr val="000000"/>
                </a:solidFill>
                <a:effectLst/>
                <a:uLnTx/>
                <a:uFillTx/>
                <a:latin typeface="Trebuchet MS"/>
                <a:ea typeface="+mn-ea"/>
                <a:cs typeface="+mn-cs"/>
              </a:rPr>
            </a:br>
            <a:r>
              <a:rPr kumimoji="0" lang="en-US" sz="1100" b="0" i="0" u="none" strike="noStrike" kern="1200" cap="none" spc="0" normalizeH="0" baseline="0" noProof="0" dirty="0">
                <a:ln>
                  <a:noFill/>
                </a:ln>
                <a:solidFill>
                  <a:srgbClr val="000000"/>
                </a:solidFill>
                <a:effectLst/>
                <a:uLnTx/>
                <a:uFillTx/>
                <a:latin typeface="Trebuchet MS"/>
                <a:ea typeface="+mn-ea"/>
                <a:cs typeface="+mn-cs"/>
              </a:rPr>
              <a:t>proximity to stakeholders</a:t>
            </a:r>
          </a:p>
        </p:txBody>
      </p:sp>
      <p:sp>
        <p:nvSpPr>
          <p:cNvPr id="121" name="TextBox 120">
            <a:extLst>
              <a:ext uri="{FF2B5EF4-FFF2-40B4-BE49-F238E27FC236}">
                <a16:creationId xmlns:a16="http://schemas.microsoft.com/office/drawing/2014/main" id="{B735C0AB-DABA-5E50-21D6-FE073CDD25AB}"/>
              </a:ext>
            </a:extLst>
          </p:cNvPr>
          <p:cNvSpPr txBox="1"/>
          <p:nvPr/>
        </p:nvSpPr>
        <p:spPr>
          <a:xfrm>
            <a:off x="3446621" y="4195897"/>
            <a:ext cx="1064897" cy="1368251"/>
          </a:xfrm>
          <a:prstGeom prst="roundRect">
            <a:avLst>
              <a:gd name="adj" fmla="val 2930"/>
            </a:avLst>
          </a:prstGeom>
          <a:solidFill>
            <a:srgbClr val="C9E7CA"/>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Trebuchet MS"/>
                <a:ea typeface="+mn-ea"/>
                <a:cs typeface="+mn-cs"/>
              </a:rPr>
              <a:t>Establish</a:t>
            </a:r>
            <a:br>
              <a:rPr kumimoji="0" lang="en-US" sz="1100" b="0" i="0" u="none" strike="noStrike" kern="1200" cap="none" spc="0" normalizeH="0" baseline="0" noProof="0" dirty="0">
                <a:ln>
                  <a:noFill/>
                </a:ln>
                <a:solidFill>
                  <a:srgbClr val="000000"/>
                </a:solidFill>
                <a:effectLst/>
                <a:uLnTx/>
                <a:uFillTx/>
                <a:latin typeface="Trebuchet MS"/>
                <a:ea typeface="+mn-ea"/>
                <a:cs typeface="+mn-cs"/>
              </a:rPr>
            </a:br>
            <a:r>
              <a:rPr kumimoji="0" lang="en-US" sz="1100" b="0" i="0" u="none" strike="noStrike" kern="1200" cap="none" spc="0" normalizeH="0" baseline="0" noProof="0" dirty="0">
                <a:ln>
                  <a:noFill/>
                </a:ln>
                <a:solidFill>
                  <a:srgbClr val="000000"/>
                </a:solidFill>
                <a:effectLst/>
                <a:uLnTx/>
                <a:uFillTx/>
                <a:latin typeface="Trebuchet MS"/>
                <a:ea typeface="+mn-ea"/>
                <a:cs typeface="+mn-cs"/>
              </a:rPr>
              <a:t>policy goals, purpose, impact, and relevance, ensuring alignment with other policies</a:t>
            </a:r>
          </a:p>
        </p:txBody>
      </p:sp>
      <p:sp>
        <p:nvSpPr>
          <p:cNvPr id="133" name="TextBox 132">
            <a:extLst>
              <a:ext uri="{FF2B5EF4-FFF2-40B4-BE49-F238E27FC236}">
                <a16:creationId xmlns:a16="http://schemas.microsoft.com/office/drawing/2014/main" id="{2D08AB82-87B7-EFDF-5E81-AEEFAD5B92CB}"/>
              </a:ext>
            </a:extLst>
          </p:cNvPr>
          <p:cNvSpPr txBox="1"/>
          <p:nvPr/>
        </p:nvSpPr>
        <p:spPr>
          <a:xfrm>
            <a:off x="3446620" y="2683107"/>
            <a:ext cx="1064897" cy="1368251"/>
          </a:xfrm>
          <a:prstGeom prst="roundRect">
            <a:avLst>
              <a:gd name="adj" fmla="val 2930"/>
            </a:avLst>
          </a:prstGeom>
          <a:solidFill>
            <a:schemeClr val="bg2"/>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Trebuchet MS"/>
                <a:ea typeface="+mn-ea"/>
                <a:cs typeface="+mn-cs"/>
              </a:rPr>
              <a:t>Provide input on potential policies for the sector and define minimum requirements/ guidelines for policy approval </a:t>
            </a:r>
          </a:p>
        </p:txBody>
      </p:sp>
      <p:sp>
        <p:nvSpPr>
          <p:cNvPr id="125" name="TextBox 124">
            <a:extLst>
              <a:ext uri="{FF2B5EF4-FFF2-40B4-BE49-F238E27FC236}">
                <a16:creationId xmlns:a16="http://schemas.microsoft.com/office/drawing/2014/main" id="{96D2ECE7-0C9C-9907-EF7B-AEC70EDA7165}"/>
              </a:ext>
            </a:extLst>
          </p:cNvPr>
          <p:cNvSpPr txBox="1"/>
          <p:nvPr/>
        </p:nvSpPr>
        <p:spPr>
          <a:xfrm>
            <a:off x="5786913" y="2627733"/>
            <a:ext cx="3405188" cy="1478998"/>
          </a:xfrm>
          <a:prstGeom prst="roundRect">
            <a:avLst>
              <a:gd name="adj" fmla="val 2601"/>
            </a:avLst>
          </a:prstGeom>
          <a:solidFill>
            <a:srgbClr val="C9E7CA"/>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Trebuchet MS"/>
                <a:ea typeface="+mn-ea"/>
                <a:cs typeface="+mn-cs"/>
              </a:rPr>
              <a:t>Centralized review by relevant departments to ensure a comprehensive assessment at their level of expertise</a:t>
            </a:r>
          </a:p>
        </p:txBody>
      </p:sp>
      <p:sp>
        <p:nvSpPr>
          <p:cNvPr id="134" name="TextBox 133">
            <a:extLst>
              <a:ext uri="{FF2B5EF4-FFF2-40B4-BE49-F238E27FC236}">
                <a16:creationId xmlns:a16="http://schemas.microsoft.com/office/drawing/2014/main" id="{31526D44-2FC2-A451-6F9E-DCAD12079B73}"/>
              </a:ext>
            </a:extLst>
          </p:cNvPr>
          <p:cNvSpPr txBox="1"/>
          <p:nvPr/>
        </p:nvSpPr>
        <p:spPr>
          <a:xfrm>
            <a:off x="4616768" y="2626356"/>
            <a:ext cx="1064897" cy="1478998"/>
          </a:xfrm>
          <a:prstGeom prst="roundRect">
            <a:avLst>
              <a:gd name="adj" fmla="val 2930"/>
            </a:avLst>
          </a:prstGeom>
          <a:solidFill>
            <a:schemeClr val="bg2"/>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Trebuchet MS"/>
                <a:ea typeface="+mn-ea"/>
                <a:cs typeface="+mn-cs"/>
              </a:rPr>
              <a:t>Provide input on relevant areas of expertise (e.g. BIDSC socioeconomic studies)</a:t>
            </a:r>
          </a:p>
        </p:txBody>
      </p:sp>
      <p:sp>
        <p:nvSpPr>
          <p:cNvPr id="135" name="TextBox 134">
            <a:extLst>
              <a:ext uri="{FF2B5EF4-FFF2-40B4-BE49-F238E27FC236}">
                <a16:creationId xmlns:a16="http://schemas.microsoft.com/office/drawing/2014/main" id="{7B7B95D9-185C-13F1-32FD-10D6990B03C9}"/>
              </a:ext>
            </a:extLst>
          </p:cNvPr>
          <p:cNvSpPr txBox="1"/>
          <p:nvPr/>
        </p:nvSpPr>
        <p:spPr>
          <a:xfrm>
            <a:off x="10467498" y="2626355"/>
            <a:ext cx="1064897" cy="1478998"/>
          </a:xfrm>
          <a:prstGeom prst="roundRect">
            <a:avLst>
              <a:gd name="adj" fmla="val 3003"/>
            </a:avLst>
          </a:prstGeom>
          <a:solidFill>
            <a:srgbClr val="C9E7CA"/>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Trebuchet MS"/>
                <a:ea typeface="+mn-ea"/>
                <a:cs typeface="+mn-cs"/>
              </a:rPr>
              <a:t>Obtain a sign-in from all key decision-makers ensuring independency and alignment with requirements</a:t>
            </a:r>
          </a:p>
        </p:txBody>
      </p:sp>
      <p:sp>
        <p:nvSpPr>
          <p:cNvPr id="146" name="Rectangle 145">
            <a:extLst>
              <a:ext uri="{FF2B5EF4-FFF2-40B4-BE49-F238E27FC236}">
                <a16:creationId xmlns:a16="http://schemas.microsoft.com/office/drawing/2014/main" id="{DE8E3617-59B8-0C4F-49C5-1B0F5A4792AE}"/>
              </a:ext>
            </a:extLst>
          </p:cNvPr>
          <p:cNvSpPr/>
          <p:nvPr/>
        </p:nvSpPr>
        <p:spPr>
          <a:xfrm>
            <a:off x="1074863" y="2043634"/>
            <a:ext cx="969438" cy="495703"/>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chemeClr val="tx2">
                    <a:lumMod val="50000"/>
                  </a:schemeClr>
                </a:solidFill>
              </a14:hiddenFill>
            </a:ext>
            <a:ext uri="{91240B29-F687-4F45-9708-019B960494DF}">
              <a14:hiddenLine xmlns:a14="http://schemas.microsoft.com/office/drawing/2010/main" w="9525" cap="rnd" cmpd="sng" algn="ctr">
                <a:solidFill>
                  <a:schemeClr val="tx2">
                    <a:lumMod val="50000"/>
                  </a:schemeClr>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rebuchet MS"/>
                <a:ea typeface="+mn-ea"/>
                <a:cs typeface="+mn-cs"/>
              </a:rPr>
              <a:t>Process </a:t>
            </a:r>
            <a:br>
              <a:rPr kumimoji="0" lang="en-US" sz="1400" b="0" i="0" u="none" strike="noStrike" kern="1200" cap="none" spc="0" normalizeH="0" baseline="0" noProof="0" dirty="0">
                <a:ln>
                  <a:noFill/>
                </a:ln>
                <a:solidFill>
                  <a:prstClr val="white"/>
                </a:solidFill>
                <a:effectLst/>
                <a:uLnTx/>
                <a:uFillTx/>
                <a:latin typeface="Trebuchet MS"/>
                <a:ea typeface="+mn-ea"/>
                <a:cs typeface="+mn-cs"/>
              </a:rPr>
            </a:br>
            <a:r>
              <a:rPr kumimoji="0" lang="en-US" sz="1400" b="0" i="0" u="none" strike="noStrike" kern="1200" cap="none" spc="0" normalizeH="0" baseline="0" noProof="0" dirty="0">
                <a:ln>
                  <a:noFill/>
                </a:ln>
                <a:solidFill>
                  <a:prstClr val="white"/>
                </a:solidFill>
                <a:effectLst/>
                <a:uLnTx/>
                <a:uFillTx/>
                <a:latin typeface="Trebuchet MS"/>
                <a:ea typeface="+mn-ea"/>
                <a:cs typeface="+mn-cs"/>
              </a:rPr>
              <a:t>aspect</a:t>
            </a:r>
          </a:p>
        </p:txBody>
      </p:sp>
      <p:sp>
        <p:nvSpPr>
          <p:cNvPr id="147" name="Rectangle 146">
            <a:extLst>
              <a:ext uri="{FF2B5EF4-FFF2-40B4-BE49-F238E27FC236}">
                <a16:creationId xmlns:a16="http://schemas.microsoft.com/office/drawing/2014/main" id="{DB3D29E2-4B5C-5146-E902-62C75A1BF45A}"/>
              </a:ext>
            </a:extLst>
          </p:cNvPr>
          <p:cNvSpPr/>
          <p:nvPr/>
        </p:nvSpPr>
        <p:spPr>
          <a:xfrm>
            <a:off x="1074863" y="2626355"/>
            <a:ext cx="969438" cy="1480376"/>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chemeClr val="tx2">
                    <a:lumMod val="50000"/>
                  </a:schemeClr>
                </a:solidFill>
              </a14:hiddenFill>
            </a:ext>
            <a:ext uri="{91240B29-F687-4F45-9708-019B960494DF}">
              <a14:hiddenLine xmlns:a14="http://schemas.microsoft.com/office/drawing/2010/main" w="9525" cap="rnd" cmpd="sng" algn="ctr">
                <a:solidFill>
                  <a:schemeClr val="tx2">
                    <a:lumMod val="50000"/>
                  </a:schemeClr>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rebuchet MS"/>
                <a:ea typeface="+mn-ea"/>
                <a:cs typeface="+mn-cs"/>
              </a:rPr>
              <a:t>Central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rebuchet MS"/>
                <a:ea typeface="+mn-ea"/>
                <a:cs typeface="+mn-cs"/>
              </a:rPr>
              <a:t>responsi-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rebuchet MS"/>
                <a:ea typeface="+mn-ea"/>
                <a:cs typeface="+mn-cs"/>
              </a:rPr>
              <a:t>bilities</a:t>
            </a:r>
          </a:p>
        </p:txBody>
      </p:sp>
      <p:sp>
        <p:nvSpPr>
          <p:cNvPr id="148" name="Rectangle 147">
            <a:extLst>
              <a:ext uri="{FF2B5EF4-FFF2-40B4-BE49-F238E27FC236}">
                <a16:creationId xmlns:a16="http://schemas.microsoft.com/office/drawing/2014/main" id="{5565AD77-5A33-FFBC-0809-5088699FE20F}"/>
              </a:ext>
            </a:extLst>
          </p:cNvPr>
          <p:cNvSpPr/>
          <p:nvPr/>
        </p:nvSpPr>
        <p:spPr>
          <a:xfrm>
            <a:off x="1074863" y="4193141"/>
            <a:ext cx="969438" cy="1371007"/>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chemeClr val="tx2">
                    <a:lumMod val="50000"/>
                  </a:schemeClr>
                </a:solidFill>
              </a14:hiddenFill>
            </a:ext>
            <a:ext uri="{91240B29-F687-4F45-9708-019B960494DF}">
              <a14:hiddenLine xmlns:a14="http://schemas.microsoft.com/office/drawing/2010/main" w="9525" cap="rnd" cmpd="sng" algn="ctr">
                <a:solidFill>
                  <a:schemeClr val="tx2">
                    <a:lumMod val="50000"/>
                  </a:schemeClr>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rebuchet MS"/>
                <a:ea typeface="+mn-ea"/>
                <a:cs typeface="+mn-cs"/>
              </a:rPr>
              <a:t>Sector/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rebuchet MS"/>
                <a:ea typeface="+mn-ea"/>
                <a:cs typeface="+mn-cs"/>
              </a:rPr>
              <a:t>Deputyship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rebuchet MS"/>
                <a:ea typeface="+mn-ea"/>
                <a:cs typeface="+mn-cs"/>
              </a:rPr>
              <a:t>responsi-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rebuchet MS"/>
                <a:ea typeface="+mn-ea"/>
                <a:cs typeface="+mn-cs"/>
              </a:rPr>
              <a:t>bilities</a:t>
            </a:r>
          </a:p>
        </p:txBody>
      </p:sp>
      <p:sp>
        <p:nvSpPr>
          <p:cNvPr id="149" name="Rectangle 148">
            <a:extLst>
              <a:ext uri="{FF2B5EF4-FFF2-40B4-BE49-F238E27FC236}">
                <a16:creationId xmlns:a16="http://schemas.microsoft.com/office/drawing/2014/main" id="{266FD5C5-CF29-31AA-0AF3-E9D78F2A9D10}"/>
              </a:ext>
            </a:extLst>
          </p:cNvPr>
          <p:cNvSpPr/>
          <p:nvPr/>
        </p:nvSpPr>
        <p:spPr>
          <a:xfrm>
            <a:off x="1074863" y="5650558"/>
            <a:ext cx="969438" cy="57897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chemeClr val="tx2">
                    <a:lumMod val="50000"/>
                  </a:schemeClr>
                </a:solidFill>
              </a14:hiddenFill>
            </a:ext>
            <a:ext uri="{91240B29-F687-4F45-9708-019B960494DF}">
              <a14:hiddenLine xmlns:a14="http://schemas.microsoft.com/office/drawing/2010/main" w="9525" cap="rnd" cmpd="sng" algn="ctr">
                <a:solidFill>
                  <a:schemeClr val="tx2">
                    <a:lumMod val="50000"/>
                  </a:schemeClr>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rebuchet MS"/>
                <a:ea typeface="+mn-ea"/>
                <a:cs typeface="+mn-cs"/>
              </a:rPr>
              <a:t>Step owner</a:t>
            </a:r>
          </a:p>
        </p:txBody>
      </p:sp>
      <p:grpSp>
        <p:nvGrpSpPr>
          <p:cNvPr id="150" name="Group 149">
            <a:extLst>
              <a:ext uri="{FF2B5EF4-FFF2-40B4-BE49-F238E27FC236}">
                <a16:creationId xmlns:a16="http://schemas.microsoft.com/office/drawing/2014/main" id="{D1E1F7BC-A104-CF20-F22D-A54493EE2365}"/>
              </a:ext>
            </a:extLst>
          </p:cNvPr>
          <p:cNvGrpSpPr/>
          <p:nvPr/>
        </p:nvGrpSpPr>
        <p:grpSpPr>
          <a:xfrm rot="16200000">
            <a:off x="610731" y="2081704"/>
            <a:ext cx="352844" cy="419562"/>
            <a:chOff x="1537518" y="1001033"/>
            <a:chExt cx="822221" cy="977692"/>
          </a:xfrm>
        </p:grpSpPr>
        <p:grpSp>
          <p:nvGrpSpPr>
            <p:cNvPr id="151" name="Graphic 66">
              <a:extLst>
                <a:ext uri="{FF2B5EF4-FFF2-40B4-BE49-F238E27FC236}">
                  <a16:creationId xmlns:a16="http://schemas.microsoft.com/office/drawing/2014/main" id="{BB0E3225-53DB-62B5-060E-87D28D48F16E}"/>
                </a:ext>
              </a:extLst>
            </p:cNvPr>
            <p:cNvGrpSpPr/>
            <p:nvPr/>
          </p:nvGrpSpPr>
          <p:grpSpPr>
            <a:xfrm>
              <a:off x="1537518" y="1429450"/>
              <a:ext cx="822221" cy="549275"/>
              <a:chOff x="2712771" y="1641923"/>
              <a:chExt cx="835518" cy="558158"/>
            </a:xfrm>
            <a:solidFill>
              <a:srgbClr val="022169"/>
            </a:solidFill>
          </p:grpSpPr>
          <p:sp>
            <p:nvSpPr>
              <p:cNvPr id="153" name="Freeform: Shape 152">
                <a:extLst>
                  <a:ext uri="{FF2B5EF4-FFF2-40B4-BE49-F238E27FC236}">
                    <a16:creationId xmlns:a16="http://schemas.microsoft.com/office/drawing/2014/main" id="{2C0F87C5-0A67-E56F-10C5-3659ECAF2018}"/>
                  </a:ext>
                </a:extLst>
              </p:cNvPr>
              <p:cNvSpPr/>
              <p:nvPr/>
            </p:nvSpPr>
            <p:spPr>
              <a:xfrm>
                <a:off x="3034227" y="2030799"/>
                <a:ext cx="192625" cy="169282"/>
              </a:xfrm>
              <a:custGeom>
                <a:avLst/>
                <a:gdLst>
                  <a:gd name="connsiteX0" fmla="*/ 104347 w 192625"/>
                  <a:gd name="connsiteY0" fmla="*/ 164649 h 169282"/>
                  <a:gd name="connsiteX1" fmla="*/ 191371 w 192625"/>
                  <a:gd name="connsiteY1" fmla="*/ 13906 h 169282"/>
                  <a:gd name="connsiteX2" fmla="*/ 183337 w 192625"/>
                  <a:gd name="connsiteY2" fmla="*/ 0 h 169282"/>
                  <a:gd name="connsiteX3" fmla="*/ 9289 w 192625"/>
                  <a:gd name="connsiteY3" fmla="*/ 0 h 169282"/>
                  <a:gd name="connsiteX4" fmla="*/ 1255 w 192625"/>
                  <a:gd name="connsiteY4" fmla="*/ 13906 h 169282"/>
                  <a:gd name="connsiteX5" fmla="*/ 88279 w 192625"/>
                  <a:gd name="connsiteY5" fmla="*/ 164649 h 169282"/>
                  <a:gd name="connsiteX6" fmla="*/ 104347 w 192625"/>
                  <a:gd name="connsiteY6" fmla="*/ 164649 h 169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2625" h="169282">
                    <a:moveTo>
                      <a:pt x="104347" y="164649"/>
                    </a:moveTo>
                    <a:lnTo>
                      <a:pt x="191371" y="13906"/>
                    </a:lnTo>
                    <a:cubicBezTo>
                      <a:pt x="194939" y="7728"/>
                      <a:pt x="190474" y="0"/>
                      <a:pt x="183337" y="0"/>
                    </a:cubicBezTo>
                    <a:lnTo>
                      <a:pt x="9289" y="0"/>
                    </a:lnTo>
                    <a:cubicBezTo>
                      <a:pt x="2152" y="0"/>
                      <a:pt x="-2313" y="7728"/>
                      <a:pt x="1255" y="13906"/>
                    </a:cubicBezTo>
                    <a:lnTo>
                      <a:pt x="88279" y="164649"/>
                    </a:lnTo>
                    <a:cubicBezTo>
                      <a:pt x="91868" y="170827"/>
                      <a:pt x="100778" y="170827"/>
                      <a:pt x="104347" y="164649"/>
                    </a:cubicBezTo>
                    <a:close/>
                  </a:path>
                </a:pathLst>
              </a:custGeom>
              <a:solidFill>
                <a:schemeClr val="tx2"/>
              </a:solidFill>
              <a:ln w="2021" cap="flat" cmpd="sng" algn="ctr">
                <a:solidFill>
                  <a:schemeClr val="bg1"/>
                </a:solidFill>
                <a:prstDash val="solid"/>
                <a:miter lim="800000"/>
                <a:headEnd type="none" w="med" len="med"/>
                <a:tailEnd type="none" w="med" len="me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95FF"/>
                  </a:solidFill>
                  <a:effectLst/>
                  <a:uLnTx/>
                  <a:uFillTx/>
                  <a:latin typeface="Trebuchet MS"/>
                  <a:ea typeface="+mn-ea"/>
                  <a:cs typeface="+mn-cs"/>
                  <a:sym typeface="Trebuchet MS" panose="020B0603020202020204" pitchFamily="34" charset="0"/>
                </a:endParaRPr>
              </a:p>
            </p:txBody>
          </p:sp>
          <p:sp>
            <p:nvSpPr>
              <p:cNvPr id="154" name="Freeform: Shape 153">
                <a:extLst>
                  <a:ext uri="{FF2B5EF4-FFF2-40B4-BE49-F238E27FC236}">
                    <a16:creationId xmlns:a16="http://schemas.microsoft.com/office/drawing/2014/main" id="{61CFFA3D-0831-755C-AA97-A5277430C70C}"/>
                  </a:ext>
                </a:extLst>
              </p:cNvPr>
              <p:cNvSpPr/>
              <p:nvPr/>
            </p:nvSpPr>
            <p:spPr>
              <a:xfrm>
                <a:off x="2712771" y="1641923"/>
                <a:ext cx="835518" cy="474616"/>
              </a:xfrm>
              <a:custGeom>
                <a:avLst/>
                <a:gdLst>
                  <a:gd name="connsiteX0" fmla="*/ 0 w 835518"/>
                  <a:gd name="connsiteY0" fmla="*/ 50261 h 474616"/>
                  <a:gd name="connsiteX1" fmla="*/ 0 w 835518"/>
                  <a:gd name="connsiteY1" fmla="*/ 212178 h 474616"/>
                  <a:gd name="connsiteX2" fmla="*/ 25120 w 835518"/>
                  <a:gd name="connsiteY2" fmla="*/ 255710 h 474616"/>
                  <a:gd name="connsiteX3" fmla="*/ 392628 w 835518"/>
                  <a:gd name="connsiteY3" fmla="*/ 467887 h 474616"/>
                  <a:gd name="connsiteX4" fmla="*/ 442890 w 835518"/>
                  <a:gd name="connsiteY4" fmla="*/ 467887 h 474616"/>
                  <a:gd name="connsiteX5" fmla="*/ 810398 w 835518"/>
                  <a:gd name="connsiteY5" fmla="*/ 255710 h 474616"/>
                  <a:gd name="connsiteX6" fmla="*/ 835518 w 835518"/>
                  <a:gd name="connsiteY6" fmla="*/ 212178 h 474616"/>
                  <a:gd name="connsiteX7" fmla="*/ 835518 w 835518"/>
                  <a:gd name="connsiteY7" fmla="*/ 50261 h 474616"/>
                  <a:gd name="connsiteX8" fmla="*/ 785257 w 835518"/>
                  <a:gd name="connsiteY8" fmla="*/ 0 h 474616"/>
                  <a:gd name="connsiteX9" fmla="*/ 50261 w 835518"/>
                  <a:gd name="connsiteY9" fmla="*/ 0 h 474616"/>
                  <a:gd name="connsiteX10" fmla="*/ 0 w 835518"/>
                  <a:gd name="connsiteY10" fmla="*/ 50261 h 474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35518" h="474616">
                    <a:moveTo>
                      <a:pt x="0" y="50261"/>
                    </a:moveTo>
                    <a:lnTo>
                      <a:pt x="0" y="212178"/>
                    </a:lnTo>
                    <a:cubicBezTo>
                      <a:pt x="0" y="230141"/>
                      <a:pt x="9583" y="246718"/>
                      <a:pt x="25120" y="255710"/>
                    </a:cubicBezTo>
                    <a:lnTo>
                      <a:pt x="392628" y="467887"/>
                    </a:lnTo>
                    <a:cubicBezTo>
                      <a:pt x="408186" y="476859"/>
                      <a:pt x="427332" y="476859"/>
                      <a:pt x="442890" y="467887"/>
                    </a:cubicBezTo>
                    <a:lnTo>
                      <a:pt x="810398" y="255710"/>
                    </a:lnTo>
                    <a:cubicBezTo>
                      <a:pt x="825955" y="246738"/>
                      <a:pt x="835518" y="230141"/>
                      <a:pt x="835518" y="212178"/>
                    </a:cubicBezTo>
                    <a:lnTo>
                      <a:pt x="835518" y="50261"/>
                    </a:lnTo>
                    <a:cubicBezTo>
                      <a:pt x="835518" y="22510"/>
                      <a:pt x="813008" y="0"/>
                      <a:pt x="785257" y="0"/>
                    </a:cubicBezTo>
                    <a:lnTo>
                      <a:pt x="50261" y="0"/>
                    </a:lnTo>
                    <a:cubicBezTo>
                      <a:pt x="22510" y="0"/>
                      <a:pt x="0" y="22510"/>
                      <a:pt x="0" y="50261"/>
                    </a:cubicBezTo>
                    <a:close/>
                  </a:path>
                </a:pathLst>
              </a:custGeom>
              <a:solidFill>
                <a:schemeClr val="tx2"/>
              </a:solidFill>
              <a:ln w="2021" cap="flat" cmpd="sng" algn="ctr">
                <a:solidFill>
                  <a:srgbClr val="A1AAB1"/>
                </a:solidFill>
                <a:prstDash val="solid"/>
                <a:miter lim="800000"/>
                <a:headEnd type="none" w="med" len="med"/>
                <a:tailEnd type="none" w="med" len="me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2547"/>
                  </a:solidFill>
                  <a:effectLst/>
                  <a:uLnTx/>
                  <a:uFillTx/>
                  <a:latin typeface="Trebuchet MS"/>
                  <a:ea typeface="+mn-ea"/>
                  <a:cs typeface="+mn-cs"/>
                  <a:sym typeface="Trebuchet MS" panose="020B0603020202020204" pitchFamily="34" charset="0"/>
                </a:endParaRPr>
              </a:p>
            </p:txBody>
          </p:sp>
        </p:grpSp>
        <p:sp>
          <p:nvSpPr>
            <p:cNvPr id="152" name="Freeform: Shape 151">
              <a:extLst>
                <a:ext uri="{FF2B5EF4-FFF2-40B4-BE49-F238E27FC236}">
                  <a16:creationId xmlns:a16="http://schemas.microsoft.com/office/drawing/2014/main" id="{3A6BE6EB-2AD4-6156-65BB-7C448C7BE6E0}"/>
                </a:ext>
              </a:extLst>
            </p:cNvPr>
            <p:cNvSpPr/>
            <p:nvPr/>
          </p:nvSpPr>
          <p:spPr>
            <a:xfrm>
              <a:off x="1570686" y="1001033"/>
              <a:ext cx="755924" cy="856833"/>
            </a:xfrm>
            <a:custGeom>
              <a:avLst/>
              <a:gdLst>
                <a:gd name="connsiteX0" fmla="*/ 0 w 768149"/>
                <a:gd name="connsiteY0" fmla="*/ 243945 h 870690"/>
                <a:gd name="connsiteX1" fmla="*/ 0 w 768149"/>
                <a:gd name="connsiteY1" fmla="*/ 626745 h 870690"/>
                <a:gd name="connsiteX2" fmla="*/ 26283 w 768149"/>
                <a:gd name="connsiteY2" fmla="*/ 672256 h 870690"/>
                <a:gd name="connsiteX3" fmla="*/ 357802 w 768149"/>
                <a:gd name="connsiteY3" fmla="*/ 863656 h 870690"/>
                <a:gd name="connsiteX4" fmla="*/ 410347 w 768149"/>
                <a:gd name="connsiteY4" fmla="*/ 863656 h 870690"/>
                <a:gd name="connsiteX5" fmla="*/ 741867 w 768149"/>
                <a:gd name="connsiteY5" fmla="*/ 672256 h 870690"/>
                <a:gd name="connsiteX6" fmla="*/ 768150 w 768149"/>
                <a:gd name="connsiteY6" fmla="*/ 626745 h 870690"/>
                <a:gd name="connsiteX7" fmla="*/ 768150 w 768149"/>
                <a:gd name="connsiteY7" fmla="*/ 243945 h 870690"/>
                <a:gd name="connsiteX8" fmla="*/ 741867 w 768149"/>
                <a:gd name="connsiteY8" fmla="*/ 198435 h 870690"/>
                <a:gd name="connsiteX9" fmla="*/ 410347 w 768149"/>
                <a:gd name="connsiteY9" fmla="*/ 7035 h 870690"/>
                <a:gd name="connsiteX10" fmla="*/ 357802 w 768149"/>
                <a:gd name="connsiteY10" fmla="*/ 7035 h 870690"/>
                <a:gd name="connsiteX11" fmla="*/ 26283 w 768149"/>
                <a:gd name="connsiteY11" fmla="*/ 198435 h 870690"/>
                <a:gd name="connsiteX12" fmla="*/ 0 w 768149"/>
                <a:gd name="connsiteY12" fmla="*/ 243945 h 87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68149" h="870690">
                  <a:moveTo>
                    <a:pt x="0" y="243945"/>
                  </a:moveTo>
                  <a:lnTo>
                    <a:pt x="0" y="626745"/>
                  </a:lnTo>
                  <a:cubicBezTo>
                    <a:pt x="0" y="645524"/>
                    <a:pt x="10011" y="662856"/>
                    <a:pt x="26283" y="672256"/>
                  </a:cubicBezTo>
                  <a:lnTo>
                    <a:pt x="357802" y="863656"/>
                  </a:lnTo>
                  <a:cubicBezTo>
                    <a:pt x="374053" y="873035"/>
                    <a:pt x="394097" y="873035"/>
                    <a:pt x="410347" y="863656"/>
                  </a:cubicBezTo>
                  <a:lnTo>
                    <a:pt x="741867" y="672256"/>
                  </a:lnTo>
                  <a:cubicBezTo>
                    <a:pt x="758118" y="662876"/>
                    <a:pt x="768150" y="645524"/>
                    <a:pt x="768150" y="626745"/>
                  </a:cubicBezTo>
                  <a:lnTo>
                    <a:pt x="768150" y="243945"/>
                  </a:lnTo>
                  <a:cubicBezTo>
                    <a:pt x="768150" y="225166"/>
                    <a:pt x="758138" y="207834"/>
                    <a:pt x="741867" y="198435"/>
                  </a:cubicBezTo>
                  <a:lnTo>
                    <a:pt x="410347" y="7035"/>
                  </a:lnTo>
                  <a:cubicBezTo>
                    <a:pt x="394097" y="-2345"/>
                    <a:pt x="374053" y="-2345"/>
                    <a:pt x="357802" y="7035"/>
                  </a:cubicBezTo>
                  <a:lnTo>
                    <a:pt x="26283" y="198435"/>
                  </a:lnTo>
                  <a:cubicBezTo>
                    <a:pt x="10011" y="207834"/>
                    <a:pt x="0" y="225186"/>
                    <a:pt x="0" y="243945"/>
                  </a:cubicBezTo>
                  <a:close/>
                </a:path>
              </a:pathLst>
            </a:custGeom>
            <a:solidFill>
              <a:srgbClr val="FFFFFF"/>
            </a:solidFill>
            <a:ln w="2021" cap="flat" cmpd="sng" algn="ctr">
              <a:solidFill>
                <a:srgbClr val="A1AAB1"/>
              </a:solidFill>
              <a:prstDash val="solid"/>
              <a:miter lim="800000"/>
              <a:headEnd type="none" w="med" len="med"/>
              <a:tailEnd type="none" w="med" len="me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2547"/>
                </a:solidFill>
                <a:effectLst/>
                <a:uLnTx/>
                <a:uFillTx/>
                <a:latin typeface="Trebuchet MS"/>
                <a:ea typeface="+mn-ea"/>
                <a:cs typeface="+mn-cs"/>
                <a:sym typeface="Trebuchet MS" panose="020B0603020202020204" pitchFamily="34" charset="0"/>
              </a:endParaRPr>
            </a:p>
          </p:txBody>
        </p:sp>
      </p:grpSp>
      <p:grpSp>
        <p:nvGrpSpPr>
          <p:cNvPr id="160" name="Group 159">
            <a:extLst>
              <a:ext uri="{FF2B5EF4-FFF2-40B4-BE49-F238E27FC236}">
                <a16:creationId xmlns:a16="http://schemas.microsoft.com/office/drawing/2014/main" id="{D44ADBE2-36BB-67C7-B0F8-069A639C0299}"/>
              </a:ext>
            </a:extLst>
          </p:cNvPr>
          <p:cNvGrpSpPr/>
          <p:nvPr/>
        </p:nvGrpSpPr>
        <p:grpSpPr>
          <a:xfrm rot="16200000">
            <a:off x="610731" y="3156762"/>
            <a:ext cx="352844" cy="419562"/>
            <a:chOff x="1537518" y="1001033"/>
            <a:chExt cx="822221" cy="977692"/>
          </a:xfrm>
        </p:grpSpPr>
        <p:grpSp>
          <p:nvGrpSpPr>
            <p:cNvPr id="161" name="Graphic 66">
              <a:extLst>
                <a:ext uri="{FF2B5EF4-FFF2-40B4-BE49-F238E27FC236}">
                  <a16:creationId xmlns:a16="http://schemas.microsoft.com/office/drawing/2014/main" id="{AF67F21B-851B-50FC-81B6-A04E777E4C5A}"/>
                </a:ext>
              </a:extLst>
            </p:cNvPr>
            <p:cNvGrpSpPr/>
            <p:nvPr/>
          </p:nvGrpSpPr>
          <p:grpSpPr>
            <a:xfrm>
              <a:off x="1537518" y="1429450"/>
              <a:ext cx="822221" cy="549275"/>
              <a:chOff x="2712771" y="1641923"/>
              <a:chExt cx="835518" cy="558158"/>
            </a:xfrm>
            <a:solidFill>
              <a:srgbClr val="022169"/>
            </a:solidFill>
          </p:grpSpPr>
          <p:sp>
            <p:nvSpPr>
              <p:cNvPr id="163" name="Freeform: Shape 162">
                <a:extLst>
                  <a:ext uri="{FF2B5EF4-FFF2-40B4-BE49-F238E27FC236}">
                    <a16:creationId xmlns:a16="http://schemas.microsoft.com/office/drawing/2014/main" id="{CAAC5414-421F-E9E6-392A-96FD89A7FDF5}"/>
                  </a:ext>
                </a:extLst>
              </p:cNvPr>
              <p:cNvSpPr/>
              <p:nvPr/>
            </p:nvSpPr>
            <p:spPr>
              <a:xfrm>
                <a:off x="3034227" y="2030799"/>
                <a:ext cx="192625" cy="169282"/>
              </a:xfrm>
              <a:custGeom>
                <a:avLst/>
                <a:gdLst>
                  <a:gd name="connsiteX0" fmla="*/ 104347 w 192625"/>
                  <a:gd name="connsiteY0" fmla="*/ 164649 h 169282"/>
                  <a:gd name="connsiteX1" fmla="*/ 191371 w 192625"/>
                  <a:gd name="connsiteY1" fmla="*/ 13906 h 169282"/>
                  <a:gd name="connsiteX2" fmla="*/ 183337 w 192625"/>
                  <a:gd name="connsiteY2" fmla="*/ 0 h 169282"/>
                  <a:gd name="connsiteX3" fmla="*/ 9289 w 192625"/>
                  <a:gd name="connsiteY3" fmla="*/ 0 h 169282"/>
                  <a:gd name="connsiteX4" fmla="*/ 1255 w 192625"/>
                  <a:gd name="connsiteY4" fmla="*/ 13906 h 169282"/>
                  <a:gd name="connsiteX5" fmla="*/ 88279 w 192625"/>
                  <a:gd name="connsiteY5" fmla="*/ 164649 h 169282"/>
                  <a:gd name="connsiteX6" fmla="*/ 104347 w 192625"/>
                  <a:gd name="connsiteY6" fmla="*/ 164649 h 169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2625" h="169282">
                    <a:moveTo>
                      <a:pt x="104347" y="164649"/>
                    </a:moveTo>
                    <a:lnTo>
                      <a:pt x="191371" y="13906"/>
                    </a:lnTo>
                    <a:cubicBezTo>
                      <a:pt x="194939" y="7728"/>
                      <a:pt x="190474" y="0"/>
                      <a:pt x="183337" y="0"/>
                    </a:cubicBezTo>
                    <a:lnTo>
                      <a:pt x="9289" y="0"/>
                    </a:lnTo>
                    <a:cubicBezTo>
                      <a:pt x="2152" y="0"/>
                      <a:pt x="-2313" y="7728"/>
                      <a:pt x="1255" y="13906"/>
                    </a:cubicBezTo>
                    <a:lnTo>
                      <a:pt x="88279" y="164649"/>
                    </a:lnTo>
                    <a:cubicBezTo>
                      <a:pt x="91868" y="170827"/>
                      <a:pt x="100778" y="170827"/>
                      <a:pt x="104347" y="164649"/>
                    </a:cubicBezTo>
                    <a:close/>
                  </a:path>
                </a:pathLst>
              </a:custGeom>
              <a:solidFill>
                <a:schemeClr val="tx2"/>
              </a:solidFill>
              <a:ln w="2021" cap="flat" cmpd="sng" algn="ctr">
                <a:solidFill>
                  <a:schemeClr val="bg1"/>
                </a:solidFill>
                <a:prstDash val="solid"/>
                <a:miter lim="800000"/>
                <a:headEnd type="none" w="med" len="med"/>
                <a:tailEnd type="none" w="med" len="me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95FF"/>
                  </a:solidFill>
                  <a:effectLst/>
                  <a:uLnTx/>
                  <a:uFillTx/>
                  <a:latin typeface="Trebuchet MS"/>
                  <a:ea typeface="+mn-ea"/>
                  <a:cs typeface="+mn-cs"/>
                  <a:sym typeface="Trebuchet MS" panose="020B0603020202020204" pitchFamily="34" charset="0"/>
                </a:endParaRPr>
              </a:p>
            </p:txBody>
          </p:sp>
          <p:sp>
            <p:nvSpPr>
              <p:cNvPr id="164" name="Freeform: Shape 163">
                <a:extLst>
                  <a:ext uri="{FF2B5EF4-FFF2-40B4-BE49-F238E27FC236}">
                    <a16:creationId xmlns:a16="http://schemas.microsoft.com/office/drawing/2014/main" id="{A950E2EB-B012-7A7D-4512-19D316CD7E5A}"/>
                  </a:ext>
                </a:extLst>
              </p:cNvPr>
              <p:cNvSpPr/>
              <p:nvPr/>
            </p:nvSpPr>
            <p:spPr>
              <a:xfrm>
                <a:off x="2712771" y="1641923"/>
                <a:ext cx="835518" cy="474616"/>
              </a:xfrm>
              <a:custGeom>
                <a:avLst/>
                <a:gdLst>
                  <a:gd name="connsiteX0" fmla="*/ 0 w 835518"/>
                  <a:gd name="connsiteY0" fmla="*/ 50261 h 474616"/>
                  <a:gd name="connsiteX1" fmla="*/ 0 w 835518"/>
                  <a:gd name="connsiteY1" fmla="*/ 212178 h 474616"/>
                  <a:gd name="connsiteX2" fmla="*/ 25120 w 835518"/>
                  <a:gd name="connsiteY2" fmla="*/ 255710 h 474616"/>
                  <a:gd name="connsiteX3" fmla="*/ 392628 w 835518"/>
                  <a:gd name="connsiteY3" fmla="*/ 467887 h 474616"/>
                  <a:gd name="connsiteX4" fmla="*/ 442890 w 835518"/>
                  <a:gd name="connsiteY4" fmla="*/ 467887 h 474616"/>
                  <a:gd name="connsiteX5" fmla="*/ 810398 w 835518"/>
                  <a:gd name="connsiteY5" fmla="*/ 255710 h 474616"/>
                  <a:gd name="connsiteX6" fmla="*/ 835518 w 835518"/>
                  <a:gd name="connsiteY6" fmla="*/ 212178 h 474616"/>
                  <a:gd name="connsiteX7" fmla="*/ 835518 w 835518"/>
                  <a:gd name="connsiteY7" fmla="*/ 50261 h 474616"/>
                  <a:gd name="connsiteX8" fmla="*/ 785257 w 835518"/>
                  <a:gd name="connsiteY8" fmla="*/ 0 h 474616"/>
                  <a:gd name="connsiteX9" fmla="*/ 50261 w 835518"/>
                  <a:gd name="connsiteY9" fmla="*/ 0 h 474616"/>
                  <a:gd name="connsiteX10" fmla="*/ 0 w 835518"/>
                  <a:gd name="connsiteY10" fmla="*/ 50261 h 474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35518" h="474616">
                    <a:moveTo>
                      <a:pt x="0" y="50261"/>
                    </a:moveTo>
                    <a:lnTo>
                      <a:pt x="0" y="212178"/>
                    </a:lnTo>
                    <a:cubicBezTo>
                      <a:pt x="0" y="230141"/>
                      <a:pt x="9583" y="246718"/>
                      <a:pt x="25120" y="255710"/>
                    </a:cubicBezTo>
                    <a:lnTo>
                      <a:pt x="392628" y="467887"/>
                    </a:lnTo>
                    <a:cubicBezTo>
                      <a:pt x="408186" y="476859"/>
                      <a:pt x="427332" y="476859"/>
                      <a:pt x="442890" y="467887"/>
                    </a:cubicBezTo>
                    <a:lnTo>
                      <a:pt x="810398" y="255710"/>
                    </a:lnTo>
                    <a:cubicBezTo>
                      <a:pt x="825955" y="246738"/>
                      <a:pt x="835518" y="230141"/>
                      <a:pt x="835518" y="212178"/>
                    </a:cubicBezTo>
                    <a:lnTo>
                      <a:pt x="835518" y="50261"/>
                    </a:lnTo>
                    <a:cubicBezTo>
                      <a:pt x="835518" y="22510"/>
                      <a:pt x="813008" y="0"/>
                      <a:pt x="785257" y="0"/>
                    </a:cubicBezTo>
                    <a:lnTo>
                      <a:pt x="50261" y="0"/>
                    </a:lnTo>
                    <a:cubicBezTo>
                      <a:pt x="22510" y="0"/>
                      <a:pt x="0" y="22510"/>
                      <a:pt x="0" y="50261"/>
                    </a:cubicBezTo>
                    <a:close/>
                  </a:path>
                </a:pathLst>
              </a:custGeom>
              <a:solidFill>
                <a:schemeClr val="tx2"/>
              </a:solidFill>
              <a:ln w="2021" cap="flat" cmpd="sng" algn="ctr">
                <a:solidFill>
                  <a:srgbClr val="A1AAB1"/>
                </a:solidFill>
                <a:prstDash val="solid"/>
                <a:miter lim="800000"/>
                <a:headEnd type="none" w="med" len="med"/>
                <a:tailEnd type="none" w="med" len="me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2547"/>
                  </a:solidFill>
                  <a:effectLst/>
                  <a:uLnTx/>
                  <a:uFillTx/>
                  <a:latin typeface="Trebuchet MS"/>
                  <a:ea typeface="+mn-ea"/>
                  <a:cs typeface="+mn-cs"/>
                  <a:sym typeface="Trebuchet MS" panose="020B0603020202020204" pitchFamily="34" charset="0"/>
                </a:endParaRPr>
              </a:p>
            </p:txBody>
          </p:sp>
        </p:grpSp>
        <p:sp>
          <p:nvSpPr>
            <p:cNvPr id="162" name="Freeform: Shape 161">
              <a:extLst>
                <a:ext uri="{FF2B5EF4-FFF2-40B4-BE49-F238E27FC236}">
                  <a16:creationId xmlns:a16="http://schemas.microsoft.com/office/drawing/2014/main" id="{6EBD7CA6-F939-F347-0226-CC7D042E83F7}"/>
                </a:ext>
              </a:extLst>
            </p:cNvPr>
            <p:cNvSpPr/>
            <p:nvPr/>
          </p:nvSpPr>
          <p:spPr>
            <a:xfrm>
              <a:off x="1570686" y="1001033"/>
              <a:ext cx="755924" cy="856833"/>
            </a:xfrm>
            <a:custGeom>
              <a:avLst/>
              <a:gdLst>
                <a:gd name="connsiteX0" fmla="*/ 0 w 768149"/>
                <a:gd name="connsiteY0" fmla="*/ 243945 h 870690"/>
                <a:gd name="connsiteX1" fmla="*/ 0 w 768149"/>
                <a:gd name="connsiteY1" fmla="*/ 626745 h 870690"/>
                <a:gd name="connsiteX2" fmla="*/ 26283 w 768149"/>
                <a:gd name="connsiteY2" fmla="*/ 672256 h 870690"/>
                <a:gd name="connsiteX3" fmla="*/ 357802 w 768149"/>
                <a:gd name="connsiteY3" fmla="*/ 863656 h 870690"/>
                <a:gd name="connsiteX4" fmla="*/ 410347 w 768149"/>
                <a:gd name="connsiteY4" fmla="*/ 863656 h 870690"/>
                <a:gd name="connsiteX5" fmla="*/ 741867 w 768149"/>
                <a:gd name="connsiteY5" fmla="*/ 672256 h 870690"/>
                <a:gd name="connsiteX6" fmla="*/ 768150 w 768149"/>
                <a:gd name="connsiteY6" fmla="*/ 626745 h 870690"/>
                <a:gd name="connsiteX7" fmla="*/ 768150 w 768149"/>
                <a:gd name="connsiteY7" fmla="*/ 243945 h 870690"/>
                <a:gd name="connsiteX8" fmla="*/ 741867 w 768149"/>
                <a:gd name="connsiteY8" fmla="*/ 198435 h 870690"/>
                <a:gd name="connsiteX9" fmla="*/ 410347 w 768149"/>
                <a:gd name="connsiteY9" fmla="*/ 7035 h 870690"/>
                <a:gd name="connsiteX10" fmla="*/ 357802 w 768149"/>
                <a:gd name="connsiteY10" fmla="*/ 7035 h 870690"/>
                <a:gd name="connsiteX11" fmla="*/ 26283 w 768149"/>
                <a:gd name="connsiteY11" fmla="*/ 198435 h 870690"/>
                <a:gd name="connsiteX12" fmla="*/ 0 w 768149"/>
                <a:gd name="connsiteY12" fmla="*/ 243945 h 87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68149" h="870690">
                  <a:moveTo>
                    <a:pt x="0" y="243945"/>
                  </a:moveTo>
                  <a:lnTo>
                    <a:pt x="0" y="626745"/>
                  </a:lnTo>
                  <a:cubicBezTo>
                    <a:pt x="0" y="645524"/>
                    <a:pt x="10011" y="662856"/>
                    <a:pt x="26283" y="672256"/>
                  </a:cubicBezTo>
                  <a:lnTo>
                    <a:pt x="357802" y="863656"/>
                  </a:lnTo>
                  <a:cubicBezTo>
                    <a:pt x="374053" y="873035"/>
                    <a:pt x="394097" y="873035"/>
                    <a:pt x="410347" y="863656"/>
                  </a:cubicBezTo>
                  <a:lnTo>
                    <a:pt x="741867" y="672256"/>
                  </a:lnTo>
                  <a:cubicBezTo>
                    <a:pt x="758118" y="662876"/>
                    <a:pt x="768150" y="645524"/>
                    <a:pt x="768150" y="626745"/>
                  </a:cubicBezTo>
                  <a:lnTo>
                    <a:pt x="768150" y="243945"/>
                  </a:lnTo>
                  <a:cubicBezTo>
                    <a:pt x="768150" y="225166"/>
                    <a:pt x="758138" y="207834"/>
                    <a:pt x="741867" y="198435"/>
                  </a:cubicBezTo>
                  <a:lnTo>
                    <a:pt x="410347" y="7035"/>
                  </a:lnTo>
                  <a:cubicBezTo>
                    <a:pt x="394097" y="-2345"/>
                    <a:pt x="374053" y="-2345"/>
                    <a:pt x="357802" y="7035"/>
                  </a:cubicBezTo>
                  <a:lnTo>
                    <a:pt x="26283" y="198435"/>
                  </a:lnTo>
                  <a:cubicBezTo>
                    <a:pt x="10011" y="207834"/>
                    <a:pt x="0" y="225186"/>
                    <a:pt x="0" y="243945"/>
                  </a:cubicBezTo>
                  <a:close/>
                </a:path>
              </a:pathLst>
            </a:custGeom>
            <a:solidFill>
              <a:srgbClr val="FFFFFF"/>
            </a:solidFill>
            <a:ln w="2021" cap="flat" cmpd="sng" algn="ctr">
              <a:solidFill>
                <a:srgbClr val="A1AAB1"/>
              </a:solidFill>
              <a:prstDash val="solid"/>
              <a:miter lim="800000"/>
              <a:headEnd type="none" w="med" len="med"/>
              <a:tailEnd type="none" w="med" len="me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2547"/>
                </a:solidFill>
                <a:effectLst/>
                <a:uLnTx/>
                <a:uFillTx/>
                <a:latin typeface="Trebuchet MS"/>
                <a:ea typeface="+mn-ea"/>
                <a:cs typeface="+mn-cs"/>
                <a:sym typeface="Trebuchet MS" panose="020B0603020202020204" pitchFamily="34" charset="0"/>
              </a:endParaRPr>
            </a:p>
          </p:txBody>
        </p:sp>
      </p:grpSp>
      <p:grpSp>
        <p:nvGrpSpPr>
          <p:cNvPr id="165" name="Group 164">
            <a:extLst>
              <a:ext uri="{FF2B5EF4-FFF2-40B4-BE49-F238E27FC236}">
                <a16:creationId xmlns:a16="http://schemas.microsoft.com/office/drawing/2014/main" id="{B3C9E289-717F-AB8E-D260-A312BCBEFB15}"/>
              </a:ext>
            </a:extLst>
          </p:cNvPr>
          <p:cNvGrpSpPr/>
          <p:nvPr/>
        </p:nvGrpSpPr>
        <p:grpSpPr>
          <a:xfrm rot="16200000">
            <a:off x="610731" y="4668864"/>
            <a:ext cx="352844" cy="419562"/>
            <a:chOff x="1537518" y="1001033"/>
            <a:chExt cx="822221" cy="977692"/>
          </a:xfrm>
        </p:grpSpPr>
        <p:grpSp>
          <p:nvGrpSpPr>
            <p:cNvPr id="166" name="Graphic 66">
              <a:extLst>
                <a:ext uri="{FF2B5EF4-FFF2-40B4-BE49-F238E27FC236}">
                  <a16:creationId xmlns:a16="http://schemas.microsoft.com/office/drawing/2014/main" id="{75763021-4077-ECCC-37C8-6230206E8BD8}"/>
                </a:ext>
              </a:extLst>
            </p:cNvPr>
            <p:cNvGrpSpPr/>
            <p:nvPr/>
          </p:nvGrpSpPr>
          <p:grpSpPr>
            <a:xfrm>
              <a:off x="1537518" y="1429450"/>
              <a:ext cx="822221" cy="549275"/>
              <a:chOff x="2712771" y="1641923"/>
              <a:chExt cx="835518" cy="558158"/>
            </a:xfrm>
            <a:solidFill>
              <a:srgbClr val="022169"/>
            </a:solidFill>
          </p:grpSpPr>
          <p:sp>
            <p:nvSpPr>
              <p:cNvPr id="168" name="Freeform: Shape 167">
                <a:extLst>
                  <a:ext uri="{FF2B5EF4-FFF2-40B4-BE49-F238E27FC236}">
                    <a16:creationId xmlns:a16="http://schemas.microsoft.com/office/drawing/2014/main" id="{5A5CCEC3-9501-DFA1-0218-E3F7BD01FB89}"/>
                  </a:ext>
                </a:extLst>
              </p:cNvPr>
              <p:cNvSpPr/>
              <p:nvPr/>
            </p:nvSpPr>
            <p:spPr>
              <a:xfrm>
                <a:off x="3034227" y="2030799"/>
                <a:ext cx="192625" cy="169282"/>
              </a:xfrm>
              <a:custGeom>
                <a:avLst/>
                <a:gdLst>
                  <a:gd name="connsiteX0" fmla="*/ 104347 w 192625"/>
                  <a:gd name="connsiteY0" fmla="*/ 164649 h 169282"/>
                  <a:gd name="connsiteX1" fmla="*/ 191371 w 192625"/>
                  <a:gd name="connsiteY1" fmla="*/ 13906 h 169282"/>
                  <a:gd name="connsiteX2" fmla="*/ 183337 w 192625"/>
                  <a:gd name="connsiteY2" fmla="*/ 0 h 169282"/>
                  <a:gd name="connsiteX3" fmla="*/ 9289 w 192625"/>
                  <a:gd name="connsiteY3" fmla="*/ 0 h 169282"/>
                  <a:gd name="connsiteX4" fmla="*/ 1255 w 192625"/>
                  <a:gd name="connsiteY4" fmla="*/ 13906 h 169282"/>
                  <a:gd name="connsiteX5" fmla="*/ 88279 w 192625"/>
                  <a:gd name="connsiteY5" fmla="*/ 164649 h 169282"/>
                  <a:gd name="connsiteX6" fmla="*/ 104347 w 192625"/>
                  <a:gd name="connsiteY6" fmla="*/ 164649 h 169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2625" h="169282">
                    <a:moveTo>
                      <a:pt x="104347" y="164649"/>
                    </a:moveTo>
                    <a:lnTo>
                      <a:pt x="191371" y="13906"/>
                    </a:lnTo>
                    <a:cubicBezTo>
                      <a:pt x="194939" y="7728"/>
                      <a:pt x="190474" y="0"/>
                      <a:pt x="183337" y="0"/>
                    </a:cubicBezTo>
                    <a:lnTo>
                      <a:pt x="9289" y="0"/>
                    </a:lnTo>
                    <a:cubicBezTo>
                      <a:pt x="2152" y="0"/>
                      <a:pt x="-2313" y="7728"/>
                      <a:pt x="1255" y="13906"/>
                    </a:cubicBezTo>
                    <a:lnTo>
                      <a:pt x="88279" y="164649"/>
                    </a:lnTo>
                    <a:cubicBezTo>
                      <a:pt x="91868" y="170827"/>
                      <a:pt x="100778" y="170827"/>
                      <a:pt x="104347" y="164649"/>
                    </a:cubicBezTo>
                    <a:close/>
                  </a:path>
                </a:pathLst>
              </a:custGeom>
              <a:solidFill>
                <a:schemeClr val="tx2"/>
              </a:solidFill>
              <a:ln w="2021" cap="flat" cmpd="sng" algn="ctr">
                <a:solidFill>
                  <a:schemeClr val="bg1"/>
                </a:solidFill>
                <a:prstDash val="solid"/>
                <a:miter lim="800000"/>
                <a:headEnd type="none" w="med" len="med"/>
                <a:tailEnd type="none" w="med" len="me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95FF"/>
                  </a:solidFill>
                  <a:effectLst/>
                  <a:uLnTx/>
                  <a:uFillTx/>
                  <a:latin typeface="Trebuchet MS"/>
                  <a:ea typeface="+mn-ea"/>
                  <a:cs typeface="+mn-cs"/>
                  <a:sym typeface="Trebuchet MS" panose="020B0603020202020204" pitchFamily="34" charset="0"/>
                </a:endParaRPr>
              </a:p>
            </p:txBody>
          </p:sp>
          <p:sp>
            <p:nvSpPr>
              <p:cNvPr id="169" name="Freeform: Shape 168">
                <a:extLst>
                  <a:ext uri="{FF2B5EF4-FFF2-40B4-BE49-F238E27FC236}">
                    <a16:creationId xmlns:a16="http://schemas.microsoft.com/office/drawing/2014/main" id="{60F40F0E-750D-6DE9-6ED8-1B4A15A52F63}"/>
                  </a:ext>
                </a:extLst>
              </p:cNvPr>
              <p:cNvSpPr/>
              <p:nvPr/>
            </p:nvSpPr>
            <p:spPr>
              <a:xfrm>
                <a:off x="2712771" y="1641923"/>
                <a:ext cx="835518" cy="474616"/>
              </a:xfrm>
              <a:custGeom>
                <a:avLst/>
                <a:gdLst>
                  <a:gd name="connsiteX0" fmla="*/ 0 w 835518"/>
                  <a:gd name="connsiteY0" fmla="*/ 50261 h 474616"/>
                  <a:gd name="connsiteX1" fmla="*/ 0 w 835518"/>
                  <a:gd name="connsiteY1" fmla="*/ 212178 h 474616"/>
                  <a:gd name="connsiteX2" fmla="*/ 25120 w 835518"/>
                  <a:gd name="connsiteY2" fmla="*/ 255710 h 474616"/>
                  <a:gd name="connsiteX3" fmla="*/ 392628 w 835518"/>
                  <a:gd name="connsiteY3" fmla="*/ 467887 h 474616"/>
                  <a:gd name="connsiteX4" fmla="*/ 442890 w 835518"/>
                  <a:gd name="connsiteY4" fmla="*/ 467887 h 474616"/>
                  <a:gd name="connsiteX5" fmla="*/ 810398 w 835518"/>
                  <a:gd name="connsiteY5" fmla="*/ 255710 h 474616"/>
                  <a:gd name="connsiteX6" fmla="*/ 835518 w 835518"/>
                  <a:gd name="connsiteY6" fmla="*/ 212178 h 474616"/>
                  <a:gd name="connsiteX7" fmla="*/ 835518 w 835518"/>
                  <a:gd name="connsiteY7" fmla="*/ 50261 h 474616"/>
                  <a:gd name="connsiteX8" fmla="*/ 785257 w 835518"/>
                  <a:gd name="connsiteY8" fmla="*/ 0 h 474616"/>
                  <a:gd name="connsiteX9" fmla="*/ 50261 w 835518"/>
                  <a:gd name="connsiteY9" fmla="*/ 0 h 474616"/>
                  <a:gd name="connsiteX10" fmla="*/ 0 w 835518"/>
                  <a:gd name="connsiteY10" fmla="*/ 50261 h 474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35518" h="474616">
                    <a:moveTo>
                      <a:pt x="0" y="50261"/>
                    </a:moveTo>
                    <a:lnTo>
                      <a:pt x="0" y="212178"/>
                    </a:lnTo>
                    <a:cubicBezTo>
                      <a:pt x="0" y="230141"/>
                      <a:pt x="9583" y="246718"/>
                      <a:pt x="25120" y="255710"/>
                    </a:cubicBezTo>
                    <a:lnTo>
                      <a:pt x="392628" y="467887"/>
                    </a:lnTo>
                    <a:cubicBezTo>
                      <a:pt x="408186" y="476859"/>
                      <a:pt x="427332" y="476859"/>
                      <a:pt x="442890" y="467887"/>
                    </a:cubicBezTo>
                    <a:lnTo>
                      <a:pt x="810398" y="255710"/>
                    </a:lnTo>
                    <a:cubicBezTo>
                      <a:pt x="825955" y="246738"/>
                      <a:pt x="835518" y="230141"/>
                      <a:pt x="835518" y="212178"/>
                    </a:cubicBezTo>
                    <a:lnTo>
                      <a:pt x="835518" y="50261"/>
                    </a:lnTo>
                    <a:cubicBezTo>
                      <a:pt x="835518" y="22510"/>
                      <a:pt x="813008" y="0"/>
                      <a:pt x="785257" y="0"/>
                    </a:cubicBezTo>
                    <a:lnTo>
                      <a:pt x="50261" y="0"/>
                    </a:lnTo>
                    <a:cubicBezTo>
                      <a:pt x="22510" y="0"/>
                      <a:pt x="0" y="22510"/>
                      <a:pt x="0" y="50261"/>
                    </a:cubicBezTo>
                    <a:close/>
                  </a:path>
                </a:pathLst>
              </a:custGeom>
              <a:solidFill>
                <a:schemeClr val="tx2"/>
              </a:solidFill>
              <a:ln w="2021" cap="flat" cmpd="sng" algn="ctr">
                <a:solidFill>
                  <a:srgbClr val="A1AAB1"/>
                </a:solidFill>
                <a:prstDash val="solid"/>
                <a:miter lim="800000"/>
                <a:headEnd type="none" w="med" len="med"/>
                <a:tailEnd type="none" w="med" len="me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2547"/>
                  </a:solidFill>
                  <a:effectLst/>
                  <a:uLnTx/>
                  <a:uFillTx/>
                  <a:latin typeface="Trebuchet MS"/>
                  <a:ea typeface="+mn-ea"/>
                  <a:cs typeface="+mn-cs"/>
                  <a:sym typeface="Trebuchet MS" panose="020B0603020202020204" pitchFamily="34" charset="0"/>
                </a:endParaRPr>
              </a:p>
            </p:txBody>
          </p:sp>
        </p:grpSp>
        <p:sp>
          <p:nvSpPr>
            <p:cNvPr id="167" name="Freeform: Shape 166">
              <a:extLst>
                <a:ext uri="{FF2B5EF4-FFF2-40B4-BE49-F238E27FC236}">
                  <a16:creationId xmlns:a16="http://schemas.microsoft.com/office/drawing/2014/main" id="{6A02C9A8-6B19-444A-1C4C-02492632D81A}"/>
                </a:ext>
              </a:extLst>
            </p:cNvPr>
            <p:cNvSpPr/>
            <p:nvPr/>
          </p:nvSpPr>
          <p:spPr>
            <a:xfrm>
              <a:off x="1570686" y="1001033"/>
              <a:ext cx="755924" cy="856833"/>
            </a:xfrm>
            <a:custGeom>
              <a:avLst/>
              <a:gdLst>
                <a:gd name="connsiteX0" fmla="*/ 0 w 768149"/>
                <a:gd name="connsiteY0" fmla="*/ 243945 h 870690"/>
                <a:gd name="connsiteX1" fmla="*/ 0 w 768149"/>
                <a:gd name="connsiteY1" fmla="*/ 626745 h 870690"/>
                <a:gd name="connsiteX2" fmla="*/ 26283 w 768149"/>
                <a:gd name="connsiteY2" fmla="*/ 672256 h 870690"/>
                <a:gd name="connsiteX3" fmla="*/ 357802 w 768149"/>
                <a:gd name="connsiteY3" fmla="*/ 863656 h 870690"/>
                <a:gd name="connsiteX4" fmla="*/ 410347 w 768149"/>
                <a:gd name="connsiteY4" fmla="*/ 863656 h 870690"/>
                <a:gd name="connsiteX5" fmla="*/ 741867 w 768149"/>
                <a:gd name="connsiteY5" fmla="*/ 672256 h 870690"/>
                <a:gd name="connsiteX6" fmla="*/ 768150 w 768149"/>
                <a:gd name="connsiteY6" fmla="*/ 626745 h 870690"/>
                <a:gd name="connsiteX7" fmla="*/ 768150 w 768149"/>
                <a:gd name="connsiteY7" fmla="*/ 243945 h 870690"/>
                <a:gd name="connsiteX8" fmla="*/ 741867 w 768149"/>
                <a:gd name="connsiteY8" fmla="*/ 198435 h 870690"/>
                <a:gd name="connsiteX9" fmla="*/ 410347 w 768149"/>
                <a:gd name="connsiteY9" fmla="*/ 7035 h 870690"/>
                <a:gd name="connsiteX10" fmla="*/ 357802 w 768149"/>
                <a:gd name="connsiteY10" fmla="*/ 7035 h 870690"/>
                <a:gd name="connsiteX11" fmla="*/ 26283 w 768149"/>
                <a:gd name="connsiteY11" fmla="*/ 198435 h 870690"/>
                <a:gd name="connsiteX12" fmla="*/ 0 w 768149"/>
                <a:gd name="connsiteY12" fmla="*/ 243945 h 87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68149" h="870690">
                  <a:moveTo>
                    <a:pt x="0" y="243945"/>
                  </a:moveTo>
                  <a:lnTo>
                    <a:pt x="0" y="626745"/>
                  </a:lnTo>
                  <a:cubicBezTo>
                    <a:pt x="0" y="645524"/>
                    <a:pt x="10011" y="662856"/>
                    <a:pt x="26283" y="672256"/>
                  </a:cubicBezTo>
                  <a:lnTo>
                    <a:pt x="357802" y="863656"/>
                  </a:lnTo>
                  <a:cubicBezTo>
                    <a:pt x="374053" y="873035"/>
                    <a:pt x="394097" y="873035"/>
                    <a:pt x="410347" y="863656"/>
                  </a:cubicBezTo>
                  <a:lnTo>
                    <a:pt x="741867" y="672256"/>
                  </a:lnTo>
                  <a:cubicBezTo>
                    <a:pt x="758118" y="662876"/>
                    <a:pt x="768150" y="645524"/>
                    <a:pt x="768150" y="626745"/>
                  </a:cubicBezTo>
                  <a:lnTo>
                    <a:pt x="768150" y="243945"/>
                  </a:lnTo>
                  <a:cubicBezTo>
                    <a:pt x="768150" y="225166"/>
                    <a:pt x="758138" y="207834"/>
                    <a:pt x="741867" y="198435"/>
                  </a:cubicBezTo>
                  <a:lnTo>
                    <a:pt x="410347" y="7035"/>
                  </a:lnTo>
                  <a:cubicBezTo>
                    <a:pt x="394097" y="-2345"/>
                    <a:pt x="374053" y="-2345"/>
                    <a:pt x="357802" y="7035"/>
                  </a:cubicBezTo>
                  <a:lnTo>
                    <a:pt x="26283" y="198435"/>
                  </a:lnTo>
                  <a:cubicBezTo>
                    <a:pt x="10011" y="207834"/>
                    <a:pt x="0" y="225186"/>
                    <a:pt x="0" y="243945"/>
                  </a:cubicBezTo>
                  <a:close/>
                </a:path>
              </a:pathLst>
            </a:custGeom>
            <a:solidFill>
              <a:srgbClr val="FFFFFF"/>
            </a:solidFill>
            <a:ln w="2021" cap="flat" cmpd="sng" algn="ctr">
              <a:solidFill>
                <a:srgbClr val="A1AAB1"/>
              </a:solidFill>
              <a:prstDash val="solid"/>
              <a:miter lim="800000"/>
              <a:headEnd type="none" w="med" len="med"/>
              <a:tailEnd type="none" w="med" len="me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2547"/>
                </a:solidFill>
                <a:effectLst/>
                <a:uLnTx/>
                <a:uFillTx/>
                <a:latin typeface="Trebuchet MS"/>
                <a:ea typeface="+mn-ea"/>
                <a:cs typeface="+mn-cs"/>
                <a:sym typeface="Trebuchet MS" panose="020B0603020202020204" pitchFamily="34" charset="0"/>
              </a:endParaRPr>
            </a:p>
          </p:txBody>
        </p:sp>
      </p:grpSp>
      <p:grpSp>
        <p:nvGrpSpPr>
          <p:cNvPr id="170" name="Group 169">
            <a:extLst>
              <a:ext uri="{FF2B5EF4-FFF2-40B4-BE49-F238E27FC236}">
                <a16:creationId xmlns:a16="http://schemas.microsoft.com/office/drawing/2014/main" id="{E376C3A7-B811-6AB3-DBAB-C3C91D155C36}"/>
              </a:ext>
            </a:extLst>
          </p:cNvPr>
          <p:cNvGrpSpPr/>
          <p:nvPr/>
        </p:nvGrpSpPr>
        <p:grpSpPr>
          <a:xfrm rot="16200000">
            <a:off x="610731" y="5730267"/>
            <a:ext cx="352844" cy="419562"/>
            <a:chOff x="1537518" y="1001033"/>
            <a:chExt cx="822221" cy="977692"/>
          </a:xfrm>
        </p:grpSpPr>
        <p:grpSp>
          <p:nvGrpSpPr>
            <p:cNvPr id="171" name="Graphic 66">
              <a:extLst>
                <a:ext uri="{FF2B5EF4-FFF2-40B4-BE49-F238E27FC236}">
                  <a16:creationId xmlns:a16="http://schemas.microsoft.com/office/drawing/2014/main" id="{567E39E9-68C6-4BF6-9EB4-669A73504839}"/>
                </a:ext>
              </a:extLst>
            </p:cNvPr>
            <p:cNvGrpSpPr/>
            <p:nvPr/>
          </p:nvGrpSpPr>
          <p:grpSpPr>
            <a:xfrm>
              <a:off x="1537518" y="1429450"/>
              <a:ext cx="822221" cy="549275"/>
              <a:chOff x="2712771" y="1641923"/>
              <a:chExt cx="835518" cy="558158"/>
            </a:xfrm>
            <a:solidFill>
              <a:srgbClr val="022169"/>
            </a:solidFill>
          </p:grpSpPr>
          <p:sp>
            <p:nvSpPr>
              <p:cNvPr id="173" name="Freeform: Shape 172">
                <a:extLst>
                  <a:ext uri="{FF2B5EF4-FFF2-40B4-BE49-F238E27FC236}">
                    <a16:creationId xmlns:a16="http://schemas.microsoft.com/office/drawing/2014/main" id="{22C295B1-B252-8AA7-B49E-71C817EEAD56}"/>
                  </a:ext>
                </a:extLst>
              </p:cNvPr>
              <p:cNvSpPr/>
              <p:nvPr/>
            </p:nvSpPr>
            <p:spPr>
              <a:xfrm>
                <a:off x="3034227" y="2030799"/>
                <a:ext cx="192625" cy="169282"/>
              </a:xfrm>
              <a:custGeom>
                <a:avLst/>
                <a:gdLst>
                  <a:gd name="connsiteX0" fmla="*/ 104347 w 192625"/>
                  <a:gd name="connsiteY0" fmla="*/ 164649 h 169282"/>
                  <a:gd name="connsiteX1" fmla="*/ 191371 w 192625"/>
                  <a:gd name="connsiteY1" fmla="*/ 13906 h 169282"/>
                  <a:gd name="connsiteX2" fmla="*/ 183337 w 192625"/>
                  <a:gd name="connsiteY2" fmla="*/ 0 h 169282"/>
                  <a:gd name="connsiteX3" fmla="*/ 9289 w 192625"/>
                  <a:gd name="connsiteY3" fmla="*/ 0 h 169282"/>
                  <a:gd name="connsiteX4" fmla="*/ 1255 w 192625"/>
                  <a:gd name="connsiteY4" fmla="*/ 13906 h 169282"/>
                  <a:gd name="connsiteX5" fmla="*/ 88279 w 192625"/>
                  <a:gd name="connsiteY5" fmla="*/ 164649 h 169282"/>
                  <a:gd name="connsiteX6" fmla="*/ 104347 w 192625"/>
                  <a:gd name="connsiteY6" fmla="*/ 164649 h 169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2625" h="169282">
                    <a:moveTo>
                      <a:pt x="104347" y="164649"/>
                    </a:moveTo>
                    <a:lnTo>
                      <a:pt x="191371" y="13906"/>
                    </a:lnTo>
                    <a:cubicBezTo>
                      <a:pt x="194939" y="7728"/>
                      <a:pt x="190474" y="0"/>
                      <a:pt x="183337" y="0"/>
                    </a:cubicBezTo>
                    <a:lnTo>
                      <a:pt x="9289" y="0"/>
                    </a:lnTo>
                    <a:cubicBezTo>
                      <a:pt x="2152" y="0"/>
                      <a:pt x="-2313" y="7728"/>
                      <a:pt x="1255" y="13906"/>
                    </a:cubicBezTo>
                    <a:lnTo>
                      <a:pt x="88279" y="164649"/>
                    </a:lnTo>
                    <a:cubicBezTo>
                      <a:pt x="91868" y="170827"/>
                      <a:pt x="100778" y="170827"/>
                      <a:pt x="104347" y="164649"/>
                    </a:cubicBezTo>
                    <a:close/>
                  </a:path>
                </a:pathLst>
              </a:custGeom>
              <a:solidFill>
                <a:schemeClr val="tx2"/>
              </a:solidFill>
              <a:ln w="2021" cap="flat" cmpd="sng" algn="ctr">
                <a:solidFill>
                  <a:schemeClr val="bg1"/>
                </a:solidFill>
                <a:prstDash val="solid"/>
                <a:miter lim="800000"/>
                <a:headEnd type="none" w="med" len="med"/>
                <a:tailEnd type="none" w="med" len="me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95FF"/>
                  </a:solidFill>
                  <a:effectLst/>
                  <a:uLnTx/>
                  <a:uFillTx/>
                  <a:latin typeface="Trebuchet MS"/>
                  <a:ea typeface="+mn-ea"/>
                  <a:cs typeface="+mn-cs"/>
                  <a:sym typeface="Trebuchet MS" panose="020B0603020202020204" pitchFamily="34" charset="0"/>
                </a:endParaRPr>
              </a:p>
            </p:txBody>
          </p:sp>
          <p:sp>
            <p:nvSpPr>
              <p:cNvPr id="174" name="Freeform: Shape 173">
                <a:extLst>
                  <a:ext uri="{FF2B5EF4-FFF2-40B4-BE49-F238E27FC236}">
                    <a16:creationId xmlns:a16="http://schemas.microsoft.com/office/drawing/2014/main" id="{41D065D0-A6BD-6C1B-C7EA-070ACDCF5E58}"/>
                  </a:ext>
                </a:extLst>
              </p:cNvPr>
              <p:cNvSpPr/>
              <p:nvPr/>
            </p:nvSpPr>
            <p:spPr>
              <a:xfrm>
                <a:off x="2712771" y="1641923"/>
                <a:ext cx="835518" cy="474616"/>
              </a:xfrm>
              <a:custGeom>
                <a:avLst/>
                <a:gdLst>
                  <a:gd name="connsiteX0" fmla="*/ 0 w 835518"/>
                  <a:gd name="connsiteY0" fmla="*/ 50261 h 474616"/>
                  <a:gd name="connsiteX1" fmla="*/ 0 w 835518"/>
                  <a:gd name="connsiteY1" fmla="*/ 212178 h 474616"/>
                  <a:gd name="connsiteX2" fmla="*/ 25120 w 835518"/>
                  <a:gd name="connsiteY2" fmla="*/ 255710 h 474616"/>
                  <a:gd name="connsiteX3" fmla="*/ 392628 w 835518"/>
                  <a:gd name="connsiteY3" fmla="*/ 467887 h 474616"/>
                  <a:gd name="connsiteX4" fmla="*/ 442890 w 835518"/>
                  <a:gd name="connsiteY4" fmla="*/ 467887 h 474616"/>
                  <a:gd name="connsiteX5" fmla="*/ 810398 w 835518"/>
                  <a:gd name="connsiteY5" fmla="*/ 255710 h 474616"/>
                  <a:gd name="connsiteX6" fmla="*/ 835518 w 835518"/>
                  <a:gd name="connsiteY6" fmla="*/ 212178 h 474616"/>
                  <a:gd name="connsiteX7" fmla="*/ 835518 w 835518"/>
                  <a:gd name="connsiteY7" fmla="*/ 50261 h 474616"/>
                  <a:gd name="connsiteX8" fmla="*/ 785257 w 835518"/>
                  <a:gd name="connsiteY8" fmla="*/ 0 h 474616"/>
                  <a:gd name="connsiteX9" fmla="*/ 50261 w 835518"/>
                  <a:gd name="connsiteY9" fmla="*/ 0 h 474616"/>
                  <a:gd name="connsiteX10" fmla="*/ 0 w 835518"/>
                  <a:gd name="connsiteY10" fmla="*/ 50261 h 474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35518" h="474616">
                    <a:moveTo>
                      <a:pt x="0" y="50261"/>
                    </a:moveTo>
                    <a:lnTo>
                      <a:pt x="0" y="212178"/>
                    </a:lnTo>
                    <a:cubicBezTo>
                      <a:pt x="0" y="230141"/>
                      <a:pt x="9583" y="246718"/>
                      <a:pt x="25120" y="255710"/>
                    </a:cubicBezTo>
                    <a:lnTo>
                      <a:pt x="392628" y="467887"/>
                    </a:lnTo>
                    <a:cubicBezTo>
                      <a:pt x="408186" y="476859"/>
                      <a:pt x="427332" y="476859"/>
                      <a:pt x="442890" y="467887"/>
                    </a:cubicBezTo>
                    <a:lnTo>
                      <a:pt x="810398" y="255710"/>
                    </a:lnTo>
                    <a:cubicBezTo>
                      <a:pt x="825955" y="246738"/>
                      <a:pt x="835518" y="230141"/>
                      <a:pt x="835518" y="212178"/>
                    </a:cubicBezTo>
                    <a:lnTo>
                      <a:pt x="835518" y="50261"/>
                    </a:lnTo>
                    <a:cubicBezTo>
                      <a:pt x="835518" y="22510"/>
                      <a:pt x="813008" y="0"/>
                      <a:pt x="785257" y="0"/>
                    </a:cubicBezTo>
                    <a:lnTo>
                      <a:pt x="50261" y="0"/>
                    </a:lnTo>
                    <a:cubicBezTo>
                      <a:pt x="22510" y="0"/>
                      <a:pt x="0" y="22510"/>
                      <a:pt x="0" y="50261"/>
                    </a:cubicBezTo>
                    <a:close/>
                  </a:path>
                </a:pathLst>
              </a:custGeom>
              <a:solidFill>
                <a:schemeClr val="tx2"/>
              </a:solidFill>
              <a:ln w="2021" cap="flat" cmpd="sng" algn="ctr">
                <a:solidFill>
                  <a:srgbClr val="A1AAB1"/>
                </a:solidFill>
                <a:prstDash val="solid"/>
                <a:miter lim="800000"/>
                <a:headEnd type="none" w="med" len="med"/>
                <a:tailEnd type="none" w="med" len="me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2547"/>
                  </a:solidFill>
                  <a:effectLst/>
                  <a:uLnTx/>
                  <a:uFillTx/>
                  <a:latin typeface="Trebuchet MS"/>
                  <a:ea typeface="+mn-ea"/>
                  <a:cs typeface="+mn-cs"/>
                  <a:sym typeface="Trebuchet MS" panose="020B0603020202020204" pitchFamily="34" charset="0"/>
                </a:endParaRPr>
              </a:p>
            </p:txBody>
          </p:sp>
        </p:grpSp>
        <p:sp>
          <p:nvSpPr>
            <p:cNvPr id="172" name="Freeform: Shape 171">
              <a:extLst>
                <a:ext uri="{FF2B5EF4-FFF2-40B4-BE49-F238E27FC236}">
                  <a16:creationId xmlns:a16="http://schemas.microsoft.com/office/drawing/2014/main" id="{075DA25F-E621-CB23-499D-EBDEDEB1F78B}"/>
                </a:ext>
              </a:extLst>
            </p:cNvPr>
            <p:cNvSpPr/>
            <p:nvPr/>
          </p:nvSpPr>
          <p:spPr>
            <a:xfrm>
              <a:off x="1570686" y="1001033"/>
              <a:ext cx="755924" cy="856833"/>
            </a:xfrm>
            <a:custGeom>
              <a:avLst/>
              <a:gdLst>
                <a:gd name="connsiteX0" fmla="*/ 0 w 768149"/>
                <a:gd name="connsiteY0" fmla="*/ 243945 h 870690"/>
                <a:gd name="connsiteX1" fmla="*/ 0 w 768149"/>
                <a:gd name="connsiteY1" fmla="*/ 626745 h 870690"/>
                <a:gd name="connsiteX2" fmla="*/ 26283 w 768149"/>
                <a:gd name="connsiteY2" fmla="*/ 672256 h 870690"/>
                <a:gd name="connsiteX3" fmla="*/ 357802 w 768149"/>
                <a:gd name="connsiteY3" fmla="*/ 863656 h 870690"/>
                <a:gd name="connsiteX4" fmla="*/ 410347 w 768149"/>
                <a:gd name="connsiteY4" fmla="*/ 863656 h 870690"/>
                <a:gd name="connsiteX5" fmla="*/ 741867 w 768149"/>
                <a:gd name="connsiteY5" fmla="*/ 672256 h 870690"/>
                <a:gd name="connsiteX6" fmla="*/ 768150 w 768149"/>
                <a:gd name="connsiteY6" fmla="*/ 626745 h 870690"/>
                <a:gd name="connsiteX7" fmla="*/ 768150 w 768149"/>
                <a:gd name="connsiteY7" fmla="*/ 243945 h 870690"/>
                <a:gd name="connsiteX8" fmla="*/ 741867 w 768149"/>
                <a:gd name="connsiteY8" fmla="*/ 198435 h 870690"/>
                <a:gd name="connsiteX9" fmla="*/ 410347 w 768149"/>
                <a:gd name="connsiteY9" fmla="*/ 7035 h 870690"/>
                <a:gd name="connsiteX10" fmla="*/ 357802 w 768149"/>
                <a:gd name="connsiteY10" fmla="*/ 7035 h 870690"/>
                <a:gd name="connsiteX11" fmla="*/ 26283 w 768149"/>
                <a:gd name="connsiteY11" fmla="*/ 198435 h 870690"/>
                <a:gd name="connsiteX12" fmla="*/ 0 w 768149"/>
                <a:gd name="connsiteY12" fmla="*/ 243945 h 87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68149" h="870690">
                  <a:moveTo>
                    <a:pt x="0" y="243945"/>
                  </a:moveTo>
                  <a:lnTo>
                    <a:pt x="0" y="626745"/>
                  </a:lnTo>
                  <a:cubicBezTo>
                    <a:pt x="0" y="645524"/>
                    <a:pt x="10011" y="662856"/>
                    <a:pt x="26283" y="672256"/>
                  </a:cubicBezTo>
                  <a:lnTo>
                    <a:pt x="357802" y="863656"/>
                  </a:lnTo>
                  <a:cubicBezTo>
                    <a:pt x="374053" y="873035"/>
                    <a:pt x="394097" y="873035"/>
                    <a:pt x="410347" y="863656"/>
                  </a:cubicBezTo>
                  <a:lnTo>
                    <a:pt x="741867" y="672256"/>
                  </a:lnTo>
                  <a:cubicBezTo>
                    <a:pt x="758118" y="662876"/>
                    <a:pt x="768150" y="645524"/>
                    <a:pt x="768150" y="626745"/>
                  </a:cubicBezTo>
                  <a:lnTo>
                    <a:pt x="768150" y="243945"/>
                  </a:lnTo>
                  <a:cubicBezTo>
                    <a:pt x="768150" y="225166"/>
                    <a:pt x="758138" y="207834"/>
                    <a:pt x="741867" y="198435"/>
                  </a:cubicBezTo>
                  <a:lnTo>
                    <a:pt x="410347" y="7035"/>
                  </a:lnTo>
                  <a:cubicBezTo>
                    <a:pt x="394097" y="-2345"/>
                    <a:pt x="374053" y="-2345"/>
                    <a:pt x="357802" y="7035"/>
                  </a:cubicBezTo>
                  <a:lnTo>
                    <a:pt x="26283" y="198435"/>
                  </a:lnTo>
                  <a:cubicBezTo>
                    <a:pt x="10011" y="207834"/>
                    <a:pt x="0" y="225186"/>
                    <a:pt x="0" y="243945"/>
                  </a:cubicBezTo>
                  <a:close/>
                </a:path>
              </a:pathLst>
            </a:custGeom>
            <a:solidFill>
              <a:srgbClr val="FFFFFF"/>
            </a:solidFill>
            <a:ln w="2021" cap="flat" cmpd="sng" algn="ctr">
              <a:solidFill>
                <a:srgbClr val="A1AAB1"/>
              </a:solidFill>
              <a:prstDash val="solid"/>
              <a:miter lim="800000"/>
              <a:headEnd type="none" w="med" len="med"/>
              <a:tailEnd type="none" w="med" len="me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2547"/>
                </a:solidFill>
                <a:effectLst/>
                <a:uLnTx/>
                <a:uFillTx/>
                <a:latin typeface="Trebuchet MS"/>
                <a:ea typeface="+mn-ea"/>
                <a:cs typeface="+mn-cs"/>
                <a:sym typeface="Trebuchet MS" panose="020B0603020202020204" pitchFamily="34" charset="0"/>
              </a:endParaRPr>
            </a:p>
          </p:txBody>
        </p:sp>
      </p:grpSp>
      <p:cxnSp>
        <p:nvCxnSpPr>
          <p:cNvPr id="176" name="Straight Connector 175">
            <a:extLst>
              <a:ext uri="{FF2B5EF4-FFF2-40B4-BE49-F238E27FC236}">
                <a16:creationId xmlns:a16="http://schemas.microsoft.com/office/drawing/2014/main" id="{F791B2B6-E938-DEF6-3354-1ADBEF0B37ED}"/>
              </a:ext>
            </a:extLst>
          </p:cNvPr>
          <p:cNvCxnSpPr/>
          <p:nvPr/>
        </p:nvCxnSpPr>
        <p:spPr>
          <a:xfrm>
            <a:off x="628650" y="2583491"/>
            <a:ext cx="1322070" cy="0"/>
          </a:xfrm>
          <a:prstGeom prst="line">
            <a:avLst/>
          </a:prstGeom>
          <a:ln w="12700" cap="rnd" cmpd="sng" algn="ctr">
            <a:solidFill>
              <a:srgbClr val="FFFFFF"/>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A089077F-42C8-2727-666E-2B6FC8B5AAFD}"/>
              </a:ext>
            </a:extLst>
          </p:cNvPr>
          <p:cNvCxnSpPr/>
          <p:nvPr/>
        </p:nvCxnSpPr>
        <p:spPr>
          <a:xfrm>
            <a:off x="628650" y="4149936"/>
            <a:ext cx="1322070" cy="0"/>
          </a:xfrm>
          <a:prstGeom prst="line">
            <a:avLst/>
          </a:prstGeom>
          <a:ln w="12700" cap="rnd" cmpd="sng" algn="ctr">
            <a:solidFill>
              <a:srgbClr val="FFFFFF"/>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69654293-C707-91B7-9D33-1248E2D3673A}"/>
              </a:ext>
            </a:extLst>
          </p:cNvPr>
          <p:cNvCxnSpPr/>
          <p:nvPr/>
        </p:nvCxnSpPr>
        <p:spPr>
          <a:xfrm>
            <a:off x="628650" y="5607353"/>
            <a:ext cx="1322070" cy="0"/>
          </a:xfrm>
          <a:prstGeom prst="line">
            <a:avLst/>
          </a:prstGeom>
          <a:ln w="12700" cap="rnd" cmpd="sng" algn="ctr">
            <a:solidFill>
              <a:srgbClr val="FFFFFF"/>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79" name="bcgIcons_Process optimization ">
            <a:extLst>
              <a:ext uri="{FF2B5EF4-FFF2-40B4-BE49-F238E27FC236}">
                <a16:creationId xmlns:a16="http://schemas.microsoft.com/office/drawing/2014/main" id="{BE5BA4F6-2EB9-FD1D-F897-46B65CDF0645}"/>
              </a:ext>
            </a:extLst>
          </p:cNvPr>
          <p:cNvGrpSpPr>
            <a:grpSpLocks noChangeAspect="1"/>
          </p:cNvGrpSpPr>
          <p:nvPr/>
        </p:nvGrpSpPr>
        <p:grpSpPr>
          <a:xfrm>
            <a:off x="626881" y="2159734"/>
            <a:ext cx="263501" cy="263501"/>
            <a:chOff x="5273675" y="2606675"/>
            <a:chExt cx="1644650" cy="1644650"/>
          </a:xfrm>
        </p:grpSpPr>
        <p:sp>
          <p:nvSpPr>
            <p:cNvPr id="180" name="AutoShape 3">
              <a:extLst>
                <a:ext uri="{FF2B5EF4-FFF2-40B4-BE49-F238E27FC236}">
                  <a16:creationId xmlns:a16="http://schemas.microsoft.com/office/drawing/2014/main" id="{8DFE521F-52D4-18A0-F9DD-846F3F2D50DD}"/>
                </a:ext>
              </a:extLst>
            </p:cNvPr>
            <p:cNvSpPr>
              <a:spLocks noChangeAspect="1" noChangeArrowheads="1" noTextEdi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nvGrpSpPr>
            <p:cNvPr id="181" name="Group 180">
              <a:extLst>
                <a:ext uri="{FF2B5EF4-FFF2-40B4-BE49-F238E27FC236}">
                  <a16:creationId xmlns:a16="http://schemas.microsoft.com/office/drawing/2014/main" id="{8471F7E0-D852-D4FA-6B99-421B6525C7DC}"/>
                </a:ext>
              </a:extLst>
            </p:cNvPr>
            <p:cNvGrpSpPr/>
            <p:nvPr/>
          </p:nvGrpSpPr>
          <p:grpSpPr>
            <a:xfrm>
              <a:off x="5444599" y="3152775"/>
              <a:ext cx="1302803" cy="552451"/>
              <a:chOff x="5445125" y="3152775"/>
              <a:chExt cx="1302803" cy="552451"/>
            </a:xfrm>
          </p:grpSpPr>
          <p:sp>
            <p:nvSpPr>
              <p:cNvPr id="182" name="Freeform 6">
                <a:extLst>
                  <a:ext uri="{FF2B5EF4-FFF2-40B4-BE49-F238E27FC236}">
                    <a16:creationId xmlns:a16="http://schemas.microsoft.com/office/drawing/2014/main" id="{E3E751C1-4BBB-70F4-37E2-98247F9D8D6A}"/>
                  </a:ext>
                </a:extLst>
              </p:cNvPr>
              <p:cNvSpPr>
                <a:spLocks/>
              </p:cNvSpPr>
              <p:nvPr/>
            </p:nvSpPr>
            <p:spPr bwMode="auto">
              <a:xfrm>
                <a:off x="5858175" y="3152775"/>
                <a:ext cx="470652" cy="550863"/>
              </a:xfrm>
              <a:custGeom>
                <a:avLst/>
                <a:gdLst>
                  <a:gd name="connsiteX0" fmla="*/ 153002 w 470652"/>
                  <a:gd name="connsiteY0" fmla="*/ 388952 h 550863"/>
                  <a:gd name="connsiteX1" fmla="*/ 141936 w 470652"/>
                  <a:gd name="connsiteY1" fmla="*/ 393758 h 550863"/>
                  <a:gd name="connsiteX2" fmla="*/ 141936 w 470652"/>
                  <a:gd name="connsiteY2" fmla="*/ 415117 h 550863"/>
                  <a:gd name="connsiteX3" fmla="*/ 174776 w 470652"/>
                  <a:gd name="connsiteY3" fmla="*/ 447868 h 550863"/>
                  <a:gd name="connsiteX4" fmla="*/ 141936 w 470652"/>
                  <a:gd name="connsiteY4" fmla="*/ 479194 h 550863"/>
                  <a:gd name="connsiteX5" fmla="*/ 141936 w 470652"/>
                  <a:gd name="connsiteY5" fmla="*/ 499841 h 550863"/>
                  <a:gd name="connsiteX6" fmla="*/ 153359 w 470652"/>
                  <a:gd name="connsiteY6" fmla="*/ 504825 h 550863"/>
                  <a:gd name="connsiteX7" fmla="*/ 164068 w 470652"/>
                  <a:gd name="connsiteY7" fmla="*/ 499841 h 550863"/>
                  <a:gd name="connsiteX8" fmla="*/ 196907 w 470652"/>
                  <a:gd name="connsiteY8" fmla="*/ 469227 h 550863"/>
                  <a:gd name="connsiteX9" fmla="*/ 229033 w 470652"/>
                  <a:gd name="connsiteY9" fmla="*/ 499841 h 550863"/>
                  <a:gd name="connsiteX10" fmla="*/ 239742 w 470652"/>
                  <a:gd name="connsiteY10" fmla="*/ 504825 h 550863"/>
                  <a:gd name="connsiteX11" fmla="*/ 250450 w 470652"/>
                  <a:gd name="connsiteY11" fmla="*/ 499841 h 550863"/>
                  <a:gd name="connsiteX12" fmla="*/ 250450 w 470652"/>
                  <a:gd name="connsiteY12" fmla="*/ 479194 h 550863"/>
                  <a:gd name="connsiteX13" fmla="*/ 218324 w 470652"/>
                  <a:gd name="connsiteY13" fmla="*/ 447868 h 550863"/>
                  <a:gd name="connsiteX14" fmla="*/ 250450 w 470652"/>
                  <a:gd name="connsiteY14" fmla="*/ 415117 h 550863"/>
                  <a:gd name="connsiteX15" fmla="*/ 250450 w 470652"/>
                  <a:gd name="connsiteY15" fmla="*/ 393758 h 550863"/>
                  <a:gd name="connsiteX16" fmla="*/ 229033 w 470652"/>
                  <a:gd name="connsiteY16" fmla="*/ 393758 h 550863"/>
                  <a:gd name="connsiteX17" fmla="*/ 196907 w 470652"/>
                  <a:gd name="connsiteY17" fmla="*/ 425796 h 550863"/>
                  <a:gd name="connsiteX18" fmla="*/ 164068 w 470652"/>
                  <a:gd name="connsiteY18" fmla="*/ 393758 h 550863"/>
                  <a:gd name="connsiteX19" fmla="*/ 153002 w 470652"/>
                  <a:gd name="connsiteY19" fmla="*/ 388952 h 550863"/>
                  <a:gd name="connsiteX20" fmla="*/ 196909 w 470652"/>
                  <a:gd name="connsiteY20" fmla="*/ 342900 h 550863"/>
                  <a:gd name="connsiteX21" fmla="*/ 302913 w 470652"/>
                  <a:gd name="connsiteY21" fmla="*/ 447594 h 550863"/>
                  <a:gd name="connsiteX22" fmla="*/ 196909 w 470652"/>
                  <a:gd name="connsiteY22" fmla="*/ 550863 h 550863"/>
                  <a:gd name="connsiteX23" fmla="*/ 90188 w 470652"/>
                  <a:gd name="connsiteY23" fmla="*/ 447594 h 550863"/>
                  <a:gd name="connsiteX24" fmla="*/ 196909 w 470652"/>
                  <a:gd name="connsiteY24" fmla="*/ 342900 h 550863"/>
                  <a:gd name="connsiteX25" fmla="*/ 17225 w 470652"/>
                  <a:gd name="connsiteY25" fmla="*/ 0 h 550863"/>
                  <a:gd name="connsiteX26" fmla="*/ 361980 w 470652"/>
                  <a:gd name="connsiteY26" fmla="*/ 0 h 550863"/>
                  <a:gd name="connsiteX27" fmla="*/ 377683 w 470652"/>
                  <a:gd name="connsiteY27" fmla="*/ 9278 h 550863"/>
                  <a:gd name="connsiteX28" fmla="*/ 469047 w 470652"/>
                  <a:gd name="connsiteY28" fmla="*/ 194833 h 550863"/>
                  <a:gd name="connsiteX29" fmla="*/ 469047 w 470652"/>
                  <a:gd name="connsiteY29" fmla="*/ 207679 h 550863"/>
                  <a:gd name="connsiteX30" fmla="*/ 377683 w 470652"/>
                  <a:gd name="connsiteY30" fmla="*/ 394661 h 550863"/>
                  <a:gd name="connsiteX31" fmla="*/ 361980 w 470652"/>
                  <a:gd name="connsiteY31" fmla="*/ 403225 h 550863"/>
                  <a:gd name="connsiteX32" fmla="*/ 325577 w 470652"/>
                  <a:gd name="connsiteY32" fmla="*/ 403225 h 550863"/>
                  <a:gd name="connsiteX33" fmla="*/ 197097 w 470652"/>
                  <a:gd name="connsiteY33" fmla="*/ 311161 h 550863"/>
                  <a:gd name="connsiteX34" fmla="*/ 69331 w 470652"/>
                  <a:gd name="connsiteY34" fmla="*/ 403225 h 550863"/>
                  <a:gd name="connsiteX35" fmla="*/ 17225 w 470652"/>
                  <a:gd name="connsiteY35" fmla="*/ 403225 h 550863"/>
                  <a:gd name="connsiteX36" fmla="*/ 1522 w 470652"/>
                  <a:gd name="connsiteY36" fmla="*/ 380388 h 550863"/>
                  <a:gd name="connsiteX37" fmla="*/ 87175 w 470652"/>
                  <a:gd name="connsiteY37" fmla="*/ 207679 h 550863"/>
                  <a:gd name="connsiteX38" fmla="*/ 87175 w 470652"/>
                  <a:gd name="connsiteY38" fmla="*/ 194833 h 550863"/>
                  <a:gd name="connsiteX39" fmla="*/ 1522 w 470652"/>
                  <a:gd name="connsiteY39" fmla="*/ 22838 h 550863"/>
                  <a:gd name="connsiteX40" fmla="*/ 17225 w 470652"/>
                  <a:gd name="connsiteY40" fmla="*/ 0 h 550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70652" h="550863">
                    <a:moveTo>
                      <a:pt x="153002" y="388952"/>
                    </a:moveTo>
                    <a:cubicBezTo>
                      <a:pt x="148897" y="388952"/>
                      <a:pt x="144792" y="390554"/>
                      <a:pt x="141936" y="393758"/>
                    </a:cubicBezTo>
                    <a:cubicBezTo>
                      <a:pt x="136225" y="398742"/>
                      <a:pt x="136225" y="408709"/>
                      <a:pt x="141936" y="415117"/>
                    </a:cubicBezTo>
                    <a:cubicBezTo>
                      <a:pt x="141936" y="415117"/>
                      <a:pt x="141936" y="415117"/>
                      <a:pt x="174776" y="447868"/>
                    </a:cubicBezTo>
                    <a:cubicBezTo>
                      <a:pt x="174776" y="447868"/>
                      <a:pt x="174776" y="447868"/>
                      <a:pt x="141936" y="479194"/>
                    </a:cubicBezTo>
                    <a:cubicBezTo>
                      <a:pt x="136225" y="485602"/>
                      <a:pt x="136225" y="494858"/>
                      <a:pt x="141936" y="499841"/>
                    </a:cubicBezTo>
                    <a:cubicBezTo>
                      <a:pt x="145506" y="503401"/>
                      <a:pt x="148362" y="504825"/>
                      <a:pt x="153359" y="504825"/>
                    </a:cubicBezTo>
                    <a:cubicBezTo>
                      <a:pt x="157642" y="504825"/>
                      <a:pt x="161212" y="503401"/>
                      <a:pt x="164068" y="499841"/>
                    </a:cubicBezTo>
                    <a:cubicBezTo>
                      <a:pt x="164068" y="499841"/>
                      <a:pt x="164068" y="499841"/>
                      <a:pt x="196907" y="469227"/>
                    </a:cubicBezTo>
                    <a:cubicBezTo>
                      <a:pt x="196907" y="469227"/>
                      <a:pt x="196907" y="469227"/>
                      <a:pt x="229033" y="499841"/>
                    </a:cubicBezTo>
                    <a:cubicBezTo>
                      <a:pt x="231889" y="503401"/>
                      <a:pt x="236172" y="504825"/>
                      <a:pt x="239742" y="504825"/>
                    </a:cubicBezTo>
                    <a:cubicBezTo>
                      <a:pt x="244025" y="504825"/>
                      <a:pt x="248308" y="503401"/>
                      <a:pt x="250450" y="499841"/>
                    </a:cubicBezTo>
                    <a:cubicBezTo>
                      <a:pt x="256875" y="494858"/>
                      <a:pt x="256875" y="485602"/>
                      <a:pt x="250450" y="479194"/>
                    </a:cubicBezTo>
                    <a:cubicBezTo>
                      <a:pt x="250450" y="479194"/>
                      <a:pt x="250450" y="479194"/>
                      <a:pt x="218324" y="447868"/>
                    </a:cubicBezTo>
                    <a:cubicBezTo>
                      <a:pt x="218324" y="447868"/>
                      <a:pt x="218324" y="447868"/>
                      <a:pt x="250450" y="415117"/>
                    </a:cubicBezTo>
                    <a:cubicBezTo>
                      <a:pt x="256875" y="408709"/>
                      <a:pt x="256875" y="398742"/>
                      <a:pt x="250450" y="393758"/>
                    </a:cubicBezTo>
                    <a:cubicBezTo>
                      <a:pt x="244739" y="387350"/>
                      <a:pt x="234744" y="387350"/>
                      <a:pt x="229033" y="393758"/>
                    </a:cubicBezTo>
                    <a:cubicBezTo>
                      <a:pt x="229033" y="393758"/>
                      <a:pt x="229033" y="393758"/>
                      <a:pt x="196907" y="425796"/>
                    </a:cubicBezTo>
                    <a:cubicBezTo>
                      <a:pt x="196907" y="425796"/>
                      <a:pt x="196907" y="425796"/>
                      <a:pt x="164068" y="393758"/>
                    </a:cubicBezTo>
                    <a:cubicBezTo>
                      <a:pt x="161212" y="390554"/>
                      <a:pt x="157107" y="388952"/>
                      <a:pt x="153002" y="388952"/>
                    </a:cubicBezTo>
                    <a:close/>
                    <a:moveTo>
                      <a:pt x="196909" y="342900"/>
                    </a:moveTo>
                    <a:cubicBezTo>
                      <a:pt x="254925" y="342900"/>
                      <a:pt x="302913" y="389193"/>
                      <a:pt x="302913" y="447594"/>
                    </a:cubicBezTo>
                    <a:cubicBezTo>
                      <a:pt x="302913" y="503858"/>
                      <a:pt x="254925" y="550863"/>
                      <a:pt x="196909" y="550863"/>
                    </a:cubicBezTo>
                    <a:cubicBezTo>
                      <a:pt x="137460" y="550863"/>
                      <a:pt x="90188" y="503858"/>
                      <a:pt x="90188" y="447594"/>
                    </a:cubicBezTo>
                    <a:cubicBezTo>
                      <a:pt x="90188" y="389193"/>
                      <a:pt x="137460" y="342900"/>
                      <a:pt x="196909" y="342900"/>
                    </a:cubicBezTo>
                    <a:close/>
                    <a:moveTo>
                      <a:pt x="17225" y="0"/>
                    </a:moveTo>
                    <a:cubicBezTo>
                      <a:pt x="17225" y="0"/>
                      <a:pt x="17225" y="0"/>
                      <a:pt x="361980" y="0"/>
                    </a:cubicBezTo>
                    <a:cubicBezTo>
                      <a:pt x="368404" y="0"/>
                      <a:pt x="374828" y="3568"/>
                      <a:pt x="377683" y="9278"/>
                    </a:cubicBezTo>
                    <a:cubicBezTo>
                      <a:pt x="377683" y="9278"/>
                      <a:pt x="377683" y="9278"/>
                      <a:pt x="469047" y="194833"/>
                    </a:cubicBezTo>
                    <a:cubicBezTo>
                      <a:pt x="471188" y="199115"/>
                      <a:pt x="471188" y="203397"/>
                      <a:pt x="469047" y="207679"/>
                    </a:cubicBezTo>
                    <a:cubicBezTo>
                      <a:pt x="469047" y="207679"/>
                      <a:pt x="469047" y="207679"/>
                      <a:pt x="377683" y="394661"/>
                    </a:cubicBezTo>
                    <a:cubicBezTo>
                      <a:pt x="374828" y="398943"/>
                      <a:pt x="368404" y="403225"/>
                      <a:pt x="361980" y="403225"/>
                    </a:cubicBezTo>
                    <a:cubicBezTo>
                      <a:pt x="361980" y="403225"/>
                      <a:pt x="361980" y="403225"/>
                      <a:pt x="325577" y="403225"/>
                    </a:cubicBezTo>
                    <a:cubicBezTo>
                      <a:pt x="307019" y="349700"/>
                      <a:pt x="256341" y="311161"/>
                      <a:pt x="197097" y="311161"/>
                    </a:cubicBezTo>
                    <a:cubicBezTo>
                      <a:pt x="137140" y="311161"/>
                      <a:pt x="87175" y="349700"/>
                      <a:pt x="69331" y="403225"/>
                    </a:cubicBezTo>
                    <a:cubicBezTo>
                      <a:pt x="69331" y="403225"/>
                      <a:pt x="69331" y="403225"/>
                      <a:pt x="17225" y="403225"/>
                    </a:cubicBezTo>
                    <a:cubicBezTo>
                      <a:pt x="4377" y="403225"/>
                      <a:pt x="-3475" y="391093"/>
                      <a:pt x="1522" y="380388"/>
                    </a:cubicBezTo>
                    <a:cubicBezTo>
                      <a:pt x="1522" y="380388"/>
                      <a:pt x="1522" y="380388"/>
                      <a:pt x="87175" y="207679"/>
                    </a:cubicBezTo>
                    <a:cubicBezTo>
                      <a:pt x="89317" y="203397"/>
                      <a:pt x="89317" y="199115"/>
                      <a:pt x="87175" y="194833"/>
                    </a:cubicBezTo>
                    <a:cubicBezTo>
                      <a:pt x="87175" y="194833"/>
                      <a:pt x="87175" y="194833"/>
                      <a:pt x="1522" y="22838"/>
                    </a:cubicBezTo>
                    <a:cubicBezTo>
                      <a:pt x="-3475" y="12133"/>
                      <a:pt x="4377" y="0"/>
                      <a:pt x="17225"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83" name="Freeform 7">
                <a:extLst>
                  <a:ext uri="{FF2B5EF4-FFF2-40B4-BE49-F238E27FC236}">
                    <a16:creationId xmlns:a16="http://schemas.microsoft.com/office/drawing/2014/main" id="{0FB2075F-ABB6-3F6D-B264-AAC933FDA676}"/>
                  </a:ext>
                </a:extLst>
              </p:cNvPr>
              <p:cNvSpPr>
                <a:spLocks noChangeArrowheads="1"/>
              </p:cNvSpPr>
              <p:nvPr/>
            </p:nvSpPr>
            <p:spPr bwMode="auto">
              <a:xfrm>
                <a:off x="5445125" y="3152775"/>
                <a:ext cx="1302803" cy="552451"/>
              </a:xfrm>
              <a:custGeom>
                <a:avLst/>
                <a:gdLst>
                  <a:gd name="connsiteX0" fmla="*/ 1086933 w 1302803"/>
                  <a:gd name="connsiteY0" fmla="*/ 406063 h 552451"/>
                  <a:gd name="connsiteX1" fmla="*/ 1076251 w 1302803"/>
                  <a:gd name="connsiteY1" fmla="*/ 409816 h 552451"/>
                  <a:gd name="connsiteX2" fmla="*/ 1008596 w 1302803"/>
                  <a:gd name="connsiteY2" fmla="*/ 477732 h 552451"/>
                  <a:gd name="connsiteX3" fmla="*/ 977974 w 1302803"/>
                  <a:gd name="connsiteY3" fmla="*/ 446991 h 552451"/>
                  <a:gd name="connsiteX4" fmla="*/ 956609 w 1302803"/>
                  <a:gd name="connsiteY4" fmla="*/ 446991 h 552451"/>
                  <a:gd name="connsiteX5" fmla="*/ 956609 w 1302803"/>
                  <a:gd name="connsiteY5" fmla="*/ 468438 h 552451"/>
                  <a:gd name="connsiteX6" fmla="*/ 995778 w 1302803"/>
                  <a:gd name="connsiteY6" fmla="*/ 507758 h 552451"/>
                  <a:gd name="connsiteX7" fmla="*/ 1000763 w 1302803"/>
                  <a:gd name="connsiteY7" fmla="*/ 510617 h 552451"/>
                  <a:gd name="connsiteX8" fmla="*/ 1009309 w 1302803"/>
                  <a:gd name="connsiteY8" fmla="*/ 512762 h 552451"/>
                  <a:gd name="connsiteX9" fmla="*/ 1019279 w 1302803"/>
                  <a:gd name="connsiteY9" fmla="*/ 509188 h 552451"/>
                  <a:gd name="connsiteX10" fmla="*/ 1097615 w 1302803"/>
                  <a:gd name="connsiteY10" fmla="*/ 431263 h 552451"/>
                  <a:gd name="connsiteX11" fmla="*/ 1097615 w 1302803"/>
                  <a:gd name="connsiteY11" fmla="*/ 409816 h 552451"/>
                  <a:gd name="connsiteX12" fmla="*/ 1086933 w 1302803"/>
                  <a:gd name="connsiteY12" fmla="*/ 406063 h 552451"/>
                  <a:gd name="connsiteX13" fmla="*/ 249702 w 1302803"/>
                  <a:gd name="connsiteY13" fmla="*/ 406063 h 552451"/>
                  <a:gd name="connsiteX14" fmla="*/ 238638 w 1302803"/>
                  <a:gd name="connsiteY14" fmla="*/ 409816 h 552451"/>
                  <a:gd name="connsiteX15" fmla="*/ 171718 w 1302803"/>
                  <a:gd name="connsiteY15" fmla="*/ 477732 h 552451"/>
                  <a:gd name="connsiteX16" fmla="*/ 140776 w 1302803"/>
                  <a:gd name="connsiteY16" fmla="*/ 446991 h 552451"/>
                  <a:gd name="connsiteX17" fmla="*/ 118470 w 1302803"/>
                  <a:gd name="connsiteY17" fmla="*/ 446991 h 552451"/>
                  <a:gd name="connsiteX18" fmla="*/ 118470 w 1302803"/>
                  <a:gd name="connsiteY18" fmla="*/ 468438 h 552451"/>
                  <a:gd name="connsiteX19" fmla="*/ 158046 w 1302803"/>
                  <a:gd name="connsiteY19" fmla="*/ 507758 h 552451"/>
                  <a:gd name="connsiteX20" fmla="*/ 163803 w 1302803"/>
                  <a:gd name="connsiteY20" fmla="*/ 510617 h 552451"/>
                  <a:gd name="connsiteX21" fmla="*/ 171718 w 1302803"/>
                  <a:gd name="connsiteY21" fmla="*/ 512762 h 552451"/>
                  <a:gd name="connsiteX22" fmla="*/ 182512 w 1302803"/>
                  <a:gd name="connsiteY22" fmla="*/ 509188 h 552451"/>
                  <a:gd name="connsiteX23" fmla="*/ 260225 w 1302803"/>
                  <a:gd name="connsiteY23" fmla="*/ 431263 h 552451"/>
                  <a:gd name="connsiteX24" fmla="*/ 260225 w 1302803"/>
                  <a:gd name="connsiteY24" fmla="*/ 409816 h 552451"/>
                  <a:gd name="connsiteX25" fmla="*/ 249702 w 1302803"/>
                  <a:gd name="connsiteY25" fmla="*/ 406063 h 552451"/>
                  <a:gd name="connsiteX26" fmla="*/ 1027112 w 1302803"/>
                  <a:gd name="connsiteY26" fmla="*/ 344487 h 552451"/>
                  <a:gd name="connsiteX27" fmla="*/ 1133475 w 1302803"/>
                  <a:gd name="connsiteY27" fmla="*/ 448469 h 552451"/>
                  <a:gd name="connsiteX28" fmla="*/ 1027112 w 1302803"/>
                  <a:gd name="connsiteY28" fmla="*/ 552451 h 552451"/>
                  <a:gd name="connsiteX29" fmla="*/ 920749 w 1302803"/>
                  <a:gd name="connsiteY29" fmla="*/ 448469 h 552451"/>
                  <a:gd name="connsiteX30" fmla="*/ 1027112 w 1302803"/>
                  <a:gd name="connsiteY30" fmla="*/ 344487 h 552451"/>
                  <a:gd name="connsiteX31" fmla="*/ 192882 w 1302803"/>
                  <a:gd name="connsiteY31" fmla="*/ 344487 h 552451"/>
                  <a:gd name="connsiteX32" fmla="*/ 298451 w 1302803"/>
                  <a:gd name="connsiteY32" fmla="*/ 448469 h 552451"/>
                  <a:gd name="connsiteX33" fmla="*/ 192882 w 1302803"/>
                  <a:gd name="connsiteY33" fmla="*/ 552451 h 552451"/>
                  <a:gd name="connsiteX34" fmla="*/ 87313 w 1302803"/>
                  <a:gd name="connsiteY34" fmla="*/ 448469 h 552451"/>
                  <a:gd name="connsiteX35" fmla="*/ 192882 w 1302803"/>
                  <a:gd name="connsiteY35" fmla="*/ 344487 h 552451"/>
                  <a:gd name="connsiteX36" fmla="*/ 848631 w 1302803"/>
                  <a:gd name="connsiteY36" fmla="*/ 0 h 552451"/>
                  <a:gd name="connsiteX37" fmla="*/ 1193581 w 1302803"/>
                  <a:gd name="connsiteY37" fmla="*/ 0 h 552451"/>
                  <a:gd name="connsiteX38" fmla="*/ 1208548 w 1302803"/>
                  <a:gd name="connsiteY38" fmla="*/ 9278 h 552451"/>
                  <a:gd name="connsiteX39" fmla="*/ 1301200 w 1302803"/>
                  <a:gd name="connsiteY39" fmla="*/ 194119 h 552451"/>
                  <a:gd name="connsiteX40" fmla="*/ 1301200 w 1302803"/>
                  <a:gd name="connsiteY40" fmla="*/ 207679 h 552451"/>
                  <a:gd name="connsiteX41" fmla="*/ 1208548 w 1302803"/>
                  <a:gd name="connsiteY41" fmla="*/ 393947 h 552451"/>
                  <a:gd name="connsiteX42" fmla="*/ 1193581 w 1302803"/>
                  <a:gd name="connsiteY42" fmla="*/ 403225 h 552451"/>
                  <a:gd name="connsiteX43" fmla="*/ 1155095 w 1302803"/>
                  <a:gd name="connsiteY43" fmla="*/ 403225 h 552451"/>
                  <a:gd name="connsiteX44" fmla="*/ 1027521 w 1302803"/>
                  <a:gd name="connsiteY44" fmla="*/ 312588 h 552451"/>
                  <a:gd name="connsiteX45" fmla="*/ 899233 w 1302803"/>
                  <a:gd name="connsiteY45" fmla="*/ 403225 h 552451"/>
                  <a:gd name="connsiteX46" fmla="*/ 848631 w 1302803"/>
                  <a:gd name="connsiteY46" fmla="*/ 403225 h 552451"/>
                  <a:gd name="connsiteX47" fmla="*/ 833664 w 1302803"/>
                  <a:gd name="connsiteY47" fmla="*/ 380388 h 552451"/>
                  <a:gd name="connsiteX48" fmla="*/ 919189 w 1302803"/>
                  <a:gd name="connsiteY48" fmla="*/ 207679 h 552451"/>
                  <a:gd name="connsiteX49" fmla="*/ 919189 w 1302803"/>
                  <a:gd name="connsiteY49" fmla="*/ 194119 h 552451"/>
                  <a:gd name="connsiteX50" fmla="*/ 833664 w 1302803"/>
                  <a:gd name="connsiteY50" fmla="*/ 22837 h 552451"/>
                  <a:gd name="connsiteX51" fmla="*/ 848631 w 1302803"/>
                  <a:gd name="connsiteY51" fmla="*/ 0 h 552451"/>
                  <a:gd name="connsiteX52" fmla="*/ 15719 w 1302803"/>
                  <a:gd name="connsiteY52" fmla="*/ 0 h 552451"/>
                  <a:gd name="connsiteX53" fmla="*/ 357249 w 1302803"/>
                  <a:gd name="connsiteY53" fmla="*/ 0 h 552451"/>
                  <a:gd name="connsiteX54" fmla="*/ 371539 w 1302803"/>
                  <a:gd name="connsiteY54" fmla="*/ 9278 h 552451"/>
                  <a:gd name="connsiteX55" fmla="*/ 462995 w 1302803"/>
                  <a:gd name="connsiteY55" fmla="*/ 194119 h 552451"/>
                  <a:gd name="connsiteX56" fmla="*/ 462995 w 1302803"/>
                  <a:gd name="connsiteY56" fmla="*/ 207679 h 552451"/>
                  <a:gd name="connsiteX57" fmla="*/ 371539 w 1302803"/>
                  <a:gd name="connsiteY57" fmla="*/ 393947 h 552451"/>
                  <a:gd name="connsiteX58" fmla="*/ 357249 w 1302803"/>
                  <a:gd name="connsiteY58" fmla="*/ 403225 h 552451"/>
                  <a:gd name="connsiteX59" fmla="*/ 320095 w 1302803"/>
                  <a:gd name="connsiteY59" fmla="*/ 403225 h 552451"/>
                  <a:gd name="connsiteX60" fmla="*/ 192915 w 1302803"/>
                  <a:gd name="connsiteY60" fmla="*/ 312588 h 552451"/>
                  <a:gd name="connsiteX61" fmla="*/ 65734 w 1302803"/>
                  <a:gd name="connsiteY61" fmla="*/ 403225 h 552451"/>
                  <a:gd name="connsiteX62" fmla="*/ 15719 w 1302803"/>
                  <a:gd name="connsiteY62" fmla="*/ 403225 h 552451"/>
                  <a:gd name="connsiteX63" fmla="*/ 0 w 1302803"/>
                  <a:gd name="connsiteY63" fmla="*/ 386811 h 552451"/>
                  <a:gd name="connsiteX64" fmla="*/ 0 w 1302803"/>
                  <a:gd name="connsiteY64" fmla="*/ 16414 h 552451"/>
                  <a:gd name="connsiteX65" fmla="*/ 15719 w 1302803"/>
                  <a:gd name="connsiteY65" fmla="*/ 0 h 552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1302803" h="552451">
                    <a:moveTo>
                      <a:pt x="1086933" y="406063"/>
                    </a:moveTo>
                    <a:cubicBezTo>
                      <a:pt x="1083016" y="406063"/>
                      <a:pt x="1079099" y="407314"/>
                      <a:pt x="1076251" y="409816"/>
                    </a:cubicBezTo>
                    <a:cubicBezTo>
                      <a:pt x="1076251" y="409816"/>
                      <a:pt x="1076251" y="409816"/>
                      <a:pt x="1008596" y="477732"/>
                    </a:cubicBezTo>
                    <a:cubicBezTo>
                      <a:pt x="1008596" y="477732"/>
                      <a:pt x="1008596" y="477732"/>
                      <a:pt x="977974" y="446991"/>
                    </a:cubicBezTo>
                    <a:cubicBezTo>
                      <a:pt x="972277" y="440557"/>
                      <a:pt x="963019" y="440557"/>
                      <a:pt x="956609" y="446991"/>
                    </a:cubicBezTo>
                    <a:cubicBezTo>
                      <a:pt x="950912" y="453425"/>
                      <a:pt x="950912" y="462719"/>
                      <a:pt x="956609" y="468438"/>
                    </a:cubicBezTo>
                    <a:cubicBezTo>
                      <a:pt x="956609" y="468438"/>
                      <a:pt x="956609" y="468438"/>
                      <a:pt x="995778" y="507758"/>
                    </a:cubicBezTo>
                    <a:cubicBezTo>
                      <a:pt x="997202" y="509188"/>
                      <a:pt x="999338" y="509903"/>
                      <a:pt x="1000763" y="510617"/>
                    </a:cubicBezTo>
                    <a:cubicBezTo>
                      <a:pt x="1003611" y="512047"/>
                      <a:pt x="1006460" y="512762"/>
                      <a:pt x="1009309" y="512762"/>
                    </a:cubicBezTo>
                    <a:cubicBezTo>
                      <a:pt x="1013581" y="512762"/>
                      <a:pt x="1017142" y="511332"/>
                      <a:pt x="1019279" y="509188"/>
                    </a:cubicBezTo>
                    <a:cubicBezTo>
                      <a:pt x="1019279" y="509188"/>
                      <a:pt x="1019279" y="509188"/>
                      <a:pt x="1097615" y="431263"/>
                    </a:cubicBezTo>
                    <a:cubicBezTo>
                      <a:pt x="1103312" y="426259"/>
                      <a:pt x="1103312" y="416251"/>
                      <a:pt x="1097615" y="409816"/>
                    </a:cubicBezTo>
                    <a:cubicBezTo>
                      <a:pt x="1094767" y="407314"/>
                      <a:pt x="1090850" y="406063"/>
                      <a:pt x="1086933" y="406063"/>
                    </a:cubicBezTo>
                    <a:close/>
                    <a:moveTo>
                      <a:pt x="249702" y="406063"/>
                    </a:moveTo>
                    <a:cubicBezTo>
                      <a:pt x="245834" y="406063"/>
                      <a:pt x="241876" y="407314"/>
                      <a:pt x="238638" y="409816"/>
                    </a:cubicBezTo>
                    <a:cubicBezTo>
                      <a:pt x="238638" y="409816"/>
                      <a:pt x="238638" y="409816"/>
                      <a:pt x="171718" y="477732"/>
                    </a:cubicBezTo>
                    <a:cubicBezTo>
                      <a:pt x="171718" y="477732"/>
                      <a:pt x="171718" y="477732"/>
                      <a:pt x="140776" y="446991"/>
                    </a:cubicBezTo>
                    <a:cubicBezTo>
                      <a:pt x="134300" y="440557"/>
                      <a:pt x="124226" y="440557"/>
                      <a:pt x="118470" y="446991"/>
                    </a:cubicBezTo>
                    <a:cubicBezTo>
                      <a:pt x="112713" y="453425"/>
                      <a:pt x="112713" y="462719"/>
                      <a:pt x="118470" y="468438"/>
                    </a:cubicBezTo>
                    <a:cubicBezTo>
                      <a:pt x="118470" y="468438"/>
                      <a:pt x="118470" y="468438"/>
                      <a:pt x="158046" y="507758"/>
                    </a:cubicBezTo>
                    <a:cubicBezTo>
                      <a:pt x="160205" y="509188"/>
                      <a:pt x="161644" y="509903"/>
                      <a:pt x="163803" y="510617"/>
                    </a:cubicBezTo>
                    <a:cubicBezTo>
                      <a:pt x="165961" y="512047"/>
                      <a:pt x="168840" y="512762"/>
                      <a:pt x="171718" y="512762"/>
                    </a:cubicBezTo>
                    <a:cubicBezTo>
                      <a:pt x="175316" y="512762"/>
                      <a:pt x="179633" y="511332"/>
                      <a:pt x="182512" y="509188"/>
                    </a:cubicBezTo>
                    <a:cubicBezTo>
                      <a:pt x="182512" y="509188"/>
                      <a:pt x="182512" y="509188"/>
                      <a:pt x="260225" y="431263"/>
                    </a:cubicBezTo>
                    <a:cubicBezTo>
                      <a:pt x="266701" y="426259"/>
                      <a:pt x="266701" y="416251"/>
                      <a:pt x="260225" y="409816"/>
                    </a:cubicBezTo>
                    <a:cubicBezTo>
                      <a:pt x="257347" y="407314"/>
                      <a:pt x="253569" y="406063"/>
                      <a:pt x="249702" y="406063"/>
                    </a:cubicBezTo>
                    <a:close/>
                    <a:moveTo>
                      <a:pt x="1027112" y="344487"/>
                    </a:moveTo>
                    <a:cubicBezTo>
                      <a:pt x="1085855" y="344487"/>
                      <a:pt x="1133475" y="391041"/>
                      <a:pt x="1133475" y="448469"/>
                    </a:cubicBezTo>
                    <a:cubicBezTo>
                      <a:pt x="1133475" y="505897"/>
                      <a:pt x="1085855" y="552451"/>
                      <a:pt x="1027112" y="552451"/>
                    </a:cubicBezTo>
                    <a:cubicBezTo>
                      <a:pt x="968369" y="552451"/>
                      <a:pt x="920749" y="505897"/>
                      <a:pt x="920749" y="448469"/>
                    </a:cubicBezTo>
                    <a:cubicBezTo>
                      <a:pt x="920749" y="391041"/>
                      <a:pt x="968369" y="344487"/>
                      <a:pt x="1027112" y="344487"/>
                    </a:cubicBezTo>
                    <a:close/>
                    <a:moveTo>
                      <a:pt x="192882" y="344487"/>
                    </a:moveTo>
                    <a:cubicBezTo>
                      <a:pt x="251186" y="344487"/>
                      <a:pt x="298451" y="391041"/>
                      <a:pt x="298451" y="448469"/>
                    </a:cubicBezTo>
                    <a:cubicBezTo>
                      <a:pt x="298451" y="505897"/>
                      <a:pt x="251186" y="552451"/>
                      <a:pt x="192882" y="552451"/>
                    </a:cubicBezTo>
                    <a:cubicBezTo>
                      <a:pt x="134578" y="552451"/>
                      <a:pt x="87313" y="505897"/>
                      <a:pt x="87313" y="448469"/>
                    </a:cubicBezTo>
                    <a:cubicBezTo>
                      <a:pt x="87313" y="391041"/>
                      <a:pt x="134578" y="344487"/>
                      <a:pt x="192882" y="344487"/>
                    </a:cubicBezTo>
                    <a:close/>
                    <a:moveTo>
                      <a:pt x="848631" y="0"/>
                    </a:moveTo>
                    <a:cubicBezTo>
                      <a:pt x="848631" y="0"/>
                      <a:pt x="848631" y="0"/>
                      <a:pt x="1193581" y="0"/>
                    </a:cubicBezTo>
                    <a:cubicBezTo>
                      <a:pt x="1200708" y="0"/>
                      <a:pt x="1205697" y="3568"/>
                      <a:pt x="1208548" y="9278"/>
                    </a:cubicBezTo>
                    <a:cubicBezTo>
                      <a:pt x="1208548" y="9278"/>
                      <a:pt x="1208548" y="9278"/>
                      <a:pt x="1301200" y="194119"/>
                    </a:cubicBezTo>
                    <a:cubicBezTo>
                      <a:pt x="1303338" y="198401"/>
                      <a:pt x="1303338" y="203397"/>
                      <a:pt x="1301200" y="207679"/>
                    </a:cubicBezTo>
                    <a:cubicBezTo>
                      <a:pt x="1301200" y="207679"/>
                      <a:pt x="1301200" y="207679"/>
                      <a:pt x="1208548" y="393947"/>
                    </a:cubicBezTo>
                    <a:cubicBezTo>
                      <a:pt x="1205697" y="398943"/>
                      <a:pt x="1200708" y="403225"/>
                      <a:pt x="1193581" y="403225"/>
                    </a:cubicBezTo>
                    <a:cubicBezTo>
                      <a:pt x="1193581" y="403225"/>
                      <a:pt x="1193581" y="403225"/>
                      <a:pt x="1155095" y="403225"/>
                    </a:cubicBezTo>
                    <a:cubicBezTo>
                      <a:pt x="1136565" y="350413"/>
                      <a:pt x="1085963" y="312588"/>
                      <a:pt x="1027521" y="312588"/>
                    </a:cubicBezTo>
                    <a:cubicBezTo>
                      <a:pt x="968366" y="312588"/>
                      <a:pt x="917764" y="350413"/>
                      <a:pt x="899233" y="403225"/>
                    </a:cubicBezTo>
                    <a:cubicBezTo>
                      <a:pt x="899233" y="403225"/>
                      <a:pt x="899233" y="403225"/>
                      <a:pt x="848631" y="403225"/>
                    </a:cubicBezTo>
                    <a:cubicBezTo>
                      <a:pt x="835802" y="403225"/>
                      <a:pt x="828675" y="390379"/>
                      <a:pt x="833664" y="380388"/>
                    </a:cubicBezTo>
                    <a:cubicBezTo>
                      <a:pt x="833664" y="380388"/>
                      <a:pt x="833664" y="380388"/>
                      <a:pt x="919189" y="207679"/>
                    </a:cubicBezTo>
                    <a:cubicBezTo>
                      <a:pt x="921327" y="203397"/>
                      <a:pt x="921327" y="198401"/>
                      <a:pt x="919189" y="194119"/>
                    </a:cubicBezTo>
                    <a:cubicBezTo>
                      <a:pt x="919189" y="194119"/>
                      <a:pt x="919189" y="194119"/>
                      <a:pt x="833664" y="22837"/>
                    </a:cubicBezTo>
                    <a:cubicBezTo>
                      <a:pt x="828675" y="12132"/>
                      <a:pt x="835802" y="0"/>
                      <a:pt x="848631" y="0"/>
                    </a:cubicBezTo>
                    <a:close/>
                    <a:moveTo>
                      <a:pt x="15719" y="0"/>
                    </a:moveTo>
                    <a:cubicBezTo>
                      <a:pt x="15719" y="0"/>
                      <a:pt x="15719" y="0"/>
                      <a:pt x="357249" y="0"/>
                    </a:cubicBezTo>
                    <a:cubicBezTo>
                      <a:pt x="362965" y="0"/>
                      <a:pt x="368681" y="3568"/>
                      <a:pt x="371539" y="9278"/>
                    </a:cubicBezTo>
                    <a:cubicBezTo>
                      <a:pt x="371539" y="9278"/>
                      <a:pt x="371539" y="9278"/>
                      <a:pt x="462995" y="194119"/>
                    </a:cubicBezTo>
                    <a:cubicBezTo>
                      <a:pt x="465138" y="198401"/>
                      <a:pt x="465138" y="203397"/>
                      <a:pt x="462995" y="207679"/>
                    </a:cubicBezTo>
                    <a:cubicBezTo>
                      <a:pt x="462995" y="207679"/>
                      <a:pt x="462995" y="207679"/>
                      <a:pt x="371539" y="393947"/>
                    </a:cubicBezTo>
                    <a:cubicBezTo>
                      <a:pt x="369396" y="398943"/>
                      <a:pt x="362965" y="403225"/>
                      <a:pt x="357249" y="403225"/>
                    </a:cubicBezTo>
                    <a:cubicBezTo>
                      <a:pt x="357249" y="403225"/>
                      <a:pt x="357249" y="403225"/>
                      <a:pt x="320095" y="403225"/>
                    </a:cubicBezTo>
                    <a:cubicBezTo>
                      <a:pt x="301518" y="350413"/>
                      <a:pt x="252218" y="312588"/>
                      <a:pt x="192915" y="312588"/>
                    </a:cubicBezTo>
                    <a:cubicBezTo>
                      <a:pt x="133611" y="312588"/>
                      <a:pt x="84310" y="350413"/>
                      <a:pt x="65734" y="403225"/>
                    </a:cubicBezTo>
                    <a:cubicBezTo>
                      <a:pt x="65734" y="403225"/>
                      <a:pt x="65734" y="403225"/>
                      <a:pt x="15719" y="403225"/>
                    </a:cubicBezTo>
                    <a:cubicBezTo>
                      <a:pt x="7145" y="403225"/>
                      <a:pt x="0" y="395375"/>
                      <a:pt x="0" y="386811"/>
                    </a:cubicBezTo>
                    <a:cubicBezTo>
                      <a:pt x="0" y="386811"/>
                      <a:pt x="0" y="386811"/>
                      <a:pt x="0" y="16414"/>
                    </a:cubicBezTo>
                    <a:cubicBezTo>
                      <a:pt x="0" y="7137"/>
                      <a:pt x="7145" y="0"/>
                      <a:pt x="15719"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grpSp>
      <p:grpSp>
        <p:nvGrpSpPr>
          <p:cNvPr id="184" name="bcgIcons_Centralized ">
            <a:extLst>
              <a:ext uri="{FF2B5EF4-FFF2-40B4-BE49-F238E27FC236}">
                <a16:creationId xmlns:a16="http://schemas.microsoft.com/office/drawing/2014/main" id="{A0AA8D92-81C9-A3B3-0A31-27C35C96D4FD}"/>
              </a:ext>
            </a:extLst>
          </p:cNvPr>
          <p:cNvGrpSpPr>
            <a:grpSpLocks noChangeAspect="1"/>
          </p:cNvGrpSpPr>
          <p:nvPr/>
        </p:nvGrpSpPr>
        <p:grpSpPr>
          <a:xfrm>
            <a:off x="636352" y="3234792"/>
            <a:ext cx="263501" cy="263501"/>
            <a:chOff x="2667000" y="0"/>
            <a:chExt cx="6858000" cy="6858000"/>
          </a:xfrm>
        </p:grpSpPr>
        <p:sp>
          <p:nvSpPr>
            <p:cNvPr id="185" name="AutoShape 22">
              <a:extLst>
                <a:ext uri="{FF2B5EF4-FFF2-40B4-BE49-F238E27FC236}">
                  <a16:creationId xmlns:a16="http://schemas.microsoft.com/office/drawing/2014/main" id="{A6B4E00B-8237-FFBA-CFE2-B7ADEA333267}"/>
                </a:ext>
              </a:extLst>
            </p:cNvPr>
            <p:cNvSpPr>
              <a:spLocks noChangeAspect="1" noChangeArrowheads="1" noTextEdit="1"/>
            </p:cNvSpPr>
            <p:nvPr/>
          </p:nvSpPr>
          <p:spPr bwMode="auto">
            <a:xfrm>
              <a:off x="2667000" y="0"/>
              <a:ext cx="6858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nvGrpSpPr>
            <p:cNvPr id="186" name="Group 185">
              <a:extLst>
                <a:ext uri="{FF2B5EF4-FFF2-40B4-BE49-F238E27FC236}">
                  <a16:creationId xmlns:a16="http://schemas.microsoft.com/office/drawing/2014/main" id="{BD378341-E8F6-4EDE-A0C4-43611E7B8F6D}"/>
                </a:ext>
              </a:extLst>
            </p:cNvPr>
            <p:cNvGrpSpPr/>
            <p:nvPr/>
          </p:nvGrpSpPr>
          <p:grpSpPr>
            <a:xfrm>
              <a:off x="3806825" y="1143000"/>
              <a:ext cx="4578350" cy="4565650"/>
              <a:chOff x="3806825" y="1143000"/>
              <a:chExt cx="4578351" cy="4565650"/>
            </a:xfrm>
          </p:grpSpPr>
          <p:sp>
            <p:nvSpPr>
              <p:cNvPr id="187" name="Freeform 119">
                <a:extLst>
                  <a:ext uri="{FF2B5EF4-FFF2-40B4-BE49-F238E27FC236}">
                    <a16:creationId xmlns:a16="http://schemas.microsoft.com/office/drawing/2014/main" id="{A5E5155F-9FDF-B297-B065-3DE6E1914191}"/>
                  </a:ext>
                </a:extLst>
              </p:cNvPr>
              <p:cNvSpPr>
                <a:spLocks/>
              </p:cNvSpPr>
              <p:nvPr/>
            </p:nvSpPr>
            <p:spPr bwMode="auto">
              <a:xfrm>
                <a:off x="3806825" y="1143000"/>
                <a:ext cx="4578351" cy="4565650"/>
              </a:xfrm>
              <a:custGeom>
                <a:avLst/>
                <a:gdLst>
                  <a:gd name="connsiteX0" fmla="*/ 4152900 w 4578351"/>
                  <a:gd name="connsiteY0" fmla="*/ 3848100 h 4565650"/>
                  <a:gd name="connsiteX1" fmla="*/ 3860800 w 4578351"/>
                  <a:gd name="connsiteY1" fmla="*/ 4143375 h 4565650"/>
                  <a:gd name="connsiteX2" fmla="*/ 4152900 w 4578351"/>
                  <a:gd name="connsiteY2" fmla="*/ 4438650 h 4565650"/>
                  <a:gd name="connsiteX3" fmla="*/ 4445000 w 4578351"/>
                  <a:gd name="connsiteY3" fmla="*/ 4143375 h 4565650"/>
                  <a:gd name="connsiteX4" fmla="*/ 4152900 w 4578351"/>
                  <a:gd name="connsiteY4" fmla="*/ 3848100 h 4565650"/>
                  <a:gd name="connsiteX5" fmla="*/ 413545 w 4578351"/>
                  <a:gd name="connsiteY5" fmla="*/ 3848100 h 4565650"/>
                  <a:gd name="connsiteX6" fmla="*/ 115888 w 4578351"/>
                  <a:gd name="connsiteY6" fmla="*/ 4143375 h 4565650"/>
                  <a:gd name="connsiteX7" fmla="*/ 413545 w 4578351"/>
                  <a:gd name="connsiteY7" fmla="*/ 4438650 h 4565650"/>
                  <a:gd name="connsiteX8" fmla="*/ 711202 w 4578351"/>
                  <a:gd name="connsiteY8" fmla="*/ 4143375 h 4565650"/>
                  <a:gd name="connsiteX9" fmla="*/ 413545 w 4578351"/>
                  <a:gd name="connsiteY9" fmla="*/ 3848100 h 4565650"/>
                  <a:gd name="connsiteX10" fmla="*/ 3239087 w 4578351"/>
                  <a:gd name="connsiteY10" fmla="*/ 3092450 h 4565650"/>
                  <a:gd name="connsiteX11" fmla="*/ 3253968 w 4578351"/>
                  <a:gd name="connsiteY11" fmla="*/ 3092450 h 4565650"/>
                  <a:gd name="connsiteX12" fmla="*/ 3262896 w 4578351"/>
                  <a:gd name="connsiteY12" fmla="*/ 3092450 h 4565650"/>
                  <a:gd name="connsiteX13" fmla="*/ 3646819 w 4578351"/>
                  <a:gd name="connsiteY13" fmla="*/ 3148997 h 4565650"/>
                  <a:gd name="connsiteX14" fmla="*/ 3703365 w 4578351"/>
                  <a:gd name="connsiteY14" fmla="*/ 3220425 h 4565650"/>
                  <a:gd name="connsiteX15" fmla="*/ 3628962 w 4578351"/>
                  <a:gd name="connsiteY15" fmla="*/ 3276972 h 4565650"/>
                  <a:gd name="connsiteX16" fmla="*/ 3408727 w 4578351"/>
                  <a:gd name="connsiteY16" fmla="*/ 3247211 h 4565650"/>
                  <a:gd name="connsiteX17" fmla="*/ 3911695 w 4578351"/>
                  <a:gd name="connsiteY17" fmla="*/ 3803753 h 4565650"/>
                  <a:gd name="connsiteX18" fmla="*/ 4158715 w 4578351"/>
                  <a:gd name="connsiteY18" fmla="*/ 3726373 h 4565650"/>
                  <a:gd name="connsiteX19" fmla="*/ 4578351 w 4578351"/>
                  <a:gd name="connsiteY19" fmla="*/ 4146011 h 4565650"/>
                  <a:gd name="connsiteX20" fmla="*/ 4158715 w 4578351"/>
                  <a:gd name="connsiteY20" fmla="*/ 4565650 h 4565650"/>
                  <a:gd name="connsiteX21" fmla="*/ 3739079 w 4578351"/>
                  <a:gd name="connsiteY21" fmla="*/ 4146011 h 4565650"/>
                  <a:gd name="connsiteX22" fmla="*/ 3819435 w 4578351"/>
                  <a:gd name="connsiteY22" fmla="*/ 3898990 h 4565650"/>
                  <a:gd name="connsiteX23" fmla="*/ 3316467 w 4578351"/>
                  <a:gd name="connsiteY23" fmla="*/ 3339472 h 4565650"/>
                  <a:gd name="connsiteX24" fmla="*/ 3325395 w 4578351"/>
                  <a:gd name="connsiteY24" fmla="*/ 3544827 h 4565650"/>
                  <a:gd name="connsiteX25" fmla="*/ 3262896 w 4578351"/>
                  <a:gd name="connsiteY25" fmla="*/ 3613279 h 4565650"/>
                  <a:gd name="connsiteX26" fmla="*/ 3194445 w 4578351"/>
                  <a:gd name="connsiteY26" fmla="*/ 3550779 h 4565650"/>
                  <a:gd name="connsiteX27" fmla="*/ 3176588 w 4578351"/>
                  <a:gd name="connsiteY27" fmla="*/ 3160902 h 4565650"/>
                  <a:gd name="connsiteX28" fmla="*/ 3176588 w 4578351"/>
                  <a:gd name="connsiteY28" fmla="*/ 3157926 h 4565650"/>
                  <a:gd name="connsiteX29" fmla="*/ 3176588 w 4578351"/>
                  <a:gd name="connsiteY29" fmla="*/ 3151973 h 4565650"/>
                  <a:gd name="connsiteX30" fmla="*/ 3176588 w 4578351"/>
                  <a:gd name="connsiteY30" fmla="*/ 3148997 h 4565650"/>
                  <a:gd name="connsiteX31" fmla="*/ 3179564 w 4578351"/>
                  <a:gd name="connsiteY31" fmla="*/ 3143045 h 4565650"/>
                  <a:gd name="connsiteX32" fmla="*/ 3179564 w 4578351"/>
                  <a:gd name="connsiteY32" fmla="*/ 3140069 h 4565650"/>
                  <a:gd name="connsiteX33" fmla="*/ 3182541 w 4578351"/>
                  <a:gd name="connsiteY33" fmla="*/ 3134117 h 4565650"/>
                  <a:gd name="connsiteX34" fmla="*/ 3185517 w 4578351"/>
                  <a:gd name="connsiteY34" fmla="*/ 3128164 h 4565650"/>
                  <a:gd name="connsiteX35" fmla="*/ 3188493 w 4578351"/>
                  <a:gd name="connsiteY35" fmla="*/ 3122212 h 4565650"/>
                  <a:gd name="connsiteX36" fmla="*/ 3188493 w 4578351"/>
                  <a:gd name="connsiteY36" fmla="*/ 3119236 h 4565650"/>
                  <a:gd name="connsiteX37" fmla="*/ 3191469 w 4578351"/>
                  <a:gd name="connsiteY37" fmla="*/ 3116260 h 4565650"/>
                  <a:gd name="connsiteX38" fmla="*/ 3203374 w 4578351"/>
                  <a:gd name="connsiteY38" fmla="*/ 3107331 h 4565650"/>
                  <a:gd name="connsiteX39" fmla="*/ 3206350 w 4578351"/>
                  <a:gd name="connsiteY39" fmla="*/ 3104355 h 4565650"/>
                  <a:gd name="connsiteX40" fmla="*/ 3209326 w 4578351"/>
                  <a:gd name="connsiteY40" fmla="*/ 3101379 h 4565650"/>
                  <a:gd name="connsiteX41" fmla="*/ 3221230 w 4578351"/>
                  <a:gd name="connsiteY41" fmla="*/ 3098403 h 4565650"/>
                  <a:gd name="connsiteX42" fmla="*/ 3227183 w 4578351"/>
                  <a:gd name="connsiteY42" fmla="*/ 3095426 h 4565650"/>
                  <a:gd name="connsiteX43" fmla="*/ 3230159 w 4578351"/>
                  <a:gd name="connsiteY43" fmla="*/ 3095426 h 4565650"/>
                  <a:gd name="connsiteX44" fmla="*/ 3233135 w 4578351"/>
                  <a:gd name="connsiteY44" fmla="*/ 3095426 h 4565650"/>
                  <a:gd name="connsiteX45" fmla="*/ 3239087 w 4578351"/>
                  <a:gd name="connsiteY45" fmla="*/ 3092450 h 4565650"/>
                  <a:gd name="connsiteX46" fmla="*/ 1315455 w 4578351"/>
                  <a:gd name="connsiteY46" fmla="*/ 3092450 h 4565650"/>
                  <a:gd name="connsiteX47" fmla="*/ 1324383 w 4578351"/>
                  <a:gd name="connsiteY47" fmla="*/ 3092450 h 4565650"/>
                  <a:gd name="connsiteX48" fmla="*/ 1339264 w 4578351"/>
                  <a:gd name="connsiteY48" fmla="*/ 3092450 h 4565650"/>
                  <a:gd name="connsiteX49" fmla="*/ 1345216 w 4578351"/>
                  <a:gd name="connsiteY49" fmla="*/ 3095426 h 4565650"/>
                  <a:gd name="connsiteX50" fmla="*/ 1348193 w 4578351"/>
                  <a:gd name="connsiteY50" fmla="*/ 3095426 h 4565650"/>
                  <a:gd name="connsiteX51" fmla="*/ 1351169 w 4578351"/>
                  <a:gd name="connsiteY51" fmla="*/ 3095426 h 4565650"/>
                  <a:gd name="connsiteX52" fmla="*/ 1357121 w 4578351"/>
                  <a:gd name="connsiteY52" fmla="*/ 3098403 h 4565650"/>
                  <a:gd name="connsiteX53" fmla="*/ 1369026 w 4578351"/>
                  <a:gd name="connsiteY53" fmla="*/ 3101379 h 4565650"/>
                  <a:gd name="connsiteX54" fmla="*/ 1372002 w 4578351"/>
                  <a:gd name="connsiteY54" fmla="*/ 3104355 h 4565650"/>
                  <a:gd name="connsiteX55" fmla="*/ 1374978 w 4578351"/>
                  <a:gd name="connsiteY55" fmla="*/ 3107331 h 4565650"/>
                  <a:gd name="connsiteX56" fmla="*/ 1386882 w 4578351"/>
                  <a:gd name="connsiteY56" fmla="*/ 3116260 h 4565650"/>
                  <a:gd name="connsiteX57" fmla="*/ 1389859 w 4578351"/>
                  <a:gd name="connsiteY57" fmla="*/ 3119236 h 4565650"/>
                  <a:gd name="connsiteX58" fmla="*/ 1389859 w 4578351"/>
                  <a:gd name="connsiteY58" fmla="*/ 3122212 h 4565650"/>
                  <a:gd name="connsiteX59" fmla="*/ 1392835 w 4578351"/>
                  <a:gd name="connsiteY59" fmla="*/ 3128164 h 4565650"/>
                  <a:gd name="connsiteX60" fmla="*/ 1395811 w 4578351"/>
                  <a:gd name="connsiteY60" fmla="*/ 3134117 h 4565650"/>
                  <a:gd name="connsiteX61" fmla="*/ 1398787 w 4578351"/>
                  <a:gd name="connsiteY61" fmla="*/ 3140069 h 4565650"/>
                  <a:gd name="connsiteX62" fmla="*/ 1398787 w 4578351"/>
                  <a:gd name="connsiteY62" fmla="*/ 3143045 h 4565650"/>
                  <a:gd name="connsiteX63" fmla="*/ 1401763 w 4578351"/>
                  <a:gd name="connsiteY63" fmla="*/ 3148997 h 4565650"/>
                  <a:gd name="connsiteX64" fmla="*/ 1401763 w 4578351"/>
                  <a:gd name="connsiteY64" fmla="*/ 3151973 h 4565650"/>
                  <a:gd name="connsiteX65" fmla="*/ 1401763 w 4578351"/>
                  <a:gd name="connsiteY65" fmla="*/ 3157926 h 4565650"/>
                  <a:gd name="connsiteX66" fmla="*/ 1401763 w 4578351"/>
                  <a:gd name="connsiteY66" fmla="*/ 3160902 h 4565650"/>
                  <a:gd name="connsiteX67" fmla="*/ 1383906 w 4578351"/>
                  <a:gd name="connsiteY67" fmla="*/ 3550779 h 4565650"/>
                  <a:gd name="connsiteX68" fmla="*/ 1315455 w 4578351"/>
                  <a:gd name="connsiteY68" fmla="*/ 3613279 h 4565650"/>
                  <a:gd name="connsiteX69" fmla="*/ 1252956 w 4578351"/>
                  <a:gd name="connsiteY69" fmla="*/ 3544827 h 4565650"/>
                  <a:gd name="connsiteX70" fmla="*/ 1261885 w 4578351"/>
                  <a:gd name="connsiteY70" fmla="*/ 3339472 h 4565650"/>
                  <a:gd name="connsiteX71" fmla="*/ 758916 w 4578351"/>
                  <a:gd name="connsiteY71" fmla="*/ 3898990 h 4565650"/>
                  <a:gd name="connsiteX72" fmla="*/ 839272 w 4578351"/>
                  <a:gd name="connsiteY72" fmla="*/ 4146011 h 4565650"/>
                  <a:gd name="connsiteX73" fmla="*/ 419636 w 4578351"/>
                  <a:gd name="connsiteY73" fmla="*/ 4565650 h 4565650"/>
                  <a:gd name="connsiteX74" fmla="*/ 0 w 4578351"/>
                  <a:gd name="connsiteY74" fmla="*/ 4146011 h 4565650"/>
                  <a:gd name="connsiteX75" fmla="*/ 419636 w 4578351"/>
                  <a:gd name="connsiteY75" fmla="*/ 3726373 h 4565650"/>
                  <a:gd name="connsiteX76" fmla="*/ 666656 w 4578351"/>
                  <a:gd name="connsiteY76" fmla="*/ 3803753 h 4565650"/>
                  <a:gd name="connsiteX77" fmla="*/ 1169624 w 4578351"/>
                  <a:gd name="connsiteY77" fmla="*/ 3247211 h 4565650"/>
                  <a:gd name="connsiteX78" fmla="*/ 949390 w 4578351"/>
                  <a:gd name="connsiteY78" fmla="*/ 3276972 h 4565650"/>
                  <a:gd name="connsiteX79" fmla="*/ 874986 w 4578351"/>
                  <a:gd name="connsiteY79" fmla="*/ 3220425 h 4565650"/>
                  <a:gd name="connsiteX80" fmla="*/ 931533 w 4578351"/>
                  <a:gd name="connsiteY80" fmla="*/ 3148997 h 4565650"/>
                  <a:gd name="connsiteX81" fmla="*/ 1315455 w 4578351"/>
                  <a:gd name="connsiteY81" fmla="*/ 3092450 h 4565650"/>
                  <a:gd name="connsiteX82" fmla="*/ 2304257 w 4578351"/>
                  <a:gd name="connsiteY82" fmla="*/ 1339849 h 4565650"/>
                  <a:gd name="connsiteX83" fmla="*/ 1346200 w 4578351"/>
                  <a:gd name="connsiteY83" fmla="*/ 2294731 h 4565650"/>
                  <a:gd name="connsiteX84" fmla="*/ 2304257 w 4578351"/>
                  <a:gd name="connsiteY84" fmla="*/ 3249613 h 4565650"/>
                  <a:gd name="connsiteX85" fmla="*/ 3262314 w 4578351"/>
                  <a:gd name="connsiteY85" fmla="*/ 2294731 h 4565650"/>
                  <a:gd name="connsiteX86" fmla="*/ 2304257 w 4578351"/>
                  <a:gd name="connsiteY86" fmla="*/ 1339849 h 4565650"/>
                  <a:gd name="connsiteX87" fmla="*/ 2305050 w 4578351"/>
                  <a:gd name="connsiteY87" fmla="*/ 1220787 h 4565650"/>
                  <a:gd name="connsiteX88" fmla="*/ 3378200 w 4578351"/>
                  <a:gd name="connsiteY88" fmla="*/ 2296319 h 4565650"/>
                  <a:gd name="connsiteX89" fmla="*/ 2305050 w 4578351"/>
                  <a:gd name="connsiteY89" fmla="*/ 3371851 h 4565650"/>
                  <a:gd name="connsiteX90" fmla="*/ 1231900 w 4578351"/>
                  <a:gd name="connsiteY90" fmla="*/ 2296319 h 4565650"/>
                  <a:gd name="connsiteX91" fmla="*/ 2305050 w 4578351"/>
                  <a:gd name="connsiteY91" fmla="*/ 1220787 h 4565650"/>
                  <a:gd name="connsiteX92" fmla="*/ 4152900 w 4578351"/>
                  <a:gd name="connsiteY92" fmla="*/ 128588 h 4565650"/>
                  <a:gd name="connsiteX93" fmla="*/ 3860800 w 4578351"/>
                  <a:gd name="connsiteY93" fmla="*/ 419895 h 4565650"/>
                  <a:gd name="connsiteX94" fmla="*/ 4152900 w 4578351"/>
                  <a:gd name="connsiteY94" fmla="*/ 711202 h 4565650"/>
                  <a:gd name="connsiteX95" fmla="*/ 4445000 w 4578351"/>
                  <a:gd name="connsiteY95" fmla="*/ 419895 h 4565650"/>
                  <a:gd name="connsiteX96" fmla="*/ 4152900 w 4578351"/>
                  <a:gd name="connsiteY96" fmla="*/ 128588 h 4565650"/>
                  <a:gd name="connsiteX97" fmla="*/ 413545 w 4578351"/>
                  <a:gd name="connsiteY97" fmla="*/ 128588 h 4565650"/>
                  <a:gd name="connsiteX98" fmla="*/ 115888 w 4578351"/>
                  <a:gd name="connsiteY98" fmla="*/ 419895 h 4565650"/>
                  <a:gd name="connsiteX99" fmla="*/ 413545 w 4578351"/>
                  <a:gd name="connsiteY99" fmla="*/ 711202 h 4565650"/>
                  <a:gd name="connsiteX100" fmla="*/ 711202 w 4578351"/>
                  <a:gd name="connsiteY100" fmla="*/ 419895 h 4565650"/>
                  <a:gd name="connsiteX101" fmla="*/ 413545 w 4578351"/>
                  <a:gd name="connsiteY101" fmla="*/ 128588 h 4565650"/>
                  <a:gd name="connsiteX102" fmla="*/ 4158715 w 4578351"/>
                  <a:gd name="connsiteY102" fmla="*/ 0 h 4565650"/>
                  <a:gd name="connsiteX103" fmla="*/ 4578351 w 4578351"/>
                  <a:gd name="connsiteY103" fmla="*/ 419639 h 4565650"/>
                  <a:gd name="connsiteX104" fmla="*/ 4158715 w 4578351"/>
                  <a:gd name="connsiteY104" fmla="*/ 839278 h 4565650"/>
                  <a:gd name="connsiteX105" fmla="*/ 3911695 w 4578351"/>
                  <a:gd name="connsiteY105" fmla="*/ 758921 h 4565650"/>
                  <a:gd name="connsiteX106" fmla="*/ 3408727 w 4578351"/>
                  <a:gd name="connsiteY106" fmla="*/ 1318440 h 4565650"/>
                  <a:gd name="connsiteX107" fmla="*/ 3628962 w 4578351"/>
                  <a:gd name="connsiteY107" fmla="*/ 1285702 h 4565650"/>
                  <a:gd name="connsiteX108" fmla="*/ 3703365 w 4578351"/>
                  <a:gd name="connsiteY108" fmla="*/ 1342249 h 4565650"/>
                  <a:gd name="connsiteX109" fmla="*/ 3646819 w 4578351"/>
                  <a:gd name="connsiteY109" fmla="*/ 1416653 h 4565650"/>
                  <a:gd name="connsiteX110" fmla="*/ 3262896 w 4578351"/>
                  <a:gd name="connsiteY110" fmla="*/ 1470224 h 4565650"/>
                  <a:gd name="connsiteX111" fmla="*/ 3253968 w 4578351"/>
                  <a:gd name="connsiteY111" fmla="*/ 1473200 h 4565650"/>
                  <a:gd name="connsiteX112" fmla="*/ 3239087 w 4578351"/>
                  <a:gd name="connsiteY112" fmla="*/ 1470224 h 4565650"/>
                  <a:gd name="connsiteX113" fmla="*/ 3233135 w 4578351"/>
                  <a:gd name="connsiteY113" fmla="*/ 1470224 h 4565650"/>
                  <a:gd name="connsiteX114" fmla="*/ 3230159 w 4578351"/>
                  <a:gd name="connsiteY114" fmla="*/ 1470224 h 4565650"/>
                  <a:gd name="connsiteX115" fmla="*/ 3227183 w 4578351"/>
                  <a:gd name="connsiteY115" fmla="*/ 1467248 h 4565650"/>
                  <a:gd name="connsiteX116" fmla="*/ 3221230 w 4578351"/>
                  <a:gd name="connsiteY116" fmla="*/ 1467248 h 4565650"/>
                  <a:gd name="connsiteX117" fmla="*/ 3219232 w 4578351"/>
                  <a:gd name="connsiteY117" fmla="*/ 1466249 h 4565650"/>
                  <a:gd name="connsiteX118" fmla="*/ 3209326 w 4578351"/>
                  <a:gd name="connsiteY118" fmla="*/ 1461296 h 4565650"/>
                  <a:gd name="connsiteX119" fmla="*/ 3206350 w 4578351"/>
                  <a:gd name="connsiteY119" fmla="*/ 1461296 h 4565650"/>
                  <a:gd name="connsiteX120" fmla="*/ 3203374 w 4578351"/>
                  <a:gd name="connsiteY120" fmla="*/ 1458319 h 4565650"/>
                  <a:gd name="connsiteX121" fmla="*/ 3191469 w 4578351"/>
                  <a:gd name="connsiteY121" fmla="*/ 1446415 h 4565650"/>
                  <a:gd name="connsiteX122" fmla="*/ 3188493 w 4578351"/>
                  <a:gd name="connsiteY122" fmla="*/ 1443439 h 4565650"/>
                  <a:gd name="connsiteX123" fmla="*/ 3185517 w 4578351"/>
                  <a:gd name="connsiteY123" fmla="*/ 1437486 h 4565650"/>
                  <a:gd name="connsiteX124" fmla="*/ 3182541 w 4578351"/>
                  <a:gd name="connsiteY124" fmla="*/ 1431534 h 4565650"/>
                  <a:gd name="connsiteX125" fmla="*/ 3179564 w 4578351"/>
                  <a:gd name="connsiteY125" fmla="*/ 1422605 h 4565650"/>
                  <a:gd name="connsiteX126" fmla="*/ 3176588 w 4578351"/>
                  <a:gd name="connsiteY126" fmla="*/ 1413677 h 4565650"/>
                  <a:gd name="connsiteX127" fmla="*/ 3176588 w 4578351"/>
                  <a:gd name="connsiteY127" fmla="*/ 1404748 h 4565650"/>
                  <a:gd name="connsiteX128" fmla="*/ 3176588 w 4578351"/>
                  <a:gd name="connsiteY128" fmla="*/ 1401772 h 4565650"/>
                  <a:gd name="connsiteX129" fmla="*/ 3194445 w 4578351"/>
                  <a:gd name="connsiteY129" fmla="*/ 1014871 h 4565650"/>
                  <a:gd name="connsiteX130" fmla="*/ 3262896 w 4578351"/>
                  <a:gd name="connsiteY130" fmla="*/ 952372 h 4565650"/>
                  <a:gd name="connsiteX131" fmla="*/ 3325395 w 4578351"/>
                  <a:gd name="connsiteY131" fmla="*/ 1020824 h 4565650"/>
                  <a:gd name="connsiteX132" fmla="*/ 3316467 w 4578351"/>
                  <a:gd name="connsiteY132" fmla="*/ 1226179 h 4565650"/>
                  <a:gd name="connsiteX133" fmla="*/ 3819435 w 4578351"/>
                  <a:gd name="connsiteY133" fmla="*/ 666660 h 4565650"/>
                  <a:gd name="connsiteX134" fmla="*/ 3739079 w 4578351"/>
                  <a:gd name="connsiteY134" fmla="*/ 419639 h 4565650"/>
                  <a:gd name="connsiteX135" fmla="*/ 4158715 w 4578351"/>
                  <a:gd name="connsiteY135" fmla="*/ 0 h 4565650"/>
                  <a:gd name="connsiteX136" fmla="*/ 419636 w 4578351"/>
                  <a:gd name="connsiteY136" fmla="*/ 0 h 4565650"/>
                  <a:gd name="connsiteX137" fmla="*/ 839272 w 4578351"/>
                  <a:gd name="connsiteY137" fmla="*/ 419639 h 4565650"/>
                  <a:gd name="connsiteX138" fmla="*/ 758916 w 4578351"/>
                  <a:gd name="connsiteY138" fmla="*/ 666660 h 4565650"/>
                  <a:gd name="connsiteX139" fmla="*/ 1261885 w 4578351"/>
                  <a:gd name="connsiteY139" fmla="*/ 1226179 h 4565650"/>
                  <a:gd name="connsiteX140" fmla="*/ 1252956 w 4578351"/>
                  <a:gd name="connsiteY140" fmla="*/ 1020824 h 4565650"/>
                  <a:gd name="connsiteX141" fmla="*/ 1315455 w 4578351"/>
                  <a:gd name="connsiteY141" fmla="*/ 952372 h 4565650"/>
                  <a:gd name="connsiteX142" fmla="*/ 1383906 w 4578351"/>
                  <a:gd name="connsiteY142" fmla="*/ 1014871 h 4565650"/>
                  <a:gd name="connsiteX143" fmla="*/ 1401763 w 4578351"/>
                  <a:gd name="connsiteY143" fmla="*/ 1401772 h 4565650"/>
                  <a:gd name="connsiteX144" fmla="*/ 1401763 w 4578351"/>
                  <a:gd name="connsiteY144" fmla="*/ 1404748 h 4565650"/>
                  <a:gd name="connsiteX145" fmla="*/ 1401763 w 4578351"/>
                  <a:gd name="connsiteY145" fmla="*/ 1413677 h 4565650"/>
                  <a:gd name="connsiteX146" fmla="*/ 1398787 w 4578351"/>
                  <a:gd name="connsiteY146" fmla="*/ 1422605 h 4565650"/>
                  <a:gd name="connsiteX147" fmla="*/ 1395811 w 4578351"/>
                  <a:gd name="connsiteY147" fmla="*/ 1431534 h 4565650"/>
                  <a:gd name="connsiteX148" fmla="*/ 1392835 w 4578351"/>
                  <a:gd name="connsiteY148" fmla="*/ 1437486 h 4565650"/>
                  <a:gd name="connsiteX149" fmla="*/ 1389859 w 4578351"/>
                  <a:gd name="connsiteY149" fmla="*/ 1443439 h 4565650"/>
                  <a:gd name="connsiteX150" fmla="*/ 1386882 w 4578351"/>
                  <a:gd name="connsiteY150" fmla="*/ 1446415 h 4565650"/>
                  <a:gd name="connsiteX151" fmla="*/ 1374978 w 4578351"/>
                  <a:gd name="connsiteY151" fmla="*/ 1458319 h 4565650"/>
                  <a:gd name="connsiteX152" fmla="*/ 1372002 w 4578351"/>
                  <a:gd name="connsiteY152" fmla="*/ 1461296 h 4565650"/>
                  <a:gd name="connsiteX153" fmla="*/ 1369026 w 4578351"/>
                  <a:gd name="connsiteY153" fmla="*/ 1461296 h 4565650"/>
                  <a:gd name="connsiteX154" fmla="*/ 1357121 w 4578351"/>
                  <a:gd name="connsiteY154" fmla="*/ 1467248 h 4565650"/>
                  <a:gd name="connsiteX155" fmla="*/ 1351169 w 4578351"/>
                  <a:gd name="connsiteY155" fmla="*/ 1467248 h 4565650"/>
                  <a:gd name="connsiteX156" fmla="*/ 1348193 w 4578351"/>
                  <a:gd name="connsiteY156" fmla="*/ 1470224 h 4565650"/>
                  <a:gd name="connsiteX157" fmla="*/ 1345216 w 4578351"/>
                  <a:gd name="connsiteY157" fmla="*/ 1470224 h 4565650"/>
                  <a:gd name="connsiteX158" fmla="*/ 1339264 w 4578351"/>
                  <a:gd name="connsiteY158" fmla="*/ 1470224 h 4565650"/>
                  <a:gd name="connsiteX159" fmla="*/ 1324383 w 4578351"/>
                  <a:gd name="connsiteY159" fmla="*/ 1473200 h 4565650"/>
                  <a:gd name="connsiteX160" fmla="*/ 1315455 w 4578351"/>
                  <a:gd name="connsiteY160" fmla="*/ 1470224 h 4565650"/>
                  <a:gd name="connsiteX161" fmla="*/ 931533 w 4578351"/>
                  <a:gd name="connsiteY161" fmla="*/ 1416653 h 4565650"/>
                  <a:gd name="connsiteX162" fmla="*/ 874986 w 4578351"/>
                  <a:gd name="connsiteY162" fmla="*/ 1342249 h 4565650"/>
                  <a:gd name="connsiteX163" fmla="*/ 949390 w 4578351"/>
                  <a:gd name="connsiteY163" fmla="*/ 1285702 h 4565650"/>
                  <a:gd name="connsiteX164" fmla="*/ 1169624 w 4578351"/>
                  <a:gd name="connsiteY164" fmla="*/ 1318440 h 4565650"/>
                  <a:gd name="connsiteX165" fmla="*/ 666656 w 4578351"/>
                  <a:gd name="connsiteY165" fmla="*/ 758921 h 4565650"/>
                  <a:gd name="connsiteX166" fmla="*/ 419636 w 4578351"/>
                  <a:gd name="connsiteY166" fmla="*/ 839278 h 4565650"/>
                  <a:gd name="connsiteX167" fmla="*/ 0 w 4578351"/>
                  <a:gd name="connsiteY167" fmla="*/ 419639 h 4565650"/>
                  <a:gd name="connsiteX168" fmla="*/ 419636 w 4578351"/>
                  <a:gd name="connsiteY168" fmla="*/ 0 h 4565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4578351" h="4565650">
                    <a:moveTo>
                      <a:pt x="4152900" y="3848100"/>
                    </a:moveTo>
                    <a:cubicBezTo>
                      <a:pt x="3991578" y="3848100"/>
                      <a:pt x="3860800" y="3980299"/>
                      <a:pt x="3860800" y="4143375"/>
                    </a:cubicBezTo>
                    <a:cubicBezTo>
                      <a:pt x="3860800" y="4306451"/>
                      <a:pt x="3991578" y="4438650"/>
                      <a:pt x="4152900" y="4438650"/>
                    </a:cubicBezTo>
                    <a:cubicBezTo>
                      <a:pt x="4314222" y="4438650"/>
                      <a:pt x="4445000" y="4306451"/>
                      <a:pt x="4445000" y="4143375"/>
                    </a:cubicBezTo>
                    <a:cubicBezTo>
                      <a:pt x="4445000" y="3980299"/>
                      <a:pt x="4314222" y="3848100"/>
                      <a:pt x="4152900" y="3848100"/>
                    </a:cubicBezTo>
                    <a:close/>
                    <a:moveTo>
                      <a:pt x="413545" y="3848100"/>
                    </a:moveTo>
                    <a:cubicBezTo>
                      <a:pt x="249154" y="3848100"/>
                      <a:pt x="115888" y="3980299"/>
                      <a:pt x="115888" y="4143375"/>
                    </a:cubicBezTo>
                    <a:cubicBezTo>
                      <a:pt x="115888" y="4306451"/>
                      <a:pt x="249154" y="4438650"/>
                      <a:pt x="413545" y="4438650"/>
                    </a:cubicBezTo>
                    <a:cubicBezTo>
                      <a:pt x="577936" y="4438650"/>
                      <a:pt x="711202" y="4306451"/>
                      <a:pt x="711202" y="4143375"/>
                    </a:cubicBezTo>
                    <a:cubicBezTo>
                      <a:pt x="711202" y="3980299"/>
                      <a:pt x="577936" y="3848100"/>
                      <a:pt x="413545" y="3848100"/>
                    </a:cubicBezTo>
                    <a:close/>
                    <a:moveTo>
                      <a:pt x="3239087" y="3092450"/>
                    </a:moveTo>
                    <a:cubicBezTo>
                      <a:pt x="3242063" y="3092450"/>
                      <a:pt x="3248016" y="3092450"/>
                      <a:pt x="3253968" y="3092450"/>
                    </a:cubicBezTo>
                    <a:cubicBezTo>
                      <a:pt x="3256944" y="3092450"/>
                      <a:pt x="3259920" y="3092450"/>
                      <a:pt x="3262896" y="3092450"/>
                    </a:cubicBezTo>
                    <a:cubicBezTo>
                      <a:pt x="3262896" y="3092450"/>
                      <a:pt x="3262896" y="3092450"/>
                      <a:pt x="3646819" y="3148997"/>
                    </a:cubicBezTo>
                    <a:cubicBezTo>
                      <a:pt x="3682532" y="3151973"/>
                      <a:pt x="3706342" y="3184711"/>
                      <a:pt x="3703365" y="3220425"/>
                    </a:cubicBezTo>
                    <a:cubicBezTo>
                      <a:pt x="3697413" y="3256139"/>
                      <a:pt x="3664676" y="3282925"/>
                      <a:pt x="3628962" y="3276972"/>
                    </a:cubicBezTo>
                    <a:cubicBezTo>
                      <a:pt x="3628962" y="3276972"/>
                      <a:pt x="3628962" y="3276972"/>
                      <a:pt x="3408727" y="3247211"/>
                    </a:cubicBezTo>
                    <a:cubicBezTo>
                      <a:pt x="3408727" y="3247211"/>
                      <a:pt x="3408727" y="3247211"/>
                      <a:pt x="3911695" y="3803753"/>
                    </a:cubicBezTo>
                    <a:cubicBezTo>
                      <a:pt x="3980147" y="3756134"/>
                      <a:pt x="4066455" y="3726373"/>
                      <a:pt x="4158715" y="3726373"/>
                    </a:cubicBezTo>
                    <a:cubicBezTo>
                      <a:pt x="4387878" y="3726373"/>
                      <a:pt x="4578351" y="3913871"/>
                      <a:pt x="4578351" y="4146011"/>
                    </a:cubicBezTo>
                    <a:cubicBezTo>
                      <a:pt x="4578351" y="4375176"/>
                      <a:pt x="4387878" y="4565650"/>
                      <a:pt x="4158715" y="4565650"/>
                    </a:cubicBezTo>
                    <a:cubicBezTo>
                      <a:pt x="3926576" y="4565650"/>
                      <a:pt x="3739079" y="4375176"/>
                      <a:pt x="3739079" y="4146011"/>
                    </a:cubicBezTo>
                    <a:cubicBezTo>
                      <a:pt x="3739079" y="4053750"/>
                      <a:pt x="3768841" y="3967442"/>
                      <a:pt x="3819435" y="3898990"/>
                    </a:cubicBezTo>
                    <a:cubicBezTo>
                      <a:pt x="3819435" y="3898990"/>
                      <a:pt x="3819435" y="3898990"/>
                      <a:pt x="3316467" y="3339472"/>
                    </a:cubicBezTo>
                    <a:cubicBezTo>
                      <a:pt x="3316467" y="3339472"/>
                      <a:pt x="3316467" y="3339472"/>
                      <a:pt x="3325395" y="3544827"/>
                    </a:cubicBezTo>
                    <a:cubicBezTo>
                      <a:pt x="3328371" y="3580541"/>
                      <a:pt x="3298610" y="3610302"/>
                      <a:pt x="3262896" y="3613279"/>
                    </a:cubicBezTo>
                    <a:cubicBezTo>
                      <a:pt x="3227183" y="3613279"/>
                      <a:pt x="3197421" y="3586493"/>
                      <a:pt x="3194445" y="3550779"/>
                    </a:cubicBezTo>
                    <a:cubicBezTo>
                      <a:pt x="3194445" y="3550779"/>
                      <a:pt x="3194445" y="3550779"/>
                      <a:pt x="3176588" y="3160902"/>
                    </a:cubicBezTo>
                    <a:cubicBezTo>
                      <a:pt x="3176588" y="3160902"/>
                      <a:pt x="3176588" y="3160902"/>
                      <a:pt x="3176588" y="3157926"/>
                    </a:cubicBezTo>
                    <a:cubicBezTo>
                      <a:pt x="3176588" y="3157926"/>
                      <a:pt x="3176588" y="3154950"/>
                      <a:pt x="3176588" y="3151973"/>
                    </a:cubicBezTo>
                    <a:cubicBezTo>
                      <a:pt x="3176588" y="3151973"/>
                      <a:pt x="3176588" y="3151973"/>
                      <a:pt x="3176588" y="3148997"/>
                    </a:cubicBezTo>
                    <a:cubicBezTo>
                      <a:pt x="3176588" y="3148997"/>
                      <a:pt x="3176588" y="3146021"/>
                      <a:pt x="3179564" y="3143045"/>
                    </a:cubicBezTo>
                    <a:cubicBezTo>
                      <a:pt x="3179564" y="3143045"/>
                      <a:pt x="3179564" y="3143045"/>
                      <a:pt x="3179564" y="3140069"/>
                    </a:cubicBezTo>
                    <a:cubicBezTo>
                      <a:pt x="3179564" y="3137093"/>
                      <a:pt x="3179564" y="3137093"/>
                      <a:pt x="3182541" y="3134117"/>
                    </a:cubicBezTo>
                    <a:cubicBezTo>
                      <a:pt x="3182541" y="3131140"/>
                      <a:pt x="3182541" y="3128164"/>
                      <a:pt x="3185517" y="3128164"/>
                    </a:cubicBezTo>
                    <a:cubicBezTo>
                      <a:pt x="3185517" y="3125188"/>
                      <a:pt x="3185517" y="3125188"/>
                      <a:pt x="3188493" y="3122212"/>
                    </a:cubicBezTo>
                    <a:cubicBezTo>
                      <a:pt x="3188493" y="3122212"/>
                      <a:pt x="3188493" y="3122212"/>
                      <a:pt x="3188493" y="3119236"/>
                    </a:cubicBezTo>
                    <a:cubicBezTo>
                      <a:pt x="3191469" y="3119236"/>
                      <a:pt x="3191469" y="3119236"/>
                      <a:pt x="3191469" y="3116260"/>
                    </a:cubicBezTo>
                    <a:cubicBezTo>
                      <a:pt x="3194445" y="3113283"/>
                      <a:pt x="3197421" y="3110307"/>
                      <a:pt x="3203374" y="3107331"/>
                    </a:cubicBezTo>
                    <a:cubicBezTo>
                      <a:pt x="3203374" y="3104355"/>
                      <a:pt x="3206350" y="3104355"/>
                      <a:pt x="3206350" y="3104355"/>
                    </a:cubicBezTo>
                    <a:cubicBezTo>
                      <a:pt x="3206350" y="3104355"/>
                      <a:pt x="3209326" y="3104355"/>
                      <a:pt x="3209326" y="3101379"/>
                    </a:cubicBezTo>
                    <a:cubicBezTo>
                      <a:pt x="3212302" y="3101379"/>
                      <a:pt x="3215278" y="3098403"/>
                      <a:pt x="3221230" y="3098403"/>
                    </a:cubicBezTo>
                    <a:cubicBezTo>
                      <a:pt x="3221230" y="3095426"/>
                      <a:pt x="3224207" y="3095426"/>
                      <a:pt x="3227183" y="3095426"/>
                    </a:cubicBezTo>
                    <a:cubicBezTo>
                      <a:pt x="3227183" y="3095426"/>
                      <a:pt x="3227183" y="3095426"/>
                      <a:pt x="3230159" y="3095426"/>
                    </a:cubicBezTo>
                    <a:cubicBezTo>
                      <a:pt x="3233135" y="3095426"/>
                      <a:pt x="3233135" y="3095426"/>
                      <a:pt x="3233135" y="3095426"/>
                    </a:cubicBezTo>
                    <a:cubicBezTo>
                      <a:pt x="3236111" y="3095426"/>
                      <a:pt x="3236111" y="3095426"/>
                      <a:pt x="3239087" y="3092450"/>
                    </a:cubicBezTo>
                    <a:close/>
                    <a:moveTo>
                      <a:pt x="1315455" y="3092450"/>
                    </a:moveTo>
                    <a:cubicBezTo>
                      <a:pt x="1318431" y="3092450"/>
                      <a:pt x="1321407" y="3092450"/>
                      <a:pt x="1324383" y="3092450"/>
                    </a:cubicBezTo>
                    <a:cubicBezTo>
                      <a:pt x="1330336" y="3092450"/>
                      <a:pt x="1336288" y="3092450"/>
                      <a:pt x="1339264" y="3092450"/>
                    </a:cubicBezTo>
                    <a:cubicBezTo>
                      <a:pt x="1342240" y="3095426"/>
                      <a:pt x="1342240" y="3095426"/>
                      <a:pt x="1345216" y="3095426"/>
                    </a:cubicBezTo>
                    <a:cubicBezTo>
                      <a:pt x="1345216" y="3095426"/>
                      <a:pt x="1345216" y="3095426"/>
                      <a:pt x="1348193" y="3095426"/>
                    </a:cubicBezTo>
                    <a:cubicBezTo>
                      <a:pt x="1348193" y="3095426"/>
                      <a:pt x="1348193" y="3095426"/>
                      <a:pt x="1351169" y="3095426"/>
                    </a:cubicBezTo>
                    <a:cubicBezTo>
                      <a:pt x="1354145" y="3095426"/>
                      <a:pt x="1357121" y="3095426"/>
                      <a:pt x="1357121" y="3098403"/>
                    </a:cubicBezTo>
                    <a:cubicBezTo>
                      <a:pt x="1363073" y="3098403"/>
                      <a:pt x="1366049" y="3101379"/>
                      <a:pt x="1369026" y="3101379"/>
                    </a:cubicBezTo>
                    <a:cubicBezTo>
                      <a:pt x="1372002" y="3104355"/>
                      <a:pt x="1372002" y="3104355"/>
                      <a:pt x="1372002" y="3104355"/>
                    </a:cubicBezTo>
                    <a:cubicBezTo>
                      <a:pt x="1372002" y="3104355"/>
                      <a:pt x="1374978" y="3104355"/>
                      <a:pt x="1374978" y="3107331"/>
                    </a:cubicBezTo>
                    <a:cubicBezTo>
                      <a:pt x="1380930" y="3110307"/>
                      <a:pt x="1383906" y="3113283"/>
                      <a:pt x="1386882" y="3116260"/>
                    </a:cubicBezTo>
                    <a:cubicBezTo>
                      <a:pt x="1386882" y="3119236"/>
                      <a:pt x="1389859" y="3119236"/>
                      <a:pt x="1389859" y="3119236"/>
                    </a:cubicBezTo>
                    <a:cubicBezTo>
                      <a:pt x="1389859" y="3122212"/>
                      <a:pt x="1389859" y="3122212"/>
                      <a:pt x="1389859" y="3122212"/>
                    </a:cubicBezTo>
                    <a:cubicBezTo>
                      <a:pt x="1392835" y="3125188"/>
                      <a:pt x="1392835" y="3125188"/>
                      <a:pt x="1392835" y="3128164"/>
                    </a:cubicBezTo>
                    <a:cubicBezTo>
                      <a:pt x="1395811" y="3128164"/>
                      <a:pt x="1395811" y="3131140"/>
                      <a:pt x="1395811" y="3134117"/>
                    </a:cubicBezTo>
                    <a:cubicBezTo>
                      <a:pt x="1398787" y="3137093"/>
                      <a:pt x="1398787" y="3137093"/>
                      <a:pt x="1398787" y="3140069"/>
                    </a:cubicBezTo>
                    <a:cubicBezTo>
                      <a:pt x="1398787" y="3143045"/>
                      <a:pt x="1398787" y="3143045"/>
                      <a:pt x="1398787" y="3143045"/>
                    </a:cubicBezTo>
                    <a:cubicBezTo>
                      <a:pt x="1401763" y="3146021"/>
                      <a:pt x="1401763" y="3148997"/>
                      <a:pt x="1401763" y="3148997"/>
                    </a:cubicBezTo>
                    <a:cubicBezTo>
                      <a:pt x="1401763" y="3151973"/>
                      <a:pt x="1401763" y="3151973"/>
                      <a:pt x="1401763" y="3151973"/>
                    </a:cubicBezTo>
                    <a:cubicBezTo>
                      <a:pt x="1401763" y="3154950"/>
                      <a:pt x="1401763" y="3157926"/>
                      <a:pt x="1401763" y="3157926"/>
                    </a:cubicBezTo>
                    <a:cubicBezTo>
                      <a:pt x="1401763" y="3157926"/>
                      <a:pt x="1401763" y="3157926"/>
                      <a:pt x="1401763" y="3160902"/>
                    </a:cubicBezTo>
                    <a:cubicBezTo>
                      <a:pt x="1401763" y="3160902"/>
                      <a:pt x="1401763" y="3160902"/>
                      <a:pt x="1383906" y="3550779"/>
                    </a:cubicBezTo>
                    <a:cubicBezTo>
                      <a:pt x="1380930" y="3586493"/>
                      <a:pt x="1351169" y="3613279"/>
                      <a:pt x="1315455" y="3613279"/>
                    </a:cubicBezTo>
                    <a:cubicBezTo>
                      <a:pt x="1279741" y="3610302"/>
                      <a:pt x="1249980" y="3580541"/>
                      <a:pt x="1252956" y="3544827"/>
                    </a:cubicBezTo>
                    <a:cubicBezTo>
                      <a:pt x="1252956" y="3544827"/>
                      <a:pt x="1252956" y="3544827"/>
                      <a:pt x="1261885" y="3339472"/>
                    </a:cubicBezTo>
                    <a:cubicBezTo>
                      <a:pt x="1261885" y="3339472"/>
                      <a:pt x="1261885" y="3339472"/>
                      <a:pt x="758916" y="3898990"/>
                    </a:cubicBezTo>
                    <a:cubicBezTo>
                      <a:pt x="809511" y="3967442"/>
                      <a:pt x="839272" y="4053750"/>
                      <a:pt x="839272" y="4146011"/>
                    </a:cubicBezTo>
                    <a:cubicBezTo>
                      <a:pt x="839272" y="4375176"/>
                      <a:pt x="651775" y="4565650"/>
                      <a:pt x="419636" y="4565650"/>
                    </a:cubicBezTo>
                    <a:cubicBezTo>
                      <a:pt x="190473" y="4565650"/>
                      <a:pt x="0" y="4375176"/>
                      <a:pt x="0" y="4146011"/>
                    </a:cubicBezTo>
                    <a:cubicBezTo>
                      <a:pt x="0" y="3913871"/>
                      <a:pt x="190473" y="3726373"/>
                      <a:pt x="419636" y="3726373"/>
                    </a:cubicBezTo>
                    <a:cubicBezTo>
                      <a:pt x="511897" y="3726373"/>
                      <a:pt x="598205" y="3756134"/>
                      <a:pt x="666656" y="3803753"/>
                    </a:cubicBezTo>
                    <a:cubicBezTo>
                      <a:pt x="666656" y="3803753"/>
                      <a:pt x="666656" y="3803753"/>
                      <a:pt x="1169624" y="3247211"/>
                    </a:cubicBezTo>
                    <a:cubicBezTo>
                      <a:pt x="1169624" y="3247211"/>
                      <a:pt x="1169624" y="3247211"/>
                      <a:pt x="949390" y="3276972"/>
                    </a:cubicBezTo>
                    <a:cubicBezTo>
                      <a:pt x="913676" y="3282925"/>
                      <a:pt x="880938" y="3256139"/>
                      <a:pt x="874986" y="3220425"/>
                    </a:cubicBezTo>
                    <a:cubicBezTo>
                      <a:pt x="872010" y="3184711"/>
                      <a:pt x="895819" y="3151973"/>
                      <a:pt x="931533" y="3148997"/>
                    </a:cubicBezTo>
                    <a:cubicBezTo>
                      <a:pt x="931533" y="3148997"/>
                      <a:pt x="931533" y="3148997"/>
                      <a:pt x="1315455" y="3092450"/>
                    </a:cubicBezTo>
                    <a:close/>
                    <a:moveTo>
                      <a:pt x="2304257" y="1339849"/>
                    </a:moveTo>
                    <a:cubicBezTo>
                      <a:pt x="1775137" y="1339849"/>
                      <a:pt x="1346200" y="1767364"/>
                      <a:pt x="1346200" y="2294731"/>
                    </a:cubicBezTo>
                    <a:cubicBezTo>
                      <a:pt x="1346200" y="2822098"/>
                      <a:pt x="1775137" y="3249613"/>
                      <a:pt x="2304257" y="3249613"/>
                    </a:cubicBezTo>
                    <a:cubicBezTo>
                      <a:pt x="2833377" y="3249613"/>
                      <a:pt x="3262314" y="2822098"/>
                      <a:pt x="3262314" y="2294731"/>
                    </a:cubicBezTo>
                    <a:cubicBezTo>
                      <a:pt x="3262314" y="1767364"/>
                      <a:pt x="2833377" y="1339849"/>
                      <a:pt x="2304257" y="1339849"/>
                    </a:cubicBezTo>
                    <a:close/>
                    <a:moveTo>
                      <a:pt x="2305050" y="1220787"/>
                    </a:moveTo>
                    <a:cubicBezTo>
                      <a:pt x="2897734" y="1220787"/>
                      <a:pt x="3378200" y="1702319"/>
                      <a:pt x="3378200" y="2296319"/>
                    </a:cubicBezTo>
                    <a:cubicBezTo>
                      <a:pt x="3378200" y="2890319"/>
                      <a:pt x="2897734" y="3371851"/>
                      <a:pt x="2305050" y="3371851"/>
                    </a:cubicBezTo>
                    <a:cubicBezTo>
                      <a:pt x="1712366" y="3371851"/>
                      <a:pt x="1231900" y="2890319"/>
                      <a:pt x="1231900" y="2296319"/>
                    </a:cubicBezTo>
                    <a:cubicBezTo>
                      <a:pt x="1231900" y="1702319"/>
                      <a:pt x="1712366" y="1220787"/>
                      <a:pt x="2305050" y="1220787"/>
                    </a:cubicBezTo>
                    <a:close/>
                    <a:moveTo>
                      <a:pt x="4152900" y="128588"/>
                    </a:moveTo>
                    <a:cubicBezTo>
                      <a:pt x="3991578" y="128588"/>
                      <a:pt x="3860800" y="259011"/>
                      <a:pt x="3860800" y="419895"/>
                    </a:cubicBezTo>
                    <a:cubicBezTo>
                      <a:pt x="3860800" y="580779"/>
                      <a:pt x="3991578" y="711202"/>
                      <a:pt x="4152900" y="711202"/>
                    </a:cubicBezTo>
                    <a:cubicBezTo>
                      <a:pt x="4314222" y="711202"/>
                      <a:pt x="4445000" y="580779"/>
                      <a:pt x="4445000" y="419895"/>
                    </a:cubicBezTo>
                    <a:cubicBezTo>
                      <a:pt x="4445000" y="259011"/>
                      <a:pt x="4314222" y="128588"/>
                      <a:pt x="4152900" y="128588"/>
                    </a:cubicBezTo>
                    <a:close/>
                    <a:moveTo>
                      <a:pt x="413545" y="128588"/>
                    </a:moveTo>
                    <a:cubicBezTo>
                      <a:pt x="249154" y="128588"/>
                      <a:pt x="115888" y="259011"/>
                      <a:pt x="115888" y="419895"/>
                    </a:cubicBezTo>
                    <a:cubicBezTo>
                      <a:pt x="115888" y="580779"/>
                      <a:pt x="249154" y="711202"/>
                      <a:pt x="413545" y="711202"/>
                    </a:cubicBezTo>
                    <a:cubicBezTo>
                      <a:pt x="577936" y="711202"/>
                      <a:pt x="711202" y="580779"/>
                      <a:pt x="711202" y="419895"/>
                    </a:cubicBezTo>
                    <a:cubicBezTo>
                      <a:pt x="711202" y="259011"/>
                      <a:pt x="577936" y="128588"/>
                      <a:pt x="413545" y="128588"/>
                    </a:cubicBezTo>
                    <a:close/>
                    <a:moveTo>
                      <a:pt x="4158715" y="0"/>
                    </a:moveTo>
                    <a:cubicBezTo>
                      <a:pt x="4387878" y="0"/>
                      <a:pt x="4578351" y="187498"/>
                      <a:pt x="4578351" y="419639"/>
                    </a:cubicBezTo>
                    <a:cubicBezTo>
                      <a:pt x="4578351" y="651779"/>
                      <a:pt x="4387878" y="839278"/>
                      <a:pt x="4158715" y="839278"/>
                    </a:cubicBezTo>
                    <a:cubicBezTo>
                      <a:pt x="4066455" y="839278"/>
                      <a:pt x="3980147" y="809516"/>
                      <a:pt x="3911695" y="758921"/>
                    </a:cubicBezTo>
                    <a:cubicBezTo>
                      <a:pt x="3911695" y="758921"/>
                      <a:pt x="3911695" y="758921"/>
                      <a:pt x="3408727" y="1318440"/>
                    </a:cubicBezTo>
                    <a:cubicBezTo>
                      <a:pt x="3408727" y="1318440"/>
                      <a:pt x="3408727" y="1318440"/>
                      <a:pt x="3628962" y="1285702"/>
                    </a:cubicBezTo>
                    <a:cubicBezTo>
                      <a:pt x="3664676" y="1282726"/>
                      <a:pt x="3697413" y="1306535"/>
                      <a:pt x="3703365" y="1342249"/>
                    </a:cubicBezTo>
                    <a:cubicBezTo>
                      <a:pt x="3706342" y="1377963"/>
                      <a:pt x="3682532" y="1410701"/>
                      <a:pt x="3646819" y="1416653"/>
                    </a:cubicBezTo>
                    <a:cubicBezTo>
                      <a:pt x="3646819" y="1416653"/>
                      <a:pt x="3646819" y="1416653"/>
                      <a:pt x="3262896" y="1470224"/>
                    </a:cubicBezTo>
                    <a:cubicBezTo>
                      <a:pt x="3259920" y="1473200"/>
                      <a:pt x="3256944" y="1473200"/>
                      <a:pt x="3253968" y="1473200"/>
                    </a:cubicBezTo>
                    <a:cubicBezTo>
                      <a:pt x="3248016" y="1473200"/>
                      <a:pt x="3242063" y="1470224"/>
                      <a:pt x="3239087" y="1470224"/>
                    </a:cubicBezTo>
                    <a:cubicBezTo>
                      <a:pt x="3236111" y="1470224"/>
                      <a:pt x="3236111" y="1470224"/>
                      <a:pt x="3233135" y="1470224"/>
                    </a:cubicBezTo>
                    <a:cubicBezTo>
                      <a:pt x="3233135" y="1470224"/>
                      <a:pt x="3233135" y="1470224"/>
                      <a:pt x="3230159" y="1470224"/>
                    </a:cubicBezTo>
                    <a:cubicBezTo>
                      <a:pt x="3230159" y="1470224"/>
                      <a:pt x="3227183" y="1470224"/>
                      <a:pt x="3227183" y="1467248"/>
                    </a:cubicBezTo>
                    <a:cubicBezTo>
                      <a:pt x="3224207" y="1467248"/>
                      <a:pt x="3221230" y="1467248"/>
                      <a:pt x="3221230" y="1467248"/>
                    </a:cubicBezTo>
                    <a:lnTo>
                      <a:pt x="3219232" y="1466249"/>
                    </a:lnTo>
                    <a:lnTo>
                      <a:pt x="3209326" y="1461296"/>
                    </a:lnTo>
                    <a:cubicBezTo>
                      <a:pt x="3209326" y="1461296"/>
                      <a:pt x="3209326" y="1461296"/>
                      <a:pt x="3206350" y="1461296"/>
                    </a:cubicBezTo>
                    <a:cubicBezTo>
                      <a:pt x="3206350" y="1458319"/>
                      <a:pt x="3203374" y="1458319"/>
                      <a:pt x="3203374" y="1458319"/>
                    </a:cubicBezTo>
                    <a:cubicBezTo>
                      <a:pt x="3197421" y="1455343"/>
                      <a:pt x="3194445" y="1452367"/>
                      <a:pt x="3191469" y="1446415"/>
                    </a:cubicBezTo>
                    <a:cubicBezTo>
                      <a:pt x="3191469" y="1446415"/>
                      <a:pt x="3191469" y="1446415"/>
                      <a:pt x="3188493" y="1443439"/>
                    </a:cubicBezTo>
                    <a:cubicBezTo>
                      <a:pt x="3185517" y="1440462"/>
                      <a:pt x="3185517" y="1440462"/>
                      <a:pt x="3185517" y="1437486"/>
                    </a:cubicBezTo>
                    <a:cubicBezTo>
                      <a:pt x="3182541" y="1434510"/>
                      <a:pt x="3182541" y="1434510"/>
                      <a:pt x="3182541" y="1431534"/>
                    </a:cubicBezTo>
                    <a:cubicBezTo>
                      <a:pt x="3179564" y="1428558"/>
                      <a:pt x="3179564" y="1425582"/>
                      <a:pt x="3179564" y="1422605"/>
                    </a:cubicBezTo>
                    <a:cubicBezTo>
                      <a:pt x="3176588" y="1419629"/>
                      <a:pt x="3176588" y="1416653"/>
                      <a:pt x="3176588" y="1413677"/>
                    </a:cubicBezTo>
                    <a:cubicBezTo>
                      <a:pt x="3176588" y="1410701"/>
                      <a:pt x="3176588" y="1407725"/>
                      <a:pt x="3176588" y="1404748"/>
                    </a:cubicBezTo>
                    <a:cubicBezTo>
                      <a:pt x="3176588" y="1404748"/>
                      <a:pt x="3176588" y="1404748"/>
                      <a:pt x="3176588" y="1401772"/>
                    </a:cubicBezTo>
                    <a:cubicBezTo>
                      <a:pt x="3176588" y="1401772"/>
                      <a:pt x="3176588" y="1401772"/>
                      <a:pt x="3194445" y="1014871"/>
                    </a:cubicBezTo>
                    <a:cubicBezTo>
                      <a:pt x="3197421" y="979157"/>
                      <a:pt x="3227183" y="949396"/>
                      <a:pt x="3262896" y="952372"/>
                    </a:cubicBezTo>
                    <a:cubicBezTo>
                      <a:pt x="3298610" y="955348"/>
                      <a:pt x="3328371" y="985110"/>
                      <a:pt x="3325395" y="1020824"/>
                    </a:cubicBezTo>
                    <a:cubicBezTo>
                      <a:pt x="3325395" y="1020824"/>
                      <a:pt x="3325395" y="1020824"/>
                      <a:pt x="3316467" y="1226179"/>
                    </a:cubicBezTo>
                    <a:cubicBezTo>
                      <a:pt x="3316467" y="1226179"/>
                      <a:pt x="3316467" y="1226179"/>
                      <a:pt x="3819435" y="666660"/>
                    </a:cubicBezTo>
                    <a:cubicBezTo>
                      <a:pt x="3768841" y="598209"/>
                      <a:pt x="3739079" y="511900"/>
                      <a:pt x="3739079" y="419639"/>
                    </a:cubicBezTo>
                    <a:cubicBezTo>
                      <a:pt x="3739079" y="187498"/>
                      <a:pt x="3926576" y="0"/>
                      <a:pt x="4158715" y="0"/>
                    </a:cubicBezTo>
                    <a:close/>
                    <a:moveTo>
                      <a:pt x="419636" y="0"/>
                    </a:moveTo>
                    <a:cubicBezTo>
                      <a:pt x="651775" y="0"/>
                      <a:pt x="839272" y="187498"/>
                      <a:pt x="839272" y="419639"/>
                    </a:cubicBezTo>
                    <a:cubicBezTo>
                      <a:pt x="839272" y="511900"/>
                      <a:pt x="809511" y="598209"/>
                      <a:pt x="758916" y="666660"/>
                    </a:cubicBezTo>
                    <a:cubicBezTo>
                      <a:pt x="758916" y="666660"/>
                      <a:pt x="758916" y="666660"/>
                      <a:pt x="1261885" y="1226179"/>
                    </a:cubicBezTo>
                    <a:cubicBezTo>
                      <a:pt x="1261885" y="1226179"/>
                      <a:pt x="1261885" y="1226179"/>
                      <a:pt x="1252956" y="1020824"/>
                    </a:cubicBezTo>
                    <a:cubicBezTo>
                      <a:pt x="1249980" y="985110"/>
                      <a:pt x="1279741" y="955348"/>
                      <a:pt x="1315455" y="952372"/>
                    </a:cubicBezTo>
                    <a:cubicBezTo>
                      <a:pt x="1351169" y="949396"/>
                      <a:pt x="1380930" y="979157"/>
                      <a:pt x="1383906" y="1014871"/>
                    </a:cubicBezTo>
                    <a:cubicBezTo>
                      <a:pt x="1383906" y="1014871"/>
                      <a:pt x="1383906" y="1014871"/>
                      <a:pt x="1401763" y="1401772"/>
                    </a:cubicBezTo>
                    <a:cubicBezTo>
                      <a:pt x="1401763" y="1401772"/>
                      <a:pt x="1401763" y="1401772"/>
                      <a:pt x="1401763" y="1404748"/>
                    </a:cubicBezTo>
                    <a:cubicBezTo>
                      <a:pt x="1401763" y="1407725"/>
                      <a:pt x="1401763" y="1410701"/>
                      <a:pt x="1401763" y="1413677"/>
                    </a:cubicBezTo>
                    <a:cubicBezTo>
                      <a:pt x="1401763" y="1416653"/>
                      <a:pt x="1401763" y="1419629"/>
                      <a:pt x="1398787" y="1422605"/>
                    </a:cubicBezTo>
                    <a:cubicBezTo>
                      <a:pt x="1398787" y="1425582"/>
                      <a:pt x="1398787" y="1428558"/>
                      <a:pt x="1395811" y="1431534"/>
                    </a:cubicBezTo>
                    <a:cubicBezTo>
                      <a:pt x="1395811" y="1434510"/>
                      <a:pt x="1395811" y="1434510"/>
                      <a:pt x="1392835" y="1437486"/>
                    </a:cubicBezTo>
                    <a:cubicBezTo>
                      <a:pt x="1392835" y="1440462"/>
                      <a:pt x="1392835" y="1440462"/>
                      <a:pt x="1389859" y="1443439"/>
                    </a:cubicBezTo>
                    <a:cubicBezTo>
                      <a:pt x="1389859" y="1446415"/>
                      <a:pt x="1386882" y="1446415"/>
                      <a:pt x="1386882" y="1446415"/>
                    </a:cubicBezTo>
                    <a:cubicBezTo>
                      <a:pt x="1383906" y="1452367"/>
                      <a:pt x="1380930" y="1455343"/>
                      <a:pt x="1374978" y="1458319"/>
                    </a:cubicBezTo>
                    <a:cubicBezTo>
                      <a:pt x="1374978" y="1458319"/>
                      <a:pt x="1372002" y="1458319"/>
                      <a:pt x="1372002" y="1461296"/>
                    </a:cubicBezTo>
                    <a:cubicBezTo>
                      <a:pt x="1372002" y="1461296"/>
                      <a:pt x="1372002" y="1461296"/>
                      <a:pt x="1369026" y="1461296"/>
                    </a:cubicBezTo>
                    <a:cubicBezTo>
                      <a:pt x="1366049" y="1464272"/>
                      <a:pt x="1363073" y="1464272"/>
                      <a:pt x="1357121" y="1467248"/>
                    </a:cubicBezTo>
                    <a:cubicBezTo>
                      <a:pt x="1357121" y="1467248"/>
                      <a:pt x="1354145" y="1467248"/>
                      <a:pt x="1351169" y="1467248"/>
                    </a:cubicBezTo>
                    <a:cubicBezTo>
                      <a:pt x="1351169" y="1470224"/>
                      <a:pt x="1348193" y="1470224"/>
                      <a:pt x="1348193" y="1470224"/>
                    </a:cubicBezTo>
                    <a:cubicBezTo>
                      <a:pt x="1345216" y="1470224"/>
                      <a:pt x="1345216" y="1470224"/>
                      <a:pt x="1345216" y="1470224"/>
                    </a:cubicBezTo>
                    <a:cubicBezTo>
                      <a:pt x="1342240" y="1470224"/>
                      <a:pt x="1342240" y="1470224"/>
                      <a:pt x="1339264" y="1470224"/>
                    </a:cubicBezTo>
                    <a:cubicBezTo>
                      <a:pt x="1336288" y="1470224"/>
                      <a:pt x="1330336" y="1473200"/>
                      <a:pt x="1324383" y="1473200"/>
                    </a:cubicBezTo>
                    <a:cubicBezTo>
                      <a:pt x="1321407" y="1473200"/>
                      <a:pt x="1318431" y="1473200"/>
                      <a:pt x="1315455" y="1470224"/>
                    </a:cubicBezTo>
                    <a:cubicBezTo>
                      <a:pt x="1315455" y="1470224"/>
                      <a:pt x="1315455" y="1470224"/>
                      <a:pt x="931533" y="1416653"/>
                    </a:cubicBezTo>
                    <a:cubicBezTo>
                      <a:pt x="895819" y="1410701"/>
                      <a:pt x="872010" y="1377963"/>
                      <a:pt x="874986" y="1342249"/>
                    </a:cubicBezTo>
                    <a:cubicBezTo>
                      <a:pt x="880938" y="1306535"/>
                      <a:pt x="913676" y="1282726"/>
                      <a:pt x="949390" y="1285702"/>
                    </a:cubicBezTo>
                    <a:cubicBezTo>
                      <a:pt x="949390" y="1285702"/>
                      <a:pt x="949390" y="1285702"/>
                      <a:pt x="1169624" y="1318440"/>
                    </a:cubicBezTo>
                    <a:cubicBezTo>
                      <a:pt x="1169624" y="1318440"/>
                      <a:pt x="1169624" y="1318440"/>
                      <a:pt x="666656" y="758921"/>
                    </a:cubicBezTo>
                    <a:cubicBezTo>
                      <a:pt x="598205" y="809516"/>
                      <a:pt x="511897" y="839278"/>
                      <a:pt x="419636" y="839278"/>
                    </a:cubicBezTo>
                    <a:cubicBezTo>
                      <a:pt x="190473" y="839278"/>
                      <a:pt x="0" y="651779"/>
                      <a:pt x="0" y="419639"/>
                    </a:cubicBezTo>
                    <a:cubicBezTo>
                      <a:pt x="0" y="187498"/>
                      <a:pt x="190473" y="0"/>
                      <a:pt x="419636"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88" name="Freeform 118">
                <a:extLst>
                  <a:ext uri="{FF2B5EF4-FFF2-40B4-BE49-F238E27FC236}">
                    <a16:creationId xmlns:a16="http://schemas.microsoft.com/office/drawing/2014/main" id="{32A5F2E3-737B-0FCA-4469-BDE053A91357}"/>
                  </a:ext>
                </a:extLst>
              </p:cNvPr>
              <p:cNvSpPr>
                <a:spLocks noChangeArrowheads="1"/>
              </p:cNvSpPr>
              <p:nvPr/>
            </p:nvSpPr>
            <p:spPr bwMode="auto">
              <a:xfrm>
                <a:off x="4030663" y="1377950"/>
                <a:ext cx="4113213" cy="4095750"/>
              </a:xfrm>
              <a:custGeom>
                <a:avLst/>
                <a:gdLst>
                  <a:gd name="connsiteX0" fmla="*/ 3929062 w 4113212"/>
                  <a:gd name="connsiteY0" fmla="*/ 3721100 h 4095750"/>
                  <a:gd name="connsiteX1" fmla="*/ 4113212 w 4113212"/>
                  <a:gd name="connsiteY1" fmla="*/ 3908425 h 4095750"/>
                  <a:gd name="connsiteX2" fmla="*/ 3929062 w 4113212"/>
                  <a:gd name="connsiteY2" fmla="*/ 4095750 h 4095750"/>
                  <a:gd name="connsiteX3" fmla="*/ 3744912 w 4113212"/>
                  <a:gd name="connsiteY3" fmla="*/ 3908425 h 4095750"/>
                  <a:gd name="connsiteX4" fmla="*/ 3929062 w 4113212"/>
                  <a:gd name="connsiteY4" fmla="*/ 3721100 h 4095750"/>
                  <a:gd name="connsiteX5" fmla="*/ 190500 w 4113212"/>
                  <a:gd name="connsiteY5" fmla="*/ 3721100 h 4095750"/>
                  <a:gd name="connsiteX6" fmla="*/ 381000 w 4113212"/>
                  <a:gd name="connsiteY6" fmla="*/ 3908425 h 4095750"/>
                  <a:gd name="connsiteX7" fmla="*/ 190500 w 4113212"/>
                  <a:gd name="connsiteY7" fmla="*/ 4095750 h 4095750"/>
                  <a:gd name="connsiteX8" fmla="*/ 0 w 4113212"/>
                  <a:gd name="connsiteY8" fmla="*/ 3908425 h 4095750"/>
                  <a:gd name="connsiteX9" fmla="*/ 190500 w 4113212"/>
                  <a:gd name="connsiteY9" fmla="*/ 3721100 h 4095750"/>
                  <a:gd name="connsiteX10" fmla="*/ 2080419 w 4113212"/>
                  <a:gd name="connsiteY10" fmla="*/ 1211263 h 4095750"/>
                  <a:gd name="connsiteX11" fmla="*/ 2932113 w 4113212"/>
                  <a:gd name="connsiteY11" fmla="*/ 2059782 h 4095750"/>
                  <a:gd name="connsiteX12" fmla="*/ 2080419 w 4113212"/>
                  <a:gd name="connsiteY12" fmla="*/ 2908301 h 4095750"/>
                  <a:gd name="connsiteX13" fmla="*/ 1228725 w 4113212"/>
                  <a:gd name="connsiteY13" fmla="*/ 2059782 h 4095750"/>
                  <a:gd name="connsiteX14" fmla="*/ 2080419 w 4113212"/>
                  <a:gd name="connsiteY14" fmla="*/ 1211263 h 4095750"/>
                  <a:gd name="connsiteX15" fmla="*/ 3929062 w 4113212"/>
                  <a:gd name="connsiteY15" fmla="*/ 0 h 4095750"/>
                  <a:gd name="connsiteX16" fmla="*/ 4113212 w 4113212"/>
                  <a:gd name="connsiteY16" fmla="*/ 184944 h 4095750"/>
                  <a:gd name="connsiteX17" fmla="*/ 3929062 w 4113212"/>
                  <a:gd name="connsiteY17" fmla="*/ 369888 h 4095750"/>
                  <a:gd name="connsiteX18" fmla="*/ 3744912 w 4113212"/>
                  <a:gd name="connsiteY18" fmla="*/ 184944 h 4095750"/>
                  <a:gd name="connsiteX19" fmla="*/ 3929062 w 4113212"/>
                  <a:gd name="connsiteY19" fmla="*/ 0 h 4095750"/>
                  <a:gd name="connsiteX20" fmla="*/ 190500 w 4113212"/>
                  <a:gd name="connsiteY20" fmla="*/ 0 h 4095750"/>
                  <a:gd name="connsiteX21" fmla="*/ 381000 w 4113212"/>
                  <a:gd name="connsiteY21" fmla="*/ 184944 h 4095750"/>
                  <a:gd name="connsiteX22" fmla="*/ 190500 w 4113212"/>
                  <a:gd name="connsiteY22" fmla="*/ 369888 h 4095750"/>
                  <a:gd name="connsiteX23" fmla="*/ 0 w 4113212"/>
                  <a:gd name="connsiteY23" fmla="*/ 184944 h 4095750"/>
                  <a:gd name="connsiteX24" fmla="*/ 190500 w 4113212"/>
                  <a:gd name="connsiteY24" fmla="*/ 0 h 4095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13212" h="4095750">
                    <a:moveTo>
                      <a:pt x="3929062" y="3721100"/>
                    </a:moveTo>
                    <a:cubicBezTo>
                      <a:pt x="4030765" y="3721100"/>
                      <a:pt x="4113212" y="3804968"/>
                      <a:pt x="4113212" y="3908425"/>
                    </a:cubicBezTo>
                    <a:cubicBezTo>
                      <a:pt x="4113212" y="4011882"/>
                      <a:pt x="4030765" y="4095750"/>
                      <a:pt x="3929062" y="4095750"/>
                    </a:cubicBezTo>
                    <a:cubicBezTo>
                      <a:pt x="3827359" y="4095750"/>
                      <a:pt x="3744912" y="4011882"/>
                      <a:pt x="3744912" y="3908425"/>
                    </a:cubicBezTo>
                    <a:cubicBezTo>
                      <a:pt x="3744912" y="3804968"/>
                      <a:pt x="3827359" y="3721100"/>
                      <a:pt x="3929062" y="3721100"/>
                    </a:cubicBezTo>
                    <a:close/>
                    <a:moveTo>
                      <a:pt x="190500" y="3721100"/>
                    </a:moveTo>
                    <a:cubicBezTo>
                      <a:pt x="295710" y="3721100"/>
                      <a:pt x="381000" y="3804968"/>
                      <a:pt x="381000" y="3908425"/>
                    </a:cubicBezTo>
                    <a:cubicBezTo>
                      <a:pt x="381000" y="4011882"/>
                      <a:pt x="295710" y="4095750"/>
                      <a:pt x="190500" y="4095750"/>
                    </a:cubicBezTo>
                    <a:cubicBezTo>
                      <a:pt x="85290" y="4095750"/>
                      <a:pt x="0" y="4011882"/>
                      <a:pt x="0" y="3908425"/>
                    </a:cubicBezTo>
                    <a:cubicBezTo>
                      <a:pt x="0" y="3804968"/>
                      <a:pt x="85290" y="3721100"/>
                      <a:pt x="190500" y="3721100"/>
                    </a:cubicBezTo>
                    <a:close/>
                    <a:moveTo>
                      <a:pt x="2080419" y="1211263"/>
                    </a:moveTo>
                    <a:cubicBezTo>
                      <a:pt x="2550797" y="1211263"/>
                      <a:pt x="2932113" y="1591158"/>
                      <a:pt x="2932113" y="2059782"/>
                    </a:cubicBezTo>
                    <a:cubicBezTo>
                      <a:pt x="2932113" y="2528406"/>
                      <a:pt x="2550797" y="2908301"/>
                      <a:pt x="2080419" y="2908301"/>
                    </a:cubicBezTo>
                    <a:cubicBezTo>
                      <a:pt x="1610041" y="2908301"/>
                      <a:pt x="1228725" y="2528406"/>
                      <a:pt x="1228725" y="2059782"/>
                    </a:cubicBezTo>
                    <a:cubicBezTo>
                      <a:pt x="1228725" y="1591158"/>
                      <a:pt x="1610041" y="1211263"/>
                      <a:pt x="2080419" y="1211263"/>
                    </a:cubicBezTo>
                    <a:close/>
                    <a:moveTo>
                      <a:pt x="3929062" y="0"/>
                    </a:moveTo>
                    <a:cubicBezTo>
                      <a:pt x="4030765" y="0"/>
                      <a:pt x="4113212" y="82802"/>
                      <a:pt x="4113212" y="184944"/>
                    </a:cubicBezTo>
                    <a:cubicBezTo>
                      <a:pt x="4113212" y="287086"/>
                      <a:pt x="4030765" y="369888"/>
                      <a:pt x="3929062" y="369888"/>
                    </a:cubicBezTo>
                    <a:cubicBezTo>
                      <a:pt x="3827359" y="369888"/>
                      <a:pt x="3744912" y="287086"/>
                      <a:pt x="3744912" y="184944"/>
                    </a:cubicBezTo>
                    <a:cubicBezTo>
                      <a:pt x="3744912" y="82802"/>
                      <a:pt x="3827359" y="0"/>
                      <a:pt x="3929062" y="0"/>
                    </a:cubicBezTo>
                    <a:close/>
                    <a:moveTo>
                      <a:pt x="190500" y="0"/>
                    </a:moveTo>
                    <a:cubicBezTo>
                      <a:pt x="295710" y="0"/>
                      <a:pt x="381000" y="82802"/>
                      <a:pt x="381000" y="184944"/>
                    </a:cubicBezTo>
                    <a:cubicBezTo>
                      <a:pt x="381000" y="287086"/>
                      <a:pt x="295710" y="369888"/>
                      <a:pt x="190500" y="369888"/>
                    </a:cubicBezTo>
                    <a:cubicBezTo>
                      <a:pt x="85290" y="369888"/>
                      <a:pt x="0" y="287086"/>
                      <a:pt x="0" y="184944"/>
                    </a:cubicBezTo>
                    <a:cubicBezTo>
                      <a:pt x="0" y="82802"/>
                      <a:pt x="85290" y="0"/>
                      <a:pt x="190500" y="0"/>
                    </a:cubicBezTo>
                    <a:close/>
                  </a:path>
                </a:pathLst>
              </a:custGeom>
              <a:solidFill>
                <a:schemeClr val="tx2"/>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grpSp>
      <p:grpSp>
        <p:nvGrpSpPr>
          <p:cNvPr id="189" name="bcgIcons_Logic tree ">
            <a:extLst>
              <a:ext uri="{FF2B5EF4-FFF2-40B4-BE49-F238E27FC236}">
                <a16:creationId xmlns:a16="http://schemas.microsoft.com/office/drawing/2014/main" id="{0EA2281A-9EC9-F8C0-6CC7-E4123ADC16CE}"/>
              </a:ext>
            </a:extLst>
          </p:cNvPr>
          <p:cNvGrpSpPr>
            <a:grpSpLocks noChangeAspect="1"/>
          </p:cNvGrpSpPr>
          <p:nvPr/>
        </p:nvGrpSpPr>
        <p:grpSpPr>
          <a:xfrm>
            <a:off x="636351" y="4746894"/>
            <a:ext cx="263501" cy="263501"/>
            <a:chOff x="5273675" y="2606675"/>
            <a:chExt cx="1644650" cy="1644650"/>
          </a:xfrm>
        </p:grpSpPr>
        <p:sp>
          <p:nvSpPr>
            <p:cNvPr id="190" name="AutoShape 3">
              <a:extLst>
                <a:ext uri="{FF2B5EF4-FFF2-40B4-BE49-F238E27FC236}">
                  <a16:creationId xmlns:a16="http://schemas.microsoft.com/office/drawing/2014/main" id="{0B44F5A2-009E-B14B-4859-F0D4B8D2645A}"/>
                </a:ext>
              </a:extLst>
            </p:cNvPr>
            <p:cNvSpPr>
              <a:spLocks noChangeAspect="1" noChangeArrowheads="1" noTextEdi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nvGrpSpPr>
            <p:cNvPr id="191" name="Group 190">
              <a:extLst>
                <a:ext uri="{FF2B5EF4-FFF2-40B4-BE49-F238E27FC236}">
                  <a16:creationId xmlns:a16="http://schemas.microsoft.com/office/drawing/2014/main" id="{450E463C-1970-19AA-F67C-407570F64DC0}"/>
                </a:ext>
              </a:extLst>
            </p:cNvPr>
            <p:cNvGrpSpPr/>
            <p:nvPr/>
          </p:nvGrpSpPr>
          <p:grpSpPr>
            <a:xfrm>
              <a:off x="5443538" y="2941638"/>
              <a:ext cx="1304925" cy="973138"/>
              <a:chOff x="5443538" y="2941638"/>
              <a:chExt cx="1304925" cy="973138"/>
            </a:xfrm>
          </p:grpSpPr>
          <p:sp>
            <p:nvSpPr>
              <p:cNvPr id="192" name="Freeform 5">
                <a:extLst>
                  <a:ext uri="{FF2B5EF4-FFF2-40B4-BE49-F238E27FC236}">
                    <a16:creationId xmlns:a16="http://schemas.microsoft.com/office/drawing/2014/main" id="{F79A2530-0524-247E-4166-D8BBAF0CF4ED}"/>
                  </a:ext>
                </a:extLst>
              </p:cNvPr>
              <p:cNvSpPr>
                <a:spLocks noEditPoints="1"/>
              </p:cNvSpPr>
              <p:nvPr/>
            </p:nvSpPr>
            <p:spPr bwMode="auto">
              <a:xfrm>
                <a:off x="5443538" y="2941638"/>
                <a:ext cx="1304925" cy="973138"/>
              </a:xfrm>
              <a:custGeom>
                <a:avLst/>
                <a:gdLst>
                  <a:gd name="T0" fmla="*/ 914 w 1828"/>
                  <a:gd name="T1" fmla="*/ 548 h 1364"/>
                  <a:gd name="T2" fmla="*/ 639 w 1828"/>
                  <a:gd name="T3" fmla="*/ 275 h 1364"/>
                  <a:gd name="T4" fmla="*/ 914 w 1828"/>
                  <a:gd name="T5" fmla="*/ 0 h 1364"/>
                  <a:gd name="T6" fmla="*/ 1189 w 1828"/>
                  <a:gd name="T7" fmla="*/ 275 h 1364"/>
                  <a:gd name="T8" fmla="*/ 914 w 1828"/>
                  <a:gd name="T9" fmla="*/ 548 h 1364"/>
                  <a:gd name="T10" fmla="*/ 416 w 1828"/>
                  <a:gd name="T11" fmla="*/ 1339 h 1364"/>
                  <a:gd name="T12" fmla="*/ 416 w 1828"/>
                  <a:gd name="T13" fmla="*/ 972 h 1364"/>
                  <a:gd name="T14" fmla="*/ 392 w 1828"/>
                  <a:gd name="T15" fmla="*/ 948 h 1364"/>
                  <a:gd name="T16" fmla="*/ 25 w 1828"/>
                  <a:gd name="T17" fmla="*/ 948 h 1364"/>
                  <a:gd name="T18" fmla="*/ 0 w 1828"/>
                  <a:gd name="T19" fmla="*/ 972 h 1364"/>
                  <a:gd name="T20" fmla="*/ 0 w 1828"/>
                  <a:gd name="T21" fmla="*/ 1339 h 1364"/>
                  <a:gd name="T22" fmla="*/ 25 w 1828"/>
                  <a:gd name="T23" fmla="*/ 1364 h 1364"/>
                  <a:gd name="T24" fmla="*/ 392 w 1828"/>
                  <a:gd name="T25" fmla="*/ 1364 h 1364"/>
                  <a:gd name="T26" fmla="*/ 416 w 1828"/>
                  <a:gd name="T27" fmla="*/ 1339 h 1364"/>
                  <a:gd name="T28" fmla="*/ 1123 w 1828"/>
                  <a:gd name="T29" fmla="*/ 1339 h 1364"/>
                  <a:gd name="T30" fmla="*/ 1123 w 1828"/>
                  <a:gd name="T31" fmla="*/ 972 h 1364"/>
                  <a:gd name="T32" fmla="*/ 1098 w 1828"/>
                  <a:gd name="T33" fmla="*/ 948 h 1364"/>
                  <a:gd name="T34" fmla="*/ 730 w 1828"/>
                  <a:gd name="T35" fmla="*/ 948 h 1364"/>
                  <a:gd name="T36" fmla="*/ 705 w 1828"/>
                  <a:gd name="T37" fmla="*/ 972 h 1364"/>
                  <a:gd name="T38" fmla="*/ 705 w 1828"/>
                  <a:gd name="T39" fmla="*/ 1339 h 1364"/>
                  <a:gd name="T40" fmla="*/ 730 w 1828"/>
                  <a:gd name="T41" fmla="*/ 1364 h 1364"/>
                  <a:gd name="T42" fmla="*/ 1098 w 1828"/>
                  <a:gd name="T43" fmla="*/ 1364 h 1364"/>
                  <a:gd name="T44" fmla="*/ 1123 w 1828"/>
                  <a:gd name="T45" fmla="*/ 1339 h 1364"/>
                  <a:gd name="T46" fmla="*/ 1828 w 1828"/>
                  <a:gd name="T47" fmla="*/ 1339 h 1364"/>
                  <a:gd name="T48" fmla="*/ 1828 w 1828"/>
                  <a:gd name="T49" fmla="*/ 972 h 1364"/>
                  <a:gd name="T50" fmla="*/ 1803 w 1828"/>
                  <a:gd name="T51" fmla="*/ 948 h 1364"/>
                  <a:gd name="T52" fmla="*/ 1436 w 1828"/>
                  <a:gd name="T53" fmla="*/ 948 h 1364"/>
                  <a:gd name="T54" fmla="*/ 1412 w 1828"/>
                  <a:gd name="T55" fmla="*/ 972 h 1364"/>
                  <a:gd name="T56" fmla="*/ 1412 w 1828"/>
                  <a:gd name="T57" fmla="*/ 1339 h 1364"/>
                  <a:gd name="T58" fmla="*/ 1436 w 1828"/>
                  <a:gd name="T59" fmla="*/ 1364 h 1364"/>
                  <a:gd name="T60" fmla="*/ 1803 w 1828"/>
                  <a:gd name="T61" fmla="*/ 1364 h 1364"/>
                  <a:gd name="T62" fmla="*/ 1828 w 1828"/>
                  <a:gd name="T63" fmla="*/ 1339 h 1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828" h="1364">
                    <a:moveTo>
                      <a:pt x="914" y="548"/>
                    </a:moveTo>
                    <a:cubicBezTo>
                      <a:pt x="762" y="548"/>
                      <a:pt x="639" y="425"/>
                      <a:pt x="639" y="275"/>
                    </a:cubicBezTo>
                    <a:cubicBezTo>
                      <a:pt x="639" y="123"/>
                      <a:pt x="762" y="0"/>
                      <a:pt x="914" y="0"/>
                    </a:cubicBezTo>
                    <a:cubicBezTo>
                      <a:pt x="1066" y="0"/>
                      <a:pt x="1189" y="123"/>
                      <a:pt x="1189" y="275"/>
                    </a:cubicBezTo>
                    <a:cubicBezTo>
                      <a:pt x="1189" y="425"/>
                      <a:pt x="1066" y="548"/>
                      <a:pt x="914" y="548"/>
                    </a:cubicBezTo>
                    <a:close/>
                    <a:moveTo>
                      <a:pt x="416" y="1339"/>
                    </a:moveTo>
                    <a:cubicBezTo>
                      <a:pt x="416" y="972"/>
                      <a:pt x="416" y="972"/>
                      <a:pt x="416" y="972"/>
                    </a:cubicBezTo>
                    <a:cubicBezTo>
                      <a:pt x="416" y="959"/>
                      <a:pt x="405" y="948"/>
                      <a:pt x="392" y="948"/>
                    </a:cubicBezTo>
                    <a:cubicBezTo>
                      <a:pt x="25" y="948"/>
                      <a:pt x="25" y="948"/>
                      <a:pt x="25" y="948"/>
                    </a:cubicBezTo>
                    <a:cubicBezTo>
                      <a:pt x="11" y="948"/>
                      <a:pt x="0" y="959"/>
                      <a:pt x="0" y="972"/>
                    </a:cubicBezTo>
                    <a:cubicBezTo>
                      <a:pt x="0" y="1339"/>
                      <a:pt x="0" y="1339"/>
                      <a:pt x="0" y="1339"/>
                    </a:cubicBezTo>
                    <a:cubicBezTo>
                      <a:pt x="0" y="1353"/>
                      <a:pt x="11" y="1364"/>
                      <a:pt x="25" y="1364"/>
                    </a:cubicBezTo>
                    <a:cubicBezTo>
                      <a:pt x="392" y="1364"/>
                      <a:pt x="392" y="1364"/>
                      <a:pt x="392" y="1364"/>
                    </a:cubicBezTo>
                    <a:cubicBezTo>
                      <a:pt x="405" y="1364"/>
                      <a:pt x="416" y="1353"/>
                      <a:pt x="416" y="1339"/>
                    </a:cubicBezTo>
                    <a:close/>
                    <a:moveTo>
                      <a:pt x="1123" y="1339"/>
                    </a:moveTo>
                    <a:cubicBezTo>
                      <a:pt x="1123" y="972"/>
                      <a:pt x="1123" y="972"/>
                      <a:pt x="1123" y="972"/>
                    </a:cubicBezTo>
                    <a:cubicBezTo>
                      <a:pt x="1123" y="959"/>
                      <a:pt x="1112" y="948"/>
                      <a:pt x="1098" y="948"/>
                    </a:cubicBezTo>
                    <a:cubicBezTo>
                      <a:pt x="730" y="948"/>
                      <a:pt x="730" y="948"/>
                      <a:pt x="730" y="948"/>
                    </a:cubicBezTo>
                    <a:cubicBezTo>
                      <a:pt x="716" y="948"/>
                      <a:pt x="705" y="959"/>
                      <a:pt x="705" y="972"/>
                    </a:cubicBezTo>
                    <a:cubicBezTo>
                      <a:pt x="705" y="1339"/>
                      <a:pt x="705" y="1339"/>
                      <a:pt x="705" y="1339"/>
                    </a:cubicBezTo>
                    <a:cubicBezTo>
                      <a:pt x="705" y="1353"/>
                      <a:pt x="716" y="1364"/>
                      <a:pt x="730" y="1364"/>
                    </a:cubicBezTo>
                    <a:cubicBezTo>
                      <a:pt x="1098" y="1364"/>
                      <a:pt x="1098" y="1364"/>
                      <a:pt x="1098" y="1364"/>
                    </a:cubicBezTo>
                    <a:cubicBezTo>
                      <a:pt x="1112" y="1364"/>
                      <a:pt x="1123" y="1353"/>
                      <a:pt x="1123" y="1339"/>
                    </a:cubicBezTo>
                    <a:close/>
                    <a:moveTo>
                      <a:pt x="1828" y="1339"/>
                    </a:moveTo>
                    <a:cubicBezTo>
                      <a:pt x="1828" y="972"/>
                      <a:pt x="1828" y="972"/>
                      <a:pt x="1828" y="972"/>
                    </a:cubicBezTo>
                    <a:cubicBezTo>
                      <a:pt x="1828" y="959"/>
                      <a:pt x="1817" y="948"/>
                      <a:pt x="1803" y="948"/>
                    </a:cubicBezTo>
                    <a:cubicBezTo>
                      <a:pt x="1436" y="948"/>
                      <a:pt x="1436" y="948"/>
                      <a:pt x="1436" y="948"/>
                    </a:cubicBezTo>
                    <a:cubicBezTo>
                      <a:pt x="1423" y="948"/>
                      <a:pt x="1412" y="959"/>
                      <a:pt x="1412" y="972"/>
                    </a:cubicBezTo>
                    <a:cubicBezTo>
                      <a:pt x="1412" y="1339"/>
                      <a:pt x="1412" y="1339"/>
                      <a:pt x="1412" y="1339"/>
                    </a:cubicBezTo>
                    <a:cubicBezTo>
                      <a:pt x="1412" y="1353"/>
                      <a:pt x="1423" y="1364"/>
                      <a:pt x="1436" y="1364"/>
                    </a:cubicBezTo>
                    <a:cubicBezTo>
                      <a:pt x="1803" y="1364"/>
                      <a:pt x="1803" y="1364"/>
                      <a:pt x="1803" y="1364"/>
                    </a:cubicBezTo>
                    <a:cubicBezTo>
                      <a:pt x="1817" y="1364"/>
                      <a:pt x="1828" y="1353"/>
                      <a:pt x="1828" y="133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93" name="Freeform 6">
                <a:extLst>
                  <a:ext uri="{FF2B5EF4-FFF2-40B4-BE49-F238E27FC236}">
                    <a16:creationId xmlns:a16="http://schemas.microsoft.com/office/drawing/2014/main" id="{5EE51698-0A5A-A4D7-35A0-B0599BE66E93}"/>
                  </a:ext>
                </a:extLst>
              </p:cNvPr>
              <p:cNvSpPr>
                <a:spLocks/>
              </p:cNvSpPr>
              <p:nvPr/>
            </p:nvSpPr>
            <p:spPr bwMode="auto">
              <a:xfrm>
                <a:off x="5573713" y="3365500"/>
                <a:ext cx="1044575" cy="217488"/>
              </a:xfrm>
              <a:custGeom>
                <a:avLst/>
                <a:gdLst>
                  <a:gd name="T0" fmla="*/ 1437 w 1462"/>
                  <a:gd name="T1" fmla="*/ 127 h 303"/>
                  <a:gd name="T2" fmla="*/ 756 w 1462"/>
                  <a:gd name="T3" fmla="*/ 127 h 303"/>
                  <a:gd name="T4" fmla="*/ 756 w 1462"/>
                  <a:gd name="T5" fmla="*/ 0 h 303"/>
                  <a:gd name="T6" fmla="*/ 731 w 1462"/>
                  <a:gd name="T7" fmla="*/ 1 h 303"/>
                  <a:gd name="T8" fmla="*/ 706 w 1462"/>
                  <a:gd name="T9" fmla="*/ 0 h 303"/>
                  <a:gd name="T10" fmla="*/ 706 w 1462"/>
                  <a:gd name="T11" fmla="*/ 127 h 303"/>
                  <a:gd name="T12" fmla="*/ 25 w 1462"/>
                  <a:gd name="T13" fmla="*/ 127 h 303"/>
                  <a:gd name="T14" fmla="*/ 0 w 1462"/>
                  <a:gd name="T15" fmla="*/ 152 h 303"/>
                  <a:gd name="T16" fmla="*/ 0 w 1462"/>
                  <a:gd name="T17" fmla="*/ 303 h 303"/>
                  <a:gd name="T18" fmla="*/ 50 w 1462"/>
                  <a:gd name="T19" fmla="*/ 303 h 303"/>
                  <a:gd name="T20" fmla="*/ 50 w 1462"/>
                  <a:gd name="T21" fmla="*/ 177 h 303"/>
                  <a:gd name="T22" fmla="*/ 706 w 1462"/>
                  <a:gd name="T23" fmla="*/ 177 h 303"/>
                  <a:gd name="T24" fmla="*/ 706 w 1462"/>
                  <a:gd name="T25" fmla="*/ 303 h 303"/>
                  <a:gd name="T26" fmla="*/ 756 w 1462"/>
                  <a:gd name="T27" fmla="*/ 303 h 303"/>
                  <a:gd name="T28" fmla="*/ 756 w 1462"/>
                  <a:gd name="T29" fmla="*/ 177 h 303"/>
                  <a:gd name="T30" fmla="*/ 1412 w 1462"/>
                  <a:gd name="T31" fmla="*/ 177 h 303"/>
                  <a:gd name="T32" fmla="*/ 1412 w 1462"/>
                  <a:gd name="T33" fmla="*/ 303 h 303"/>
                  <a:gd name="T34" fmla="*/ 1462 w 1462"/>
                  <a:gd name="T35" fmla="*/ 303 h 303"/>
                  <a:gd name="T36" fmla="*/ 1462 w 1462"/>
                  <a:gd name="T37" fmla="*/ 152 h 303"/>
                  <a:gd name="T38" fmla="*/ 1437 w 1462"/>
                  <a:gd name="T39" fmla="*/ 127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62" h="303">
                    <a:moveTo>
                      <a:pt x="1437" y="127"/>
                    </a:moveTo>
                    <a:cubicBezTo>
                      <a:pt x="756" y="127"/>
                      <a:pt x="756" y="127"/>
                      <a:pt x="756" y="127"/>
                    </a:cubicBezTo>
                    <a:cubicBezTo>
                      <a:pt x="756" y="0"/>
                      <a:pt x="756" y="0"/>
                      <a:pt x="756" y="0"/>
                    </a:cubicBezTo>
                    <a:cubicBezTo>
                      <a:pt x="748" y="1"/>
                      <a:pt x="739" y="1"/>
                      <a:pt x="731" y="1"/>
                    </a:cubicBezTo>
                    <a:cubicBezTo>
                      <a:pt x="723" y="1"/>
                      <a:pt x="714" y="1"/>
                      <a:pt x="706" y="0"/>
                    </a:cubicBezTo>
                    <a:cubicBezTo>
                      <a:pt x="706" y="127"/>
                      <a:pt x="706" y="127"/>
                      <a:pt x="706" y="127"/>
                    </a:cubicBezTo>
                    <a:cubicBezTo>
                      <a:pt x="25" y="127"/>
                      <a:pt x="25" y="127"/>
                      <a:pt x="25" y="127"/>
                    </a:cubicBezTo>
                    <a:cubicBezTo>
                      <a:pt x="12" y="127"/>
                      <a:pt x="0" y="139"/>
                      <a:pt x="0" y="152"/>
                    </a:cubicBezTo>
                    <a:cubicBezTo>
                      <a:pt x="0" y="303"/>
                      <a:pt x="0" y="303"/>
                      <a:pt x="0" y="303"/>
                    </a:cubicBezTo>
                    <a:cubicBezTo>
                      <a:pt x="50" y="303"/>
                      <a:pt x="50" y="303"/>
                      <a:pt x="50" y="303"/>
                    </a:cubicBezTo>
                    <a:cubicBezTo>
                      <a:pt x="50" y="177"/>
                      <a:pt x="50" y="177"/>
                      <a:pt x="50" y="177"/>
                    </a:cubicBezTo>
                    <a:cubicBezTo>
                      <a:pt x="706" y="177"/>
                      <a:pt x="706" y="177"/>
                      <a:pt x="706" y="177"/>
                    </a:cubicBezTo>
                    <a:cubicBezTo>
                      <a:pt x="706" y="303"/>
                      <a:pt x="706" y="303"/>
                      <a:pt x="706" y="303"/>
                    </a:cubicBezTo>
                    <a:cubicBezTo>
                      <a:pt x="756" y="303"/>
                      <a:pt x="756" y="303"/>
                      <a:pt x="756" y="303"/>
                    </a:cubicBezTo>
                    <a:cubicBezTo>
                      <a:pt x="756" y="177"/>
                      <a:pt x="756" y="177"/>
                      <a:pt x="756" y="177"/>
                    </a:cubicBezTo>
                    <a:cubicBezTo>
                      <a:pt x="1412" y="177"/>
                      <a:pt x="1412" y="177"/>
                      <a:pt x="1412" y="177"/>
                    </a:cubicBezTo>
                    <a:cubicBezTo>
                      <a:pt x="1412" y="303"/>
                      <a:pt x="1412" y="303"/>
                      <a:pt x="1412" y="303"/>
                    </a:cubicBezTo>
                    <a:cubicBezTo>
                      <a:pt x="1462" y="303"/>
                      <a:pt x="1462" y="303"/>
                      <a:pt x="1462" y="303"/>
                    </a:cubicBezTo>
                    <a:cubicBezTo>
                      <a:pt x="1462" y="152"/>
                      <a:pt x="1462" y="152"/>
                      <a:pt x="1462" y="152"/>
                    </a:cubicBezTo>
                    <a:cubicBezTo>
                      <a:pt x="1462" y="139"/>
                      <a:pt x="1450" y="127"/>
                      <a:pt x="1437" y="12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grpSp>
      <p:grpSp>
        <p:nvGrpSpPr>
          <p:cNvPr id="194" name="bcgIcons_Management male ">
            <a:extLst>
              <a:ext uri="{FF2B5EF4-FFF2-40B4-BE49-F238E27FC236}">
                <a16:creationId xmlns:a16="http://schemas.microsoft.com/office/drawing/2014/main" id="{93F0DA45-1BEA-DF22-2DDF-B8F729F8BC20}"/>
              </a:ext>
            </a:extLst>
          </p:cNvPr>
          <p:cNvGrpSpPr>
            <a:grpSpLocks noChangeAspect="1"/>
          </p:cNvGrpSpPr>
          <p:nvPr/>
        </p:nvGrpSpPr>
        <p:grpSpPr>
          <a:xfrm>
            <a:off x="636351" y="5808297"/>
            <a:ext cx="263501" cy="263501"/>
            <a:chOff x="5273675" y="2606675"/>
            <a:chExt cx="1644650" cy="1644650"/>
          </a:xfrm>
        </p:grpSpPr>
        <p:sp>
          <p:nvSpPr>
            <p:cNvPr id="195" name="AutoShape 3">
              <a:extLst>
                <a:ext uri="{FF2B5EF4-FFF2-40B4-BE49-F238E27FC236}">
                  <a16:creationId xmlns:a16="http://schemas.microsoft.com/office/drawing/2014/main" id="{D6A2F223-B1FC-967E-DD88-2356B45E712E}"/>
                </a:ext>
              </a:extLst>
            </p:cNvPr>
            <p:cNvSpPr>
              <a:spLocks noChangeAspect="1" noChangeArrowheads="1" noTextEdi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nvGrpSpPr>
            <p:cNvPr id="196" name="Group 195">
              <a:extLst>
                <a:ext uri="{FF2B5EF4-FFF2-40B4-BE49-F238E27FC236}">
                  <a16:creationId xmlns:a16="http://schemas.microsoft.com/office/drawing/2014/main" id="{DF54F0B6-D070-DDFB-630F-4F5CF3599EAA}"/>
                </a:ext>
              </a:extLst>
            </p:cNvPr>
            <p:cNvGrpSpPr/>
            <p:nvPr/>
          </p:nvGrpSpPr>
          <p:grpSpPr>
            <a:xfrm>
              <a:off x="5480049" y="2773362"/>
              <a:ext cx="1233488" cy="1271588"/>
              <a:chOff x="5480049" y="2773362"/>
              <a:chExt cx="1233488" cy="1271588"/>
            </a:xfrm>
          </p:grpSpPr>
          <p:sp>
            <p:nvSpPr>
              <p:cNvPr id="197" name="Freeform 13">
                <a:extLst>
                  <a:ext uri="{FF2B5EF4-FFF2-40B4-BE49-F238E27FC236}">
                    <a16:creationId xmlns:a16="http://schemas.microsoft.com/office/drawing/2014/main" id="{AD073620-79A7-1F73-087C-2D1964C3F507}"/>
                  </a:ext>
                </a:extLst>
              </p:cNvPr>
              <p:cNvSpPr>
                <a:spLocks/>
              </p:cNvSpPr>
              <p:nvPr/>
            </p:nvSpPr>
            <p:spPr bwMode="auto">
              <a:xfrm>
                <a:off x="5480049" y="3109913"/>
                <a:ext cx="1233488" cy="935037"/>
              </a:xfrm>
              <a:custGeom>
                <a:avLst/>
                <a:gdLst>
                  <a:gd name="connsiteX0" fmla="*/ 928688 w 1233488"/>
                  <a:gd name="connsiteY0" fmla="*/ 752475 h 935037"/>
                  <a:gd name="connsiteX1" fmla="*/ 928688 w 1233488"/>
                  <a:gd name="connsiteY1" fmla="*/ 903288 h 935037"/>
                  <a:gd name="connsiteX2" fmla="*/ 1201738 w 1233488"/>
                  <a:gd name="connsiteY2" fmla="*/ 903288 h 935037"/>
                  <a:gd name="connsiteX3" fmla="*/ 1201738 w 1233488"/>
                  <a:gd name="connsiteY3" fmla="*/ 752475 h 935037"/>
                  <a:gd name="connsiteX4" fmla="*/ 1065213 w 1233488"/>
                  <a:gd name="connsiteY4" fmla="*/ 752475 h 935037"/>
                  <a:gd name="connsiteX5" fmla="*/ 477838 w 1233488"/>
                  <a:gd name="connsiteY5" fmla="*/ 752475 h 935037"/>
                  <a:gd name="connsiteX6" fmla="*/ 477838 w 1233488"/>
                  <a:gd name="connsiteY6" fmla="*/ 903288 h 935037"/>
                  <a:gd name="connsiteX7" fmla="*/ 752476 w 1233488"/>
                  <a:gd name="connsiteY7" fmla="*/ 903288 h 935037"/>
                  <a:gd name="connsiteX8" fmla="*/ 752476 w 1233488"/>
                  <a:gd name="connsiteY8" fmla="*/ 752475 h 935037"/>
                  <a:gd name="connsiteX9" fmla="*/ 615951 w 1233488"/>
                  <a:gd name="connsiteY9" fmla="*/ 752475 h 935037"/>
                  <a:gd name="connsiteX10" fmla="*/ 31750 w 1233488"/>
                  <a:gd name="connsiteY10" fmla="*/ 752475 h 935037"/>
                  <a:gd name="connsiteX11" fmla="*/ 31750 w 1233488"/>
                  <a:gd name="connsiteY11" fmla="*/ 903288 h 935037"/>
                  <a:gd name="connsiteX12" fmla="*/ 304800 w 1233488"/>
                  <a:gd name="connsiteY12" fmla="*/ 903288 h 935037"/>
                  <a:gd name="connsiteX13" fmla="*/ 304800 w 1233488"/>
                  <a:gd name="connsiteY13" fmla="*/ 752475 h 935037"/>
                  <a:gd name="connsiteX14" fmla="*/ 168275 w 1233488"/>
                  <a:gd name="connsiteY14" fmla="*/ 752475 h 935037"/>
                  <a:gd name="connsiteX15" fmla="*/ 599612 w 1233488"/>
                  <a:gd name="connsiteY15" fmla="*/ 503237 h 935037"/>
                  <a:gd name="connsiteX16" fmla="*/ 631021 w 1233488"/>
                  <a:gd name="connsiteY16" fmla="*/ 503237 h 935037"/>
                  <a:gd name="connsiteX17" fmla="*/ 631021 w 1233488"/>
                  <a:gd name="connsiteY17" fmla="*/ 596021 h 935037"/>
                  <a:gd name="connsiteX18" fmla="*/ 1065740 w 1233488"/>
                  <a:gd name="connsiteY18" fmla="*/ 596021 h 935037"/>
                  <a:gd name="connsiteX19" fmla="*/ 1081444 w 1233488"/>
                  <a:gd name="connsiteY19" fmla="*/ 611722 h 935037"/>
                  <a:gd name="connsiteX20" fmla="*/ 1081444 w 1233488"/>
                  <a:gd name="connsiteY20" fmla="*/ 721635 h 935037"/>
                  <a:gd name="connsiteX21" fmla="*/ 1217784 w 1233488"/>
                  <a:gd name="connsiteY21" fmla="*/ 721635 h 935037"/>
                  <a:gd name="connsiteX22" fmla="*/ 1233488 w 1233488"/>
                  <a:gd name="connsiteY22" fmla="*/ 737337 h 935037"/>
                  <a:gd name="connsiteX23" fmla="*/ 1233488 w 1233488"/>
                  <a:gd name="connsiteY23" fmla="*/ 919335 h 935037"/>
                  <a:gd name="connsiteX24" fmla="*/ 1217784 w 1233488"/>
                  <a:gd name="connsiteY24" fmla="*/ 935037 h 935037"/>
                  <a:gd name="connsiteX25" fmla="*/ 912981 w 1233488"/>
                  <a:gd name="connsiteY25" fmla="*/ 935037 h 935037"/>
                  <a:gd name="connsiteX26" fmla="*/ 897277 w 1233488"/>
                  <a:gd name="connsiteY26" fmla="*/ 919335 h 935037"/>
                  <a:gd name="connsiteX27" fmla="*/ 897277 w 1233488"/>
                  <a:gd name="connsiteY27" fmla="*/ 737337 h 935037"/>
                  <a:gd name="connsiteX28" fmla="*/ 912981 w 1233488"/>
                  <a:gd name="connsiteY28" fmla="*/ 721635 h 935037"/>
                  <a:gd name="connsiteX29" fmla="*/ 1050035 w 1233488"/>
                  <a:gd name="connsiteY29" fmla="*/ 721635 h 935037"/>
                  <a:gd name="connsiteX30" fmla="*/ 1050035 w 1233488"/>
                  <a:gd name="connsiteY30" fmla="*/ 627424 h 935037"/>
                  <a:gd name="connsiteX31" fmla="*/ 631021 w 1233488"/>
                  <a:gd name="connsiteY31" fmla="*/ 627424 h 935037"/>
                  <a:gd name="connsiteX32" fmla="*/ 631021 w 1233488"/>
                  <a:gd name="connsiteY32" fmla="*/ 721635 h 935037"/>
                  <a:gd name="connsiteX33" fmla="*/ 767361 w 1233488"/>
                  <a:gd name="connsiteY33" fmla="*/ 721635 h 935037"/>
                  <a:gd name="connsiteX34" fmla="*/ 783065 w 1233488"/>
                  <a:gd name="connsiteY34" fmla="*/ 737337 h 935037"/>
                  <a:gd name="connsiteX35" fmla="*/ 783065 w 1233488"/>
                  <a:gd name="connsiteY35" fmla="*/ 919335 h 935037"/>
                  <a:gd name="connsiteX36" fmla="*/ 767361 w 1233488"/>
                  <a:gd name="connsiteY36" fmla="*/ 935037 h 935037"/>
                  <a:gd name="connsiteX37" fmla="*/ 462558 w 1233488"/>
                  <a:gd name="connsiteY37" fmla="*/ 935037 h 935037"/>
                  <a:gd name="connsiteX38" fmla="*/ 446854 w 1233488"/>
                  <a:gd name="connsiteY38" fmla="*/ 919335 h 935037"/>
                  <a:gd name="connsiteX39" fmla="*/ 446854 w 1233488"/>
                  <a:gd name="connsiteY39" fmla="*/ 737337 h 935037"/>
                  <a:gd name="connsiteX40" fmla="*/ 462558 w 1233488"/>
                  <a:gd name="connsiteY40" fmla="*/ 721635 h 935037"/>
                  <a:gd name="connsiteX41" fmla="*/ 599612 w 1233488"/>
                  <a:gd name="connsiteY41" fmla="*/ 721635 h 935037"/>
                  <a:gd name="connsiteX42" fmla="*/ 599612 w 1233488"/>
                  <a:gd name="connsiteY42" fmla="*/ 627424 h 935037"/>
                  <a:gd name="connsiteX43" fmla="*/ 183453 w 1233488"/>
                  <a:gd name="connsiteY43" fmla="*/ 627424 h 935037"/>
                  <a:gd name="connsiteX44" fmla="*/ 183453 w 1233488"/>
                  <a:gd name="connsiteY44" fmla="*/ 721635 h 935037"/>
                  <a:gd name="connsiteX45" fmla="*/ 320507 w 1233488"/>
                  <a:gd name="connsiteY45" fmla="*/ 721635 h 935037"/>
                  <a:gd name="connsiteX46" fmla="*/ 336211 w 1233488"/>
                  <a:gd name="connsiteY46" fmla="*/ 737337 h 935037"/>
                  <a:gd name="connsiteX47" fmla="*/ 336211 w 1233488"/>
                  <a:gd name="connsiteY47" fmla="*/ 919335 h 935037"/>
                  <a:gd name="connsiteX48" fmla="*/ 320507 w 1233488"/>
                  <a:gd name="connsiteY48" fmla="*/ 935037 h 935037"/>
                  <a:gd name="connsiteX49" fmla="*/ 15704 w 1233488"/>
                  <a:gd name="connsiteY49" fmla="*/ 935037 h 935037"/>
                  <a:gd name="connsiteX50" fmla="*/ 0 w 1233488"/>
                  <a:gd name="connsiteY50" fmla="*/ 919335 h 935037"/>
                  <a:gd name="connsiteX51" fmla="*/ 0 w 1233488"/>
                  <a:gd name="connsiteY51" fmla="*/ 737337 h 935037"/>
                  <a:gd name="connsiteX52" fmla="*/ 15704 w 1233488"/>
                  <a:gd name="connsiteY52" fmla="*/ 721635 h 935037"/>
                  <a:gd name="connsiteX53" fmla="*/ 152045 w 1233488"/>
                  <a:gd name="connsiteY53" fmla="*/ 721635 h 935037"/>
                  <a:gd name="connsiteX54" fmla="*/ 152045 w 1233488"/>
                  <a:gd name="connsiteY54" fmla="*/ 611722 h 935037"/>
                  <a:gd name="connsiteX55" fmla="*/ 167749 w 1233488"/>
                  <a:gd name="connsiteY55" fmla="*/ 596021 h 935037"/>
                  <a:gd name="connsiteX56" fmla="*/ 599612 w 1233488"/>
                  <a:gd name="connsiteY56" fmla="*/ 596021 h 935037"/>
                  <a:gd name="connsiteX57" fmla="*/ 599612 w 1233488"/>
                  <a:gd name="connsiteY57" fmla="*/ 503237 h 935037"/>
                  <a:gd name="connsiteX58" fmla="*/ 756510 w 1233488"/>
                  <a:gd name="connsiteY58" fmla="*/ 280987 h 935037"/>
                  <a:gd name="connsiteX59" fmla="*/ 932020 w 1233488"/>
                  <a:gd name="connsiteY59" fmla="*/ 311552 h 935037"/>
                  <a:gd name="connsiteX60" fmla="*/ 1032920 w 1233488"/>
                  <a:gd name="connsiteY60" fmla="*/ 457982 h 935037"/>
                  <a:gd name="connsiteX61" fmla="*/ 1022972 w 1233488"/>
                  <a:gd name="connsiteY61" fmla="*/ 471487 h 935037"/>
                  <a:gd name="connsiteX62" fmla="*/ 714587 w 1233488"/>
                  <a:gd name="connsiteY62" fmla="*/ 471487 h 935037"/>
                  <a:gd name="connsiteX63" fmla="*/ 710324 w 1233488"/>
                  <a:gd name="connsiteY63" fmla="*/ 465801 h 935037"/>
                  <a:gd name="connsiteX64" fmla="*/ 752247 w 1233488"/>
                  <a:gd name="connsiteY64" fmla="*/ 284541 h 935037"/>
                  <a:gd name="connsiteX65" fmla="*/ 756510 w 1233488"/>
                  <a:gd name="connsiteY65" fmla="*/ 280987 h 935037"/>
                  <a:gd name="connsiteX66" fmla="*/ 478337 w 1233488"/>
                  <a:gd name="connsiteY66" fmla="*/ 280987 h 935037"/>
                  <a:gd name="connsiteX67" fmla="*/ 482621 w 1233488"/>
                  <a:gd name="connsiteY67" fmla="*/ 284541 h 935037"/>
                  <a:gd name="connsiteX68" fmla="*/ 524749 w 1233488"/>
                  <a:gd name="connsiteY68" fmla="*/ 465801 h 935037"/>
                  <a:gd name="connsiteX69" fmla="*/ 520465 w 1233488"/>
                  <a:gd name="connsiteY69" fmla="*/ 471487 h 935037"/>
                  <a:gd name="connsiteX70" fmla="*/ 210576 w 1233488"/>
                  <a:gd name="connsiteY70" fmla="*/ 471487 h 935037"/>
                  <a:gd name="connsiteX71" fmla="*/ 200580 w 1233488"/>
                  <a:gd name="connsiteY71" fmla="*/ 457982 h 935037"/>
                  <a:gd name="connsiteX72" fmla="*/ 301972 w 1233488"/>
                  <a:gd name="connsiteY72" fmla="*/ 311552 h 935037"/>
                  <a:gd name="connsiteX73" fmla="*/ 478337 w 1233488"/>
                  <a:gd name="connsiteY73" fmla="*/ 280987 h 935037"/>
                  <a:gd name="connsiteX74" fmla="*/ 393700 w 1233488"/>
                  <a:gd name="connsiteY74" fmla="*/ 0 h 935037"/>
                  <a:gd name="connsiteX75" fmla="*/ 421526 w 1233488"/>
                  <a:gd name="connsiteY75" fmla="*/ 12851 h 935037"/>
                  <a:gd name="connsiteX76" fmla="*/ 440790 w 1233488"/>
                  <a:gd name="connsiteY76" fmla="*/ 33557 h 935037"/>
                  <a:gd name="connsiteX77" fmla="*/ 445784 w 1233488"/>
                  <a:gd name="connsiteY77" fmla="*/ 39269 h 935037"/>
                  <a:gd name="connsiteX78" fmla="*/ 512138 w 1233488"/>
                  <a:gd name="connsiteY78" fmla="*/ 179208 h 935037"/>
                  <a:gd name="connsiteX79" fmla="*/ 616306 w 1233488"/>
                  <a:gd name="connsiteY79" fmla="*/ 231329 h 935037"/>
                  <a:gd name="connsiteX80" fmla="*/ 720476 w 1233488"/>
                  <a:gd name="connsiteY80" fmla="*/ 179208 h 935037"/>
                  <a:gd name="connsiteX81" fmla="*/ 786829 w 1233488"/>
                  <a:gd name="connsiteY81" fmla="*/ 39269 h 935037"/>
                  <a:gd name="connsiteX82" fmla="*/ 791824 w 1233488"/>
                  <a:gd name="connsiteY82" fmla="*/ 33557 h 935037"/>
                  <a:gd name="connsiteX83" fmla="*/ 810374 w 1233488"/>
                  <a:gd name="connsiteY83" fmla="*/ 14279 h 935037"/>
                  <a:gd name="connsiteX84" fmla="*/ 838200 w 1233488"/>
                  <a:gd name="connsiteY84" fmla="*/ 714 h 935037"/>
                  <a:gd name="connsiteX85" fmla="*/ 806093 w 1233488"/>
                  <a:gd name="connsiteY85" fmla="*/ 51406 h 935037"/>
                  <a:gd name="connsiteX86" fmla="*/ 735459 w 1233488"/>
                  <a:gd name="connsiteY86" fmla="*/ 196344 h 935037"/>
                  <a:gd name="connsiteX87" fmla="*/ 726897 w 1233488"/>
                  <a:gd name="connsiteY87" fmla="*/ 202769 h 935037"/>
                  <a:gd name="connsiteX88" fmla="*/ 726897 w 1233488"/>
                  <a:gd name="connsiteY88" fmla="*/ 246322 h 935037"/>
                  <a:gd name="connsiteX89" fmla="*/ 726897 w 1233488"/>
                  <a:gd name="connsiteY89" fmla="*/ 262030 h 935037"/>
                  <a:gd name="connsiteX90" fmla="*/ 726183 w 1233488"/>
                  <a:gd name="connsiteY90" fmla="*/ 262744 h 935037"/>
                  <a:gd name="connsiteX91" fmla="*/ 704065 w 1233488"/>
                  <a:gd name="connsiteY91" fmla="*/ 284163 h 935037"/>
                  <a:gd name="connsiteX92" fmla="*/ 704065 w 1233488"/>
                  <a:gd name="connsiteY92" fmla="*/ 260602 h 935037"/>
                  <a:gd name="connsiteX93" fmla="*/ 704065 w 1233488"/>
                  <a:gd name="connsiteY93" fmla="*/ 219191 h 935037"/>
                  <a:gd name="connsiteX94" fmla="*/ 616306 w 1233488"/>
                  <a:gd name="connsiteY94" fmla="*/ 254176 h 935037"/>
                  <a:gd name="connsiteX95" fmla="*/ 528548 w 1233488"/>
                  <a:gd name="connsiteY95" fmla="*/ 219191 h 935037"/>
                  <a:gd name="connsiteX96" fmla="*/ 528548 w 1233488"/>
                  <a:gd name="connsiteY96" fmla="*/ 260602 h 935037"/>
                  <a:gd name="connsiteX97" fmla="*/ 528548 w 1233488"/>
                  <a:gd name="connsiteY97" fmla="*/ 284163 h 935037"/>
                  <a:gd name="connsiteX98" fmla="*/ 506430 w 1233488"/>
                  <a:gd name="connsiteY98" fmla="*/ 262744 h 935037"/>
                  <a:gd name="connsiteX99" fmla="*/ 505717 w 1233488"/>
                  <a:gd name="connsiteY99" fmla="*/ 262030 h 935037"/>
                  <a:gd name="connsiteX100" fmla="*/ 505717 w 1233488"/>
                  <a:gd name="connsiteY100" fmla="*/ 246322 h 935037"/>
                  <a:gd name="connsiteX101" fmla="*/ 505717 w 1233488"/>
                  <a:gd name="connsiteY101" fmla="*/ 202769 h 935037"/>
                  <a:gd name="connsiteX102" fmla="*/ 497155 w 1233488"/>
                  <a:gd name="connsiteY102" fmla="*/ 196344 h 935037"/>
                  <a:gd name="connsiteX103" fmla="*/ 426520 w 1233488"/>
                  <a:gd name="connsiteY103" fmla="*/ 51406 h 935037"/>
                  <a:gd name="connsiteX104" fmla="*/ 393700 w 1233488"/>
                  <a:gd name="connsiteY104" fmla="*/ 714 h 935037"/>
                  <a:gd name="connsiteX105" fmla="*/ 393700 w 1233488"/>
                  <a:gd name="connsiteY105" fmla="*/ 0 h 935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1233488" h="935037">
                    <a:moveTo>
                      <a:pt x="928688" y="752475"/>
                    </a:moveTo>
                    <a:lnTo>
                      <a:pt x="928688" y="903288"/>
                    </a:lnTo>
                    <a:lnTo>
                      <a:pt x="1201738" y="903288"/>
                    </a:lnTo>
                    <a:lnTo>
                      <a:pt x="1201738" y="752475"/>
                    </a:lnTo>
                    <a:lnTo>
                      <a:pt x="1065213" y="752475"/>
                    </a:lnTo>
                    <a:close/>
                    <a:moveTo>
                      <a:pt x="477838" y="752475"/>
                    </a:moveTo>
                    <a:lnTo>
                      <a:pt x="477838" y="903288"/>
                    </a:lnTo>
                    <a:lnTo>
                      <a:pt x="752476" y="903288"/>
                    </a:lnTo>
                    <a:lnTo>
                      <a:pt x="752476" y="752475"/>
                    </a:lnTo>
                    <a:lnTo>
                      <a:pt x="615951" y="752475"/>
                    </a:lnTo>
                    <a:close/>
                    <a:moveTo>
                      <a:pt x="31750" y="752475"/>
                    </a:moveTo>
                    <a:lnTo>
                      <a:pt x="31750" y="903288"/>
                    </a:lnTo>
                    <a:lnTo>
                      <a:pt x="304800" y="903288"/>
                    </a:lnTo>
                    <a:lnTo>
                      <a:pt x="304800" y="752475"/>
                    </a:lnTo>
                    <a:lnTo>
                      <a:pt x="168275" y="752475"/>
                    </a:lnTo>
                    <a:close/>
                    <a:moveTo>
                      <a:pt x="599612" y="503237"/>
                    </a:moveTo>
                    <a:cubicBezTo>
                      <a:pt x="599612" y="503237"/>
                      <a:pt x="599612" y="503237"/>
                      <a:pt x="631021" y="503237"/>
                    </a:cubicBezTo>
                    <a:cubicBezTo>
                      <a:pt x="631021" y="503237"/>
                      <a:pt x="631021" y="503237"/>
                      <a:pt x="631021" y="596021"/>
                    </a:cubicBezTo>
                    <a:cubicBezTo>
                      <a:pt x="631021" y="596021"/>
                      <a:pt x="631021" y="596021"/>
                      <a:pt x="1065740" y="596021"/>
                    </a:cubicBezTo>
                    <a:cubicBezTo>
                      <a:pt x="1074305" y="596021"/>
                      <a:pt x="1081444" y="603158"/>
                      <a:pt x="1081444" y="611722"/>
                    </a:cubicBezTo>
                    <a:cubicBezTo>
                      <a:pt x="1081444" y="611722"/>
                      <a:pt x="1081444" y="611722"/>
                      <a:pt x="1081444" y="721635"/>
                    </a:cubicBezTo>
                    <a:cubicBezTo>
                      <a:pt x="1081444" y="721635"/>
                      <a:pt x="1081444" y="721635"/>
                      <a:pt x="1217784" y="721635"/>
                    </a:cubicBezTo>
                    <a:cubicBezTo>
                      <a:pt x="1226350" y="721635"/>
                      <a:pt x="1233488" y="728772"/>
                      <a:pt x="1233488" y="737337"/>
                    </a:cubicBezTo>
                    <a:cubicBezTo>
                      <a:pt x="1233488" y="737337"/>
                      <a:pt x="1233488" y="737337"/>
                      <a:pt x="1233488" y="919335"/>
                    </a:cubicBezTo>
                    <a:cubicBezTo>
                      <a:pt x="1233488" y="927900"/>
                      <a:pt x="1226350" y="935037"/>
                      <a:pt x="1217784" y="935037"/>
                    </a:cubicBezTo>
                    <a:cubicBezTo>
                      <a:pt x="1217784" y="935037"/>
                      <a:pt x="1217784" y="935037"/>
                      <a:pt x="912981" y="935037"/>
                    </a:cubicBezTo>
                    <a:cubicBezTo>
                      <a:pt x="904415" y="935037"/>
                      <a:pt x="897277" y="927900"/>
                      <a:pt x="897277" y="919335"/>
                    </a:cubicBezTo>
                    <a:cubicBezTo>
                      <a:pt x="897277" y="919335"/>
                      <a:pt x="897277" y="919335"/>
                      <a:pt x="897277" y="737337"/>
                    </a:cubicBezTo>
                    <a:cubicBezTo>
                      <a:pt x="897277" y="728772"/>
                      <a:pt x="904415" y="721635"/>
                      <a:pt x="912981" y="721635"/>
                    </a:cubicBezTo>
                    <a:cubicBezTo>
                      <a:pt x="912981" y="721635"/>
                      <a:pt x="912981" y="721635"/>
                      <a:pt x="1050035" y="721635"/>
                    </a:cubicBezTo>
                    <a:cubicBezTo>
                      <a:pt x="1050035" y="721635"/>
                      <a:pt x="1050035" y="721635"/>
                      <a:pt x="1050035" y="627424"/>
                    </a:cubicBezTo>
                    <a:cubicBezTo>
                      <a:pt x="1050035" y="627424"/>
                      <a:pt x="1050035" y="627424"/>
                      <a:pt x="631021" y="627424"/>
                    </a:cubicBezTo>
                    <a:cubicBezTo>
                      <a:pt x="631021" y="627424"/>
                      <a:pt x="631021" y="627424"/>
                      <a:pt x="631021" y="721635"/>
                    </a:cubicBezTo>
                    <a:cubicBezTo>
                      <a:pt x="631021" y="721635"/>
                      <a:pt x="631021" y="721635"/>
                      <a:pt x="767361" y="721635"/>
                    </a:cubicBezTo>
                    <a:cubicBezTo>
                      <a:pt x="775927" y="721635"/>
                      <a:pt x="783065" y="728772"/>
                      <a:pt x="783065" y="737337"/>
                    </a:cubicBezTo>
                    <a:cubicBezTo>
                      <a:pt x="783065" y="737337"/>
                      <a:pt x="783065" y="737337"/>
                      <a:pt x="783065" y="919335"/>
                    </a:cubicBezTo>
                    <a:cubicBezTo>
                      <a:pt x="783065" y="927900"/>
                      <a:pt x="775927" y="935037"/>
                      <a:pt x="767361" y="935037"/>
                    </a:cubicBezTo>
                    <a:cubicBezTo>
                      <a:pt x="767361" y="935037"/>
                      <a:pt x="767361" y="935037"/>
                      <a:pt x="462558" y="935037"/>
                    </a:cubicBezTo>
                    <a:cubicBezTo>
                      <a:pt x="453992" y="935037"/>
                      <a:pt x="446854" y="927900"/>
                      <a:pt x="446854" y="919335"/>
                    </a:cubicBezTo>
                    <a:cubicBezTo>
                      <a:pt x="446854" y="919335"/>
                      <a:pt x="446854" y="919335"/>
                      <a:pt x="446854" y="737337"/>
                    </a:cubicBezTo>
                    <a:cubicBezTo>
                      <a:pt x="446854" y="728772"/>
                      <a:pt x="453992" y="721635"/>
                      <a:pt x="462558" y="721635"/>
                    </a:cubicBezTo>
                    <a:cubicBezTo>
                      <a:pt x="462558" y="721635"/>
                      <a:pt x="462558" y="721635"/>
                      <a:pt x="599612" y="721635"/>
                    </a:cubicBezTo>
                    <a:cubicBezTo>
                      <a:pt x="599612" y="721635"/>
                      <a:pt x="599612" y="721635"/>
                      <a:pt x="599612" y="627424"/>
                    </a:cubicBezTo>
                    <a:cubicBezTo>
                      <a:pt x="599612" y="627424"/>
                      <a:pt x="599612" y="627424"/>
                      <a:pt x="183453" y="627424"/>
                    </a:cubicBezTo>
                    <a:cubicBezTo>
                      <a:pt x="183453" y="627424"/>
                      <a:pt x="183453" y="627424"/>
                      <a:pt x="183453" y="721635"/>
                    </a:cubicBezTo>
                    <a:cubicBezTo>
                      <a:pt x="183453" y="721635"/>
                      <a:pt x="183453" y="721635"/>
                      <a:pt x="320507" y="721635"/>
                    </a:cubicBezTo>
                    <a:cubicBezTo>
                      <a:pt x="329073" y="721635"/>
                      <a:pt x="336211" y="728772"/>
                      <a:pt x="336211" y="737337"/>
                    </a:cubicBezTo>
                    <a:cubicBezTo>
                      <a:pt x="336211" y="737337"/>
                      <a:pt x="336211" y="737337"/>
                      <a:pt x="336211" y="919335"/>
                    </a:cubicBezTo>
                    <a:cubicBezTo>
                      <a:pt x="336211" y="927900"/>
                      <a:pt x="329073" y="935037"/>
                      <a:pt x="320507" y="935037"/>
                    </a:cubicBezTo>
                    <a:cubicBezTo>
                      <a:pt x="320507" y="935037"/>
                      <a:pt x="320507" y="935037"/>
                      <a:pt x="15704" y="935037"/>
                    </a:cubicBezTo>
                    <a:cubicBezTo>
                      <a:pt x="7138" y="935037"/>
                      <a:pt x="0" y="927900"/>
                      <a:pt x="0" y="919335"/>
                    </a:cubicBezTo>
                    <a:cubicBezTo>
                      <a:pt x="0" y="919335"/>
                      <a:pt x="0" y="919335"/>
                      <a:pt x="0" y="737337"/>
                    </a:cubicBezTo>
                    <a:cubicBezTo>
                      <a:pt x="0" y="728772"/>
                      <a:pt x="7138" y="721635"/>
                      <a:pt x="15704" y="721635"/>
                    </a:cubicBezTo>
                    <a:cubicBezTo>
                      <a:pt x="15704" y="721635"/>
                      <a:pt x="15704" y="721635"/>
                      <a:pt x="152045" y="721635"/>
                    </a:cubicBezTo>
                    <a:cubicBezTo>
                      <a:pt x="152045" y="721635"/>
                      <a:pt x="152045" y="721635"/>
                      <a:pt x="152045" y="611722"/>
                    </a:cubicBezTo>
                    <a:cubicBezTo>
                      <a:pt x="152045" y="603158"/>
                      <a:pt x="159183" y="596021"/>
                      <a:pt x="167749" y="596021"/>
                    </a:cubicBezTo>
                    <a:cubicBezTo>
                      <a:pt x="167749" y="596021"/>
                      <a:pt x="167749" y="596021"/>
                      <a:pt x="599612" y="596021"/>
                    </a:cubicBezTo>
                    <a:cubicBezTo>
                      <a:pt x="599612" y="596021"/>
                      <a:pt x="599612" y="596021"/>
                      <a:pt x="599612" y="503237"/>
                    </a:cubicBezTo>
                    <a:close/>
                    <a:moveTo>
                      <a:pt x="756510" y="280987"/>
                    </a:moveTo>
                    <a:cubicBezTo>
                      <a:pt x="777117" y="281698"/>
                      <a:pt x="875885" y="285252"/>
                      <a:pt x="932020" y="311552"/>
                    </a:cubicBezTo>
                    <a:cubicBezTo>
                      <a:pt x="983180" y="334299"/>
                      <a:pt x="1020129" y="423862"/>
                      <a:pt x="1032920" y="457982"/>
                    </a:cubicBezTo>
                    <a:cubicBezTo>
                      <a:pt x="1035051" y="464379"/>
                      <a:pt x="1030077" y="471487"/>
                      <a:pt x="1022972" y="471487"/>
                    </a:cubicBezTo>
                    <a:cubicBezTo>
                      <a:pt x="1022972" y="471487"/>
                      <a:pt x="1022972" y="471487"/>
                      <a:pt x="714587" y="471487"/>
                    </a:cubicBezTo>
                    <a:cubicBezTo>
                      <a:pt x="711745" y="471487"/>
                      <a:pt x="709613" y="468644"/>
                      <a:pt x="710324" y="465801"/>
                    </a:cubicBezTo>
                    <a:cubicBezTo>
                      <a:pt x="710324" y="465801"/>
                      <a:pt x="710324" y="465801"/>
                      <a:pt x="752247" y="284541"/>
                    </a:cubicBezTo>
                    <a:cubicBezTo>
                      <a:pt x="752958" y="282409"/>
                      <a:pt x="754379" y="280987"/>
                      <a:pt x="756510" y="280987"/>
                    </a:cubicBezTo>
                    <a:close/>
                    <a:moveTo>
                      <a:pt x="478337" y="280987"/>
                    </a:moveTo>
                    <a:cubicBezTo>
                      <a:pt x="480479" y="280987"/>
                      <a:pt x="481907" y="282409"/>
                      <a:pt x="482621" y="284541"/>
                    </a:cubicBezTo>
                    <a:cubicBezTo>
                      <a:pt x="482621" y="284541"/>
                      <a:pt x="482621" y="284541"/>
                      <a:pt x="524749" y="465801"/>
                    </a:cubicBezTo>
                    <a:cubicBezTo>
                      <a:pt x="525463" y="468644"/>
                      <a:pt x="523321" y="471487"/>
                      <a:pt x="520465" y="471487"/>
                    </a:cubicBezTo>
                    <a:cubicBezTo>
                      <a:pt x="520465" y="471487"/>
                      <a:pt x="520465" y="471487"/>
                      <a:pt x="210576" y="471487"/>
                    </a:cubicBezTo>
                    <a:cubicBezTo>
                      <a:pt x="203436" y="471487"/>
                      <a:pt x="198438" y="464379"/>
                      <a:pt x="200580" y="457982"/>
                    </a:cubicBezTo>
                    <a:cubicBezTo>
                      <a:pt x="213432" y="423862"/>
                      <a:pt x="250562" y="334299"/>
                      <a:pt x="301972" y="311552"/>
                    </a:cubicBezTo>
                    <a:cubicBezTo>
                      <a:pt x="358380" y="285252"/>
                      <a:pt x="457630" y="281698"/>
                      <a:pt x="478337" y="280987"/>
                    </a:cubicBezTo>
                    <a:close/>
                    <a:moveTo>
                      <a:pt x="393700" y="0"/>
                    </a:moveTo>
                    <a:cubicBezTo>
                      <a:pt x="393700" y="0"/>
                      <a:pt x="393700" y="0"/>
                      <a:pt x="421526" y="12851"/>
                    </a:cubicBezTo>
                    <a:cubicBezTo>
                      <a:pt x="425093" y="20705"/>
                      <a:pt x="430801" y="28559"/>
                      <a:pt x="440790" y="33557"/>
                    </a:cubicBezTo>
                    <a:cubicBezTo>
                      <a:pt x="442930" y="34271"/>
                      <a:pt x="445071" y="36413"/>
                      <a:pt x="445784" y="39269"/>
                    </a:cubicBezTo>
                    <a:cubicBezTo>
                      <a:pt x="464335" y="87105"/>
                      <a:pt x="499295" y="167071"/>
                      <a:pt x="512138" y="179208"/>
                    </a:cubicBezTo>
                    <a:cubicBezTo>
                      <a:pt x="532115" y="196344"/>
                      <a:pt x="587054" y="231329"/>
                      <a:pt x="616306" y="231329"/>
                    </a:cubicBezTo>
                    <a:cubicBezTo>
                      <a:pt x="645559" y="231329"/>
                      <a:pt x="700498" y="196344"/>
                      <a:pt x="720476" y="179208"/>
                    </a:cubicBezTo>
                    <a:cubicBezTo>
                      <a:pt x="733318" y="167071"/>
                      <a:pt x="767565" y="87105"/>
                      <a:pt x="786829" y="39269"/>
                    </a:cubicBezTo>
                    <a:cubicBezTo>
                      <a:pt x="787543" y="36413"/>
                      <a:pt x="789683" y="34271"/>
                      <a:pt x="791824" y="33557"/>
                    </a:cubicBezTo>
                    <a:cubicBezTo>
                      <a:pt x="801099" y="28559"/>
                      <a:pt x="806807" y="21419"/>
                      <a:pt x="810374" y="14279"/>
                    </a:cubicBezTo>
                    <a:cubicBezTo>
                      <a:pt x="810374" y="14279"/>
                      <a:pt x="810374" y="14279"/>
                      <a:pt x="838200" y="714"/>
                    </a:cubicBezTo>
                    <a:cubicBezTo>
                      <a:pt x="836773" y="12137"/>
                      <a:pt x="829638" y="37127"/>
                      <a:pt x="806093" y="51406"/>
                    </a:cubicBezTo>
                    <a:cubicBezTo>
                      <a:pt x="795391" y="79965"/>
                      <a:pt x="755436" y="178494"/>
                      <a:pt x="735459" y="196344"/>
                    </a:cubicBezTo>
                    <a:cubicBezTo>
                      <a:pt x="732605" y="197772"/>
                      <a:pt x="730464" y="200628"/>
                      <a:pt x="726897" y="202769"/>
                    </a:cubicBezTo>
                    <a:cubicBezTo>
                      <a:pt x="726897" y="202769"/>
                      <a:pt x="726897" y="202769"/>
                      <a:pt x="726897" y="246322"/>
                    </a:cubicBezTo>
                    <a:cubicBezTo>
                      <a:pt x="726897" y="246322"/>
                      <a:pt x="726897" y="246322"/>
                      <a:pt x="726897" y="262030"/>
                    </a:cubicBezTo>
                    <a:cubicBezTo>
                      <a:pt x="726897" y="262030"/>
                      <a:pt x="726897" y="262030"/>
                      <a:pt x="726183" y="262744"/>
                    </a:cubicBezTo>
                    <a:cubicBezTo>
                      <a:pt x="725470" y="263458"/>
                      <a:pt x="718335" y="273453"/>
                      <a:pt x="704065" y="284163"/>
                    </a:cubicBezTo>
                    <a:cubicBezTo>
                      <a:pt x="704065" y="284163"/>
                      <a:pt x="704065" y="284163"/>
                      <a:pt x="704065" y="260602"/>
                    </a:cubicBezTo>
                    <a:cubicBezTo>
                      <a:pt x="704065" y="260602"/>
                      <a:pt x="704065" y="260602"/>
                      <a:pt x="704065" y="219191"/>
                    </a:cubicBezTo>
                    <a:cubicBezTo>
                      <a:pt x="676953" y="236326"/>
                      <a:pt x="641992" y="254176"/>
                      <a:pt x="616306" y="254176"/>
                    </a:cubicBezTo>
                    <a:cubicBezTo>
                      <a:pt x="590621" y="254176"/>
                      <a:pt x="555660" y="236326"/>
                      <a:pt x="528548" y="219191"/>
                    </a:cubicBezTo>
                    <a:cubicBezTo>
                      <a:pt x="528548" y="219191"/>
                      <a:pt x="528548" y="219191"/>
                      <a:pt x="528548" y="260602"/>
                    </a:cubicBezTo>
                    <a:cubicBezTo>
                      <a:pt x="528548" y="260602"/>
                      <a:pt x="528548" y="260602"/>
                      <a:pt x="528548" y="284163"/>
                    </a:cubicBezTo>
                    <a:cubicBezTo>
                      <a:pt x="514278" y="273453"/>
                      <a:pt x="507144" y="263458"/>
                      <a:pt x="506430" y="262744"/>
                    </a:cubicBezTo>
                    <a:cubicBezTo>
                      <a:pt x="506430" y="262744"/>
                      <a:pt x="506430" y="262744"/>
                      <a:pt x="505717" y="262030"/>
                    </a:cubicBezTo>
                    <a:cubicBezTo>
                      <a:pt x="505717" y="262030"/>
                      <a:pt x="505717" y="262030"/>
                      <a:pt x="505717" y="246322"/>
                    </a:cubicBezTo>
                    <a:cubicBezTo>
                      <a:pt x="505717" y="246322"/>
                      <a:pt x="505717" y="246322"/>
                      <a:pt x="505717" y="202769"/>
                    </a:cubicBezTo>
                    <a:cubicBezTo>
                      <a:pt x="502149" y="200628"/>
                      <a:pt x="499295" y="197772"/>
                      <a:pt x="497155" y="196344"/>
                    </a:cubicBezTo>
                    <a:cubicBezTo>
                      <a:pt x="477177" y="178494"/>
                      <a:pt x="437222" y="79965"/>
                      <a:pt x="426520" y="51406"/>
                    </a:cubicBezTo>
                    <a:cubicBezTo>
                      <a:pt x="402975" y="37841"/>
                      <a:pt x="395840" y="14279"/>
                      <a:pt x="393700" y="714"/>
                    </a:cubicBezTo>
                    <a:cubicBezTo>
                      <a:pt x="393700" y="714"/>
                      <a:pt x="393700" y="0"/>
                      <a:pt x="393700"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98" name="Freeform 14">
                <a:extLst>
                  <a:ext uri="{FF2B5EF4-FFF2-40B4-BE49-F238E27FC236}">
                    <a16:creationId xmlns:a16="http://schemas.microsoft.com/office/drawing/2014/main" id="{FCA1DB84-AF29-0336-1F6D-37ABE3B8BF26}"/>
                  </a:ext>
                </a:extLst>
              </p:cNvPr>
              <p:cNvSpPr>
                <a:spLocks/>
              </p:cNvSpPr>
              <p:nvPr/>
            </p:nvSpPr>
            <p:spPr bwMode="auto">
              <a:xfrm>
                <a:off x="5543550" y="2773362"/>
                <a:ext cx="1106488" cy="1209676"/>
              </a:xfrm>
              <a:custGeom>
                <a:avLst/>
                <a:gdLst>
                  <a:gd name="connsiteX0" fmla="*/ 904042 w 1106488"/>
                  <a:gd name="connsiteY0" fmla="*/ 1120776 h 1209676"/>
                  <a:gd name="connsiteX1" fmla="*/ 1099385 w 1106488"/>
                  <a:gd name="connsiteY1" fmla="*/ 1120776 h 1209676"/>
                  <a:gd name="connsiteX2" fmla="*/ 1106488 w 1106488"/>
                  <a:gd name="connsiteY2" fmla="*/ 1128004 h 1209676"/>
                  <a:gd name="connsiteX3" fmla="*/ 1106488 w 1106488"/>
                  <a:gd name="connsiteY3" fmla="*/ 1202448 h 1209676"/>
                  <a:gd name="connsiteX4" fmla="*/ 1099385 w 1106488"/>
                  <a:gd name="connsiteY4" fmla="*/ 1209676 h 1209676"/>
                  <a:gd name="connsiteX5" fmla="*/ 904042 w 1106488"/>
                  <a:gd name="connsiteY5" fmla="*/ 1209676 h 1209676"/>
                  <a:gd name="connsiteX6" fmla="*/ 896938 w 1106488"/>
                  <a:gd name="connsiteY6" fmla="*/ 1202448 h 1209676"/>
                  <a:gd name="connsiteX7" fmla="*/ 896938 w 1106488"/>
                  <a:gd name="connsiteY7" fmla="*/ 1128004 h 1209676"/>
                  <a:gd name="connsiteX8" fmla="*/ 904042 w 1106488"/>
                  <a:gd name="connsiteY8" fmla="*/ 1120776 h 1209676"/>
                  <a:gd name="connsiteX9" fmla="*/ 453245 w 1106488"/>
                  <a:gd name="connsiteY9" fmla="*/ 1120776 h 1209676"/>
                  <a:gd name="connsiteX10" fmla="*/ 650069 w 1106488"/>
                  <a:gd name="connsiteY10" fmla="*/ 1120776 h 1209676"/>
                  <a:gd name="connsiteX11" fmla="*/ 657226 w 1106488"/>
                  <a:gd name="connsiteY11" fmla="*/ 1128004 h 1209676"/>
                  <a:gd name="connsiteX12" fmla="*/ 657226 w 1106488"/>
                  <a:gd name="connsiteY12" fmla="*/ 1202448 h 1209676"/>
                  <a:gd name="connsiteX13" fmla="*/ 650069 w 1106488"/>
                  <a:gd name="connsiteY13" fmla="*/ 1209676 h 1209676"/>
                  <a:gd name="connsiteX14" fmla="*/ 453245 w 1106488"/>
                  <a:gd name="connsiteY14" fmla="*/ 1209676 h 1209676"/>
                  <a:gd name="connsiteX15" fmla="*/ 446088 w 1106488"/>
                  <a:gd name="connsiteY15" fmla="*/ 1202448 h 1209676"/>
                  <a:gd name="connsiteX16" fmla="*/ 446088 w 1106488"/>
                  <a:gd name="connsiteY16" fmla="*/ 1128004 h 1209676"/>
                  <a:gd name="connsiteX17" fmla="*/ 453245 w 1106488"/>
                  <a:gd name="connsiteY17" fmla="*/ 1120776 h 1209676"/>
                  <a:gd name="connsiteX18" fmla="*/ 7104 w 1106488"/>
                  <a:gd name="connsiteY18" fmla="*/ 1120776 h 1209676"/>
                  <a:gd name="connsiteX19" fmla="*/ 202447 w 1106488"/>
                  <a:gd name="connsiteY19" fmla="*/ 1120776 h 1209676"/>
                  <a:gd name="connsiteX20" fmla="*/ 209550 w 1106488"/>
                  <a:gd name="connsiteY20" fmla="*/ 1128004 h 1209676"/>
                  <a:gd name="connsiteX21" fmla="*/ 209550 w 1106488"/>
                  <a:gd name="connsiteY21" fmla="*/ 1202448 h 1209676"/>
                  <a:gd name="connsiteX22" fmla="*/ 202447 w 1106488"/>
                  <a:gd name="connsiteY22" fmla="*/ 1209676 h 1209676"/>
                  <a:gd name="connsiteX23" fmla="*/ 7104 w 1106488"/>
                  <a:gd name="connsiteY23" fmla="*/ 1209676 h 1209676"/>
                  <a:gd name="connsiteX24" fmla="*/ 0 w 1106488"/>
                  <a:gd name="connsiteY24" fmla="*/ 1202448 h 1209676"/>
                  <a:gd name="connsiteX25" fmla="*/ 0 w 1106488"/>
                  <a:gd name="connsiteY25" fmla="*/ 1128004 h 1209676"/>
                  <a:gd name="connsiteX26" fmla="*/ 7104 w 1106488"/>
                  <a:gd name="connsiteY26" fmla="*/ 1120776 h 1209676"/>
                  <a:gd name="connsiteX27" fmla="*/ 554155 w 1106488"/>
                  <a:gd name="connsiteY27" fmla="*/ 644525 h 1209676"/>
                  <a:gd name="connsiteX28" fmla="*/ 579854 w 1106488"/>
                  <a:gd name="connsiteY28" fmla="*/ 647381 h 1209676"/>
                  <a:gd name="connsiteX29" fmla="*/ 599127 w 1106488"/>
                  <a:gd name="connsiteY29" fmla="*/ 650951 h 1209676"/>
                  <a:gd name="connsiteX30" fmla="*/ 601983 w 1106488"/>
                  <a:gd name="connsiteY30" fmla="*/ 657378 h 1209676"/>
                  <a:gd name="connsiteX31" fmla="*/ 572001 w 1106488"/>
                  <a:gd name="connsiteY31" fmla="*/ 704504 h 1209676"/>
                  <a:gd name="connsiteX32" fmla="*/ 572001 w 1106488"/>
                  <a:gd name="connsiteY32" fmla="*/ 708074 h 1209676"/>
                  <a:gd name="connsiteX33" fmla="*/ 604124 w 1106488"/>
                  <a:gd name="connsiteY33" fmla="*/ 802326 h 1209676"/>
                  <a:gd name="connsiteX34" fmla="*/ 599127 w 1106488"/>
                  <a:gd name="connsiteY34" fmla="*/ 808038 h 1209676"/>
                  <a:gd name="connsiteX35" fmla="*/ 567004 w 1106488"/>
                  <a:gd name="connsiteY35" fmla="*/ 808038 h 1209676"/>
                  <a:gd name="connsiteX36" fmla="*/ 535595 w 1106488"/>
                  <a:gd name="connsiteY36" fmla="*/ 808038 h 1209676"/>
                  <a:gd name="connsiteX37" fmla="*/ 503472 w 1106488"/>
                  <a:gd name="connsiteY37" fmla="*/ 808038 h 1209676"/>
                  <a:gd name="connsiteX38" fmla="*/ 499189 w 1106488"/>
                  <a:gd name="connsiteY38" fmla="*/ 802326 h 1209676"/>
                  <a:gd name="connsiteX39" fmla="*/ 534168 w 1106488"/>
                  <a:gd name="connsiteY39" fmla="*/ 708074 h 1209676"/>
                  <a:gd name="connsiteX40" fmla="*/ 533454 w 1106488"/>
                  <a:gd name="connsiteY40" fmla="*/ 704504 h 1209676"/>
                  <a:gd name="connsiteX41" fmla="*/ 504186 w 1106488"/>
                  <a:gd name="connsiteY41" fmla="*/ 658092 h 1209676"/>
                  <a:gd name="connsiteX42" fmla="*/ 507041 w 1106488"/>
                  <a:gd name="connsiteY42" fmla="*/ 650951 h 1209676"/>
                  <a:gd name="connsiteX43" fmla="*/ 526315 w 1106488"/>
                  <a:gd name="connsiteY43" fmla="*/ 647381 h 1209676"/>
                  <a:gd name="connsiteX44" fmla="*/ 554155 w 1106488"/>
                  <a:gd name="connsiteY44" fmla="*/ 644525 h 1209676"/>
                  <a:gd name="connsiteX45" fmla="*/ 552887 w 1106488"/>
                  <a:gd name="connsiteY45" fmla="*/ 0 h 1209676"/>
                  <a:gd name="connsiteX46" fmla="*/ 772398 w 1106488"/>
                  <a:gd name="connsiteY46" fmla="*/ 224261 h 1209676"/>
                  <a:gd name="connsiteX47" fmla="*/ 764533 w 1106488"/>
                  <a:gd name="connsiteY47" fmla="*/ 300681 h 1209676"/>
                  <a:gd name="connsiteX48" fmla="*/ 764533 w 1106488"/>
                  <a:gd name="connsiteY48" fmla="*/ 299967 h 1209676"/>
                  <a:gd name="connsiteX49" fmla="*/ 739507 w 1106488"/>
                  <a:gd name="connsiteY49" fmla="*/ 334963 h 1209676"/>
                  <a:gd name="connsiteX50" fmla="*/ 723062 w 1106488"/>
                  <a:gd name="connsiteY50" fmla="*/ 334963 h 1209676"/>
                  <a:gd name="connsiteX51" fmla="*/ 720917 w 1106488"/>
                  <a:gd name="connsiteY51" fmla="*/ 169981 h 1209676"/>
                  <a:gd name="connsiteX52" fmla="*/ 432763 w 1106488"/>
                  <a:gd name="connsiteY52" fmla="*/ 179980 h 1209676"/>
                  <a:gd name="connsiteX53" fmla="*/ 378421 w 1106488"/>
                  <a:gd name="connsiteY53" fmla="*/ 332106 h 1209676"/>
                  <a:gd name="connsiteX54" fmla="*/ 364121 w 1106488"/>
                  <a:gd name="connsiteY54" fmla="*/ 330678 h 1209676"/>
                  <a:gd name="connsiteX55" fmla="*/ 341955 w 1106488"/>
                  <a:gd name="connsiteY55" fmla="*/ 302824 h 1209676"/>
                  <a:gd name="connsiteX56" fmla="*/ 333375 w 1106488"/>
                  <a:gd name="connsiteY56" fmla="*/ 224261 h 1209676"/>
                  <a:gd name="connsiteX57" fmla="*/ 552887 w 1106488"/>
                  <a:gd name="connsiteY57" fmla="*/ 0 h 1209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106488" h="1209676">
                    <a:moveTo>
                      <a:pt x="904042" y="1120776"/>
                    </a:moveTo>
                    <a:cubicBezTo>
                      <a:pt x="904042" y="1120776"/>
                      <a:pt x="904042" y="1120776"/>
                      <a:pt x="1099385" y="1120776"/>
                    </a:cubicBezTo>
                    <a:cubicBezTo>
                      <a:pt x="1103647" y="1120776"/>
                      <a:pt x="1106488" y="1124390"/>
                      <a:pt x="1106488" y="1128004"/>
                    </a:cubicBezTo>
                    <a:cubicBezTo>
                      <a:pt x="1106488" y="1128004"/>
                      <a:pt x="1106488" y="1128004"/>
                      <a:pt x="1106488" y="1202448"/>
                    </a:cubicBezTo>
                    <a:cubicBezTo>
                      <a:pt x="1106488" y="1206785"/>
                      <a:pt x="1103647" y="1209676"/>
                      <a:pt x="1099385" y="1209676"/>
                    </a:cubicBezTo>
                    <a:cubicBezTo>
                      <a:pt x="1099385" y="1209676"/>
                      <a:pt x="1099385" y="1209676"/>
                      <a:pt x="904042" y="1209676"/>
                    </a:cubicBezTo>
                    <a:cubicBezTo>
                      <a:pt x="899780" y="1209676"/>
                      <a:pt x="896938" y="1206785"/>
                      <a:pt x="896938" y="1202448"/>
                    </a:cubicBezTo>
                    <a:cubicBezTo>
                      <a:pt x="896938" y="1202448"/>
                      <a:pt x="896938" y="1202448"/>
                      <a:pt x="896938" y="1128004"/>
                    </a:cubicBezTo>
                    <a:cubicBezTo>
                      <a:pt x="896938" y="1124390"/>
                      <a:pt x="899780" y="1120776"/>
                      <a:pt x="904042" y="1120776"/>
                    </a:cubicBezTo>
                    <a:close/>
                    <a:moveTo>
                      <a:pt x="453245" y="1120776"/>
                    </a:moveTo>
                    <a:cubicBezTo>
                      <a:pt x="453245" y="1120776"/>
                      <a:pt x="453245" y="1120776"/>
                      <a:pt x="650069" y="1120776"/>
                    </a:cubicBezTo>
                    <a:cubicBezTo>
                      <a:pt x="654363" y="1120776"/>
                      <a:pt x="657226" y="1124390"/>
                      <a:pt x="657226" y="1128004"/>
                    </a:cubicBezTo>
                    <a:cubicBezTo>
                      <a:pt x="657226" y="1128004"/>
                      <a:pt x="657226" y="1128004"/>
                      <a:pt x="657226" y="1202448"/>
                    </a:cubicBezTo>
                    <a:cubicBezTo>
                      <a:pt x="657226" y="1206785"/>
                      <a:pt x="654363" y="1209676"/>
                      <a:pt x="650069" y="1209676"/>
                    </a:cubicBezTo>
                    <a:cubicBezTo>
                      <a:pt x="650069" y="1209676"/>
                      <a:pt x="650069" y="1209676"/>
                      <a:pt x="453245" y="1209676"/>
                    </a:cubicBezTo>
                    <a:cubicBezTo>
                      <a:pt x="448951" y="1209676"/>
                      <a:pt x="446088" y="1206785"/>
                      <a:pt x="446088" y="1202448"/>
                    </a:cubicBezTo>
                    <a:cubicBezTo>
                      <a:pt x="446088" y="1202448"/>
                      <a:pt x="446088" y="1202448"/>
                      <a:pt x="446088" y="1128004"/>
                    </a:cubicBezTo>
                    <a:cubicBezTo>
                      <a:pt x="446088" y="1124390"/>
                      <a:pt x="448951" y="1120776"/>
                      <a:pt x="453245" y="1120776"/>
                    </a:cubicBezTo>
                    <a:close/>
                    <a:moveTo>
                      <a:pt x="7104" y="1120776"/>
                    </a:moveTo>
                    <a:cubicBezTo>
                      <a:pt x="7104" y="1120776"/>
                      <a:pt x="7104" y="1120776"/>
                      <a:pt x="202447" y="1120776"/>
                    </a:cubicBezTo>
                    <a:cubicBezTo>
                      <a:pt x="206709" y="1120776"/>
                      <a:pt x="209550" y="1124390"/>
                      <a:pt x="209550" y="1128004"/>
                    </a:cubicBezTo>
                    <a:cubicBezTo>
                      <a:pt x="209550" y="1128004"/>
                      <a:pt x="209550" y="1128004"/>
                      <a:pt x="209550" y="1202448"/>
                    </a:cubicBezTo>
                    <a:cubicBezTo>
                      <a:pt x="209550" y="1206785"/>
                      <a:pt x="206709" y="1209676"/>
                      <a:pt x="202447" y="1209676"/>
                    </a:cubicBezTo>
                    <a:cubicBezTo>
                      <a:pt x="202447" y="1209676"/>
                      <a:pt x="202447" y="1209676"/>
                      <a:pt x="7104" y="1209676"/>
                    </a:cubicBezTo>
                    <a:cubicBezTo>
                      <a:pt x="2842" y="1209676"/>
                      <a:pt x="0" y="1206785"/>
                      <a:pt x="0" y="1202448"/>
                    </a:cubicBezTo>
                    <a:cubicBezTo>
                      <a:pt x="0" y="1202448"/>
                      <a:pt x="0" y="1202448"/>
                      <a:pt x="0" y="1128004"/>
                    </a:cubicBezTo>
                    <a:cubicBezTo>
                      <a:pt x="0" y="1124390"/>
                      <a:pt x="2842" y="1120776"/>
                      <a:pt x="7104" y="1120776"/>
                    </a:cubicBezTo>
                    <a:close/>
                    <a:moveTo>
                      <a:pt x="554155" y="644525"/>
                    </a:moveTo>
                    <a:cubicBezTo>
                      <a:pt x="562008" y="644525"/>
                      <a:pt x="571288" y="645953"/>
                      <a:pt x="579854" y="647381"/>
                    </a:cubicBezTo>
                    <a:cubicBezTo>
                      <a:pt x="587706" y="648809"/>
                      <a:pt x="594131" y="650237"/>
                      <a:pt x="599127" y="650951"/>
                    </a:cubicBezTo>
                    <a:cubicBezTo>
                      <a:pt x="601983" y="651665"/>
                      <a:pt x="603411" y="655236"/>
                      <a:pt x="601983" y="657378"/>
                    </a:cubicBezTo>
                    <a:cubicBezTo>
                      <a:pt x="601983" y="657378"/>
                      <a:pt x="601983" y="657378"/>
                      <a:pt x="572001" y="704504"/>
                    </a:cubicBezTo>
                    <a:cubicBezTo>
                      <a:pt x="571288" y="705218"/>
                      <a:pt x="571288" y="706646"/>
                      <a:pt x="572001" y="708074"/>
                    </a:cubicBezTo>
                    <a:cubicBezTo>
                      <a:pt x="572001" y="708074"/>
                      <a:pt x="572001" y="708074"/>
                      <a:pt x="604124" y="802326"/>
                    </a:cubicBezTo>
                    <a:cubicBezTo>
                      <a:pt x="604838" y="805182"/>
                      <a:pt x="602697" y="808038"/>
                      <a:pt x="599127" y="808038"/>
                    </a:cubicBezTo>
                    <a:cubicBezTo>
                      <a:pt x="599127" y="808038"/>
                      <a:pt x="599127" y="808038"/>
                      <a:pt x="567004" y="808038"/>
                    </a:cubicBezTo>
                    <a:cubicBezTo>
                      <a:pt x="567004" y="808038"/>
                      <a:pt x="567004" y="808038"/>
                      <a:pt x="535595" y="808038"/>
                    </a:cubicBezTo>
                    <a:cubicBezTo>
                      <a:pt x="535595" y="808038"/>
                      <a:pt x="535595" y="808038"/>
                      <a:pt x="503472" y="808038"/>
                    </a:cubicBezTo>
                    <a:cubicBezTo>
                      <a:pt x="500617" y="808038"/>
                      <a:pt x="498475" y="805182"/>
                      <a:pt x="499189" y="802326"/>
                    </a:cubicBezTo>
                    <a:lnTo>
                      <a:pt x="534168" y="708074"/>
                    </a:lnTo>
                    <a:cubicBezTo>
                      <a:pt x="534168" y="707360"/>
                      <a:pt x="534168" y="705932"/>
                      <a:pt x="533454" y="704504"/>
                    </a:cubicBezTo>
                    <a:cubicBezTo>
                      <a:pt x="533454" y="704504"/>
                      <a:pt x="533454" y="704504"/>
                      <a:pt x="504186" y="658092"/>
                    </a:cubicBezTo>
                    <a:cubicBezTo>
                      <a:pt x="502044" y="655236"/>
                      <a:pt x="503472" y="651665"/>
                      <a:pt x="507041" y="650951"/>
                    </a:cubicBezTo>
                    <a:cubicBezTo>
                      <a:pt x="511324" y="650237"/>
                      <a:pt x="518463" y="648809"/>
                      <a:pt x="526315" y="647381"/>
                    </a:cubicBezTo>
                    <a:cubicBezTo>
                      <a:pt x="535595" y="645953"/>
                      <a:pt x="545589" y="644525"/>
                      <a:pt x="554155" y="644525"/>
                    </a:cubicBezTo>
                    <a:close/>
                    <a:moveTo>
                      <a:pt x="552887" y="0"/>
                    </a:moveTo>
                    <a:cubicBezTo>
                      <a:pt x="677300" y="0"/>
                      <a:pt x="772398" y="99989"/>
                      <a:pt x="772398" y="224261"/>
                    </a:cubicBezTo>
                    <a:cubicBezTo>
                      <a:pt x="772398" y="250686"/>
                      <a:pt x="773113" y="276398"/>
                      <a:pt x="764533" y="300681"/>
                    </a:cubicBezTo>
                    <a:cubicBezTo>
                      <a:pt x="764533" y="299967"/>
                      <a:pt x="764533" y="299967"/>
                      <a:pt x="764533" y="299967"/>
                    </a:cubicBezTo>
                    <a:cubicBezTo>
                      <a:pt x="763818" y="299967"/>
                      <a:pt x="760243" y="311394"/>
                      <a:pt x="739507" y="334963"/>
                    </a:cubicBezTo>
                    <a:cubicBezTo>
                      <a:pt x="739507" y="334963"/>
                      <a:pt x="739507" y="334963"/>
                      <a:pt x="723062" y="334963"/>
                    </a:cubicBezTo>
                    <a:cubicBezTo>
                      <a:pt x="723062" y="334963"/>
                      <a:pt x="723062" y="327107"/>
                      <a:pt x="720917" y="169981"/>
                    </a:cubicBezTo>
                    <a:cubicBezTo>
                      <a:pt x="696606" y="295681"/>
                      <a:pt x="432763" y="179980"/>
                      <a:pt x="432763" y="179980"/>
                    </a:cubicBezTo>
                    <a:cubicBezTo>
                      <a:pt x="366981" y="199978"/>
                      <a:pt x="378421" y="332106"/>
                      <a:pt x="378421" y="332106"/>
                    </a:cubicBezTo>
                    <a:cubicBezTo>
                      <a:pt x="378421" y="332106"/>
                      <a:pt x="378421" y="332106"/>
                      <a:pt x="364121" y="330678"/>
                    </a:cubicBezTo>
                    <a:cubicBezTo>
                      <a:pt x="364121" y="330678"/>
                      <a:pt x="364121" y="322821"/>
                      <a:pt x="341955" y="302824"/>
                    </a:cubicBezTo>
                    <a:cubicBezTo>
                      <a:pt x="333375" y="278541"/>
                      <a:pt x="333375" y="252115"/>
                      <a:pt x="333375" y="224261"/>
                    </a:cubicBezTo>
                    <a:cubicBezTo>
                      <a:pt x="333375" y="99989"/>
                      <a:pt x="428473" y="0"/>
                      <a:pt x="552887"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grpSp>
      <p:sp>
        <p:nvSpPr>
          <p:cNvPr id="5" name="TextBox 4">
            <a:extLst>
              <a:ext uri="{FF2B5EF4-FFF2-40B4-BE49-F238E27FC236}">
                <a16:creationId xmlns:a16="http://schemas.microsoft.com/office/drawing/2014/main" id="{B6327E55-E8FA-977E-3CDF-F4A62A406898}"/>
              </a:ext>
            </a:extLst>
          </p:cNvPr>
          <p:cNvSpPr txBox="1"/>
          <p:nvPr/>
        </p:nvSpPr>
        <p:spPr>
          <a:xfrm>
            <a:off x="9297351" y="2635712"/>
            <a:ext cx="1064897" cy="1478998"/>
          </a:xfrm>
          <a:prstGeom prst="roundRect">
            <a:avLst>
              <a:gd name="adj" fmla="val 2930"/>
            </a:avLst>
          </a:prstGeom>
          <a:solidFill>
            <a:schemeClr val="bg2"/>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Trebuchet MS"/>
                <a:ea typeface="+mn-ea"/>
                <a:cs typeface="+mn-cs"/>
              </a:rPr>
              <a:t>Support update on relevant areas of expertise</a:t>
            </a:r>
          </a:p>
        </p:txBody>
      </p:sp>
      <p:sp>
        <p:nvSpPr>
          <p:cNvPr id="7" name="ee4pFootnotes">
            <a:extLst>
              <a:ext uri="{FF2B5EF4-FFF2-40B4-BE49-F238E27FC236}">
                <a16:creationId xmlns:a16="http://schemas.microsoft.com/office/drawing/2014/main" id="{9EE1CFDF-35F9-50B9-DB2F-BB89B76B9C3C}"/>
              </a:ext>
            </a:extLst>
          </p:cNvPr>
          <p:cNvSpPr>
            <a:spLocks noChangeArrowheads="1"/>
          </p:cNvSpPr>
          <p:nvPr/>
        </p:nvSpPr>
        <p:spPr bwMode="auto">
          <a:xfrm>
            <a:off x="630000" y="6494027"/>
            <a:ext cx="9030914" cy="138499"/>
          </a:xfrm>
          <a:prstGeom prst="rect">
            <a:avLst/>
          </a:prstGeom>
          <a:noFill/>
          <a:ln w="9525" algn="ctr">
            <a:noFill/>
            <a:miter lim="800000"/>
            <a:headEnd type="none" w="lg" len="lg"/>
            <a:tailEnd type="none" w="lg" len="lg"/>
          </a:ln>
        </p:spPr>
        <p:txBody>
          <a:bodyPr vert="horz" wrap="square" lIns="0" tIns="0" rIns="0" bIns="0" anchor="b" anchorCtr="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lumMod val="50000"/>
                  </a:prstClr>
                </a:solidFill>
                <a:effectLst/>
                <a:uLnTx/>
                <a:uFillTx/>
                <a:latin typeface="Trebuchet MS"/>
                <a:ea typeface="+mn-ea"/>
                <a:cs typeface="Arial" pitchFamily="34" charset="0"/>
              </a:rPr>
              <a:t>Note: Policy Committee to supervise full process, regardless of step owner</a:t>
            </a:r>
          </a:p>
        </p:txBody>
      </p:sp>
      <p:sp>
        <p:nvSpPr>
          <p:cNvPr id="156" name="Arrow: Pentagon 155">
            <a:extLst>
              <a:ext uri="{FF2B5EF4-FFF2-40B4-BE49-F238E27FC236}">
                <a16:creationId xmlns:a16="http://schemas.microsoft.com/office/drawing/2014/main" id="{A0CD2A32-E4E4-463B-9E60-36A727BBD02C}"/>
              </a:ext>
            </a:extLst>
          </p:cNvPr>
          <p:cNvSpPr/>
          <p:nvPr/>
        </p:nvSpPr>
        <p:spPr>
          <a:xfrm>
            <a:off x="2276474" y="2043634"/>
            <a:ext cx="1124426" cy="495703"/>
          </a:xfrm>
          <a:prstGeom prst="homePlate">
            <a:avLst>
              <a:gd name="adj" fmla="val 12004"/>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a:ea typeface="+mn-ea"/>
                <a:cs typeface="+mn-cs"/>
              </a:rPr>
              <a:t>Policy</a:t>
            </a:r>
            <a:br>
              <a:rPr kumimoji="0" lang="en-US" sz="1200" b="0" i="0" u="none" strike="noStrike" kern="1200" cap="none" spc="0" normalizeH="0" baseline="0" noProof="0" dirty="0">
                <a:ln>
                  <a:noFill/>
                </a:ln>
                <a:solidFill>
                  <a:srgbClr val="FFFFFF"/>
                </a:solidFill>
                <a:effectLst/>
                <a:uLnTx/>
                <a:uFillTx/>
                <a:latin typeface="Trebuchet MS"/>
                <a:ea typeface="+mn-ea"/>
                <a:cs typeface="+mn-cs"/>
              </a:rPr>
            </a:br>
            <a:r>
              <a:rPr kumimoji="0" lang="en-US" sz="1200" b="0" i="0" u="none" strike="noStrike" kern="1200" cap="none" spc="0" normalizeH="0" baseline="0" noProof="0" dirty="0">
                <a:ln>
                  <a:noFill/>
                </a:ln>
                <a:solidFill>
                  <a:srgbClr val="FFFFFF"/>
                </a:solidFill>
                <a:effectLst/>
                <a:uLnTx/>
                <a:uFillTx/>
                <a:latin typeface="Trebuchet MS"/>
                <a:ea typeface="+mn-ea"/>
                <a:cs typeface="+mn-cs"/>
              </a:rPr>
              <a:t>definition </a:t>
            </a:r>
          </a:p>
        </p:txBody>
      </p:sp>
      <p:sp>
        <p:nvSpPr>
          <p:cNvPr id="157" name="TextBox 156">
            <a:extLst>
              <a:ext uri="{FF2B5EF4-FFF2-40B4-BE49-F238E27FC236}">
                <a16:creationId xmlns:a16="http://schemas.microsoft.com/office/drawing/2014/main" id="{1BA7E86B-70B3-4C95-B971-0DB35D5EE560}"/>
              </a:ext>
            </a:extLst>
          </p:cNvPr>
          <p:cNvSpPr txBox="1"/>
          <p:nvPr/>
        </p:nvSpPr>
        <p:spPr>
          <a:xfrm>
            <a:off x="2276474" y="4193141"/>
            <a:ext cx="1064897" cy="1368251"/>
          </a:xfrm>
          <a:prstGeom prst="roundRect">
            <a:avLst>
              <a:gd name="adj" fmla="val 2930"/>
            </a:avLst>
          </a:prstGeom>
          <a:solidFill>
            <a:srgbClr val="C9E7CA"/>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marR="0" lvl="0" indent="0" algn="ctr" fontAlgn="auto">
              <a:lnSpc>
                <a:spcPct val="100000"/>
              </a:lnSpc>
              <a:spcBef>
                <a:spcPts val="0"/>
              </a:spcBef>
              <a:spcAft>
                <a:spcPts val="0"/>
              </a:spcAft>
              <a:buClrTx/>
              <a:buSzTx/>
              <a:buFontTx/>
              <a:buNone/>
              <a:tabLst/>
              <a:defRPr kumimoji="0" sz="1100" b="0" i="0" u="none" strike="noStrike" cap="none" spc="0" normalizeH="0" baseline="0">
                <a:ln>
                  <a:noFill/>
                </a:ln>
                <a:solidFill>
                  <a:srgbClr val="000000"/>
                </a:solidFill>
                <a:effectLst/>
                <a:uLnTx/>
                <a:uFillTx/>
                <a:latin typeface="Trebuchet MS"/>
              </a:defRPr>
            </a:lvl1pPr>
          </a:lstStyle>
          <a:p>
            <a:r>
              <a:rPr lang="en-US" dirty="0"/>
              <a:t>Define if solution requires policy development / update to existing policy</a:t>
            </a:r>
          </a:p>
        </p:txBody>
      </p:sp>
      <p:sp>
        <p:nvSpPr>
          <p:cNvPr id="158" name="TextBox 157">
            <a:extLst>
              <a:ext uri="{FF2B5EF4-FFF2-40B4-BE49-F238E27FC236}">
                <a16:creationId xmlns:a16="http://schemas.microsoft.com/office/drawing/2014/main" id="{4AAD0906-02F1-4CF9-86F4-C6C503C91EA6}"/>
              </a:ext>
            </a:extLst>
          </p:cNvPr>
          <p:cNvSpPr txBox="1"/>
          <p:nvPr/>
        </p:nvSpPr>
        <p:spPr>
          <a:xfrm>
            <a:off x="2276474" y="2627733"/>
            <a:ext cx="1064897" cy="1478998"/>
          </a:xfrm>
          <a:prstGeom prst="roundRect">
            <a:avLst>
              <a:gd name="adj" fmla="val 2930"/>
            </a:avLst>
          </a:prstGeom>
          <a:solidFill>
            <a:schemeClr val="bg2"/>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1100">
                <a:solidFill>
                  <a:srgbClr val="000000"/>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Trebuchet MS"/>
                <a:ea typeface="+mn-ea"/>
                <a:cs typeface="+mn-cs"/>
              </a:rPr>
              <a:t>Provide input</a:t>
            </a:r>
            <a:br>
              <a:rPr kumimoji="0" lang="en-US" sz="1100" b="0" i="0" u="none" strike="noStrike" kern="1200" cap="none" spc="0" normalizeH="0" baseline="0" noProof="0" dirty="0">
                <a:ln>
                  <a:noFill/>
                </a:ln>
                <a:solidFill>
                  <a:srgbClr val="000000"/>
                </a:solidFill>
                <a:effectLst/>
                <a:uLnTx/>
                <a:uFillTx/>
                <a:latin typeface="Trebuchet MS"/>
                <a:ea typeface="+mn-ea"/>
                <a:cs typeface="+mn-cs"/>
              </a:rPr>
            </a:br>
            <a:r>
              <a:rPr kumimoji="0" lang="en-US" sz="1100" b="0" i="0" u="none" strike="noStrike" kern="1200" cap="none" spc="0" normalizeH="0" baseline="0" noProof="0" dirty="0">
                <a:ln>
                  <a:noFill/>
                </a:ln>
                <a:solidFill>
                  <a:srgbClr val="000000"/>
                </a:solidFill>
                <a:effectLst/>
                <a:uLnTx/>
                <a:uFillTx/>
                <a:latin typeface="Trebuchet MS"/>
                <a:ea typeface="+mn-ea"/>
                <a:cs typeface="+mn-cs"/>
              </a:rPr>
              <a:t>on solution as needed</a:t>
            </a:r>
          </a:p>
        </p:txBody>
      </p:sp>
      <p:cxnSp>
        <p:nvCxnSpPr>
          <p:cNvPr id="200" name="Straight Connector 199">
            <a:extLst>
              <a:ext uri="{FF2B5EF4-FFF2-40B4-BE49-F238E27FC236}">
                <a16:creationId xmlns:a16="http://schemas.microsoft.com/office/drawing/2014/main" id="{F6BFFAE3-E9A5-4D22-B140-FB1A698DE816}"/>
              </a:ext>
            </a:extLst>
          </p:cNvPr>
          <p:cNvCxnSpPr>
            <a:cxnSpLocks/>
          </p:cNvCxnSpPr>
          <p:nvPr/>
        </p:nvCxnSpPr>
        <p:spPr>
          <a:xfrm>
            <a:off x="9244731" y="2627733"/>
            <a:ext cx="0" cy="3601804"/>
          </a:xfrm>
          <a:prstGeom prst="line">
            <a:avLst/>
          </a:prstGeom>
          <a:ln w="9525" cap="rnd">
            <a:gradFill>
              <a:gsLst>
                <a:gs pos="0">
                  <a:schemeClr val="bg1"/>
                </a:gs>
                <a:gs pos="50000">
                  <a:schemeClr val="accent5"/>
                </a:gs>
                <a:gs pos="100000">
                  <a:schemeClr val="bg1"/>
                </a:gs>
              </a:gsLst>
              <a:lin ang="5400000" scaled="1"/>
            </a:gradFill>
            <a:prstDash val="solid"/>
            <a:round/>
          </a:ln>
        </p:spPr>
        <p:style>
          <a:lnRef idx="1">
            <a:schemeClr val="accent1"/>
          </a:lnRef>
          <a:fillRef idx="0">
            <a:schemeClr val="accent1"/>
          </a:fillRef>
          <a:effectRef idx="0">
            <a:schemeClr val="accent1"/>
          </a:effectRef>
          <a:fontRef idx="minor">
            <a:schemeClr val="tx1"/>
          </a:fontRef>
        </p:style>
      </p:cxnSp>
      <p:sp>
        <p:nvSpPr>
          <p:cNvPr id="204" name="Moon 203">
            <a:extLst>
              <a:ext uri="{FF2B5EF4-FFF2-40B4-BE49-F238E27FC236}">
                <a16:creationId xmlns:a16="http://schemas.microsoft.com/office/drawing/2014/main" id="{6155331B-3D0D-4D33-8F9B-12B6B3504B18}"/>
              </a:ext>
            </a:extLst>
          </p:cNvPr>
          <p:cNvSpPr/>
          <p:nvPr/>
        </p:nvSpPr>
        <p:spPr>
          <a:xfrm rot="5400000">
            <a:off x="9667242" y="1417395"/>
            <a:ext cx="384642" cy="769285"/>
          </a:xfrm>
          <a:prstGeom prst="moon">
            <a:avLst>
              <a:gd name="adj" fmla="val 6667"/>
            </a:avLst>
          </a:prstGeom>
          <a:solidFill>
            <a:schemeClr val="tx2"/>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205" name="Oval 20">
            <a:extLst>
              <a:ext uri="{FF2B5EF4-FFF2-40B4-BE49-F238E27FC236}">
                <a16:creationId xmlns:a16="http://schemas.microsoft.com/office/drawing/2014/main" id="{E81D6335-9876-4138-828D-77E6AF0A2F46}"/>
              </a:ext>
            </a:extLst>
          </p:cNvPr>
          <p:cNvSpPr>
            <a:spLocks noChangeAspect="1" noChangeArrowheads="1"/>
          </p:cNvSpPr>
          <p:nvPr/>
        </p:nvSpPr>
        <p:spPr bwMode="auto">
          <a:xfrm>
            <a:off x="9474920" y="1570245"/>
            <a:ext cx="217426" cy="217425"/>
          </a:xfrm>
          <a:prstGeom prst="ellipse">
            <a:avLst/>
          </a:prstGeom>
          <a:solidFill>
            <a:srgbClr val="006863"/>
          </a:solidFill>
          <a:ln w="9525" cap="flat" cmpd="sng" algn="ctr">
            <a:solidFill>
              <a:srgbClr val="FFFFFF"/>
            </a:solidFill>
            <a:prstDash val="solid"/>
            <a:round/>
            <a:headEnd type="none" w="med" len="med"/>
            <a:tailEnd type="none" w="med" len="med"/>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rebuchet MS"/>
                <a:ea typeface="+mn-ea"/>
                <a:cs typeface="+mn-cs"/>
              </a:rPr>
              <a:t>6</a:t>
            </a:r>
          </a:p>
        </p:txBody>
      </p:sp>
      <p:grpSp>
        <p:nvGrpSpPr>
          <p:cNvPr id="103" name="bcgIcons_Approved ">
            <a:extLst>
              <a:ext uri="{FF2B5EF4-FFF2-40B4-BE49-F238E27FC236}">
                <a16:creationId xmlns:a16="http://schemas.microsoft.com/office/drawing/2014/main" id="{82B21215-AFD6-E5D5-EF8A-4D46BD2611DD}"/>
              </a:ext>
            </a:extLst>
          </p:cNvPr>
          <p:cNvGrpSpPr>
            <a:grpSpLocks/>
          </p:cNvGrpSpPr>
          <p:nvPr/>
        </p:nvGrpSpPr>
        <p:grpSpPr>
          <a:xfrm>
            <a:off x="9718503" y="1717997"/>
            <a:ext cx="282119" cy="282378"/>
            <a:chOff x="5273675" y="2606675"/>
            <a:chExt cx="1646238" cy="1644650"/>
          </a:xfrm>
        </p:grpSpPr>
        <p:sp>
          <p:nvSpPr>
            <p:cNvPr id="104" name="AutoShape 3">
              <a:extLst>
                <a:ext uri="{FF2B5EF4-FFF2-40B4-BE49-F238E27FC236}">
                  <a16:creationId xmlns:a16="http://schemas.microsoft.com/office/drawing/2014/main" id="{DA5E4B49-510E-9D96-B1AF-75F19DFABB0B}"/>
                </a:ext>
              </a:extLst>
            </p:cNvPr>
            <p:cNvSpPr>
              <a:spLocks noChangeAspect="1" noChangeArrowheads="1" noTextEdit="1"/>
            </p:cNvSpPr>
            <p:nvPr/>
          </p:nvSpPr>
          <p:spPr bwMode="auto">
            <a:xfrm>
              <a:off x="5273675" y="2606675"/>
              <a:ext cx="1646238"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nvGrpSpPr>
            <p:cNvPr id="105" name="Group 104">
              <a:extLst>
                <a:ext uri="{FF2B5EF4-FFF2-40B4-BE49-F238E27FC236}">
                  <a16:creationId xmlns:a16="http://schemas.microsoft.com/office/drawing/2014/main" id="{472A66AE-6261-D7C6-22AE-E27E572A4E07}"/>
                </a:ext>
              </a:extLst>
            </p:cNvPr>
            <p:cNvGrpSpPr/>
            <p:nvPr/>
          </p:nvGrpSpPr>
          <p:grpSpPr>
            <a:xfrm>
              <a:off x="5646738" y="2774950"/>
              <a:ext cx="999551" cy="1346201"/>
              <a:chOff x="5646738" y="2774950"/>
              <a:chExt cx="999551" cy="1346201"/>
            </a:xfrm>
          </p:grpSpPr>
          <p:sp>
            <p:nvSpPr>
              <p:cNvPr id="106" name="Freeform 26">
                <a:extLst>
                  <a:ext uri="{FF2B5EF4-FFF2-40B4-BE49-F238E27FC236}">
                    <a16:creationId xmlns:a16="http://schemas.microsoft.com/office/drawing/2014/main" id="{F9204B21-BCB7-E7C6-47F1-9B17930DE91A}"/>
                  </a:ext>
                </a:extLst>
              </p:cNvPr>
              <p:cNvSpPr>
                <a:spLocks/>
              </p:cNvSpPr>
              <p:nvPr/>
            </p:nvSpPr>
            <p:spPr bwMode="auto">
              <a:xfrm>
                <a:off x="5646738" y="2889250"/>
                <a:ext cx="898525" cy="1192213"/>
              </a:xfrm>
              <a:custGeom>
                <a:avLst/>
                <a:gdLst>
                  <a:gd name="connsiteX0" fmla="*/ 625475 w 898525"/>
                  <a:gd name="connsiteY0" fmla="*/ 0 h 1192213"/>
                  <a:gd name="connsiteX1" fmla="*/ 882800 w 898525"/>
                  <a:gd name="connsiteY1" fmla="*/ 0 h 1192213"/>
                  <a:gd name="connsiteX2" fmla="*/ 898525 w 898525"/>
                  <a:gd name="connsiteY2" fmla="*/ 15701 h 1192213"/>
                  <a:gd name="connsiteX3" fmla="*/ 898525 w 898525"/>
                  <a:gd name="connsiteY3" fmla="*/ 835025 h 1192213"/>
                  <a:gd name="connsiteX4" fmla="*/ 867074 w 898525"/>
                  <a:gd name="connsiteY4" fmla="*/ 823606 h 1192213"/>
                  <a:gd name="connsiteX5" fmla="*/ 867074 w 898525"/>
                  <a:gd name="connsiteY5" fmla="*/ 31403 h 1192213"/>
                  <a:gd name="connsiteX6" fmla="*/ 625475 w 898525"/>
                  <a:gd name="connsiteY6" fmla="*/ 31403 h 1192213"/>
                  <a:gd name="connsiteX7" fmla="*/ 625475 w 898525"/>
                  <a:gd name="connsiteY7" fmla="*/ 0 h 1192213"/>
                  <a:gd name="connsiteX8" fmla="*/ 15734 w 898525"/>
                  <a:gd name="connsiteY8" fmla="*/ 0 h 1192213"/>
                  <a:gd name="connsiteX9" fmla="*/ 273195 w 898525"/>
                  <a:gd name="connsiteY9" fmla="*/ 0 h 1192213"/>
                  <a:gd name="connsiteX10" fmla="*/ 273195 w 898525"/>
                  <a:gd name="connsiteY10" fmla="*/ 31412 h 1192213"/>
                  <a:gd name="connsiteX11" fmla="*/ 31468 w 898525"/>
                  <a:gd name="connsiteY11" fmla="*/ 31412 h 1192213"/>
                  <a:gd name="connsiteX12" fmla="*/ 31468 w 898525"/>
                  <a:gd name="connsiteY12" fmla="*/ 1160802 h 1192213"/>
                  <a:gd name="connsiteX13" fmla="*/ 618622 w 898525"/>
                  <a:gd name="connsiteY13" fmla="*/ 1160802 h 1192213"/>
                  <a:gd name="connsiteX14" fmla="*/ 642938 w 898525"/>
                  <a:gd name="connsiteY14" fmla="*/ 1192213 h 1192213"/>
                  <a:gd name="connsiteX15" fmla="*/ 15734 w 898525"/>
                  <a:gd name="connsiteY15" fmla="*/ 1192213 h 1192213"/>
                  <a:gd name="connsiteX16" fmla="*/ 0 w 898525"/>
                  <a:gd name="connsiteY16" fmla="*/ 1176507 h 1192213"/>
                  <a:gd name="connsiteX17" fmla="*/ 0 w 898525"/>
                  <a:gd name="connsiteY17" fmla="*/ 15706 h 1192213"/>
                  <a:gd name="connsiteX18" fmla="*/ 15734 w 898525"/>
                  <a:gd name="connsiteY18" fmla="*/ 0 h 119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8525" h="1192213">
                    <a:moveTo>
                      <a:pt x="625475" y="0"/>
                    </a:moveTo>
                    <a:cubicBezTo>
                      <a:pt x="625475" y="0"/>
                      <a:pt x="625475" y="0"/>
                      <a:pt x="882800" y="0"/>
                    </a:cubicBezTo>
                    <a:cubicBezTo>
                      <a:pt x="892092" y="0"/>
                      <a:pt x="898525" y="7137"/>
                      <a:pt x="898525" y="15701"/>
                    </a:cubicBezTo>
                    <a:cubicBezTo>
                      <a:pt x="898525" y="15701"/>
                      <a:pt x="898525" y="15701"/>
                      <a:pt x="898525" y="835025"/>
                    </a:cubicBezTo>
                    <a:cubicBezTo>
                      <a:pt x="888518" y="830743"/>
                      <a:pt x="878511" y="826461"/>
                      <a:pt x="867074" y="823606"/>
                    </a:cubicBezTo>
                    <a:cubicBezTo>
                      <a:pt x="867074" y="823606"/>
                      <a:pt x="867074" y="823606"/>
                      <a:pt x="867074" y="31403"/>
                    </a:cubicBezTo>
                    <a:cubicBezTo>
                      <a:pt x="867074" y="31403"/>
                      <a:pt x="867074" y="31403"/>
                      <a:pt x="625475" y="31403"/>
                    </a:cubicBezTo>
                    <a:cubicBezTo>
                      <a:pt x="625475" y="31403"/>
                      <a:pt x="625475" y="31403"/>
                      <a:pt x="625475" y="0"/>
                    </a:cubicBezTo>
                    <a:close/>
                    <a:moveTo>
                      <a:pt x="15734" y="0"/>
                    </a:moveTo>
                    <a:cubicBezTo>
                      <a:pt x="15734" y="0"/>
                      <a:pt x="15734" y="0"/>
                      <a:pt x="273195" y="0"/>
                    </a:cubicBezTo>
                    <a:cubicBezTo>
                      <a:pt x="273195" y="0"/>
                      <a:pt x="273195" y="0"/>
                      <a:pt x="273195" y="31412"/>
                    </a:cubicBezTo>
                    <a:cubicBezTo>
                      <a:pt x="273195" y="31412"/>
                      <a:pt x="273195" y="31412"/>
                      <a:pt x="31468" y="31412"/>
                    </a:cubicBezTo>
                    <a:cubicBezTo>
                      <a:pt x="31468" y="31412"/>
                      <a:pt x="31468" y="31412"/>
                      <a:pt x="31468" y="1160802"/>
                    </a:cubicBezTo>
                    <a:cubicBezTo>
                      <a:pt x="31468" y="1160802"/>
                      <a:pt x="31468" y="1160802"/>
                      <a:pt x="618622" y="1160802"/>
                    </a:cubicBezTo>
                    <a:cubicBezTo>
                      <a:pt x="625774" y="1172224"/>
                      <a:pt x="633641" y="1182932"/>
                      <a:pt x="642938" y="1192213"/>
                    </a:cubicBezTo>
                    <a:cubicBezTo>
                      <a:pt x="642938" y="1192213"/>
                      <a:pt x="642938" y="1192213"/>
                      <a:pt x="15734" y="1192213"/>
                    </a:cubicBezTo>
                    <a:cubicBezTo>
                      <a:pt x="6437" y="1192213"/>
                      <a:pt x="0" y="1185788"/>
                      <a:pt x="0" y="1176507"/>
                    </a:cubicBezTo>
                    <a:cubicBezTo>
                      <a:pt x="0" y="1176507"/>
                      <a:pt x="0" y="1176507"/>
                      <a:pt x="0" y="15706"/>
                    </a:cubicBezTo>
                    <a:cubicBezTo>
                      <a:pt x="0" y="7139"/>
                      <a:pt x="6437" y="0"/>
                      <a:pt x="15734"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07" name="Freeform 25">
                <a:extLst>
                  <a:ext uri="{FF2B5EF4-FFF2-40B4-BE49-F238E27FC236}">
                    <a16:creationId xmlns:a16="http://schemas.microsoft.com/office/drawing/2014/main" id="{84285FBA-D03E-1FCB-AEDA-DDCBD2D61E52}"/>
                  </a:ext>
                </a:extLst>
              </p:cNvPr>
              <p:cNvSpPr>
                <a:spLocks/>
              </p:cNvSpPr>
              <p:nvPr/>
            </p:nvSpPr>
            <p:spPr bwMode="auto">
              <a:xfrm>
                <a:off x="5783263" y="2774950"/>
                <a:ext cx="863026" cy="1346201"/>
              </a:xfrm>
              <a:custGeom>
                <a:avLst/>
                <a:gdLst>
                  <a:gd name="connsiteX0" fmla="*/ 789902 w 863026"/>
                  <a:gd name="connsiteY0" fmla="*/ 1074664 h 1346201"/>
                  <a:gd name="connsiteX1" fmla="*/ 778541 w 863026"/>
                  <a:gd name="connsiteY1" fmla="*/ 1078848 h 1346201"/>
                  <a:gd name="connsiteX2" fmla="*/ 762082 w 863026"/>
                  <a:gd name="connsiteY2" fmla="*/ 1094518 h 1346201"/>
                  <a:gd name="connsiteX3" fmla="*/ 730596 w 863026"/>
                  <a:gd name="connsiteY3" fmla="*/ 1124433 h 1346201"/>
                  <a:gd name="connsiteX4" fmla="*/ 627548 w 863026"/>
                  <a:gd name="connsiteY4" fmla="*/ 1223437 h 1346201"/>
                  <a:gd name="connsiteX5" fmla="*/ 558850 w 863026"/>
                  <a:gd name="connsiteY5" fmla="*/ 1155060 h 1346201"/>
                  <a:gd name="connsiteX6" fmla="*/ 536666 w 863026"/>
                  <a:gd name="connsiteY6" fmla="*/ 1155060 h 1346201"/>
                  <a:gd name="connsiteX7" fmla="*/ 536666 w 863026"/>
                  <a:gd name="connsiteY7" fmla="*/ 1177140 h 1346201"/>
                  <a:gd name="connsiteX8" fmla="*/ 616098 w 863026"/>
                  <a:gd name="connsiteY8" fmla="*/ 1256202 h 1346201"/>
                  <a:gd name="connsiteX9" fmla="*/ 626832 w 863026"/>
                  <a:gd name="connsiteY9" fmla="*/ 1260475 h 1346201"/>
                  <a:gd name="connsiteX10" fmla="*/ 637567 w 863026"/>
                  <a:gd name="connsiteY10" fmla="*/ 1256202 h 1346201"/>
                  <a:gd name="connsiteX11" fmla="*/ 730596 w 863026"/>
                  <a:gd name="connsiteY11" fmla="*/ 1167881 h 1346201"/>
                  <a:gd name="connsiteX12" fmla="*/ 762082 w 863026"/>
                  <a:gd name="connsiteY12" fmla="*/ 1137966 h 1346201"/>
                  <a:gd name="connsiteX13" fmla="*/ 800010 w 863026"/>
                  <a:gd name="connsiteY13" fmla="*/ 1101641 h 1346201"/>
                  <a:gd name="connsiteX14" fmla="*/ 800725 w 863026"/>
                  <a:gd name="connsiteY14" fmla="*/ 1079560 h 1346201"/>
                  <a:gd name="connsiteX15" fmla="*/ 789902 w 863026"/>
                  <a:gd name="connsiteY15" fmla="*/ 1074664 h 1346201"/>
                  <a:gd name="connsiteX16" fmla="*/ 15705 w 863026"/>
                  <a:gd name="connsiteY16" fmla="*/ 1057275 h 1346201"/>
                  <a:gd name="connsiteX17" fmla="*/ 468313 w 863026"/>
                  <a:gd name="connsiteY17" fmla="*/ 1057275 h 1346201"/>
                  <a:gd name="connsiteX18" fmla="*/ 456177 w 863026"/>
                  <a:gd name="connsiteY18" fmla="*/ 1089025 h 1346201"/>
                  <a:gd name="connsiteX19" fmla="*/ 15705 w 863026"/>
                  <a:gd name="connsiteY19" fmla="*/ 1089025 h 1346201"/>
                  <a:gd name="connsiteX20" fmla="*/ 0 w 863026"/>
                  <a:gd name="connsiteY20" fmla="*/ 1073150 h 1346201"/>
                  <a:gd name="connsiteX21" fmla="*/ 15705 w 863026"/>
                  <a:gd name="connsiteY21" fmla="*/ 1057275 h 1346201"/>
                  <a:gd name="connsiteX22" fmla="*/ 670322 w 863026"/>
                  <a:gd name="connsiteY22" fmla="*/ 960438 h 1346201"/>
                  <a:gd name="connsiteX23" fmla="*/ 731044 w 863026"/>
                  <a:gd name="connsiteY23" fmla="*/ 970439 h 1346201"/>
                  <a:gd name="connsiteX24" fmla="*/ 762477 w 863026"/>
                  <a:gd name="connsiteY24" fmla="*/ 984013 h 1346201"/>
                  <a:gd name="connsiteX25" fmla="*/ 808911 w 863026"/>
                  <a:gd name="connsiteY25" fmla="*/ 1019731 h 1346201"/>
                  <a:gd name="connsiteX26" fmla="*/ 820341 w 863026"/>
                  <a:gd name="connsiteY26" fmla="*/ 1274764 h 1346201"/>
                  <a:gd name="connsiteX27" fmla="*/ 803911 w 863026"/>
                  <a:gd name="connsiteY27" fmla="*/ 1292623 h 1346201"/>
                  <a:gd name="connsiteX28" fmla="*/ 788194 w 863026"/>
                  <a:gd name="connsiteY28" fmla="*/ 1306196 h 1346201"/>
                  <a:gd name="connsiteX29" fmla="*/ 787480 w 863026"/>
                  <a:gd name="connsiteY29" fmla="*/ 1306196 h 1346201"/>
                  <a:gd name="connsiteX30" fmla="*/ 670322 w 863026"/>
                  <a:gd name="connsiteY30" fmla="*/ 1346201 h 1346201"/>
                  <a:gd name="connsiteX31" fmla="*/ 552450 w 863026"/>
                  <a:gd name="connsiteY31" fmla="*/ 1306196 h 1346201"/>
                  <a:gd name="connsiteX32" fmla="*/ 531019 w 863026"/>
                  <a:gd name="connsiteY32" fmla="*/ 1287622 h 1346201"/>
                  <a:gd name="connsiteX33" fmla="*/ 520303 w 863026"/>
                  <a:gd name="connsiteY33" fmla="*/ 1274764 h 1346201"/>
                  <a:gd name="connsiteX34" fmla="*/ 488871 w 863026"/>
                  <a:gd name="connsiteY34" fmla="*/ 1088311 h 1346201"/>
                  <a:gd name="connsiteX35" fmla="*/ 503158 w 863026"/>
                  <a:gd name="connsiteY35" fmla="*/ 1056879 h 1346201"/>
                  <a:gd name="connsiteX36" fmla="*/ 536734 w 863026"/>
                  <a:gd name="connsiteY36" fmla="*/ 1014731 h 1346201"/>
                  <a:gd name="connsiteX37" fmla="*/ 603885 w 863026"/>
                  <a:gd name="connsiteY37" fmla="*/ 972583 h 1346201"/>
                  <a:gd name="connsiteX38" fmla="*/ 623888 w 863026"/>
                  <a:gd name="connsiteY38" fmla="*/ 966153 h 1346201"/>
                  <a:gd name="connsiteX39" fmla="*/ 670322 w 863026"/>
                  <a:gd name="connsiteY39" fmla="*/ 960438 h 1346201"/>
                  <a:gd name="connsiteX40" fmla="*/ 15693 w 863026"/>
                  <a:gd name="connsiteY40" fmla="*/ 941388 h 1346201"/>
                  <a:gd name="connsiteX41" fmla="*/ 598488 w 863026"/>
                  <a:gd name="connsiteY41" fmla="*/ 941388 h 1346201"/>
                  <a:gd name="connsiteX42" fmla="*/ 537855 w 863026"/>
                  <a:gd name="connsiteY42" fmla="*/ 973138 h 1346201"/>
                  <a:gd name="connsiteX43" fmla="*/ 15693 w 863026"/>
                  <a:gd name="connsiteY43" fmla="*/ 973138 h 1346201"/>
                  <a:gd name="connsiteX44" fmla="*/ 0 w 863026"/>
                  <a:gd name="connsiteY44" fmla="*/ 957263 h 1346201"/>
                  <a:gd name="connsiteX45" fmla="*/ 15693 w 863026"/>
                  <a:gd name="connsiteY45" fmla="*/ 941388 h 1346201"/>
                  <a:gd name="connsiteX46" fmla="*/ 15712 w 863026"/>
                  <a:gd name="connsiteY46" fmla="*/ 825500 h 1346201"/>
                  <a:gd name="connsiteX47" fmla="*/ 611351 w 863026"/>
                  <a:gd name="connsiteY47" fmla="*/ 825500 h 1346201"/>
                  <a:gd name="connsiteX48" fmla="*/ 627063 w 863026"/>
                  <a:gd name="connsiteY48" fmla="*/ 841375 h 1346201"/>
                  <a:gd name="connsiteX49" fmla="*/ 611351 w 863026"/>
                  <a:gd name="connsiteY49" fmla="*/ 857250 h 1346201"/>
                  <a:gd name="connsiteX50" fmla="*/ 15712 w 863026"/>
                  <a:gd name="connsiteY50" fmla="*/ 857250 h 1346201"/>
                  <a:gd name="connsiteX51" fmla="*/ 0 w 863026"/>
                  <a:gd name="connsiteY51" fmla="*/ 841375 h 1346201"/>
                  <a:gd name="connsiteX52" fmla="*/ 15712 w 863026"/>
                  <a:gd name="connsiteY52" fmla="*/ 825500 h 1346201"/>
                  <a:gd name="connsiteX53" fmla="*/ 15712 w 863026"/>
                  <a:gd name="connsiteY53" fmla="*/ 709613 h 1346201"/>
                  <a:gd name="connsiteX54" fmla="*/ 611351 w 863026"/>
                  <a:gd name="connsiteY54" fmla="*/ 709613 h 1346201"/>
                  <a:gd name="connsiteX55" fmla="*/ 627063 w 863026"/>
                  <a:gd name="connsiteY55" fmla="*/ 725488 h 1346201"/>
                  <a:gd name="connsiteX56" fmla="*/ 611351 w 863026"/>
                  <a:gd name="connsiteY56" fmla="*/ 741363 h 1346201"/>
                  <a:gd name="connsiteX57" fmla="*/ 15712 w 863026"/>
                  <a:gd name="connsiteY57" fmla="*/ 741363 h 1346201"/>
                  <a:gd name="connsiteX58" fmla="*/ 0 w 863026"/>
                  <a:gd name="connsiteY58" fmla="*/ 725488 h 1346201"/>
                  <a:gd name="connsiteX59" fmla="*/ 15712 w 863026"/>
                  <a:gd name="connsiteY59" fmla="*/ 709613 h 1346201"/>
                  <a:gd name="connsiteX60" fmla="*/ 15712 w 863026"/>
                  <a:gd name="connsiteY60" fmla="*/ 593725 h 1346201"/>
                  <a:gd name="connsiteX61" fmla="*/ 611351 w 863026"/>
                  <a:gd name="connsiteY61" fmla="*/ 593725 h 1346201"/>
                  <a:gd name="connsiteX62" fmla="*/ 627063 w 863026"/>
                  <a:gd name="connsiteY62" fmla="*/ 609600 h 1346201"/>
                  <a:gd name="connsiteX63" fmla="*/ 611351 w 863026"/>
                  <a:gd name="connsiteY63" fmla="*/ 625475 h 1346201"/>
                  <a:gd name="connsiteX64" fmla="*/ 15712 w 863026"/>
                  <a:gd name="connsiteY64" fmla="*/ 625475 h 1346201"/>
                  <a:gd name="connsiteX65" fmla="*/ 0 w 863026"/>
                  <a:gd name="connsiteY65" fmla="*/ 609600 h 1346201"/>
                  <a:gd name="connsiteX66" fmla="*/ 15712 w 863026"/>
                  <a:gd name="connsiteY66" fmla="*/ 593725 h 1346201"/>
                  <a:gd name="connsiteX67" fmla="*/ 15712 w 863026"/>
                  <a:gd name="connsiteY67" fmla="*/ 477838 h 1346201"/>
                  <a:gd name="connsiteX68" fmla="*/ 611351 w 863026"/>
                  <a:gd name="connsiteY68" fmla="*/ 477838 h 1346201"/>
                  <a:gd name="connsiteX69" fmla="*/ 627063 w 863026"/>
                  <a:gd name="connsiteY69" fmla="*/ 493713 h 1346201"/>
                  <a:gd name="connsiteX70" fmla="*/ 611351 w 863026"/>
                  <a:gd name="connsiteY70" fmla="*/ 509588 h 1346201"/>
                  <a:gd name="connsiteX71" fmla="*/ 15712 w 863026"/>
                  <a:gd name="connsiteY71" fmla="*/ 509588 h 1346201"/>
                  <a:gd name="connsiteX72" fmla="*/ 0 w 863026"/>
                  <a:gd name="connsiteY72" fmla="*/ 493713 h 1346201"/>
                  <a:gd name="connsiteX73" fmla="*/ 15712 w 863026"/>
                  <a:gd name="connsiteY73" fmla="*/ 477838 h 1346201"/>
                  <a:gd name="connsiteX74" fmla="*/ 15712 w 863026"/>
                  <a:gd name="connsiteY74" fmla="*/ 361950 h 1346201"/>
                  <a:gd name="connsiteX75" fmla="*/ 611351 w 863026"/>
                  <a:gd name="connsiteY75" fmla="*/ 361950 h 1346201"/>
                  <a:gd name="connsiteX76" fmla="*/ 627063 w 863026"/>
                  <a:gd name="connsiteY76" fmla="*/ 377825 h 1346201"/>
                  <a:gd name="connsiteX77" fmla="*/ 611351 w 863026"/>
                  <a:gd name="connsiteY77" fmla="*/ 393700 h 1346201"/>
                  <a:gd name="connsiteX78" fmla="*/ 15712 w 863026"/>
                  <a:gd name="connsiteY78" fmla="*/ 393700 h 1346201"/>
                  <a:gd name="connsiteX79" fmla="*/ 0 w 863026"/>
                  <a:gd name="connsiteY79" fmla="*/ 377825 h 1346201"/>
                  <a:gd name="connsiteX80" fmla="*/ 15712 w 863026"/>
                  <a:gd name="connsiteY80" fmla="*/ 361950 h 1346201"/>
                  <a:gd name="connsiteX81" fmla="*/ 312738 w 863026"/>
                  <a:gd name="connsiteY81" fmla="*/ 31750 h 1346201"/>
                  <a:gd name="connsiteX82" fmla="*/ 290655 w 863026"/>
                  <a:gd name="connsiteY82" fmla="*/ 35314 h 1346201"/>
                  <a:gd name="connsiteX83" fmla="*/ 257175 w 863026"/>
                  <a:gd name="connsiteY83" fmla="*/ 66675 h 1346201"/>
                  <a:gd name="connsiteX84" fmla="*/ 368300 w 863026"/>
                  <a:gd name="connsiteY84" fmla="*/ 66675 h 1346201"/>
                  <a:gd name="connsiteX85" fmla="*/ 334820 w 863026"/>
                  <a:gd name="connsiteY85" fmla="*/ 35314 h 1346201"/>
                  <a:gd name="connsiteX86" fmla="*/ 312738 w 863026"/>
                  <a:gd name="connsiteY86" fmla="*/ 31750 h 1346201"/>
                  <a:gd name="connsiteX87" fmla="*/ 312737 w 863026"/>
                  <a:gd name="connsiteY87" fmla="*/ 0 h 1346201"/>
                  <a:gd name="connsiteX88" fmla="*/ 385762 w 863026"/>
                  <a:gd name="connsiteY88" fmla="*/ 34890 h 1346201"/>
                  <a:gd name="connsiteX89" fmla="*/ 402229 w 863026"/>
                  <a:gd name="connsiteY89" fmla="*/ 66220 h 1346201"/>
                  <a:gd name="connsiteX90" fmla="*/ 451628 w 863026"/>
                  <a:gd name="connsiteY90" fmla="*/ 66220 h 1346201"/>
                  <a:gd name="connsiteX91" fmla="*/ 458787 w 863026"/>
                  <a:gd name="connsiteY91" fmla="*/ 73340 h 1346201"/>
                  <a:gd name="connsiteX92" fmla="*/ 458787 w 863026"/>
                  <a:gd name="connsiteY92" fmla="*/ 113927 h 1346201"/>
                  <a:gd name="connsiteX93" fmla="*/ 458787 w 863026"/>
                  <a:gd name="connsiteY93" fmla="*/ 145256 h 1346201"/>
                  <a:gd name="connsiteX94" fmla="*/ 458787 w 863026"/>
                  <a:gd name="connsiteY94" fmla="*/ 178010 h 1346201"/>
                  <a:gd name="connsiteX95" fmla="*/ 443037 w 863026"/>
                  <a:gd name="connsiteY95" fmla="*/ 193675 h 1346201"/>
                  <a:gd name="connsiteX96" fmla="*/ 182438 w 863026"/>
                  <a:gd name="connsiteY96" fmla="*/ 193675 h 1346201"/>
                  <a:gd name="connsiteX97" fmla="*/ 166687 w 863026"/>
                  <a:gd name="connsiteY97" fmla="*/ 178010 h 1346201"/>
                  <a:gd name="connsiteX98" fmla="*/ 166687 w 863026"/>
                  <a:gd name="connsiteY98" fmla="*/ 145256 h 1346201"/>
                  <a:gd name="connsiteX99" fmla="*/ 166687 w 863026"/>
                  <a:gd name="connsiteY99" fmla="*/ 113927 h 1346201"/>
                  <a:gd name="connsiteX100" fmla="*/ 166687 w 863026"/>
                  <a:gd name="connsiteY100" fmla="*/ 73340 h 1346201"/>
                  <a:gd name="connsiteX101" fmla="*/ 173847 w 863026"/>
                  <a:gd name="connsiteY101" fmla="*/ 66220 h 1346201"/>
                  <a:gd name="connsiteX102" fmla="*/ 223246 w 863026"/>
                  <a:gd name="connsiteY102" fmla="*/ 66220 h 1346201"/>
                  <a:gd name="connsiteX103" fmla="*/ 239712 w 863026"/>
                  <a:gd name="connsiteY103" fmla="*/ 34890 h 1346201"/>
                  <a:gd name="connsiteX104" fmla="*/ 312737 w 863026"/>
                  <a:gd name="connsiteY104" fmla="*/ 0 h 134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863026" h="1346201">
                    <a:moveTo>
                      <a:pt x="789902" y="1074664"/>
                    </a:moveTo>
                    <a:cubicBezTo>
                      <a:pt x="785876" y="1074575"/>
                      <a:pt x="781761" y="1075999"/>
                      <a:pt x="778541" y="1078848"/>
                    </a:cubicBezTo>
                    <a:cubicBezTo>
                      <a:pt x="778541" y="1078848"/>
                      <a:pt x="778541" y="1078848"/>
                      <a:pt x="762082" y="1094518"/>
                    </a:cubicBezTo>
                    <a:cubicBezTo>
                      <a:pt x="762082" y="1094518"/>
                      <a:pt x="762082" y="1094518"/>
                      <a:pt x="730596" y="1124433"/>
                    </a:cubicBezTo>
                    <a:cubicBezTo>
                      <a:pt x="730596" y="1124433"/>
                      <a:pt x="730596" y="1124433"/>
                      <a:pt x="627548" y="1223437"/>
                    </a:cubicBezTo>
                    <a:cubicBezTo>
                      <a:pt x="627548" y="1223437"/>
                      <a:pt x="627548" y="1223437"/>
                      <a:pt x="558850" y="1155060"/>
                    </a:cubicBezTo>
                    <a:cubicBezTo>
                      <a:pt x="552409" y="1148650"/>
                      <a:pt x="542391" y="1148650"/>
                      <a:pt x="536666" y="1155060"/>
                    </a:cubicBezTo>
                    <a:cubicBezTo>
                      <a:pt x="530225" y="1160758"/>
                      <a:pt x="530225" y="1170730"/>
                      <a:pt x="536666" y="1177140"/>
                    </a:cubicBezTo>
                    <a:cubicBezTo>
                      <a:pt x="536666" y="1177140"/>
                      <a:pt x="536666" y="1177140"/>
                      <a:pt x="616098" y="1256202"/>
                    </a:cubicBezTo>
                    <a:cubicBezTo>
                      <a:pt x="618961" y="1259051"/>
                      <a:pt x="623254" y="1260475"/>
                      <a:pt x="626832" y="1260475"/>
                    </a:cubicBezTo>
                    <a:cubicBezTo>
                      <a:pt x="631126" y="1260475"/>
                      <a:pt x="634704" y="1259051"/>
                      <a:pt x="637567" y="1256202"/>
                    </a:cubicBezTo>
                    <a:cubicBezTo>
                      <a:pt x="637567" y="1256202"/>
                      <a:pt x="637567" y="1256202"/>
                      <a:pt x="730596" y="1167881"/>
                    </a:cubicBezTo>
                    <a:cubicBezTo>
                      <a:pt x="730596" y="1167881"/>
                      <a:pt x="730596" y="1167881"/>
                      <a:pt x="762082" y="1137966"/>
                    </a:cubicBezTo>
                    <a:cubicBezTo>
                      <a:pt x="762082" y="1137966"/>
                      <a:pt x="762082" y="1137966"/>
                      <a:pt x="800010" y="1101641"/>
                    </a:cubicBezTo>
                    <a:cubicBezTo>
                      <a:pt x="806450" y="1095943"/>
                      <a:pt x="806450" y="1085971"/>
                      <a:pt x="800725" y="1079560"/>
                    </a:cubicBezTo>
                    <a:cubicBezTo>
                      <a:pt x="797863" y="1076355"/>
                      <a:pt x="793927" y="1074753"/>
                      <a:pt x="789902" y="1074664"/>
                    </a:cubicBezTo>
                    <a:close/>
                    <a:moveTo>
                      <a:pt x="15705" y="1057275"/>
                    </a:moveTo>
                    <a:cubicBezTo>
                      <a:pt x="15705" y="1057275"/>
                      <a:pt x="15705" y="1057275"/>
                      <a:pt x="468313" y="1057275"/>
                    </a:cubicBezTo>
                    <a:cubicBezTo>
                      <a:pt x="463316" y="1067377"/>
                      <a:pt x="459032" y="1078201"/>
                      <a:pt x="456177" y="1089025"/>
                    </a:cubicBezTo>
                    <a:cubicBezTo>
                      <a:pt x="456177" y="1089025"/>
                      <a:pt x="456177" y="1089025"/>
                      <a:pt x="15705" y="1089025"/>
                    </a:cubicBezTo>
                    <a:cubicBezTo>
                      <a:pt x="6425" y="1089025"/>
                      <a:pt x="0" y="1081809"/>
                      <a:pt x="0" y="1073150"/>
                    </a:cubicBezTo>
                    <a:cubicBezTo>
                      <a:pt x="0" y="1064491"/>
                      <a:pt x="6425" y="1057275"/>
                      <a:pt x="15705" y="1057275"/>
                    </a:cubicBezTo>
                    <a:close/>
                    <a:moveTo>
                      <a:pt x="670322" y="960438"/>
                    </a:moveTo>
                    <a:cubicBezTo>
                      <a:pt x="691039" y="960438"/>
                      <a:pt x="711756" y="964010"/>
                      <a:pt x="731044" y="970439"/>
                    </a:cubicBezTo>
                    <a:cubicBezTo>
                      <a:pt x="742474" y="974011"/>
                      <a:pt x="752476" y="979012"/>
                      <a:pt x="762477" y="984013"/>
                    </a:cubicBezTo>
                    <a:cubicBezTo>
                      <a:pt x="779622" y="993299"/>
                      <a:pt x="795338" y="1005444"/>
                      <a:pt x="808911" y="1019731"/>
                    </a:cubicBezTo>
                    <a:cubicBezTo>
                      <a:pt x="876777" y="1089740"/>
                      <a:pt x="881063" y="1199754"/>
                      <a:pt x="820341" y="1274764"/>
                    </a:cubicBezTo>
                    <a:cubicBezTo>
                      <a:pt x="815341" y="1281193"/>
                      <a:pt x="809626" y="1286908"/>
                      <a:pt x="803911" y="1292623"/>
                    </a:cubicBezTo>
                    <a:cubicBezTo>
                      <a:pt x="797481" y="1298338"/>
                      <a:pt x="793195" y="1302624"/>
                      <a:pt x="788194" y="1306196"/>
                    </a:cubicBezTo>
                    <a:cubicBezTo>
                      <a:pt x="788194" y="1306196"/>
                      <a:pt x="788194" y="1306196"/>
                      <a:pt x="787480" y="1306196"/>
                    </a:cubicBezTo>
                    <a:cubicBezTo>
                      <a:pt x="754619" y="1331914"/>
                      <a:pt x="712471" y="1346201"/>
                      <a:pt x="670322" y="1346201"/>
                    </a:cubicBezTo>
                    <a:cubicBezTo>
                      <a:pt x="626745" y="1346201"/>
                      <a:pt x="586026" y="1332628"/>
                      <a:pt x="552450" y="1306196"/>
                    </a:cubicBezTo>
                    <a:cubicBezTo>
                      <a:pt x="545307" y="1300481"/>
                      <a:pt x="538163" y="1294052"/>
                      <a:pt x="531019" y="1287622"/>
                    </a:cubicBezTo>
                    <a:cubicBezTo>
                      <a:pt x="527447" y="1283336"/>
                      <a:pt x="523875" y="1279050"/>
                      <a:pt x="520303" y="1274764"/>
                    </a:cubicBezTo>
                    <a:cubicBezTo>
                      <a:pt x="476727" y="1221900"/>
                      <a:pt x="466725" y="1150462"/>
                      <a:pt x="488871" y="1088311"/>
                    </a:cubicBezTo>
                    <a:cubicBezTo>
                      <a:pt x="492443" y="1077596"/>
                      <a:pt x="497443" y="1066880"/>
                      <a:pt x="503158" y="1056879"/>
                    </a:cubicBezTo>
                    <a:cubicBezTo>
                      <a:pt x="512445" y="1041877"/>
                      <a:pt x="523161" y="1027589"/>
                      <a:pt x="536734" y="1014731"/>
                    </a:cubicBezTo>
                    <a:cubicBezTo>
                      <a:pt x="556022" y="995443"/>
                      <a:pt x="578882" y="981155"/>
                      <a:pt x="603885" y="972583"/>
                    </a:cubicBezTo>
                    <a:cubicBezTo>
                      <a:pt x="610315" y="969725"/>
                      <a:pt x="616744" y="968296"/>
                      <a:pt x="623888" y="966153"/>
                    </a:cubicBezTo>
                    <a:cubicBezTo>
                      <a:pt x="638890" y="962581"/>
                      <a:pt x="654606" y="960438"/>
                      <a:pt x="670322" y="960438"/>
                    </a:cubicBezTo>
                    <a:close/>
                    <a:moveTo>
                      <a:pt x="15693" y="941388"/>
                    </a:moveTo>
                    <a:cubicBezTo>
                      <a:pt x="15693" y="941388"/>
                      <a:pt x="15693" y="941388"/>
                      <a:pt x="598488" y="941388"/>
                    </a:cubicBezTo>
                    <a:cubicBezTo>
                      <a:pt x="576375" y="948604"/>
                      <a:pt x="556401" y="959428"/>
                      <a:pt x="537855" y="973138"/>
                    </a:cubicBezTo>
                    <a:cubicBezTo>
                      <a:pt x="537855" y="973138"/>
                      <a:pt x="537855" y="973138"/>
                      <a:pt x="15693" y="973138"/>
                    </a:cubicBezTo>
                    <a:cubicBezTo>
                      <a:pt x="6420" y="973138"/>
                      <a:pt x="0" y="965922"/>
                      <a:pt x="0" y="957263"/>
                    </a:cubicBezTo>
                    <a:cubicBezTo>
                      <a:pt x="0" y="948604"/>
                      <a:pt x="6420" y="941388"/>
                      <a:pt x="15693" y="941388"/>
                    </a:cubicBezTo>
                    <a:close/>
                    <a:moveTo>
                      <a:pt x="15712" y="825500"/>
                    </a:moveTo>
                    <a:cubicBezTo>
                      <a:pt x="15712" y="825500"/>
                      <a:pt x="15712" y="825500"/>
                      <a:pt x="611351" y="825500"/>
                    </a:cubicBezTo>
                    <a:cubicBezTo>
                      <a:pt x="620635" y="825500"/>
                      <a:pt x="627063" y="832716"/>
                      <a:pt x="627063" y="841375"/>
                    </a:cubicBezTo>
                    <a:cubicBezTo>
                      <a:pt x="627063" y="850756"/>
                      <a:pt x="620635" y="857250"/>
                      <a:pt x="611351" y="857250"/>
                    </a:cubicBezTo>
                    <a:cubicBezTo>
                      <a:pt x="611351" y="857250"/>
                      <a:pt x="611351" y="857250"/>
                      <a:pt x="15712" y="857250"/>
                    </a:cubicBezTo>
                    <a:cubicBezTo>
                      <a:pt x="6428" y="857250"/>
                      <a:pt x="0" y="850756"/>
                      <a:pt x="0" y="841375"/>
                    </a:cubicBezTo>
                    <a:cubicBezTo>
                      <a:pt x="0" y="832716"/>
                      <a:pt x="6428" y="825500"/>
                      <a:pt x="15712" y="825500"/>
                    </a:cubicBezTo>
                    <a:close/>
                    <a:moveTo>
                      <a:pt x="15712" y="709613"/>
                    </a:moveTo>
                    <a:cubicBezTo>
                      <a:pt x="15712" y="709613"/>
                      <a:pt x="15712" y="709613"/>
                      <a:pt x="611351" y="709613"/>
                    </a:cubicBezTo>
                    <a:cubicBezTo>
                      <a:pt x="620635" y="709613"/>
                      <a:pt x="627063" y="716829"/>
                      <a:pt x="627063" y="725488"/>
                    </a:cubicBezTo>
                    <a:cubicBezTo>
                      <a:pt x="627063" y="734147"/>
                      <a:pt x="620635" y="741363"/>
                      <a:pt x="611351" y="741363"/>
                    </a:cubicBezTo>
                    <a:cubicBezTo>
                      <a:pt x="611351" y="741363"/>
                      <a:pt x="611351" y="741363"/>
                      <a:pt x="15712" y="741363"/>
                    </a:cubicBezTo>
                    <a:cubicBezTo>
                      <a:pt x="6428" y="741363"/>
                      <a:pt x="0" y="734147"/>
                      <a:pt x="0" y="725488"/>
                    </a:cubicBezTo>
                    <a:cubicBezTo>
                      <a:pt x="0" y="716829"/>
                      <a:pt x="6428" y="709613"/>
                      <a:pt x="15712" y="709613"/>
                    </a:cubicBezTo>
                    <a:close/>
                    <a:moveTo>
                      <a:pt x="15712" y="593725"/>
                    </a:moveTo>
                    <a:cubicBezTo>
                      <a:pt x="15712" y="593725"/>
                      <a:pt x="15712" y="593725"/>
                      <a:pt x="611351" y="593725"/>
                    </a:cubicBezTo>
                    <a:cubicBezTo>
                      <a:pt x="620635" y="593725"/>
                      <a:pt x="627063" y="600941"/>
                      <a:pt x="627063" y="609600"/>
                    </a:cubicBezTo>
                    <a:cubicBezTo>
                      <a:pt x="627063" y="618259"/>
                      <a:pt x="620635" y="625475"/>
                      <a:pt x="611351" y="625475"/>
                    </a:cubicBezTo>
                    <a:cubicBezTo>
                      <a:pt x="611351" y="625475"/>
                      <a:pt x="611351" y="625475"/>
                      <a:pt x="15712" y="625475"/>
                    </a:cubicBezTo>
                    <a:cubicBezTo>
                      <a:pt x="6428" y="625475"/>
                      <a:pt x="0" y="618259"/>
                      <a:pt x="0" y="609600"/>
                    </a:cubicBezTo>
                    <a:cubicBezTo>
                      <a:pt x="0" y="600941"/>
                      <a:pt x="6428" y="593725"/>
                      <a:pt x="15712" y="593725"/>
                    </a:cubicBezTo>
                    <a:close/>
                    <a:moveTo>
                      <a:pt x="15712" y="477838"/>
                    </a:moveTo>
                    <a:cubicBezTo>
                      <a:pt x="15712" y="477838"/>
                      <a:pt x="15712" y="477838"/>
                      <a:pt x="611351" y="477838"/>
                    </a:cubicBezTo>
                    <a:cubicBezTo>
                      <a:pt x="620635" y="477838"/>
                      <a:pt x="627063" y="484332"/>
                      <a:pt x="627063" y="493713"/>
                    </a:cubicBezTo>
                    <a:cubicBezTo>
                      <a:pt x="627063" y="502372"/>
                      <a:pt x="620635" y="509588"/>
                      <a:pt x="611351" y="509588"/>
                    </a:cubicBezTo>
                    <a:cubicBezTo>
                      <a:pt x="611351" y="509588"/>
                      <a:pt x="611351" y="509588"/>
                      <a:pt x="15712" y="509588"/>
                    </a:cubicBezTo>
                    <a:cubicBezTo>
                      <a:pt x="6428" y="509588"/>
                      <a:pt x="0" y="502372"/>
                      <a:pt x="0" y="493713"/>
                    </a:cubicBezTo>
                    <a:cubicBezTo>
                      <a:pt x="0" y="484332"/>
                      <a:pt x="6428" y="477838"/>
                      <a:pt x="15712" y="477838"/>
                    </a:cubicBezTo>
                    <a:close/>
                    <a:moveTo>
                      <a:pt x="15712" y="361950"/>
                    </a:moveTo>
                    <a:cubicBezTo>
                      <a:pt x="15712" y="361950"/>
                      <a:pt x="15712" y="361950"/>
                      <a:pt x="611351" y="361950"/>
                    </a:cubicBezTo>
                    <a:cubicBezTo>
                      <a:pt x="620635" y="361950"/>
                      <a:pt x="627063" y="369166"/>
                      <a:pt x="627063" y="377825"/>
                    </a:cubicBezTo>
                    <a:cubicBezTo>
                      <a:pt x="627063" y="386484"/>
                      <a:pt x="620635" y="393700"/>
                      <a:pt x="611351" y="393700"/>
                    </a:cubicBezTo>
                    <a:cubicBezTo>
                      <a:pt x="611351" y="393700"/>
                      <a:pt x="611351" y="393700"/>
                      <a:pt x="15712" y="393700"/>
                    </a:cubicBezTo>
                    <a:cubicBezTo>
                      <a:pt x="6428" y="393700"/>
                      <a:pt x="0" y="386484"/>
                      <a:pt x="0" y="377825"/>
                    </a:cubicBezTo>
                    <a:cubicBezTo>
                      <a:pt x="0" y="369166"/>
                      <a:pt x="6428" y="361950"/>
                      <a:pt x="15712" y="361950"/>
                    </a:cubicBezTo>
                    <a:close/>
                    <a:moveTo>
                      <a:pt x="312738" y="31750"/>
                    </a:moveTo>
                    <a:cubicBezTo>
                      <a:pt x="304902" y="31750"/>
                      <a:pt x="297779" y="33176"/>
                      <a:pt x="290655" y="35314"/>
                    </a:cubicBezTo>
                    <a:cubicBezTo>
                      <a:pt x="276408" y="41016"/>
                      <a:pt x="264299" y="52420"/>
                      <a:pt x="257175" y="66675"/>
                    </a:cubicBezTo>
                    <a:cubicBezTo>
                      <a:pt x="257175" y="66675"/>
                      <a:pt x="257175" y="66675"/>
                      <a:pt x="368300" y="66675"/>
                    </a:cubicBezTo>
                    <a:cubicBezTo>
                      <a:pt x="361177" y="52420"/>
                      <a:pt x="349067" y="41016"/>
                      <a:pt x="334820" y="35314"/>
                    </a:cubicBezTo>
                    <a:cubicBezTo>
                      <a:pt x="327697" y="33176"/>
                      <a:pt x="320573" y="31750"/>
                      <a:pt x="312738" y="31750"/>
                    </a:cubicBezTo>
                    <a:close/>
                    <a:moveTo>
                      <a:pt x="312737" y="0"/>
                    </a:moveTo>
                    <a:cubicBezTo>
                      <a:pt x="342090" y="0"/>
                      <a:pt x="368580" y="13529"/>
                      <a:pt x="385762" y="34890"/>
                    </a:cubicBezTo>
                    <a:cubicBezTo>
                      <a:pt x="392922" y="44147"/>
                      <a:pt x="398649" y="54827"/>
                      <a:pt x="402229" y="66220"/>
                    </a:cubicBezTo>
                    <a:cubicBezTo>
                      <a:pt x="402229" y="66220"/>
                      <a:pt x="402229" y="66220"/>
                      <a:pt x="451628" y="66220"/>
                    </a:cubicBezTo>
                    <a:cubicBezTo>
                      <a:pt x="455208" y="66220"/>
                      <a:pt x="458787" y="69068"/>
                      <a:pt x="458787" y="73340"/>
                    </a:cubicBezTo>
                    <a:cubicBezTo>
                      <a:pt x="458787" y="73340"/>
                      <a:pt x="458787" y="73340"/>
                      <a:pt x="458787" y="113927"/>
                    </a:cubicBezTo>
                    <a:cubicBezTo>
                      <a:pt x="458787" y="113927"/>
                      <a:pt x="458787" y="113927"/>
                      <a:pt x="458787" y="145256"/>
                    </a:cubicBezTo>
                    <a:cubicBezTo>
                      <a:pt x="458787" y="145256"/>
                      <a:pt x="458787" y="145256"/>
                      <a:pt x="458787" y="178010"/>
                    </a:cubicBezTo>
                    <a:cubicBezTo>
                      <a:pt x="458787" y="186555"/>
                      <a:pt x="451628" y="193675"/>
                      <a:pt x="443037" y="193675"/>
                    </a:cubicBezTo>
                    <a:cubicBezTo>
                      <a:pt x="443037" y="193675"/>
                      <a:pt x="443037" y="193675"/>
                      <a:pt x="182438" y="193675"/>
                    </a:cubicBezTo>
                    <a:cubicBezTo>
                      <a:pt x="173847" y="193675"/>
                      <a:pt x="166687" y="186555"/>
                      <a:pt x="166687" y="178010"/>
                    </a:cubicBezTo>
                    <a:cubicBezTo>
                      <a:pt x="166687" y="178010"/>
                      <a:pt x="166687" y="178010"/>
                      <a:pt x="166687" y="145256"/>
                    </a:cubicBezTo>
                    <a:cubicBezTo>
                      <a:pt x="166687" y="145256"/>
                      <a:pt x="166687" y="145256"/>
                      <a:pt x="166687" y="113927"/>
                    </a:cubicBezTo>
                    <a:cubicBezTo>
                      <a:pt x="166687" y="113927"/>
                      <a:pt x="166687" y="113927"/>
                      <a:pt x="166687" y="73340"/>
                    </a:cubicBezTo>
                    <a:cubicBezTo>
                      <a:pt x="166687" y="69068"/>
                      <a:pt x="170267" y="66220"/>
                      <a:pt x="173847" y="66220"/>
                    </a:cubicBezTo>
                    <a:cubicBezTo>
                      <a:pt x="173847" y="66220"/>
                      <a:pt x="173847" y="66220"/>
                      <a:pt x="223246" y="66220"/>
                    </a:cubicBezTo>
                    <a:cubicBezTo>
                      <a:pt x="226825" y="54827"/>
                      <a:pt x="232553" y="44147"/>
                      <a:pt x="239712" y="34890"/>
                    </a:cubicBezTo>
                    <a:cubicBezTo>
                      <a:pt x="256895" y="13529"/>
                      <a:pt x="283384" y="0"/>
                      <a:pt x="312737"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grpSp>
      <p:sp>
        <p:nvSpPr>
          <p:cNvPr id="212" name="Moon 211">
            <a:extLst>
              <a:ext uri="{FF2B5EF4-FFF2-40B4-BE49-F238E27FC236}">
                <a16:creationId xmlns:a16="http://schemas.microsoft.com/office/drawing/2014/main" id="{47FD9B72-28C2-43E7-A4FE-281E07C73181}"/>
              </a:ext>
            </a:extLst>
          </p:cNvPr>
          <p:cNvSpPr/>
          <p:nvPr/>
        </p:nvSpPr>
        <p:spPr>
          <a:xfrm rot="5400000">
            <a:off x="8497096" y="1417395"/>
            <a:ext cx="384642" cy="769285"/>
          </a:xfrm>
          <a:prstGeom prst="moon">
            <a:avLst>
              <a:gd name="adj" fmla="val 6667"/>
            </a:avLst>
          </a:prstGeom>
          <a:solidFill>
            <a:schemeClr val="tx2"/>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213" name="Oval 20">
            <a:extLst>
              <a:ext uri="{FF2B5EF4-FFF2-40B4-BE49-F238E27FC236}">
                <a16:creationId xmlns:a16="http://schemas.microsoft.com/office/drawing/2014/main" id="{C70A945A-0A89-48F2-B542-4FB89E52821E}"/>
              </a:ext>
            </a:extLst>
          </p:cNvPr>
          <p:cNvSpPr>
            <a:spLocks noChangeAspect="1" noChangeArrowheads="1"/>
          </p:cNvSpPr>
          <p:nvPr/>
        </p:nvSpPr>
        <p:spPr bwMode="auto">
          <a:xfrm>
            <a:off x="8304774" y="1570245"/>
            <a:ext cx="217426" cy="217425"/>
          </a:xfrm>
          <a:prstGeom prst="ellipse">
            <a:avLst/>
          </a:prstGeom>
          <a:solidFill>
            <a:srgbClr val="006863"/>
          </a:solidFill>
          <a:ln w="9525" cap="flat" cmpd="sng" algn="ctr">
            <a:solidFill>
              <a:srgbClr val="FFFFFF"/>
            </a:solidFill>
            <a:prstDash val="solid"/>
            <a:round/>
            <a:headEnd type="none" w="med" len="med"/>
            <a:tailEnd type="none" w="med" len="med"/>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rebuchet MS"/>
                <a:ea typeface="+mn-ea"/>
                <a:cs typeface="+mn-cs"/>
              </a:rPr>
              <a:t>5</a:t>
            </a:r>
          </a:p>
        </p:txBody>
      </p:sp>
      <p:grpSp>
        <p:nvGrpSpPr>
          <p:cNvPr id="98" name="bcgIcons_Financial Statement">
            <a:extLst>
              <a:ext uri="{FF2B5EF4-FFF2-40B4-BE49-F238E27FC236}">
                <a16:creationId xmlns:a16="http://schemas.microsoft.com/office/drawing/2014/main" id="{93BF0E6E-F465-12D4-424B-A5D6AE88E427}"/>
              </a:ext>
            </a:extLst>
          </p:cNvPr>
          <p:cNvGrpSpPr>
            <a:grpSpLocks/>
          </p:cNvGrpSpPr>
          <p:nvPr/>
        </p:nvGrpSpPr>
        <p:grpSpPr>
          <a:xfrm>
            <a:off x="8548357" y="1717997"/>
            <a:ext cx="282119" cy="282378"/>
            <a:chOff x="5273675" y="2606675"/>
            <a:chExt cx="1644650" cy="1644650"/>
          </a:xfrm>
        </p:grpSpPr>
        <p:sp>
          <p:nvSpPr>
            <p:cNvPr id="99" name="AutoShape 22">
              <a:extLst>
                <a:ext uri="{FF2B5EF4-FFF2-40B4-BE49-F238E27FC236}">
                  <a16:creationId xmlns:a16="http://schemas.microsoft.com/office/drawing/2014/main" id="{DE8D8A9A-256B-8C09-6796-2D081D2943D8}"/>
                </a:ext>
              </a:extLst>
            </p:cNvPr>
            <p:cNvSpPr>
              <a:spLocks noChangeAspect="1" noChangeArrowheads="1" noTextEdi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nvGrpSpPr>
            <p:cNvPr id="100" name="Group 99">
              <a:extLst>
                <a:ext uri="{FF2B5EF4-FFF2-40B4-BE49-F238E27FC236}">
                  <a16:creationId xmlns:a16="http://schemas.microsoft.com/office/drawing/2014/main" id="{68EDECF2-3E29-DAAD-EF53-2B46C7AD3231}"/>
                </a:ext>
              </a:extLst>
            </p:cNvPr>
            <p:cNvGrpSpPr/>
            <p:nvPr/>
          </p:nvGrpSpPr>
          <p:grpSpPr>
            <a:xfrm>
              <a:off x="5646738" y="2890838"/>
              <a:ext cx="895350" cy="1190625"/>
              <a:chOff x="5646738" y="2890838"/>
              <a:chExt cx="895350" cy="1190625"/>
            </a:xfrm>
          </p:grpSpPr>
          <p:sp>
            <p:nvSpPr>
              <p:cNvPr id="101" name="Freeform 5">
                <a:extLst>
                  <a:ext uri="{FF2B5EF4-FFF2-40B4-BE49-F238E27FC236}">
                    <a16:creationId xmlns:a16="http://schemas.microsoft.com/office/drawing/2014/main" id="{7FD813C2-C50F-2B11-1253-DA66BE7B512C}"/>
                  </a:ext>
                </a:extLst>
              </p:cNvPr>
              <p:cNvSpPr>
                <a:spLocks/>
              </p:cNvSpPr>
              <p:nvPr/>
            </p:nvSpPr>
            <p:spPr bwMode="auto">
              <a:xfrm>
                <a:off x="5646738" y="2890838"/>
                <a:ext cx="895350" cy="1190625"/>
              </a:xfrm>
              <a:custGeom>
                <a:avLst/>
                <a:gdLst>
                  <a:gd name="connsiteX0" fmla="*/ 415018 w 895350"/>
                  <a:gd name="connsiteY0" fmla="*/ 361950 h 1190625"/>
                  <a:gd name="connsiteX1" fmla="*/ 473943 w 895350"/>
                  <a:gd name="connsiteY1" fmla="*/ 361950 h 1190625"/>
                  <a:gd name="connsiteX2" fmla="*/ 473943 w 895350"/>
                  <a:gd name="connsiteY2" fmla="*/ 363380 h 1190625"/>
                  <a:gd name="connsiteX3" fmla="*/ 473943 w 895350"/>
                  <a:gd name="connsiteY3" fmla="*/ 406263 h 1190625"/>
                  <a:gd name="connsiteX4" fmla="*/ 512280 w 895350"/>
                  <a:gd name="connsiteY4" fmla="*/ 414125 h 1190625"/>
                  <a:gd name="connsiteX5" fmla="*/ 544227 w 895350"/>
                  <a:gd name="connsiteY5" fmla="*/ 429848 h 1190625"/>
                  <a:gd name="connsiteX6" fmla="*/ 538547 w 895350"/>
                  <a:gd name="connsiteY6" fmla="*/ 445572 h 1190625"/>
                  <a:gd name="connsiteX7" fmla="*/ 527188 w 895350"/>
                  <a:gd name="connsiteY7" fmla="*/ 478449 h 1190625"/>
                  <a:gd name="connsiteX8" fmla="*/ 523639 w 895350"/>
                  <a:gd name="connsiteY8" fmla="*/ 488455 h 1190625"/>
                  <a:gd name="connsiteX9" fmla="*/ 510150 w 895350"/>
                  <a:gd name="connsiteY9" fmla="*/ 479879 h 1190625"/>
                  <a:gd name="connsiteX10" fmla="*/ 449095 w 895350"/>
                  <a:gd name="connsiteY10" fmla="*/ 463440 h 1190625"/>
                  <a:gd name="connsiteX11" fmla="*/ 413598 w 895350"/>
                  <a:gd name="connsiteY11" fmla="*/ 475590 h 1190625"/>
                  <a:gd name="connsiteX12" fmla="*/ 400819 w 895350"/>
                  <a:gd name="connsiteY12" fmla="*/ 507038 h 1190625"/>
                  <a:gd name="connsiteX13" fmla="*/ 412178 w 895350"/>
                  <a:gd name="connsiteY13" fmla="*/ 533483 h 1190625"/>
                  <a:gd name="connsiteX14" fmla="*/ 451935 w 895350"/>
                  <a:gd name="connsiteY14" fmla="*/ 564930 h 1190625"/>
                  <a:gd name="connsiteX15" fmla="*/ 472523 w 895350"/>
                  <a:gd name="connsiteY15" fmla="*/ 576366 h 1190625"/>
                  <a:gd name="connsiteX16" fmla="*/ 508730 w 895350"/>
                  <a:gd name="connsiteY16" fmla="*/ 596378 h 1190625"/>
                  <a:gd name="connsiteX17" fmla="*/ 526478 w 895350"/>
                  <a:gd name="connsiteY17" fmla="*/ 610672 h 1190625"/>
                  <a:gd name="connsiteX18" fmla="*/ 539257 w 895350"/>
                  <a:gd name="connsiteY18" fmla="*/ 624967 h 1190625"/>
                  <a:gd name="connsiteX19" fmla="*/ 552036 w 895350"/>
                  <a:gd name="connsiteY19" fmla="*/ 648552 h 1190625"/>
                  <a:gd name="connsiteX20" fmla="*/ 554166 w 895350"/>
                  <a:gd name="connsiteY20" fmla="*/ 653555 h 1190625"/>
                  <a:gd name="connsiteX21" fmla="*/ 561265 w 895350"/>
                  <a:gd name="connsiteY21" fmla="*/ 685003 h 1190625"/>
                  <a:gd name="connsiteX22" fmla="*/ 561975 w 895350"/>
                  <a:gd name="connsiteY22" fmla="*/ 695009 h 1190625"/>
                  <a:gd name="connsiteX23" fmla="*/ 560555 w 895350"/>
                  <a:gd name="connsiteY23" fmla="*/ 709303 h 1190625"/>
                  <a:gd name="connsiteX24" fmla="*/ 550616 w 895350"/>
                  <a:gd name="connsiteY24" fmla="*/ 740751 h 1190625"/>
                  <a:gd name="connsiteX25" fmla="*/ 538547 w 895350"/>
                  <a:gd name="connsiteY25" fmla="*/ 758619 h 1190625"/>
                  <a:gd name="connsiteX26" fmla="*/ 522219 w 895350"/>
                  <a:gd name="connsiteY26" fmla="*/ 772913 h 1190625"/>
                  <a:gd name="connsiteX27" fmla="*/ 473943 w 895350"/>
                  <a:gd name="connsiteY27" fmla="*/ 795784 h 1190625"/>
                  <a:gd name="connsiteX28" fmla="*/ 473943 w 895350"/>
                  <a:gd name="connsiteY28" fmla="*/ 804361 h 1190625"/>
                  <a:gd name="connsiteX29" fmla="*/ 473943 w 895350"/>
                  <a:gd name="connsiteY29" fmla="*/ 855821 h 1190625"/>
                  <a:gd name="connsiteX30" fmla="*/ 473943 w 895350"/>
                  <a:gd name="connsiteY30" fmla="*/ 857250 h 1190625"/>
                  <a:gd name="connsiteX31" fmla="*/ 415018 w 895350"/>
                  <a:gd name="connsiteY31" fmla="*/ 857250 h 1190625"/>
                  <a:gd name="connsiteX32" fmla="*/ 415018 w 895350"/>
                  <a:gd name="connsiteY32" fmla="*/ 855821 h 1190625"/>
                  <a:gd name="connsiteX33" fmla="*/ 415018 w 895350"/>
                  <a:gd name="connsiteY33" fmla="*/ 804361 h 1190625"/>
                  <a:gd name="connsiteX34" fmla="*/ 415018 w 895350"/>
                  <a:gd name="connsiteY34" fmla="*/ 800073 h 1190625"/>
                  <a:gd name="connsiteX35" fmla="*/ 333375 w 895350"/>
                  <a:gd name="connsiteY35" fmla="*/ 773628 h 1190625"/>
                  <a:gd name="connsiteX36" fmla="*/ 333375 w 895350"/>
                  <a:gd name="connsiteY36" fmla="*/ 772913 h 1190625"/>
                  <a:gd name="connsiteX37" fmla="*/ 346864 w 895350"/>
                  <a:gd name="connsiteY37" fmla="*/ 740751 h 1190625"/>
                  <a:gd name="connsiteX38" fmla="*/ 358223 w 895350"/>
                  <a:gd name="connsiteY38" fmla="*/ 712877 h 1190625"/>
                  <a:gd name="connsiteX39" fmla="*/ 391590 w 895350"/>
                  <a:gd name="connsiteY39" fmla="*/ 731460 h 1190625"/>
                  <a:gd name="connsiteX40" fmla="*/ 435606 w 895350"/>
                  <a:gd name="connsiteY40" fmla="*/ 740751 h 1190625"/>
                  <a:gd name="connsiteX41" fmla="*/ 495241 w 895350"/>
                  <a:gd name="connsiteY41" fmla="*/ 698583 h 1190625"/>
                  <a:gd name="connsiteX42" fmla="*/ 493821 w 895350"/>
                  <a:gd name="connsiteY42" fmla="*/ 685003 h 1190625"/>
                  <a:gd name="connsiteX43" fmla="*/ 480332 w 895350"/>
                  <a:gd name="connsiteY43" fmla="*/ 660703 h 1190625"/>
                  <a:gd name="connsiteX44" fmla="*/ 473233 w 895350"/>
                  <a:gd name="connsiteY44" fmla="*/ 653555 h 1190625"/>
                  <a:gd name="connsiteX45" fmla="*/ 422827 w 895350"/>
                  <a:gd name="connsiteY45" fmla="*/ 622108 h 1190625"/>
                  <a:gd name="connsiteX46" fmla="*/ 392300 w 895350"/>
                  <a:gd name="connsiteY46" fmla="*/ 604240 h 1190625"/>
                  <a:gd name="connsiteX47" fmla="*/ 375972 w 895350"/>
                  <a:gd name="connsiteY47" fmla="*/ 593519 h 1190625"/>
                  <a:gd name="connsiteX48" fmla="*/ 366032 w 895350"/>
                  <a:gd name="connsiteY48" fmla="*/ 585657 h 1190625"/>
                  <a:gd name="connsiteX49" fmla="*/ 348284 w 895350"/>
                  <a:gd name="connsiteY49" fmla="*/ 564930 h 1190625"/>
                  <a:gd name="connsiteX50" fmla="*/ 341895 w 895350"/>
                  <a:gd name="connsiteY50" fmla="*/ 551351 h 1190625"/>
                  <a:gd name="connsiteX51" fmla="*/ 336215 w 895350"/>
                  <a:gd name="connsiteY51" fmla="*/ 533483 h 1190625"/>
                  <a:gd name="connsiteX52" fmla="*/ 333375 w 895350"/>
                  <a:gd name="connsiteY52" fmla="*/ 509182 h 1190625"/>
                  <a:gd name="connsiteX53" fmla="*/ 333375 w 895350"/>
                  <a:gd name="connsiteY53" fmla="*/ 508467 h 1190625"/>
                  <a:gd name="connsiteX54" fmla="*/ 338345 w 895350"/>
                  <a:gd name="connsiteY54" fmla="*/ 478449 h 1190625"/>
                  <a:gd name="connsiteX55" fmla="*/ 356093 w 895350"/>
                  <a:gd name="connsiteY55" fmla="*/ 445572 h 1190625"/>
                  <a:gd name="connsiteX56" fmla="*/ 356803 w 895350"/>
                  <a:gd name="connsiteY56" fmla="*/ 444857 h 1190625"/>
                  <a:gd name="connsiteX57" fmla="*/ 399399 w 895350"/>
                  <a:gd name="connsiteY57" fmla="*/ 414125 h 1190625"/>
                  <a:gd name="connsiteX58" fmla="*/ 415018 w 895350"/>
                  <a:gd name="connsiteY58" fmla="*/ 409122 h 1190625"/>
                  <a:gd name="connsiteX59" fmla="*/ 415018 w 895350"/>
                  <a:gd name="connsiteY59" fmla="*/ 363380 h 1190625"/>
                  <a:gd name="connsiteX60" fmla="*/ 415018 w 895350"/>
                  <a:gd name="connsiteY60" fmla="*/ 361950 h 1190625"/>
                  <a:gd name="connsiteX61" fmla="*/ 30162 w 895350"/>
                  <a:gd name="connsiteY61" fmla="*/ 31750 h 1190625"/>
                  <a:gd name="connsiteX62" fmla="*/ 30162 w 895350"/>
                  <a:gd name="connsiteY62" fmla="*/ 1158875 h 1190625"/>
                  <a:gd name="connsiteX63" fmla="*/ 865187 w 895350"/>
                  <a:gd name="connsiteY63" fmla="*/ 1158875 h 1190625"/>
                  <a:gd name="connsiteX64" fmla="*/ 865187 w 895350"/>
                  <a:gd name="connsiteY64" fmla="*/ 31750 h 1190625"/>
                  <a:gd name="connsiteX65" fmla="*/ 30162 w 895350"/>
                  <a:gd name="connsiteY65" fmla="*/ 31750 h 1190625"/>
                  <a:gd name="connsiteX66" fmla="*/ 15683 w 895350"/>
                  <a:gd name="connsiteY66" fmla="*/ 0 h 1190625"/>
                  <a:gd name="connsiteX67" fmla="*/ 879667 w 895350"/>
                  <a:gd name="connsiteY67" fmla="*/ 0 h 1190625"/>
                  <a:gd name="connsiteX68" fmla="*/ 895350 w 895350"/>
                  <a:gd name="connsiteY68" fmla="*/ 15704 h 1190625"/>
                  <a:gd name="connsiteX69" fmla="*/ 895350 w 895350"/>
                  <a:gd name="connsiteY69" fmla="*/ 1174922 h 1190625"/>
                  <a:gd name="connsiteX70" fmla="*/ 879667 w 895350"/>
                  <a:gd name="connsiteY70" fmla="*/ 1190625 h 1190625"/>
                  <a:gd name="connsiteX71" fmla="*/ 15683 w 895350"/>
                  <a:gd name="connsiteY71" fmla="*/ 1190625 h 1190625"/>
                  <a:gd name="connsiteX72" fmla="*/ 0 w 895350"/>
                  <a:gd name="connsiteY72" fmla="*/ 1174922 h 1190625"/>
                  <a:gd name="connsiteX73" fmla="*/ 0 w 895350"/>
                  <a:gd name="connsiteY73" fmla="*/ 15704 h 1190625"/>
                  <a:gd name="connsiteX74" fmla="*/ 15683 w 895350"/>
                  <a:gd name="connsiteY74" fmla="*/ 0 h 119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895350" h="1190625">
                    <a:moveTo>
                      <a:pt x="415018" y="361950"/>
                    </a:moveTo>
                    <a:cubicBezTo>
                      <a:pt x="415018" y="361950"/>
                      <a:pt x="415018" y="361950"/>
                      <a:pt x="473943" y="361950"/>
                    </a:cubicBezTo>
                    <a:cubicBezTo>
                      <a:pt x="473943" y="361950"/>
                      <a:pt x="473943" y="361950"/>
                      <a:pt x="473943" y="363380"/>
                    </a:cubicBezTo>
                    <a:cubicBezTo>
                      <a:pt x="473943" y="363380"/>
                      <a:pt x="473943" y="363380"/>
                      <a:pt x="473943" y="406263"/>
                    </a:cubicBezTo>
                    <a:cubicBezTo>
                      <a:pt x="488142" y="408407"/>
                      <a:pt x="500921" y="410551"/>
                      <a:pt x="512280" y="414125"/>
                    </a:cubicBezTo>
                    <a:cubicBezTo>
                      <a:pt x="525058" y="418413"/>
                      <a:pt x="536417" y="423416"/>
                      <a:pt x="544227" y="429848"/>
                    </a:cubicBezTo>
                    <a:cubicBezTo>
                      <a:pt x="544227" y="429848"/>
                      <a:pt x="544227" y="429848"/>
                      <a:pt x="538547" y="445572"/>
                    </a:cubicBezTo>
                    <a:cubicBezTo>
                      <a:pt x="536417" y="453434"/>
                      <a:pt x="532158" y="463440"/>
                      <a:pt x="527188" y="478449"/>
                    </a:cubicBezTo>
                    <a:cubicBezTo>
                      <a:pt x="525768" y="482023"/>
                      <a:pt x="525058" y="485596"/>
                      <a:pt x="523639" y="488455"/>
                    </a:cubicBezTo>
                    <a:cubicBezTo>
                      <a:pt x="519379" y="485596"/>
                      <a:pt x="514409" y="482738"/>
                      <a:pt x="510150" y="479879"/>
                    </a:cubicBezTo>
                    <a:cubicBezTo>
                      <a:pt x="490981" y="468443"/>
                      <a:pt x="470393" y="463440"/>
                      <a:pt x="449095" y="463440"/>
                    </a:cubicBezTo>
                    <a:cubicBezTo>
                      <a:pt x="434186" y="463440"/>
                      <a:pt x="421408" y="467014"/>
                      <a:pt x="413598" y="475590"/>
                    </a:cubicBezTo>
                    <a:cubicBezTo>
                      <a:pt x="405079" y="484167"/>
                      <a:pt x="400819" y="494173"/>
                      <a:pt x="400819" y="507038"/>
                    </a:cubicBezTo>
                    <a:cubicBezTo>
                      <a:pt x="400819" y="515615"/>
                      <a:pt x="405079" y="524906"/>
                      <a:pt x="412178" y="533483"/>
                    </a:cubicBezTo>
                    <a:cubicBezTo>
                      <a:pt x="420698" y="544203"/>
                      <a:pt x="433476" y="554209"/>
                      <a:pt x="451935" y="564930"/>
                    </a:cubicBezTo>
                    <a:cubicBezTo>
                      <a:pt x="458324" y="568504"/>
                      <a:pt x="464714" y="572792"/>
                      <a:pt x="472523" y="576366"/>
                    </a:cubicBezTo>
                    <a:cubicBezTo>
                      <a:pt x="487432" y="583513"/>
                      <a:pt x="499501" y="589945"/>
                      <a:pt x="508730" y="596378"/>
                    </a:cubicBezTo>
                    <a:cubicBezTo>
                      <a:pt x="515829" y="601381"/>
                      <a:pt x="521509" y="605669"/>
                      <a:pt x="526478" y="610672"/>
                    </a:cubicBezTo>
                    <a:cubicBezTo>
                      <a:pt x="531448" y="614961"/>
                      <a:pt x="535708" y="619964"/>
                      <a:pt x="539257" y="624967"/>
                    </a:cubicBezTo>
                    <a:cubicBezTo>
                      <a:pt x="544937" y="632114"/>
                      <a:pt x="549196" y="639976"/>
                      <a:pt x="552036" y="648552"/>
                    </a:cubicBezTo>
                    <a:cubicBezTo>
                      <a:pt x="552746" y="649982"/>
                      <a:pt x="553456" y="652126"/>
                      <a:pt x="554166" y="653555"/>
                    </a:cubicBezTo>
                    <a:cubicBezTo>
                      <a:pt x="557716" y="663561"/>
                      <a:pt x="560555" y="673567"/>
                      <a:pt x="561265" y="685003"/>
                    </a:cubicBezTo>
                    <a:cubicBezTo>
                      <a:pt x="561975" y="687862"/>
                      <a:pt x="561975" y="691435"/>
                      <a:pt x="561975" y="695009"/>
                    </a:cubicBezTo>
                    <a:cubicBezTo>
                      <a:pt x="561975" y="700012"/>
                      <a:pt x="561265" y="705015"/>
                      <a:pt x="560555" y="709303"/>
                    </a:cubicBezTo>
                    <a:cubicBezTo>
                      <a:pt x="559135" y="720739"/>
                      <a:pt x="555586" y="731460"/>
                      <a:pt x="550616" y="740751"/>
                    </a:cubicBezTo>
                    <a:cubicBezTo>
                      <a:pt x="547067" y="747183"/>
                      <a:pt x="542807" y="753616"/>
                      <a:pt x="538547" y="758619"/>
                    </a:cubicBezTo>
                    <a:cubicBezTo>
                      <a:pt x="533578" y="763622"/>
                      <a:pt x="527898" y="768625"/>
                      <a:pt x="522219" y="772913"/>
                    </a:cubicBezTo>
                    <a:cubicBezTo>
                      <a:pt x="508730" y="783634"/>
                      <a:pt x="493111" y="790781"/>
                      <a:pt x="473943" y="795784"/>
                    </a:cubicBezTo>
                    <a:cubicBezTo>
                      <a:pt x="473943" y="795784"/>
                      <a:pt x="473943" y="795784"/>
                      <a:pt x="473943" y="804361"/>
                    </a:cubicBezTo>
                    <a:cubicBezTo>
                      <a:pt x="473943" y="812223"/>
                      <a:pt x="473943" y="827232"/>
                      <a:pt x="473943" y="855821"/>
                    </a:cubicBezTo>
                    <a:cubicBezTo>
                      <a:pt x="473943" y="855821"/>
                      <a:pt x="473943" y="855821"/>
                      <a:pt x="473943" y="857250"/>
                    </a:cubicBezTo>
                    <a:cubicBezTo>
                      <a:pt x="473943" y="857250"/>
                      <a:pt x="473943" y="857250"/>
                      <a:pt x="415018" y="857250"/>
                    </a:cubicBezTo>
                    <a:cubicBezTo>
                      <a:pt x="415018" y="857250"/>
                      <a:pt x="415018" y="857250"/>
                      <a:pt x="415018" y="855821"/>
                    </a:cubicBezTo>
                    <a:cubicBezTo>
                      <a:pt x="415018" y="855821"/>
                      <a:pt x="415018" y="855821"/>
                      <a:pt x="415018" y="804361"/>
                    </a:cubicBezTo>
                    <a:cubicBezTo>
                      <a:pt x="415018" y="802932"/>
                      <a:pt x="415018" y="801502"/>
                      <a:pt x="415018" y="800073"/>
                    </a:cubicBezTo>
                    <a:cubicBezTo>
                      <a:pt x="384491" y="798643"/>
                      <a:pt x="358223" y="789352"/>
                      <a:pt x="333375" y="773628"/>
                    </a:cubicBezTo>
                    <a:cubicBezTo>
                      <a:pt x="333375" y="773628"/>
                      <a:pt x="333375" y="773628"/>
                      <a:pt x="333375" y="772913"/>
                    </a:cubicBezTo>
                    <a:cubicBezTo>
                      <a:pt x="334795" y="771484"/>
                      <a:pt x="336925" y="765051"/>
                      <a:pt x="346864" y="740751"/>
                    </a:cubicBezTo>
                    <a:cubicBezTo>
                      <a:pt x="349704" y="733604"/>
                      <a:pt x="353963" y="724312"/>
                      <a:pt x="358223" y="712877"/>
                    </a:cubicBezTo>
                    <a:cubicBezTo>
                      <a:pt x="369582" y="720739"/>
                      <a:pt x="380231" y="727171"/>
                      <a:pt x="391590" y="731460"/>
                    </a:cubicBezTo>
                    <a:cubicBezTo>
                      <a:pt x="406499" y="737892"/>
                      <a:pt x="421408" y="740751"/>
                      <a:pt x="435606" y="740751"/>
                    </a:cubicBezTo>
                    <a:cubicBezTo>
                      <a:pt x="475363" y="740751"/>
                      <a:pt x="495241" y="726457"/>
                      <a:pt x="495241" y="698583"/>
                    </a:cubicBezTo>
                    <a:cubicBezTo>
                      <a:pt x="495241" y="693580"/>
                      <a:pt x="494531" y="689291"/>
                      <a:pt x="493821" y="685003"/>
                    </a:cubicBezTo>
                    <a:cubicBezTo>
                      <a:pt x="490981" y="677141"/>
                      <a:pt x="486722" y="668564"/>
                      <a:pt x="480332" y="660703"/>
                    </a:cubicBezTo>
                    <a:cubicBezTo>
                      <a:pt x="478203" y="658558"/>
                      <a:pt x="476073" y="656414"/>
                      <a:pt x="473233" y="653555"/>
                    </a:cubicBezTo>
                    <a:cubicBezTo>
                      <a:pt x="461874" y="643549"/>
                      <a:pt x="445545" y="633543"/>
                      <a:pt x="422827" y="622108"/>
                    </a:cubicBezTo>
                    <a:cubicBezTo>
                      <a:pt x="410758" y="614961"/>
                      <a:pt x="400819" y="609243"/>
                      <a:pt x="392300" y="604240"/>
                    </a:cubicBezTo>
                    <a:cubicBezTo>
                      <a:pt x="385201" y="600666"/>
                      <a:pt x="380231" y="597093"/>
                      <a:pt x="375972" y="593519"/>
                    </a:cubicBezTo>
                    <a:cubicBezTo>
                      <a:pt x="372422" y="590660"/>
                      <a:pt x="368872" y="587801"/>
                      <a:pt x="366032" y="585657"/>
                    </a:cubicBezTo>
                    <a:cubicBezTo>
                      <a:pt x="358933" y="579939"/>
                      <a:pt x="353254" y="572792"/>
                      <a:pt x="348284" y="564930"/>
                    </a:cubicBezTo>
                    <a:cubicBezTo>
                      <a:pt x="346154" y="560642"/>
                      <a:pt x="343314" y="556354"/>
                      <a:pt x="341895" y="551351"/>
                    </a:cubicBezTo>
                    <a:cubicBezTo>
                      <a:pt x="339055" y="545633"/>
                      <a:pt x="337635" y="539915"/>
                      <a:pt x="336215" y="533483"/>
                    </a:cubicBezTo>
                    <a:cubicBezTo>
                      <a:pt x="334085" y="525621"/>
                      <a:pt x="333375" y="517044"/>
                      <a:pt x="333375" y="509182"/>
                    </a:cubicBezTo>
                    <a:cubicBezTo>
                      <a:pt x="333375" y="509182"/>
                      <a:pt x="333375" y="509182"/>
                      <a:pt x="333375" y="508467"/>
                    </a:cubicBezTo>
                    <a:cubicBezTo>
                      <a:pt x="333375" y="497747"/>
                      <a:pt x="335505" y="487026"/>
                      <a:pt x="338345" y="478449"/>
                    </a:cubicBezTo>
                    <a:cubicBezTo>
                      <a:pt x="341895" y="467014"/>
                      <a:pt x="348284" y="456293"/>
                      <a:pt x="356093" y="445572"/>
                    </a:cubicBezTo>
                    <a:cubicBezTo>
                      <a:pt x="356093" y="445572"/>
                      <a:pt x="356803" y="445572"/>
                      <a:pt x="356803" y="444857"/>
                    </a:cubicBezTo>
                    <a:cubicBezTo>
                      <a:pt x="367452" y="431278"/>
                      <a:pt x="381651" y="421272"/>
                      <a:pt x="399399" y="414125"/>
                    </a:cubicBezTo>
                    <a:cubicBezTo>
                      <a:pt x="404369" y="412695"/>
                      <a:pt x="409339" y="410551"/>
                      <a:pt x="415018" y="409122"/>
                    </a:cubicBezTo>
                    <a:cubicBezTo>
                      <a:pt x="415018" y="409122"/>
                      <a:pt x="415018" y="409122"/>
                      <a:pt x="415018" y="363380"/>
                    </a:cubicBezTo>
                    <a:cubicBezTo>
                      <a:pt x="415018" y="363380"/>
                      <a:pt x="415018" y="363380"/>
                      <a:pt x="415018" y="361950"/>
                    </a:cubicBezTo>
                    <a:close/>
                    <a:moveTo>
                      <a:pt x="30162" y="31750"/>
                    </a:moveTo>
                    <a:cubicBezTo>
                      <a:pt x="30162" y="31750"/>
                      <a:pt x="30162" y="31750"/>
                      <a:pt x="30162" y="1158875"/>
                    </a:cubicBezTo>
                    <a:cubicBezTo>
                      <a:pt x="30162" y="1158875"/>
                      <a:pt x="30162" y="1158875"/>
                      <a:pt x="865187" y="1158875"/>
                    </a:cubicBezTo>
                    <a:cubicBezTo>
                      <a:pt x="865187" y="1158875"/>
                      <a:pt x="865187" y="1158875"/>
                      <a:pt x="865187" y="31750"/>
                    </a:cubicBezTo>
                    <a:cubicBezTo>
                      <a:pt x="865187" y="31750"/>
                      <a:pt x="865187" y="31750"/>
                      <a:pt x="30162" y="31750"/>
                    </a:cubicBezTo>
                    <a:close/>
                    <a:moveTo>
                      <a:pt x="15683" y="0"/>
                    </a:moveTo>
                    <a:cubicBezTo>
                      <a:pt x="15683" y="0"/>
                      <a:pt x="15683" y="0"/>
                      <a:pt x="879667" y="0"/>
                    </a:cubicBezTo>
                    <a:cubicBezTo>
                      <a:pt x="888934" y="0"/>
                      <a:pt x="895350" y="7138"/>
                      <a:pt x="895350" y="15704"/>
                    </a:cubicBezTo>
                    <a:cubicBezTo>
                      <a:pt x="895350" y="15704"/>
                      <a:pt x="895350" y="15704"/>
                      <a:pt x="895350" y="1174922"/>
                    </a:cubicBezTo>
                    <a:cubicBezTo>
                      <a:pt x="895350" y="1184201"/>
                      <a:pt x="888934" y="1190625"/>
                      <a:pt x="879667" y="1190625"/>
                    </a:cubicBezTo>
                    <a:cubicBezTo>
                      <a:pt x="879667" y="1190625"/>
                      <a:pt x="879667" y="1190625"/>
                      <a:pt x="15683" y="1190625"/>
                    </a:cubicBezTo>
                    <a:cubicBezTo>
                      <a:pt x="6416" y="1190625"/>
                      <a:pt x="0" y="1184201"/>
                      <a:pt x="0" y="1174922"/>
                    </a:cubicBezTo>
                    <a:cubicBezTo>
                      <a:pt x="0" y="1174922"/>
                      <a:pt x="0" y="1174922"/>
                      <a:pt x="0" y="15704"/>
                    </a:cubicBezTo>
                    <a:cubicBezTo>
                      <a:pt x="0" y="7138"/>
                      <a:pt x="6416" y="0"/>
                      <a:pt x="15683"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02" name="Freeform 6">
                <a:extLst>
                  <a:ext uri="{FF2B5EF4-FFF2-40B4-BE49-F238E27FC236}">
                    <a16:creationId xmlns:a16="http://schemas.microsoft.com/office/drawing/2014/main" id="{0ABE7082-23B1-2920-B2D8-CC7D71A035F4}"/>
                  </a:ext>
                </a:extLst>
              </p:cNvPr>
              <p:cNvSpPr>
                <a:spLocks/>
              </p:cNvSpPr>
              <p:nvPr/>
            </p:nvSpPr>
            <p:spPr bwMode="auto">
              <a:xfrm>
                <a:off x="5780088" y="3138488"/>
                <a:ext cx="628650" cy="725487"/>
              </a:xfrm>
              <a:custGeom>
                <a:avLst/>
                <a:gdLst>
                  <a:gd name="connsiteX0" fmla="*/ 384092 w 628650"/>
                  <a:gd name="connsiteY0" fmla="*/ 693737 h 725487"/>
                  <a:gd name="connsiteX1" fmla="*/ 517608 w 628650"/>
                  <a:gd name="connsiteY1" fmla="*/ 693737 h 725487"/>
                  <a:gd name="connsiteX2" fmla="*/ 533400 w 628650"/>
                  <a:gd name="connsiteY2" fmla="*/ 709981 h 725487"/>
                  <a:gd name="connsiteX3" fmla="*/ 517608 w 628650"/>
                  <a:gd name="connsiteY3" fmla="*/ 725487 h 725487"/>
                  <a:gd name="connsiteX4" fmla="*/ 384092 w 628650"/>
                  <a:gd name="connsiteY4" fmla="*/ 725487 h 725487"/>
                  <a:gd name="connsiteX5" fmla="*/ 368300 w 628650"/>
                  <a:gd name="connsiteY5" fmla="*/ 709981 h 725487"/>
                  <a:gd name="connsiteX6" fmla="*/ 384092 w 628650"/>
                  <a:gd name="connsiteY6" fmla="*/ 693737 h 725487"/>
                  <a:gd name="connsiteX7" fmla="*/ 15692 w 628650"/>
                  <a:gd name="connsiteY7" fmla="*/ 693737 h 725487"/>
                  <a:gd name="connsiteX8" fmla="*/ 244657 w 628650"/>
                  <a:gd name="connsiteY8" fmla="*/ 693737 h 725487"/>
                  <a:gd name="connsiteX9" fmla="*/ 260350 w 628650"/>
                  <a:gd name="connsiteY9" fmla="*/ 709981 h 725487"/>
                  <a:gd name="connsiteX10" fmla="*/ 244657 w 628650"/>
                  <a:gd name="connsiteY10" fmla="*/ 725487 h 725487"/>
                  <a:gd name="connsiteX11" fmla="*/ 15692 w 628650"/>
                  <a:gd name="connsiteY11" fmla="*/ 725487 h 725487"/>
                  <a:gd name="connsiteX12" fmla="*/ 0 w 628650"/>
                  <a:gd name="connsiteY12" fmla="*/ 709981 h 725487"/>
                  <a:gd name="connsiteX13" fmla="*/ 15692 w 628650"/>
                  <a:gd name="connsiteY13" fmla="*/ 693737 h 725487"/>
                  <a:gd name="connsiteX14" fmla="*/ 385913 w 628650"/>
                  <a:gd name="connsiteY14" fmla="*/ 579437 h 725487"/>
                  <a:gd name="connsiteX15" fmla="*/ 613658 w 628650"/>
                  <a:gd name="connsiteY15" fmla="*/ 579437 h 725487"/>
                  <a:gd name="connsiteX16" fmla="*/ 628650 w 628650"/>
                  <a:gd name="connsiteY16" fmla="*/ 594869 h 725487"/>
                  <a:gd name="connsiteX17" fmla="*/ 613658 w 628650"/>
                  <a:gd name="connsiteY17" fmla="*/ 609600 h 725487"/>
                  <a:gd name="connsiteX18" fmla="*/ 385913 w 628650"/>
                  <a:gd name="connsiteY18" fmla="*/ 609600 h 725487"/>
                  <a:gd name="connsiteX19" fmla="*/ 373062 w 628650"/>
                  <a:gd name="connsiteY19" fmla="*/ 602585 h 725487"/>
                  <a:gd name="connsiteX20" fmla="*/ 373062 w 628650"/>
                  <a:gd name="connsiteY20" fmla="*/ 586452 h 725487"/>
                  <a:gd name="connsiteX21" fmla="*/ 385913 w 628650"/>
                  <a:gd name="connsiteY21" fmla="*/ 579437 h 725487"/>
                  <a:gd name="connsiteX22" fmla="*/ 15666 w 628650"/>
                  <a:gd name="connsiteY22" fmla="*/ 579437 h 725487"/>
                  <a:gd name="connsiteX23" fmla="*/ 238556 w 628650"/>
                  <a:gd name="connsiteY23" fmla="*/ 579437 h 725487"/>
                  <a:gd name="connsiteX24" fmla="*/ 249238 w 628650"/>
                  <a:gd name="connsiteY24" fmla="*/ 581541 h 725487"/>
                  <a:gd name="connsiteX25" fmla="*/ 249238 w 628650"/>
                  <a:gd name="connsiteY25" fmla="*/ 608197 h 725487"/>
                  <a:gd name="connsiteX26" fmla="*/ 242829 w 628650"/>
                  <a:gd name="connsiteY26" fmla="*/ 609600 h 725487"/>
                  <a:gd name="connsiteX27" fmla="*/ 15666 w 628650"/>
                  <a:gd name="connsiteY27" fmla="*/ 609600 h 725487"/>
                  <a:gd name="connsiteX28" fmla="*/ 0 w 628650"/>
                  <a:gd name="connsiteY28" fmla="*/ 594869 h 725487"/>
                  <a:gd name="connsiteX29" fmla="*/ 15666 w 628650"/>
                  <a:gd name="connsiteY29" fmla="*/ 579437 h 725487"/>
                  <a:gd name="connsiteX30" fmla="*/ 461866 w 628650"/>
                  <a:gd name="connsiteY30" fmla="*/ 463550 h 725487"/>
                  <a:gd name="connsiteX31" fmla="*/ 613682 w 628650"/>
                  <a:gd name="connsiteY31" fmla="*/ 463550 h 725487"/>
                  <a:gd name="connsiteX32" fmla="*/ 628650 w 628650"/>
                  <a:gd name="connsiteY32" fmla="*/ 478982 h 725487"/>
                  <a:gd name="connsiteX33" fmla="*/ 613682 w 628650"/>
                  <a:gd name="connsiteY33" fmla="*/ 493713 h 725487"/>
                  <a:gd name="connsiteX34" fmla="*/ 454025 w 628650"/>
                  <a:gd name="connsiteY34" fmla="*/ 493713 h 725487"/>
                  <a:gd name="connsiteX35" fmla="*/ 461866 w 628650"/>
                  <a:gd name="connsiteY35" fmla="*/ 463550 h 725487"/>
                  <a:gd name="connsiteX36" fmla="*/ 15710 w 628650"/>
                  <a:gd name="connsiteY36" fmla="*/ 463550 h 725487"/>
                  <a:gd name="connsiteX37" fmla="*/ 192088 w 628650"/>
                  <a:gd name="connsiteY37" fmla="*/ 463550 h 725487"/>
                  <a:gd name="connsiteX38" fmla="*/ 178520 w 628650"/>
                  <a:gd name="connsiteY38" fmla="*/ 493713 h 725487"/>
                  <a:gd name="connsiteX39" fmla="*/ 15710 w 628650"/>
                  <a:gd name="connsiteY39" fmla="*/ 493713 h 725487"/>
                  <a:gd name="connsiteX40" fmla="*/ 0 w 628650"/>
                  <a:gd name="connsiteY40" fmla="*/ 478982 h 725487"/>
                  <a:gd name="connsiteX41" fmla="*/ 15710 w 628650"/>
                  <a:gd name="connsiteY41" fmla="*/ 463550 h 725487"/>
                  <a:gd name="connsiteX42" fmla="*/ 422275 w 628650"/>
                  <a:gd name="connsiteY42" fmla="*/ 347662 h 725487"/>
                  <a:gd name="connsiteX43" fmla="*/ 612994 w 628650"/>
                  <a:gd name="connsiteY43" fmla="*/ 347662 h 725487"/>
                  <a:gd name="connsiteX44" fmla="*/ 628650 w 628650"/>
                  <a:gd name="connsiteY44" fmla="*/ 362393 h 725487"/>
                  <a:gd name="connsiteX45" fmla="*/ 612994 w 628650"/>
                  <a:gd name="connsiteY45" fmla="*/ 377825 h 725487"/>
                  <a:gd name="connsiteX46" fmla="*/ 444336 w 628650"/>
                  <a:gd name="connsiteY46" fmla="*/ 377825 h 725487"/>
                  <a:gd name="connsiteX47" fmla="*/ 422275 w 628650"/>
                  <a:gd name="connsiteY47" fmla="*/ 347662 h 725487"/>
                  <a:gd name="connsiteX48" fmla="*/ 15700 w 628650"/>
                  <a:gd name="connsiteY48" fmla="*/ 347662 h 725487"/>
                  <a:gd name="connsiteX49" fmla="*/ 196967 w 628650"/>
                  <a:gd name="connsiteY49" fmla="*/ 347662 h 725487"/>
                  <a:gd name="connsiteX50" fmla="*/ 211953 w 628650"/>
                  <a:gd name="connsiteY50" fmla="*/ 362393 h 725487"/>
                  <a:gd name="connsiteX51" fmla="*/ 233363 w 628650"/>
                  <a:gd name="connsiteY51" fmla="*/ 377825 h 725487"/>
                  <a:gd name="connsiteX52" fmla="*/ 15700 w 628650"/>
                  <a:gd name="connsiteY52" fmla="*/ 377825 h 725487"/>
                  <a:gd name="connsiteX53" fmla="*/ 0 w 628650"/>
                  <a:gd name="connsiteY53" fmla="*/ 362393 h 725487"/>
                  <a:gd name="connsiteX54" fmla="*/ 15700 w 628650"/>
                  <a:gd name="connsiteY54" fmla="*/ 347662 h 725487"/>
                  <a:gd name="connsiteX55" fmla="*/ 428925 w 628650"/>
                  <a:gd name="connsiteY55" fmla="*/ 230187 h 725487"/>
                  <a:gd name="connsiteX56" fmla="*/ 613671 w 628650"/>
                  <a:gd name="connsiteY56" fmla="*/ 230187 h 725487"/>
                  <a:gd name="connsiteX57" fmla="*/ 628650 w 628650"/>
                  <a:gd name="connsiteY57" fmla="*/ 245709 h 725487"/>
                  <a:gd name="connsiteX58" fmla="*/ 613671 w 628650"/>
                  <a:gd name="connsiteY58" fmla="*/ 261937 h 725487"/>
                  <a:gd name="connsiteX59" fmla="*/ 417512 w 628650"/>
                  <a:gd name="connsiteY59" fmla="*/ 261937 h 725487"/>
                  <a:gd name="connsiteX60" fmla="*/ 421079 w 628650"/>
                  <a:gd name="connsiteY60" fmla="*/ 250648 h 725487"/>
                  <a:gd name="connsiteX61" fmla="*/ 428212 w 628650"/>
                  <a:gd name="connsiteY61" fmla="*/ 231598 h 725487"/>
                  <a:gd name="connsiteX62" fmla="*/ 428925 w 628650"/>
                  <a:gd name="connsiteY62" fmla="*/ 230187 h 725487"/>
                  <a:gd name="connsiteX63" fmla="*/ 15636 w 628650"/>
                  <a:gd name="connsiteY63" fmla="*/ 230187 h 725487"/>
                  <a:gd name="connsiteX64" fmla="*/ 169863 w 628650"/>
                  <a:gd name="connsiteY64" fmla="*/ 230187 h 725487"/>
                  <a:gd name="connsiteX65" fmla="*/ 166309 w 628650"/>
                  <a:gd name="connsiteY65" fmla="*/ 261231 h 725487"/>
                  <a:gd name="connsiteX66" fmla="*/ 166309 w 628650"/>
                  <a:gd name="connsiteY66" fmla="*/ 261937 h 725487"/>
                  <a:gd name="connsiteX67" fmla="*/ 15636 w 628650"/>
                  <a:gd name="connsiteY67" fmla="*/ 261937 h 725487"/>
                  <a:gd name="connsiteX68" fmla="*/ 0 w 628650"/>
                  <a:gd name="connsiteY68" fmla="*/ 245709 h 725487"/>
                  <a:gd name="connsiteX69" fmla="*/ 15636 w 628650"/>
                  <a:gd name="connsiteY69" fmla="*/ 230187 h 725487"/>
                  <a:gd name="connsiteX70" fmla="*/ 385913 w 628650"/>
                  <a:gd name="connsiteY70" fmla="*/ 114300 h 725487"/>
                  <a:gd name="connsiteX71" fmla="*/ 613658 w 628650"/>
                  <a:gd name="connsiteY71" fmla="*/ 114300 h 725487"/>
                  <a:gd name="connsiteX72" fmla="*/ 628650 w 628650"/>
                  <a:gd name="connsiteY72" fmla="*/ 130175 h 725487"/>
                  <a:gd name="connsiteX73" fmla="*/ 613658 w 628650"/>
                  <a:gd name="connsiteY73" fmla="*/ 146050 h 725487"/>
                  <a:gd name="connsiteX74" fmla="*/ 414470 w 628650"/>
                  <a:gd name="connsiteY74" fmla="*/ 146050 h 725487"/>
                  <a:gd name="connsiteX75" fmla="*/ 390911 w 628650"/>
                  <a:gd name="connsiteY75" fmla="*/ 135948 h 725487"/>
                  <a:gd name="connsiteX76" fmla="*/ 390197 w 628650"/>
                  <a:gd name="connsiteY76" fmla="*/ 135948 h 725487"/>
                  <a:gd name="connsiteX77" fmla="*/ 373062 w 628650"/>
                  <a:gd name="connsiteY77" fmla="*/ 131618 h 725487"/>
                  <a:gd name="connsiteX78" fmla="*/ 373062 w 628650"/>
                  <a:gd name="connsiteY78" fmla="*/ 120794 h 725487"/>
                  <a:gd name="connsiteX79" fmla="*/ 385913 w 628650"/>
                  <a:gd name="connsiteY79" fmla="*/ 114300 h 725487"/>
                  <a:gd name="connsiteX80" fmla="*/ 15666 w 628650"/>
                  <a:gd name="connsiteY80" fmla="*/ 114300 h 725487"/>
                  <a:gd name="connsiteX81" fmla="*/ 242829 w 628650"/>
                  <a:gd name="connsiteY81" fmla="*/ 114300 h 725487"/>
                  <a:gd name="connsiteX82" fmla="*/ 249238 w 628650"/>
                  <a:gd name="connsiteY82" fmla="*/ 115743 h 725487"/>
                  <a:gd name="connsiteX83" fmla="*/ 249238 w 628650"/>
                  <a:gd name="connsiteY83" fmla="*/ 138834 h 725487"/>
                  <a:gd name="connsiteX84" fmla="*/ 234996 w 628650"/>
                  <a:gd name="connsiteY84" fmla="*/ 146050 h 725487"/>
                  <a:gd name="connsiteX85" fmla="*/ 15666 w 628650"/>
                  <a:gd name="connsiteY85" fmla="*/ 146050 h 725487"/>
                  <a:gd name="connsiteX86" fmla="*/ 0 w 628650"/>
                  <a:gd name="connsiteY86" fmla="*/ 130175 h 725487"/>
                  <a:gd name="connsiteX87" fmla="*/ 15666 w 628650"/>
                  <a:gd name="connsiteY87" fmla="*/ 114300 h 725487"/>
                  <a:gd name="connsiteX88" fmla="*/ 384036 w 628650"/>
                  <a:gd name="connsiteY88" fmla="*/ 0 h 725487"/>
                  <a:gd name="connsiteX89" fmla="*/ 612915 w 628650"/>
                  <a:gd name="connsiteY89" fmla="*/ 0 h 725487"/>
                  <a:gd name="connsiteX90" fmla="*/ 628650 w 628650"/>
                  <a:gd name="connsiteY90" fmla="*/ 15081 h 725487"/>
                  <a:gd name="connsiteX91" fmla="*/ 612915 w 628650"/>
                  <a:gd name="connsiteY91" fmla="*/ 30163 h 725487"/>
                  <a:gd name="connsiteX92" fmla="*/ 384036 w 628650"/>
                  <a:gd name="connsiteY92" fmla="*/ 30163 h 725487"/>
                  <a:gd name="connsiteX93" fmla="*/ 368300 w 628650"/>
                  <a:gd name="connsiteY93" fmla="*/ 15081 h 725487"/>
                  <a:gd name="connsiteX94" fmla="*/ 384036 w 628650"/>
                  <a:gd name="connsiteY94" fmla="*/ 0 h 725487"/>
                  <a:gd name="connsiteX95" fmla="*/ 15692 w 628650"/>
                  <a:gd name="connsiteY95" fmla="*/ 0 h 725487"/>
                  <a:gd name="connsiteX96" fmla="*/ 244657 w 628650"/>
                  <a:gd name="connsiteY96" fmla="*/ 0 h 725487"/>
                  <a:gd name="connsiteX97" fmla="*/ 260350 w 628650"/>
                  <a:gd name="connsiteY97" fmla="*/ 15081 h 725487"/>
                  <a:gd name="connsiteX98" fmla="*/ 244657 w 628650"/>
                  <a:gd name="connsiteY98" fmla="*/ 30163 h 725487"/>
                  <a:gd name="connsiteX99" fmla="*/ 15692 w 628650"/>
                  <a:gd name="connsiteY99" fmla="*/ 30163 h 725487"/>
                  <a:gd name="connsiteX100" fmla="*/ 0 w 628650"/>
                  <a:gd name="connsiteY100" fmla="*/ 15081 h 725487"/>
                  <a:gd name="connsiteX101" fmla="*/ 15692 w 628650"/>
                  <a:gd name="connsiteY101" fmla="*/ 0 h 72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628650" h="725487">
                    <a:moveTo>
                      <a:pt x="384092" y="693737"/>
                    </a:moveTo>
                    <a:cubicBezTo>
                      <a:pt x="384092" y="693737"/>
                      <a:pt x="384092" y="693737"/>
                      <a:pt x="517608" y="693737"/>
                    </a:cubicBezTo>
                    <a:cubicBezTo>
                      <a:pt x="526222" y="693737"/>
                      <a:pt x="533400" y="701121"/>
                      <a:pt x="533400" y="709981"/>
                    </a:cubicBezTo>
                    <a:cubicBezTo>
                      <a:pt x="533400" y="718103"/>
                      <a:pt x="526222" y="725487"/>
                      <a:pt x="517608" y="725487"/>
                    </a:cubicBezTo>
                    <a:cubicBezTo>
                      <a:pt x="517608" y="725487"/>
                      <a:pt x="517608" y="725487"/>
                      <a:pt x="384092" y="725487"/>
                    </a:cubicBezTo>
                    <a:cubicBezTo>
                      <a:pt x="375479" y="725487"/>
                      <a:pt x="368300" y="718103"/>
                      <a:pt x="368300" y="709981"/>
                    </a:cubicBezTo>
                    <a:cubicBezTo>
                      <a:pt x="368300" y="701121"/>
                      <a:pt x="375479" y="693737"/>
                      <a:pt x="384092" y="693737"/>
                    </a:cubicBezTo>
                    <a:close/>
                    <a:moveTo>
                      <a:pt x="15692" y="693737"/>
                    </a:moveTo>
                    <a:cubicBezTo>
                      <a:pt x="15692" y="693737"/>
                      <a:pt x="15692" y="693737"/>
                      <a:pt x="244657" y="693737"/>
                    </a:cubicBezTo>
                    <a:cubicBezTo>
                      <a:pt x="253217" y="693737"/>
                      <a:pt x="260350" y="701121"/>
                      <a:pt x="260350" y="709981"/>
                    </a:cubicBezTo>
                    <a:cubicBezTo>
                      <a:pt x="260350" y="718103"/>
                      <a:pt x="253217" y="725487"/>
                      <a:pt x="244657" y="725487"/>
                    </a:cubicBezTo>
                    <a:cubicBezTo>
                      <a:pt x="244657" y="725487"/>
                      <a:pt x="244657" y="725487"/>
                      <a:pt x="15692" y="725487"/>
                    </a:cubicBezTo>
                    <a:cubicBezTo>
                      <a:pt x="7133" y="725487"/>
                      <a:pt x="0" y="718103"/>
                      <a:pt x="0" y="709981"/>
                    </a:cubicBezTo>
                    <a:cubicBezTo>
                      <a:pt x="0" y="701121"/>
                      <a:pt x="7133" y="693737"/>
                      <a:pt x="15692" y="693737"/>
                    </a:cubicBezTo>
                    <a:close/>
                    <a:moveTo>
                      <a:pt x="385913" y="579437"/>
                    </a:moveTo>
                    <a:cubicBezTo>
                      <a:pt x="385913" y="579437"/>
                      <a:pt x="385913" y="579437"/>
                      <a:pt x="613658" y="579437"/>
                    </a:cubicBezTo>
                    <a:cubicBezTo>
                      <a:pt x="622225" y="579437"/>
                      <a:pt x="628650" y="586452"/>
                      <a:pt x="628650" y="594869"/>
                    </a:cubicBezTo>
                    <a:cubicBezTo>
                      <a:pt x="628650" y="602585"/>
                      <a:pt x="622225" y="609600"/>
                      <a:pt x="613658" y="609600"/>
                    </a:cubicBezTo>
                    <a:cubicBezTo>
                      <a:pt x="613658" y="609600"/>
                      <a:pt x="613658" y="609600"/>
                      <a:pt x="385913" y="609600"/>
                    </a:cubicBezTo>
                    <a:cubicBezTo>
                      <a:pt x="380916" y="609600"/>
                      <a:pt x="375918" y="606794"/>
                      <a:pt x="373062" y="602585"/>
                    </a:cubicBezTo>
                    <a:cubicBezTo>
                      <a:pt x="373062" y="602585"/>
                      <a:pt x="373062" y="602585"/>
                      <a:pt x="373062" y="586452"/>
                    </a:cubicBezTo>
                    <a:cubicBezTo>
                      <a:pt x="375918" y="582243"/>
                      <a:pt x="380916" y="579437"/>
                      <a:pt x="385913" y="579437"/>
                    </a:cubicBezTo>
                    <a:close/>
                    <a:moveTo>
                      <a:pt x="15666" y="579437"/>
                    </a:moveTo>
                    <a:cubicBezTo>
                      <a:pt x="15666" y="579437"/>
                      <a:pt x="15666" y="579437"/>
                      <a:pt x="238556" y="579437"/>
                    </a:cubicBezTo>
                    <a:cubicBezTo>
                      <a:pt x="242117" y="580138"/>
                      <a:pt x="245677" y="580840"/>
                      <a:pt x="249238" y="581541"/>
                    </a:cubicBezTo>
                    <a:cubicBezTo>
                      <a:pt x="249238" y="581541"/>
                      <a:pt x="249238" y="581541"/>
                      <a:pt x="249238" y="608197"/>
                    </a:cubicBezTo>
                    <a:cubicBezTo>
                      <a:pt x="247101" y="608898"/>
                      <a:pt x="244965" y="609600"/>
                      <a:pt x="242829" y="609600"/>
                    </a:cubicBezTo>
                    <a:cubicBezTo>
                      <a:pt x="242829" y="609600"/>
                      <a:pt x="242829" y="609600"/>
                      <a:pt x="15666" y="609600"/>
                    </a:cubicBezTo>
                    <a:cubicBezTo>
                      <a:pt x="7121" y="609600"/>
                      <a:pt x="0" y="602585"/>
                      <a:pt x="0" y="594869"/>
                    </a:cubicBezTo>
                    <a:cubicBezTo>
                      <a:pt x="0" y="586452"/>
                      <a:pt x="7121" y="579437"/>
                      <a:pt x="15666" y="579437"/>
                    </a:cubicBezTo>
                    <a:close/>
                    <a:moveTo>
                      <a:pt x="461866" y="463550"/>
                    </a:moveTo>
                    <a:cubicBezTo>
                      <a:pt x="461866" y="463550"/>
                      <a:pt x="461866" y="463550"/>
                      <a:pt x="613682" y="463550"/>
                    </a:cubicBezTo>
                    <a:cubicBezTo>
                      <a:pt x="622235" y="463550"/>
                      <a:pt x="628650" y="470565"/>
                      <a:pt x="628650" y="478982"/>
                    </a:cubicBezTo>
                    <a:cubicBezTo>
                      <a:pt x="628650" y="487400"/>
                      <a:pt x="622235" y="493713"/>
                      <a:pt x="613682" y="493713"/>
                    </a:cubicBezTo>
                    <a:cubicBezTo>
                      <a:pt x="613682" y="493713"/>
                      <a:pt x="613682" y="493713"/>
                      <a:pt x="454025" y="493713"/>
                    </a:cubicBezTo>
                    <a:cubicBezTo>
                      <a:pt x="457589" y="483892"/>
                      <a:pt x="460440" y="474072"/>
                      <a:pt x="461866" y="463550"/>
                    </a:cubicBezTo>
                    <a:close/>
                    <a:moveTo>
                      <a:pt x="15710" y="463550"/>
                    </a:moveTo>
                    <a:cubicBezTo>
                      <a:pt x="15710" y="463550"/>
                      <a:pt x="15710" y="463550"/>
                      <a:pt x="192088" y="463550"/>
                    </a:cubicBezTo>
                    <a:cubicBezTo>
                      <a:pt x="186375" y="477579"/>
                      <a:pt x="182091" y="486698"/>
                      <a:pt x="178520" y="493713"/>
                    </a:cubicBezTo>
                    <a:cubicBezTo>
                      <a:pt x="178520" y="493713"/>
                      <a:pt x="178520" y="493713"/>
                      <a:pt x="15710" y="493713"/>
                    </a:cubicBezTo>
                    <a:cubicBezTo>
                      <a:pt x="7141" y="493713"/>
                      <a:pt x="0" y="487400"/>
                      <a:pt x="0" y="478982"/>
                    </a:cubicBezTo>
                    <a:cubicBezTo>
                      <a:pt x="0" y="470565"/>
                      <a:pt x="7141" y="463550"/>
                      <a:pt x="15710" y="463550"/>
                    </a:cubicBezTo>
                    <a:close/>
                    <a:moveTo>
                      <a:pt x="422275" y="347662"/>
                    </a:moveTo>
                    <a:cubicBezTo>
                      <a:pt x="422275" y="347662"/>
                      <a:pt x="422275" y="347662"/>
                      <a:pt x="612994" y="347662"/>
                    </a:cubicBezTo>
                    <a:cubicBezTo>
                      <a:pt x="621534" y="347662"/>
                      <a:pt x="628650" y="354677"/>
                      <a:pt x="628650" y="362393"/>
                    </a:cubicBezTo>
                    <a:cubicBezTo>
                      <a:pt x="628650" y="370810"/>
                      <a:pt x="621534" y="377825"/>
                      <a:pt x="612994" y="377825"/>
                    </a:cubicBezTo>
                    <a:cubicBezTo>
                      <a:pt x="612994" y="377825"/>
                      <a:pt x="612994" y="377825"/>
                      <a:pt x="444336" y="377825"/>
                    </a:cubicBezTo>
                    <a:cubicBezTo>
                      <a:pt x="438643" y="367303"/>
                      <a:pt x="431527" y="357482"/>
                      <a:pt x="422275" y="347662"/>
                    </a:cubicBezTo>
                    <a:close/>
                    <a:moveTo>
                      <a:pt x="15700" y="347662"/>
                    </a:moveTo>
                    <a:cubicBezTo>
                      <a:pt x="15700" y="347662"/>
                      <a:pt x="15700" y="347662"/>
                      <a:pt x="196967" y="347662"/>
                    </a:cubicBezTo>
                    <a:cubicBezTo>
                      <a:pt x="201962" y="353274"/>
                      <a:pt x="206244" y="358184"/>
                      <a:pt x="211953" y="362393"/>
                    </a:cubicBezTo>
                    <a:cubicBezTo>
                      <a:pt x="217662" y="367303"/>
                      <a:pt x="224085" y="372213"/>
                      <a:pt x="233363" y="377825"/>
                    </a:cubicBezTo>
                    <a:cubicBezTo>
                      <a:pt x="233363" y="377825"/>
                      <a:pt x="233363" y="377825"/>
                      <a:pt x="15700" y="377825"/>
                    </a:cubicBezTo>
                    <a:cubicBezTo>
                      <a:pt x="7136" y="377825"/>
                      <a:pt x="0" y="370810"/>
                      <a:pt x="0" y="362393"/>
                    </a:cubicBezTo>
                    <a:cubicBezTo>
                      <a:pt x="0" y="354677"/>
                      <a:pt x="7136" y="347662"/>
                      <a:pt x="15700" y="347662"/>
                    </a:cubicBezTo>
                    <a:close/>
                    <a:moveTo>
                      <a:pt x="428925" y="230187"/>
                    </a:moveTo>
                    <a:cubicBezTo>
                      <a:pt x="428925" y="230187"/>
                      <a:pt x="428925" y="230187"/>
                      <a:pt x="613671" y="230187"/>
                    </a:cubicBezTo>
                    <a:cubicBezTo>
                      <a:pt x="621517" y="230187"/>
                      <a:pt x="628650" y="237242"/>
                      <a:pt x="628650" y="245709"/>
                    </a:cubicBezTo>
                    <a:cubicBezTo>
                      <a:pt x="628650" y="254176"/>
                      <a:pt x="621517" y="261937"/>
                      <a:pt x="613671" y="261937"/>
                    </a:cubicBezTo>
                    <a:cubicBezTo>
                      <a:pt x="613671" y="261937"/>
                      <a:pt x="613671" y="261937"/>
                      <a:pt x="417512" y="261937"/>
                    </a:cubicBezTo>
                    <a:cubicBezTo>
                      <a:pt x="417512" y="261937"/>
                      <a:pt x="417512" y="261937"/>
                      <a:pt x="421079" y="250648"/>
                    </a:cubicBezTo>
                    <a:cubicBezTo>
                      <a:pt x="423932" y="243592"/>
                      <a:pt x="426072" y="237242"/>
                      <a:pt x="428212" y="231598"/>
                    </a:cubicBezTo>
                    <a:cubicBezTo>
                      <a:pt x="428212" y="230892"/>
                      <a:pt x="428212" y="230187"/>
                      <a:pt x="428925" y="230187"/>
                    </a:cubicBezTo>
                    <a:close/>
                    <a:moveTo>
                      <a:pt x="15636" y="230187"/>
                    </a:moveTo>
                    <a:cubicBezTo>
                      <a:pt x="15636" y="230187"/>
                      <a:pt x="15636" y="230187"/>
                      <a:pt x="169863" y="230187"/>
                    </a:cubicBezTo>
                    <a:cubicBezTo>
                      <a:pt x="167731" y="240065"/>
                      <a:pt x="166309" y="249942"/>
                      <a:pt x="166309" y="261231"/>
                    </a:cubicBezTo>
                    <a:cubicBezTo>
                      <a:pt x="166309" y="261231"/>
                      <a:pt x="166309" y="261231"/>
                      <a:pt x="166309" y="261937"/>
                    </a:cubicBezTo>
                    <a:cubicBezTo>
                      <a:pt x="166309" y="261937"/>
                      <a:pt x="166309" y="261937"/>
                      <a:pt x="15636" y="261937"/>
                    </a:cubicBezTo>
                    <a:cubicBezTo>
                      <a:pt x="7107" y="261937"/>
                      <a:pt x="0" y="254176"/>
                      <a:pt x="0" y="245709"/>
                    </a:cubicBezTo>
                    <a:cubicBezTo>
                      <a:pt x="0" y="237242"/>
                      <a:pt x="7107" y="230187"/>
                      <a:pt x="15636" y="230187"/>
                    </a:cubicBezTo>
                    <a:close/>
                    <a:moveTo>
                      <a:pt x="385913" y="114300"/>
                    </a:moveTo>
                    <a:cubicBezTo>
                      <a:pt x="385913" y="114300"/>
                      <a:pt x="385913" y="114300"/>
                      <a:pt x="613658" y="114300"/>
                    </a:cubicBezTo>
                    <a:cubicBezTo>
                      <a:pt x="622225" y="114300"/>
                      <a:pt x="628650" y="120794"/>
                      <a:pt x="628650" y="130175"/>
                    </a:cubicBezTo>
                    <a:cubicBezTo>
                      <a:pt x="628650" y="138834"/>
                      <a:pt x="622225" y="146050"/>
                      <a:pt x="613658" y="146050"/>
                    </a:cubicBezTo>
                    <a:cubicBezTo>
                      <a:pt x="613658" y="146050"/>
                      <a:pt x="613658" y="146050"/>
                      <a:pt x="414470" y="146050"/>
                    </a:cubicBezTo>
                    <a:cubicBezTo>
                      <a:pt x="407331" y="142442"/>
                      <a:pt x="399478" y="138834"/>
                      <a:pt x="390911" y="135948"/>
                    </a:cubicBezTo>
                    <a:cubicBezTo>
                      <a:pt x="390911" y="135948"/>
                      <a:pt x="390911" y="135948"/>
                      <a:pt x="390197" y="135948"/>
                    </a:cubicBezTo>
                    <a:cubicBezTo>
                      <a:pt x="384485" y="134504"/>
                      <a:pt x="378774" y="133061"/>
                      <a:pt x="373062" y="131618"/>
                    </a:cubicBezTo>
                    <a:cubicBezTo>
                      <a:pt x="373062" y="131618"/>
                      <a:pt x="373062" y="131618"/>
                      <a:pt x="373062" y="120794"/>
                    </a:cubicBezTo>
                    <a:cubicBezTo>
                      <a:pt x="375918" y="117186"/>
                      <a:pt x="380916" y="114300"/>
                      <a:pt x="385913" y="114300"/>
                    </a:cubicBezTo>
                    <a:close/>
                    <a:moveTo>
                      <a:pt x="15666" y="114300"/>
                    </a:moveTo>
                    <a:cubicBezTo>
                      <a:pt x="15666" y="114300"/>
                      <a:pt x="15666" y="114300"/>
                      <a:pt x="242829" y="114300"/>
                    </a:cubicBezTo>
                    <a:cubicBezTo>
                      <a:pt x="244965" y="114300"/>
                      <a:pt x="247101" y="114300"/>
                      <a:pt x="249238" y="115743"/>
                    </a:cubicBezTo>
                    <a:cubicBezTo>
                      <a:pt x="249238" y="115743"/>
                      <a:pt x="249238" y="115743"/>
                      <a:pt x="249238" y="138834"/>
                    </a:cubicBezTo>
                    <a:cubicBezTo>
                      <a:pt x="244253" y="140999"/>
                      <a:pt x="239268" y="143164"/>
                      <a:pt x="234996" y="146050"/>
                    </a:cubicBezTo>
                    <a:cubicBezTo>
                      <a:pt x="234996" y="146050"/>
                      <a:pt x="234996" y="146050"/>
                      <a:pt x="15666" y="146050"/>
                    </a:cubicBezTo>
                    <a:cubicBezTo>
                      <a:pt x="7121" y="146050"/>
                      <a:pt x="0" y="138834"/>
                      <a:pt x="0" y="130175"/>
                    </a:cubicBezTo>
                    <a:cubicBezTo>
                      <a:pt x="0" y="120794"/>
                      <a:pt x="7121" y="114300"/>
                      <a:pt x="15666" y="114300"/>
                    </a:cubicBezTo>
                    <a:close/>
                    <a:moveTo>
                      <a:pt x="384036" y="0"/>
                    </a:moveTo>
                    <a:cubicBezTo>
                      <a:pt x="384036" y="0"/>
                      <a:pt x="384036" y="0"/>
                      <a:pt x="612915" y="0"/>
                    </a:cubicBezTo>
                    <a:cubicBezTo>
                      <a:pt x="621498" y="0"/>
                      <a:pt x="628650" y="6855"/>
                      <a:pt x="628650" y="15081"/>
                    </a:cubicBezTo>
                    <a:cubicBezTo>
                      <a:pt x="628650" y="23308"/>
                      <a:pt x="621498" y="30163"/>
                      <a:pt x="612915" y="30163"/>
                    </a:cubicBezTo>
                    <a:cubicBezTo>
                      <a:pt x="612915" y="30163"/>
                      <a:pt x="612915" y="30163"/>
                      <a:pt x="384036" y="30163"/>
                    </a:cubicBezTo>
                    <a:cubicBezTo>
                      <a:pt x="375453" y="30163"/>
                      <a:pt x="368300" y="23308"/>
                      <a:pt x="368300" y="15081"/>
                    </a:cubicBezTo>
                    <a:cubicBezTo>
                      <a:pt x="368300" y="6855"/>
                      <a:pt x="375453" y="0"/>
                      <a:pt x="384036" y="0"/>
                    </a:cubicBezTo>
                    <a:close/>
                    <a:moveTo>
                      <a:pt x="15692" y="0"/>
                    </a:moveTo>
                    <a:cubicBezTo>
                      <a:pt x="15692" y="0"/>
                      <a:pt x="15692" y="0"/>
                      <a:pt x="244657" y="0"/>
                    </a:cubicBezTo>
                    <a:cubicBezTo>
                      <a:pt x="253217" y="0"/>
                      <a:pt x="260350" y="6855"/>
                      <a:pt x="260350" y="15081"/>
                    </a:cubicBezTo>
                    <a:cubicBezTo>
                      <a:pt x="260350" y="23308"/>
                      <a:pt x="253217" y="30163"/>
                      <a:pt x="244657" y="30163"/>
                    </a:cubicBezTo>
                    <a:cubicBezTo>
                      <a:pt x="244657" y="30163"/>
                      <a:pt x="244657" y="30163"/>
                      <a:pt x="15692" y="30163"/>
                    </a:cubicBezTo>
                    <a:cubicBezTo>
                      <a:pt x="7133" y="30163"/>
                      <a:pt x="0" y="23308"/>
                      <a:pt x="0" y="15081"/>
                    </a:cubicBezTo>
                    <a:cubicBezTo>
                      <a:pt x="0" y="6855"/>
                      <a:pt x="7133" y="0"/>
                      <a:pt x="15692"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grpSp>
      <p:sp>
        <p:nvSpPr>
          <p:cNvPr id="220" name="Moon 219">
            <a:extLst>
              <a:ext uri="{FF2B5EF4-FFF2-40B4-BE49-F238E27FC236}">
                <a16:creationId xmlns:a16="http://schemas.microsoft.com/office/drawing/2014/main" id="{D5F0F37C-8E8B-4E4C-8773-2C8319A16097}"/>
              </a:ext>
            </a:extLst>
          </p:cNvPr>
          <p:cNvSpPr/>
          <p:nvPr/>
        </p:nvSpPr>
        <p:spPr>
          <a:xfrm rot="5400000">
            <a:off x="7326950" y="1417395"/>
            <a:ext cx="384642" cy="769285"/>
          </a:xfrm>
          <a:prstGeom prst="moon">
            <a:avLst>
              <a:gd name="adj" fmla="val 6667"/>
            </a:avLst>
          </a:prstGeom>
          <a:solidFill>
            <a:schemeClr val="tx2"/>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221" name="Oval 20">
            <a:extLst>
              <a:ext uri="{FF2B5EF4-FFF2-40B4-BE49-F238E27FC236}">
                <a16:creationId xmlns:a16="http://schemas.microsoft.com/office/drawing/2014/main" id="{68DC19A6-80C7-4EBB-94E3-DC333F1A11CA}"/>
              </a:ext>
            </a:extLst>
          </p:cNvPr>
          <p:cNvSpPr>
            <a:spLocks noChangeAspect="1" noChangeArrowheads="1"/>
          </p:cNvSpPr>
          <p:nvPr/>
        </p:nvSpPr>
        <p:spPr bwMode="auto">
          <a:xfrm>
            <a:off x="7134628" y="1570245"/>
            <a:ext cx="217426" cy="217425"/>
          </a:xfrm>
          <a:prstGeom prst="ellipse">
            <a:avLst/>
          </a:prstGeom>
          <a:solidFill>
            <a:srgbClr val="006863"/>
          </a:solidFill>
          <a:ln w="9525" cap="flat" cmpd="sng" algn="ctr">
            <a:solidFill>
              <a:srgbClr val="FFFFFF"/>
            </a:solidFill>
            <a:prstDash val="solid"/>
            <a:round/>
            <a:headEnd type="none" w="med" len="med"/>
            <a:tailEnd type="none" w="med" len="med"/>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rebuchet MS"/>
                <a:ea typeface="+mn-ea"/>
                <a:cs typeface="+mn-cs"/>
              </a:rPr>
              <a:t>4</a:t>
            </a:r>
          </a:p>
        </p:txBody>
      </p:sp>
      <p:grpSp>
        <p:nvGrpSpPr>
          <p:cNvPr id="93" name="bcgIcons_Bank ">
            <a:extLst>
              <a:ext uri="{FF2B5EF4-FFF2-40B4-BE49-F238E27FC236}">
                <a16:creationId xmlns:a16="http://schemas.microsoft.com/office/drawing/2014/main" id="{FCD4CFCE-91C2-1FE3-9558-051BACC1394F}"/>
              </a:ext>
            </a:extLst>
          </p:cNvPr>
          <p:cNvGrpSpPr>
            <a:grpSpLocks/>
          </p:cNvGrpSpPr>
          <p:nvPr/>
        </p:nvGrpSpPr>
        <p:grpSpPr>
          <a:xfrm>
            <a:off x="7378210" y="1717997"/>
            <a:ext cx="282119" cy="282378"/>
            <a:chOff x="5273799" y="2606040"/>
            <a:chExt cx="1644396" cy="1645920"/>
          </a:xfrm>
        </p:grpSpPr>
        <p:sp>
          <p:nvSpPr>
            <p:cNvPr id="94" name="AutoShape 3">
              <a:extLst>
                <a:ext uri="{FF2B5EF4-FFF2-40B4-BE49-F238E27FC236}">
                  <a16:creationId xmlns:a16="http://schemas.microsoft.com/office/drawing/2014/main" id="{3C726D19-F053-1D0E-6463-ACADEF723599}"/>
                </a:ext>
              </a:extLst>
            </p:cNvPr>
            <p:cNvSpPr>
              <a:spLocks noChangeAspect="1" noChangeArrowheads="1" noTextEdit="1"/>
            </p:cNvSpPr>
            <p:nvPr/>
          </p:nvSpPr>
          <p:spPr bwMode="auto">
            <a:xfrm>
              <a:off x="5273799" y="2606040"/>
              <a:ext cx="1644396" cy="1645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nvGrpSpPr>
            <p:cNvPr id="95" name="Group 94">
              <a:extLst>
                <a:ext uri="{FF2B5EF4-FFF2-40B4-BE49-F238E27FC236}">
                  <a16:creationId xmlns:a16="http://schemas.microsoft.com/office/drawing/2014/main" id="{CDF8A0FD-4BB2-D1EC-3AC1-46DDA44B15B3}"/>
                </a:ext>
              </a:extLst>
            </p:cNvPr>
            <p:cNvGrpSpPr/>
            <p:nvPr/>
          </p:nvGrpSpPr>
          <p:grpSpPr>
            <a:xfrm>
              <a:off x="5442201" y="2765298"/>
              <a:ext cx="1306068" cy="1315974"/>
              <a:chOff x="5442201" y="2765298"/>
              <a:chExt cx="1306068" cy="1315974"/>
            </a:xfrm>
          </p:grpSpPr>
          <p:sp>
            <p:nvSpPr>
              <p:cNvPr id="96" name="Freeform 5">
                <a:extLst>
                  <a:ext uri="{FF2B5EF4-FFF2-40B4-BE49-F238E27FC236}">
                    <a16:creationId xmlns:a16="http://schemas.microsoft.com/office/drawing/2014/main" id="{AB2E8F5D-0793-08BD-F534-9AC78C4E811E}"/>
                  </a:ext>
                </a:extLst>
              </p:cNvPr>
              <p:cNvSpPr>
                <a:spLocks noEditPoints="1"/>
              </p:cNvSpPr>
              <p:nvPr/>
            </p:nvSpPr>
            <p:spPr bwMode="auto">
              <a:xfrm>
                <a:off x="5442201" y="2765298"/>
                <a:ext cx="1306068" cy="1315974"/>
              </a:xfrm>
              <a:custGeom>
                <a:avLst/>
                <a:gdLst>
                  <a:gd name="T0" fmla="*/ 1807 w 1830"/>
                  <a:gd name="T1" fmla="*/ 1666 h 1842"/>
                  <a:gd name="T2" fmla="*/ 1708 w 1830"/>
                  <a:gd name="T3" fmla="*/ 1666 h 1842"/>
                  <a:gd name="T4" fmla="*/ 1708 w 1830"/>
                  <a:gd name="T5" fmla="*/ 1616 h 1842"/>
                  <a:gd name="T6" fmla="*/ 1686 w 1830"/>
                  <a:gd name="T7" fmla="*/ 1594 h 1842"/>
                  <a:gd name="T8" fmla="*/ 144 w 1830"/>
                  <a:gd name="T9" fmla="*/ 1594 h 1842"/>
                  <a:gd name="T10" fmla="*/ 122 w 1830"/>
                  <a:gd name="T11" fmla="*/ 1616 h 1842"/>
                  <a:gd name="T12" fmla="*/ 122 w 1830"/>
                  <a:gd name="T13" fmla="*/ 1666 h 1842"/>
                  <a:gd name="T14" fmla="*/ 23 w 1830"/>
                  <a:gd name="T15" fmla="*/ 1666 h 1842"/>
                  <a:gd name="T16" fmla="*/ 1 w 1830"/>
                  <a:gd name="T17" fmla="*/ 1688 h 1842"/>
                  <a:gd name="T18" fmla="*/ 1 w 1830"/>
                  <a:gd name="T19" fmla="*/ 1820 h 1842"/>
                  <a:gd name="T20" fmla="*/ 23 w 1830"/>
                  <a:gd name="T21" fmla="*/ 1842 h 1842"/>
                  <a:gd name="T22" fmla="*/ 1807 w 1830"/>
                  <a:gd name="T23" fmla="*/ 1842 h 1842"/>
                  <a:gd name="T24" fmla="*/ 1829 w 1830"/>
                  <a:gd name="T25" fmla="*/ 1820 h 1842"/>
                  <a:gd name="T26" fmla="*/ 1829 w 1830"/>
                  <a:gd name="T27" fmla="*/ 1688 h 1842"/>
                  <a:gd name="T28" fmla="*/ 1807 w 1830"/>
                  <a:gd name="T29" fmla="*/ 1666 h 1842"/>
                  <a:gd name="T30" fmla="*/ 1818 w 1830"/>
                  <a:gd name="T31" fmla="*/ 441 h 1842"/>
                  <a:gd name="T32" fmla="*/ 925 w 1830"/>
                  <a:gd name="T33" fmla="*/ 3 h 1842"/>
                  <a:gd name="T34" fmla="*/ 905 w 1830"/>
                  <a:gd name="T35" fmla="*/ 3 h 1842"/>
                  <a:gd name="T36" fmla="*/ 12 w 1830"/>
                  <a:gd name="T37" fmla="*/ 441 h 1842"/>
                  <a:gd name="T38" fmla="*/ 0 w 1830"/>
                  <a:gd name="T39" fmla="*/ 461 h 1842"/>
                  <a:gd name="T40" fmla="*/ 0 w 1830"/>
                  <a:gd name="T41" fmla="*/ 533 h 1842"/>
                  <a:gd name="T42" fmla="*/ 22 w 1830"/>
                  <a:gd name="T43" fmla="*/ 555 h 1842"/>
                  <a:gd name="T44" fmla="*/ 169 w 1830"/>
                  <a:gd name="T45" fmla="*/ 555 h 1842"/>
                  <a:gd name="T46" fmla="*/ 169 w 1830"/>
                  <a:gd name="T47" fmla="*/ 641 h 1842"/>
                  <a:gd name="T48" fmla="*/ 191 w 1830"/>
                  <a:gd name="T49" fmla="*/ 663 h 1842"/>
                  <a:gd name="T50" fmla="*/ 1639 w 1830"/>
                  <a:gd name="T51" fmla="*/ 663 h 1842"/>
                  <a:gd name="T52" fmla="*/ 1661 w 1830"/>
                  <a:gd name="T53" fmla="*/ 641 h 1842"/>
                  <a:gd name="T54" fmla="*/ 1661 w 1830"/>
                  <a:gd name="T55" fmla="*/ 555 h 1842"/>
                  <a:gd name="T56" fmla="*/ 1808 w 1830"/>
                  <a:gd name="T57" fmla="*/ 555 h 1842"/>
                  <a:gd name="T58" fmla="*/ 1830 w 1830"/>
                  <a:gd name="T59" fmla="*/ 533 h 1842"/>
                  <a:gd name="T60" fmla="*/ 1830 w 1830"/>
                  <a:gd name="T61" fmla="*/ 461 h 1842"/>
                  <a:gd name="T62" fmla="*/ 1818 w 1830"/>
                  <a:gd name="T63" fmla="*/ 441 h 1842"/>
                  <a:gd name="T64" fmla="*/ 1617 w 1830"/>
                  <a:gd name="T65" fmla="*/ 619 h 1842"/>
                  <a:gd name="T66" fmla="*/ 213 w 1830"/>
                  <a:gd name="T67" fmla="*/ 619 h 1842"/>
                  <a:gd name="T68" fmla="*/ 213 w 1830"/>
                  <a:gd name="T69" fmla="*/ 555 h 1842"/>
                  <a:gd name="T70" fmla="*/ 1617 w 1830"/>
                  <a:gd name="T71" fmla="*/ 555 h 1842"/>
                  <a:gd name="T72" fmla="*/ 1617 w 1830"/>
                  <a:gd name="T73" fmla="*/ 619 h 1842"/>
                  <a:gd name="T74" fmla="*/ 1786 w 1830"/>
                  <a:gd name="T75" fmla="*/ 511 h 1842"/>
                  <a:gd name="T76" fmla="*/ 1661 w 1830"/>
                  <a:gd name="T77" fmla="*/ 511 h 1842"/>
                  <a:gd name="T78" fmla="*/ 1617 w 1830"/>
                  <a:gd name="T79" fmla="*/ 511 h 1842"/>
                  <a:gd name="T80" fmla="*/ 213 w 1830"/>
                  <a:gd name="T81" fmla="*/ 511 h 1842"/>
                  <a:gd name="T82" fmla="*/ 169 w 1830"/>
                  <a:gd name="T83" fmla="*/ 511 h 1842"/>
                  <a:gd name="T84" fmla="*/ 44 w 1830"/>
                  <a:gd name="T85" fmla="*/ 511 h 1842"/>
                  <a:gd name="T86" fmla="*/ 44 w 1830"/>
                  <a:gd name="T87" fmla="*/ 474 h 1842"/>
                  <a:gd name="T88" fmla="*/ 915 w 1830"/>
                  <a:gd name="T89" fmla="*/ 47 h 1842"/>
                  <a:gd name="T90" fmla="*/ 1786 w 1830"/>
                  <a:gd name="T91" fmla="*/ 474 h 1842"/>
                  <a:gd name="T92" fmla="*/ 1786 w 1830"/>
                  <a:gd name="T93" fmla="*/ 511 h 18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830" h="1842">
                    <a:moveTo>
                      <a:pt x="1807" y="1666"/>
                    </a:moveTo>
                    <a:cubicBezTo>
                      <a:pt x="1708" y="1666"/>
                      <a:pt x="1708" y="1666"/>
                      <a:pt x="1708" y="1666"/>
                    </a:cubicBezTo>
                    <a:cubicBezTo>
                      <a:pt x="1708" y="1616"/>
                      <a:pt x="1708" y="1616"/>
                      <a:pt x="1708" y="1616"/>
                    </a:cubicBezTo>
                    <a:cubicBezTo>
                      <a:pt x="1708" y="1603"/>
                      <a:pt x="1699" y="1594"/>
                      <a:pt x="1686" y="1594"/>
                    </a:cubicBezTo>
                    <a:cubicBezTo>
                      <a:pt x="144" y="1594"/>
                      <a:pt x="144" y="1594"/>
                      <a:pt x="144" y="1594"/>
                    </a:cubicBezTo>
                    <a:cubicBezTo>
                      <a:pt x="131" y="1594"/>
                      <a:pt x="122" y="1603"/>
                      <a:pt x="122" y="1616"/>
                    </a:cubicBezTo>
                    <a:cubicBezTo>
                      <a:pt x="122" y="1666"/>
                      <a:pt x="122" y="1666"/>
                      <a:pt x="122" y="1666"/>
                    </a:cubicBezTo>
                    <a:cubicBezTo>
                      <a:pt x="23" y="1666"/>
                      <a:pt x="23" y="1666"/>
                      <a:pt x="23" y="1666"/>
                    </a:cubicBezTo>
                    <a:cubicBezTo>
                      <a:pt x="11" y="1666"/>
                      <a:pt x="1" y="1675"/>
                      <a:pt x="1" y="1688"/>
                    </a:cubicBezTo>
                    <a:cubicBezTo>
                      <a:pt x="1" y="1820"/>
                      <a:pt x="1" y="1820"/>
                      <a:pt x="1" y="1820"/>
                    </a:cubicBezTo>
                    <a:cubicBezTo>
                      <a:pt x="1" y="1832"/>
                      <a:pt x="11" y="1842"/>
                      <a:pt x="23" y="1842"/>
                    </a:cubicBezTo>
                    <a:cubicBezTo>
                      <a:pt x="1807" y="1842"/>
                      <a:pt x="1807" y="1842"/>
                      <a:pt x="1807" y="1842"/>
                    </a:cubicBezTo>
                    <a:cubicBezTo>
                      <a:pt x="1819" y="1842"/>
                      <a:pt x="1829" y="1832"/>
                      <a:pt x="1829" y="1820"/>
                    </a:cubicBezTo>
                    <a:cubicBezTo>
                      <a:pt x="1829" y="1688"/>
                      <a:pt x="1829" y="1688"/>
                      <a:pt x="1829" y="1688"/>
                    </a:cubicBezTo>
                    <a:cubicBezTo>
                      <a:pt x="1829" y="1675"/>
                      <a:pt x="1819" y="1666"/>
                      <a:pt x="1807" y="1666"/>
                    </a:cubicBezTo>
                    <a:close/>
                    <a:moveTo>
                      <a:pt x="1818" y="441"/>
                    </a:moveTo>
                    <a:cubicBezTo>
                      <a:pt x="925" y="3"/>
                      <a:pt x="925" y="3"/>
                      <a:pt x="925" y="3"/>
                    </a:cubicBezTo>
                    <a:cubicBezTo>
                      <a:pt x="919" y="0"/>
                      <a:pt x="911" y="0"/>
                      <a:pt x="905" y="3"/>
                    </a:cubicBezTo>
                    <a:cubicBezTo>
                      <a:pt x="12" y="441"/>
                      <a:pt x="12" y="441"/>
                      <a:pt x="12" y="441"/>
                    </a:cubicBezTo>
                    <a:cubicBezTo>
                      <a:pt x="5" y="445"/>
                      <a:pt x="0" y="452"/>
                      <a:pt x="0" y="461"/>
                    </a:cubicBezTo>
                    <a:cubicBezTo>
                      <a:pt x="0" y="533"/>
                      <a:pt x="0" y="533"/>
                      <a:pt x="0" y="533"/>
                    </a:cubicBezTo>
                    <a:cubicBezTo>
                      <a:pt x="0" y="545"/>
                      <a:pt x="10" y="555"/>
                      <a:pt x="22" y="555"/>
                    </a:cubicBezTo>
                    <a:cubicBezTo>
                      <a:pt x="169" y="555"/>
                      <a:pt x="169" y="555"/>
                      <a:pt x="169" y="555"/>
                    </a:cubicBezTo>
                    <a:cubicBezTo>
                      <a:pt x="169" y="641"/>
                      <a:pt x="169" y="641"/>
                      <a:pt x="169" y="641"/>
                    </a:cubicBezTo>
                    <a:cubicBezTo>
                      <a:pt x="169" y="654"/>
                      <a:pt x="179" y="663"/>
                      <a:pt x="191" y="663"/>
                    </a:cubicBezTo>
                    <a:cubicBezTo>
                      <a:pt x="1639" y="663"/>
                      <a:pt x="1639" y="663"/>
                      <a:pt x="1639" y="663"/>
                    </a:cubicBezTo>
                    <a:cubicBezTo>
                      <a:pt x="1651" y="663"/>
                      <a:pt x="1661" y="654"/>
                      <a:pt x="1661" y="641"/>
                    </a:cubicBezTo>
                    <a:cubicBezTo>
                      <a:pt x="1661" y="555"/>
                      <a:pt x="1661" y="555"/>
                      <a:pt x="1661" y="555"/>
                    </a:cubicBezTo>
                    <a:cubicBezTo>
                      <a:pt x="1808" y="555"/>
                      <a:pt x="1808" y="555"/>
                      <a:pt x="1808" y="555"/>
                    </a:cubicBezTo>
                    <a:cubicBezTo>
                      <a:pt x="1820" y="555"/>
                      <a:pt x="1830" y="545"/>
                      <a:pt x="1830" y="533"/>
                    </a:cubicBezTo>
                    <a:cubicBezTo>
                      <a:pt x="1830" y="461"/>
                      <a:pt x="1830" y="461"/>
                      <a:pt x="1830" y="461"/>
                    </a:cubicBezTo>
                    <a:cubicBezTo>
                      <a:pt x="1830" y="452"/>
                      <a:pt x="1825" y="445"/>
                      <a:pt x="1818" y="441"/>
                    </a:cubicBezTo>
                    <a:close/>
                    <a:moveTo>
                      <a:pt x="1617" y="619"/>
                    </a:moveTo>
                    <a:cubicBezTo>
                      <a:pt x="213" y="619"/>
                      <a:pt x="213" y="619"/>
                      <a:pt x="213" y="619"/>
                    </a:cubicBezTo>
                    <a:cubicBezTo>
                      <a:pt x="213" y="555"/>
                      <a:pt x="213" y="555"/>
                      <a:pt x="213" y="555"/>
                    </a:cubicBezTo>
                    <a:cubicBezTo>
                      <a:pt x="1617" y="555"/>
                      <a:pt x="1617" y="555"/>
                      <a:pt x="1617" y="555"/>
                    </a:cubicBezTo>
                    <a:lnTo>
                      <a:pt x="1617" y="619"/>
                    </a:lnTo>
                    <a:close/>
                    <a:moveTo>
                      <a:pt x="1786" y="511"/>
                    </a:moveTo>
                    <a:cubicBezTo>
                      <a:pt x="1661" y="511"/>
                      <a:pt x="1661" y="511"/>
                      <a:pt x="1661" y="511"/>
                    </a:cubicBezTo>
                    <a:cubicBezTo>
                      <a:pt x="1617" y="511"/>
                      <a:pt x="1617" y="511"/>
                      <a:pt x="1617" y="511"/>
                    </a:cubicBezTo>
                    <a:cubicBezTo>
                      <a:pt x="213" y="511"/>
                      <a:pt x="213" y="511"/>
                      <a:pt x="213" y="511"/>
                    </a:cubicBezTo>
                    <a:cubicBezTo>
                      <a:pt x="169" y="511"/>
                      <a:pt x="169" y="511"/>
                      <a:pt x="169" y="511"/>
                    </a:cubicBezTo>
                    <a:cubicBezTo>
                      <a:pt x="44" y="511"/>
                      <a:pt x="44" y="511"/>
                      <a:pt x="44" y="511"/>
                    </a:cubicBezTo>
                    <a:cubicBezTo>
                      <a:pt x="44" y="474"/>
                      <a:pt x="44" y="474"/>
                      <a:pt x="44" y="474"/>
                    </a:cubicBezTo>
                    <a:cubicBezTo>
                      <a:pt x="915" y="47"/>
                      <a:pt x="915" y="47"/>
                      <a:pt x="915" y="47"/>
                    </a:cubicBezTo>
                    <a:cubicBezTo>
                      <a:pt x="1786" y="474"/>
                      <a:pt x="1786" y="474"/>
                      <a:pt x="1786" y="474"/>
                    </a:cubicBezTo>
                    <a:lnTo>
                      <a:pt x="1786" y="511"/>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97" name="Freeform 6">
                <a:extLst>
                  <a:ext uri="{FF2B5EF4-FFF2-40B4-BE49-F238E27FC236}">
                    <a16:creationId xmlns:a16="http://schemas.microsoft.com/office/drawing/2014/main" id="{7135C9D3-08CB-ACD6-1A41-1B2839DE0B7D}"/>
                  </a:ext>
                </a:extLst>
              </p:cNvPr>
              <p:cNvSpPr>
                <a:spLocks noEditPoints="1"/>
              </p:cNvSpPr>
              <p:nvPr/>
            </p:nvSpPr>
            <p:spPr bwMode="auto">
              <a:xfrm>
                <a:off x="5613651" y="2902458"/>
                <a:ext cx="963549" cy="958596"/>
              </a:xfrm>
              <a:custGeom>
                <a:avLst/>
                <a:gdLst>
                  <a:gd name="T0" fmla="*/ 783 w 1350"/>
                  <a:gd name="T1" fmla="*/ 108 h 1342"/>
                  <a:gd name="T2" fmla="*/ 675 w 1350"/>
                  <a:gd name="T3" fmla="*/ 216 h 1342"/>
                  <a:gd name="T4" fmla="*/ 567 w 1350"/>
                  <a:gd name="T5" fmla="*/ 108 h 1342"/>
                  <a:gd name="T6" fmla="*/ 675 w 1350"/>
                  <a:gd name="T7" fmla="*/ 0 h 1342"/>
                  <a:gd name="T8" fmla="*/ 783 w 1350"/>
                  <a:gd name="T9" fmla="*/ 108 h 1342"/>
                  <a:gd name="T10" fmla="*/ 174 w 1350"/>
                  <a:gd name="T11" fmla="*/ 540 h 1342"/>
                  <a:gd name="T12" fmla="*/ 164 w 1350"/>
                  <a:gd name="T13" fmla="*/ 531 h 1342"/>
                  <a:gd name="T14" fmla="*/ 35 w 1350"/>
                  <a:gd name="T15" fmla="*/ 531 h 1342"/>
                  <a:gd name="T16" fmla="*/ 25 w 1350"/>
                  <a:gd name="T17" fmla="*/ 540 h 1342"/>
                  <a:gd name="T18" fmla="*/ 0 w 1350"/>
                  <a:gd name="T19" fmla="*/ 1332 h 1342"/>
                  <a:gd name="T20" fmla="*/ 10 w 1350"/>
                  <a:gd name="T21" fmla="*/ 1342 h 1342"/>
                  <a:gd name="T22" fmla="*/ 188 w 1350"/>
                  <a:gd name="T23" fmla="*/ 1342 h 1342"/>
                  <a:gd name="T24" fmla="*/ 198 w 1350"/>
                  <a:gd name="T25" fmla="*/ 1332 h 1342"/>
                  <a:gd name="T26" fmla="*/ 174 w 1350"/>
                  <a:gd name="T27" fmla="*/ 540 h 1342"/>
                  <a:gd name="T28" fmla="*/ 557 w 1350"/>
                  <a:gd name="T29" fmla="*/ 540 h 1342"/>
                  <a:gd name="T30" fmla="*/ 548 w 1350"/>
                  <a:gd name="T31" fmla="*/ 531 h 1342"/>
                  <a:gd name="T32" fmla="*/ 418 w 1350"/>
                  <a:gd name="T33" fmla="*/ 531 h 1342"/>
                  <a:gd name="T34" fmla="*/ 409 w 1350"/>
                  <a:gd name="T35" fmla="*/ 540 h 1342"/>
                  <a:gd name="T36" fmla="*/ 384 w 1350"/>
                  <a:gd name="T37" fmla="*/ 1332 h 1342"/>
                  <a:gd name="T38" fmla="*/ 394 w 1350"/>
                  <a:gd name="T39" fmla="*/ 1342 h 1342"/>
                  <a:gd name="T40" fmla="*/ 572 w 1350"/>
                  <a:gd name="T41" fmla="*/ 1342 h 1342"/>
                  <a:gd name="T42" fmla="*/ 582 w 1350"/>
                  <a:gd name="T43" fmla="*/ 1332 h 1342"/>
                  <a:gd name="T44" fmla="*/ 557 w 1350"/>
                  <a:gd name="T45" fmla="*/ 540 h 1342"/>
                  <a:gd name="T46" fmla="*/ 941 w 1350"/>
                  <a:gd name="T47" fmla="*/ 540 h 1342"/>
                  <a:gd name="T48" fmla="*/ 932 w 1350"/>
                  <a:gd name="T49" fmla="*/ 531 h 1342"/>
                  <a:gd name="T50" fmla="*/ 802 w 1350"/>
                  <a:gd name="T51" fmla="*/ 531 h 1342"/>
                  <a:gd name="T52" fmla="*/ 793 w 1350"/>
                  <a:gd name="T53" fmla="*/ 540 h 1342"/>
                  <a:gd name="T54" fmla="*/ 768 w 1350"/>
                  <a:gd name="T55" fmla="*/ 1332 h 1342"/>
                  <a:gd name="T56" fmla="*/ 778 w 1350"/>
                  <a:gd name="T57" fmla="*/ 1342 h 1342"/>
                  <a:gd name="T58" fmla="*/ 956 w 1350"/>
                  <a:gd name="T59" fmla="*/ 1342 h 1342"/>
                  <a:gd name="T60" fmla="*/ 966 w 1350"/>
                  <a:gd name="T61" fmla="*/ 1332 h 1342"/>
                  <a:gd name="T62" fmla="*/ 941 w 1350"/>
                  <a:gd name="T63" fmla="*/ 540 h 1342"/>
                  <a:gd name="T64" fmla="*/ 1325 w 1350"/>
                  <a:gd name="T65" fmla="*/ 540 h 1342"/>
                  <a:gd name="T66" fmla="*/ 1315 w 1350"/>
                  <a:gd name="T67" fmla="*/ 531 h 1342"/>
                  <a:gd name="T68" fmla="*/ 1186 w 1350"/>
                  <a:gd name="T69" fmla="*/ 531 h 1342"/>
                  <a:gd name="T70" fmla="*/ 1176 w 1350"/>
                  <a:gd name="T71" fmla="*/ 540 h 1342"/>
                  <a:gd name="T72" fmla="*/ 1152 w 1350"/>
                  <a:gd name="T73" fmla="*/ 1332 h 1342"/>
                  <a:gd name="T74" fmla="*/ 1162 w 1350"/>
                  <a:gd name="T75" fmla="*/ 1342 h 1342"/>
                  <a:gd name="T76" fmla="*/ 1340 w 1350"/>
                  <a:gd name="T77" fmla="*/ 1342 h 1342"/>
                  <a:gd name="T78" fmla="*/ 1350 w 1350"/>
                  <a:gd name="T79" fmla="*/ 1332 h 1342"/>
                  <a:gd name="T80" fmla="*/ 1325 w 1350"/>
                  <a:gd name="T81" fmla="*/ 540 h 1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350" h="1342">
                    <a:moveTo>
                      <a:pt x="783" y="108"/>
                    </a:moveTo>
                    <a:cubicBezTo>
                      <a:pt x="783" y="167"/>
                      <a:pt x="735" y="216"/>
                      <a:pt x="675" y="216"/>
                    </a:cubicBezTo>
                    <a:cubicBezTo>
                      <a:pt x="615" y="216"/>
                      <a:pt x="567" y="167"/>
                      <a:pt x="567" y="108"/>
                    </a:cubicBezTo>
                    <a:cubicBezTo>
                      <a:pt x="567" y="48"/>
                      <a:pt x="615" y="0"/>
                      <a:pt x="675" y="0"/>
                    </a:cubicBezTo>
                    <a:cubicBezTo>
                      <a:pt x="735" y="0"/>
                      <a:pt x="783" y="48"/>
                      <a:pt x="783" y="108"/>
                    </a:cubicBezTo>
                    <a:close/>
                    <a:moveTo>
                      <a:pt x="174" y="540"/>
                    </a:moveTo>
                    <a:cubicBezTo>
                      <a:pt x="174" y="535"/>
                      <a:pt x="169" y="531"/>
                      <a:pt x="164" y="531"/>
                    </a:cubicBezTo>
                    <a:cubicBezTo>
                      <a:pt x="35" y="531"/>
                      <a:pt x="35" y="531"/>
                      <a:pt x="35" y="531"/>
                    </a:cubicBezTo>
                    <a:cubicBezTo>
                      <a:pt x="29" y="531"/>
                      <a:pt x="25" y="535"/>
                      <a:pt x="25" y="540"/>
                    </a:cubicBezTo>
                    <a:cubicBezTo>
                      <a:pt x="0" y="1332"/>
                      <a:pt x="0" y="1332"/>
                      <a:pt x="0" y="1332"/>
                    </a:cubicBezTo>
                    <a:cubicBezTo>
                      <a:pt x="0" y="1337"/>
                      <a:pt x="5" y="1342"/>
                      <a:pt x="10" y="1342"/>
                    </a:cubicBezTo>
                    <a:cubicBezTo>
                      <a:pt x="188" y="1342"/>
                      <a:pt x="188" y="1342"/>
                      <a:pt x="188" y="1342"/>
                    </a:cubicBezTo>
                    <a:cubicBezTo>
                      <a:pt x="194" y="1342"/>
                      <a:pt x="198" y="1337"/>
                      <a:pt x="198" y="1332"/>
                    </a:cubicBezTo>
                    <a:lnTo>
                      <a:pt x="174" y="540"/>
                    </a:lnTo>
                    <a:close/>
                    <a:moveTo>
                      <a:pt x="557" y="540"/>
                    </a:moveTo>
                    <a:cubicBezTo>
                      <a:pt x="557" y="535"/>
                      <a:pt x="553" y="531"/>
                      <a:pt x="548" y="531"/>
                    </a:cubicBezTo>
                    <a:cubicBezTo>
                      <a:pt x="418" y="531"/>
                      <a:pt x="418" y="531"/>
                      <a:pt x="418" y="531"/>
                    </a:cubicBezTo>
                    <a:cubicBezTo>
                      <a:pt x="413" y="531"/>
                      <a:pt x="409" y="535"/>
                      <a:pt x="409" y="540"/>
                    </a:cubicBezTo>
                    <a:cubicBezTo>
                      <a:pt x="384" y="1332"/>
                      <a:pt x="384" y="1332"/>
                      <a:pt x="384" y="1332"/>
                    </a:cubicBezTo>
                    <a:cubicBezTo>
                      <a:pt x="384" y="1337"/>
                      <a:pt x="389" y="1342"/>
                      <a:pt x="394" y="1342"/>
                    </a:cubicBezTo>
                    <a:cubicBezTo>
                      <a:pt x="572" y="1342"/>
                      <a:pt x="572" y="1342"/>
                      <a:pt x="572" y="1342"/>
                    </a:cubicBezTo>
                    <a:cubicBezTo>
                      <a:pt x="578" y="1342"/>
                      <a:pt x="582" y="1337"/>
                      <a:pt x="582" y="1332"/>
                    </a:cubicBezTo>
                    <a:lnTo>
                      <a:pt x="557" y="540"/>
                    </a:lnTo>
                    <a:close/>
                    <a:moveTo>
                      <a:pt x="941" y="540"/>
                    </a:moveTo>
                    <a:cubicBezTo>
                      <a:pt x="941" y="535"/>
                      <a:pt x="937" y="531"/>
                      <a:pt x="932" y="531"/>
                    </a:cubicBezTo>
                    <a:cubicBezTo>
                      <a:pt x="802" y="531"/>
                      <a:pt x="802" y="531"/>
                      <a:pt x="802" y="531"/>
                    </a:cubicBezTo>
                    <a:cubicBezTo>
                      <a:pt x="797" y="531"/>
                      <a:pt x="793" y="535"/>
                      <a:pt x="793" y="540"/>
                    </a:cubicBezTo>
                    <a:cubicBezTo>
                      <a:pt x="768" y="1332"/>
                      <a:pt x="768" y="1332"/>
                      <a:pt x="768" y="1332"/>
                    </a:cubicBezTo>
                    <a:cubicBezTo>
                      <a:pt x="768" y="1337"/>
                      <a:pt x="772" y="1342"/>
                      <a:pt x="778" y="1342"/>
                    </a:cubicBezTo>
                    <a:cubicBezTo>
                      <a:pt x="956" y="1342"/>
                      <a:pt x="956" y="1342"/>
                      <a:pt x="956" y="1342"/>
                    </a:cubicBezTo>
                    <a:cubicBezTo>
                      <a:pt x="961" y="1342"/>
                      <a:pt x="966" y="1337"/>
                      <a:pt x="966" y="1332"/>
                    </a:cubicBezTo>
                    <a:lnTo>
                      <a:pt x="941" y="540"/>
                    </a:lnTo>
                    <a:close/>
                    <a:moveTo>
                      <a:pt x="1325" y="540"/>
                    </a:moveTo>
                    <a:cubicBezTo>
                      <a:pt x="1325" y="535"/>
                      <a:pt x="1321" y="531"/>
                      <a:pt x="1315" y="531"/>
                    </a:cubicBezTo>
                    <a:cubicBezTo>
                      <a:pt x="1186" y="531"/>
                      <a:pt x="1186" y="531"/>
                      <a:pt x="1186" y="531"/>
                    </a:cubicBezTo>
                    <a:cubicBezTo>
                      <a:pt x="1181" y="531"/>
                      <a:pt x="1176" y="535"/>
                      <a:pt x="1176" y="540"/>
                    </a:cubicBezTo>
                    <a:cubicBezTo>
                      <a:pt x="1152" y="1332"/>
                      <a:pt x="1152" y="1332"/>
                      <a:pt x="1152" y="1332"/>
                    </a:cubicBezTo>
                    <a:cubicBezTo>
                      <a:pt x="1152" y="1337"/>
                      <a:pt x="1156" y="1342"/>
                      <a:pt x="1162" y="1342"/>
                    </a:cubicBezTo>
                    <a:cubicBezTo>
                      <a:pt x="1340" y="1342"/>
                      <a:pt x="1340" y="1342"/>
                      <a:pt x="1340" y="1342"/>
                    </a:cubicBezTo>
                    <a:cubicBezTo>
                      <a:pt x="1345" y="1342"/>
                      <a:pt x="1350" y="1337"/>
                      <a:pt x="1350" y="1332"/>
                    </a:cubicBezTo>
                    <a:lnTo>
                      <a:pt x="1325" y="54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grpSp>
      <p:sp>
        <p:nvSpPr>
          <p:cNvPr id="228" name="Moon 227">
            <a:extLst>
              <a:ext uri="{FF2B5EF4-FFF2-40B4-BE49-F238E27FC236}">
                <a16:creationId xmlns:a16="http://schemas.microsoft.com/office/drawing/2014/main" id="{B80DFD2A-0ACC-4BDA-9E4C-2470302DAF0A}"/>
              </a:ext>
            </a:extLst>
          </p:cNvPr>
          <p:cNvSpPr/>
          <p:nvPr/>
        </p:nvSpPr>
        <p:spPr>
          <a:xfrm rot="5400000">
            <a:off x="6156804" y="1417395"/>
            <a:ext cx="384642" cy="769285"/>
          </a:xfrm>
          <a:prstGeom prst="moon">
            <a:avLst>
              <a:gd name="adj" fmla="val 6667"/>
            </a:avLst>
          </a:prstGeom>
          <a:solidFill>
            <a:schemeClr val="tx2"/>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229" name="Oval 20">
            <a:extLst>
              <a:ext uri="{FF2B5EF4-FFF2-40B4-BE49-F238E27FC236}">
                <a16:creationId xmlns:a16="http://schemas.microsoft.com/office/drawing/2014/main" id="{C2917046-1F50-4CCB-899A-70D41241335F}"/>
              </a:ext>
            </a:extLst>
          </p:cNvPr>
          <p:cNvSpPr>
            <a:spLocks noChangeAspect="1" noChangeArrowheads="1"/>
          </p:cNvSpPr>
          <p:nvPr/>
        </p:nvSpPr>
        <p:spPr bwMode="auto">
          <a:xfrm>
            <a:off x="5964482" y="1570245"/>
            <a:ext cx="217426" cy="217425"/>
          </a:xfrm>
          <a:prstGeom prst="ellipse">
            <a:avLst/>
          </a:prstGeom>
          <a:solidFill>
            <a:srgbClr val="006863"/>
          </a:solidFill>
          <a:ln w="9525" cap="flat" cmpd="sng" algn="ctr">
            <a:solidFill>
              <a:srgbClr val="FFFFFF"/>
            </a:solidFill>
            <a:prstDash val="solid"/>
            <a:round/>
            <a:headEnd type="none" w="med" len="med"/>
            <a:tailEnd type="none" w="med" len="med"/>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rebuchet MS"/>
                <a:ea typeface="+mn-ea"/>
                <a:cs typeface="+mn-cs"/>
              </a:rPr>
              <a:t>3</a:t>
            </a:r>
          </a:p>
        </p:txBody>
      </p:sp>
      <p:grpSp>
        <p:nvGrpSpPr>
          <p:cNvPr id="88" name="bcgIcons_Multiple pages ">
            <a:extLst>
              <a:ext uri="{FF2B5EF4-FFF2-40B4-BE49-F238E27FC236}">
                <a16:creationId xmlns:a16="http://schemas.microsoft.com/office/drawing/2014/main" id="{76AFFAC8-3600-6B1B-E24E-50487A4B1AE4}"/>
              </a:ext>
            </a:extLst>
          </p:cNvPr>
          <p:cNvGrpSpPr>
            <a:grpSpLocks/>
          </p:cNvGrpSpPr>
          <p:nvPr/>
        </p:nvGrpSpPr>
        <p:grpSpPr>
          <a:xfrm>
            <a:off x="6208065" y="1717997"/>
            <a:ext cx="282119" cy="282378"/>
            <a:chOff x="5272088" y="2605088"/>
            <a:chExt cx="1646237" cy="1646237"/>
          </a:xfrm>
        </p:grpSpPr>
        <p:sp>
          <p:nvSpPr>
            <p:cNvPr id="89" name="AutoShape 3">
              <a:extLst>
                <a:ext uri="{FF2B5EF4-FFF2-40B4-BE49-F238E27FC236}">
                  <a16:creationId xmlns:a16="http://schemas.microsoft.com/office/drawing/2014/main" id="{F5948619-D50B-9178-09B1-88E1068D7B65}"/>
                </a:ext>
              </a:extLst>
            </p:cNvPr>
            <p:cNvSpPr>
              <a:spLocks noChangeAspect="1" noChangeArrowheads="1" noTextEdit="1"/>
            </p:cNvSpPr>
            <p:nvPr/>
          </p:nvSpPr>
          <p:spPr bwMode="auto">
            <a:xfrm>
              <a:off x="5272088" y="2605088"/>
              <a:ext cx="1646237" cy="164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nvGrpSpPr>
            <p:cNvPr id="90" name="Group 89">
              <a:extLst>
                <a:ext uri="{FF2B5EF4-FFF2-40B4-BE49-F238E27FC236}">
                  <a16:creationId xmlns:a16="http://schemas.microsoft.com/office/drawing/2014/main" id="{11CE549F-55EE-05D4-2D55-67623A2517F8}"/>
                </a:ext>
              </a:extLst>
            </p:cNvPr>
            <p:cNvGrpSpPr/>
            <p:nvPr/>
          </p:nvGrpSpPr>
          <p:grpSpPr>
            <a:xfrm>
              <a:off x="5545138" y="2887663"/>
              <a:ext cx="1100137" cy="1192212"/>
              <a:chOff x="5545138" y="2887663"/>
              <a:chExt cx="1100137" cy="1192212"/>
            </a:xfrm>
          </p:grpSpPr>
          <p:sp>
            <p:nvSpPr>
              <p:cNvPr id="91" name="Freeform 35">
                <a:extLst>
                  <a:ext uri="{FF2B5EF4-FFF2-40B4-BE49-F238E27FC236}">
                    <a16:creationId xmlns:a16="http://schemas.microsoft.com/office/drawing/2014/main" id="{C9265769-32DF-4AB2-387C-7AC2570F8F15}"/>
                  </a:ext>
                </a:extLst>
              </p:cNvPr>
              <p:cNvSpPr>
                <a:spLocks/>
              </p:cNvSpPr>
              <p:nvPr/>
            </p:nvSpPr>
            <p:spPr bwMode="auto">
              <a:xfrm>
                <a:off x="5545138" y="2887663"/>
                <a:ext cx="1100137" cy="1192212"/>
              </a:xfrm>
              <a:custGeom>
                <a:avLst/>
                <a:gdLst>
                  <a:gd name="connsiteX0" fmla="*/ 31750 w 1100137"/>
                  <a:gd name="connsiteY0" fmla="*/ 280987 h 1192212"/>
                  <a:gd name="connsiteX1" fmla="*/ 31750 w 1100137"/>
                  <a:gd name="connsiteY1" fmla="*/ 1162049 h 1192212"/>
                  <a:gd name="connsiteX2" fmla="*/ 655637 w 1100137"/>
                  <a:gd name="connsiteY2" fmla="*/ 1162049 h 1192212"/>
                  <a:gd name="connsiteX3" fmla="*/ 655637 w 1100137"/>
                  <a:gd name="connsiteY3" fmla="*/ 1068387 h 1192212"/>
                  <a:gd name="connsiteX4" fmla="*/ 655637 w 1100137"/>
                  <a:gd name="connsiteY4" fmla="*/ 1052512 h 1192212"/>
                  <a:gd name="connsiteX5" fmla="*/ 655637 w 1100137"/>
                  <a:gd name="connsiteY5" fmla="*/ 1036637 h 1192212"/>
                  <a:gd name="connsiteX6" fmla="*/ 655637 w 1100137"/>
                  <a:gd name="connsiteY6" fmla="*/ 1025524 h 1192212"/>
                  <a:gd name="connsiteX7" fmla="*/ 655637 w 1100137"/>
                  <a:gd name="connsiteY7" fmla="*/ 1009649 h 1192212"/>
                  <a:gd name="connsiteX8" fmla="*/ 655637 w 1100137"/>
                  <a:gd name="connsiteY8" fmla="*/ 993774 h 1192212"/>
                  <a:gd name="connsiteX9" fmla="*/ 655637 w 1100137"/>
                  <a:gd name="connsiteY9" fmla="*/ 974724 h 1192212"/>
                  <a:gd name="connsiteX10" fmla="*/ 655637 w 1100137"/>
                  <a:gd name="connsiteY10" fmla="*/ 958849 h 1192212"/>
                  <a:gd name="connsiteX11" fmla="*/ 655637 w 1100137"/>
                  <a:gd name="connsiteY11" fmla="*/ 942974 h 1192212"/>
                  <a:gd name="connsiteX12" fmla="*/ 655637 w 1100137"/>
                  <a:gd name="connsiteY12" fmla="*/ 927099 h 1192212"/>
                  <a:gd name="connsiteX13" fmla="*/ 655637 w 1100137"/>
                  <a:gd name="connsiteY13" fmla="*/ 920749 h 1192212"/>
                  <a:gd name="connsiteX14" fmla="*/ 655637 w 1100137"/>
                  <a:gd name="connsiteY14" fmla="*/ 911224 h 1192212"/>
                  <a:gd name="connsiteX15" fmla="*/ 655637 w 1100137"/>
                  <a:gd name="connsiteY15" fmla="*/ 900112 h 1192212"/>
                  <a:gd name="connsiteX16" fmla="*/ 655637 w 1100137"/>
                  <a:gd name="connsiteY16" fmla="*/ 890587 h 1192212"/>
                  <a:gd name="connsiteX17" fmla="*/ 655637 w 1100137"/>
                  <a:gd name="connsiteY17" fmla="*/ 884237 h 1192212"/>
                  <a:gd name="connsiteX18" fmla="*/ 655637 w 1100137"/>
                  <a:gd name="connsiteY18" fmla="*/ 868362 h 1192212"/>
                  <a:gd name="connsiteX19" fmla="*/ 655637 w 1100137"/>
                  <a:gd name="connsiteY19" fmla="*/ 819149 h 1192212"/>
                  <a:gd name="connsiteX20" fmla="*/ 655637 w 1100137"/>
                  <a:gd name="connsiteY20" fmla="*/ 796924 h 1192212"/>
                  <a:gd name="connsiteX21" fmla="*/ 655637 w 1100137"/>
                  <a:gd name="connsiteY21" fmla="*/ 787399 h 1192212"/>
                  <a:gd name="connsiteX22" fmla="*/ 655637 w 1100137"/>
                  <a:gd name="connsiteY22" fmla="*/ 765174 h 1192212"/>
                  <a:gd name="connsiteX23" fmla="*/ 655637 w 1100137"/>
                  <a:gd name="connsiteY23" fmla="*/ 715962 h 1192212"/>
                  <a:gd name="connsiteX24" fmla="*/ 655637 w 1100137"/>
                  <a:gd name="connsiteY24" fmla="*/ 693737 h 1192212"/>
                  <a:gd name="connsiteX25" fmla="*/ 655637 w 1100137"/>
                  <a:gd name="connsiteY25" fmla="*/ 685799 h 1192212"/>
                  <a:gd name="connsiteX26" fmla="*/ 655637 w 1100137"/>
                  <a:gd name="connsiteY26" fmla="*/ 661987 h 1192212"/>
                  <a:gd name="connsiteX27" fmla="*/ 655637 w 1100137"/>
                  <a:gd name="connsiteY27" fmla="*/ 612774 h 1192212"/>
                  <a:gd name="connsiteX28" fmla="*/ 655637 w 1100137"/>
                  <a:gd name="connsiteY28" fmla="*/ 590549 h 1192212"/>
                  <a:gd name="connsiteX29" fmla="*/ 655637 w 1100137"/>
                  <a:gd name="connsiteY29" fmla="*/ 582612 h 1192212"/>
                  <a:gd name="connsiteX30" fmla="*/ 655637 w 1100137"/>
                  <a:gd name="connsiteY30" fmla="*/ 560387 h 1192212"/>
                  <a:gd name="connsiteX31" fmla="*/ 655637 w 1100137"/>
                  <a:gd name="connsiteY31" fmla="*/ 509587 h 1192212"/>
                  <a:gd name="connsiteX32" fmla="*/ 655637 w 1100137"/>
                  <a:gd name="connsiteY32" fmla="*/ 487362 h 1192212"/>
                  <a:gd name="connsiteX33" fmla="*/ 655637 w 1100137"/>
                  <a:gd name="connsiteY33" fmla="*/ 479425 h 1192212"/>
                  <a:gd name="connsiteX34" fmla="*/ 655637 w 1100137"/>
                  <a:gd name="connsiteY34" fmla="*/ 457200 h 1192212"/>
                  <a:gd name="connsiteX35" fmla="*/ 655637 w 1100137"/>
                  <a:gd name="connsiteY35" fmla="*/ 407987 h 1192212"/>
                  <a:gd name="connsiteX36" fmla="*/ 655637 w 1100137"/>
                  <a:gd name="connsiteY36" fmla="*/ 384175 h 1192212"/>
                  <a:gd name="connsiteX37" fmla="*/ 655637 w 1100137"/>
                  <a:gd name="connsiteY37" fmla="*/ 376237 h 1192212"/>
                  <a:gd name="connsiteX38" fmla="*/ 655637 w 1100137"/>
                  <a:gd name="connsiteY38" fmla="*/ 354012 h 1192212"/>
                  <a:gd name="connsiteX39" fmla="*/ 655637 w 1100137"/>
                  <a:gd name="connsiteY39" fmla="*/ 304800 h 1192212"/>
                  <a:gd name="connsiteX40" fmla="*/ 655637 w 1100137"/>
                  <a:gd name="connsiteY40" fmla="*/ 282575 h 1192212"/>
                  <a:gd name="connsiteX41" fmla="*/ 655637 w 1100137"/>
                  <a:gd name="connsiteY41" fmla="*/ 280987 h 1192212"/>
                  <a:gd name="connsiteX42" fmla="*/ 539750 w 1100137"/>
                  <a:gd name="connsiteY42" fmla="*/ 280987 h 1192212"/>
                  <a:gd name="connsiteX43" fmla="*/ 490537 w 1100137"/>
                  <a:gd name="connsiteY43" fmla="*/ 280987 h 1192212"/>
                  <a:gd name="connsiteX44" fmla="*/ 474662 w 1100137"/>
                  <a:gd name="connsiteY44" fmla="*/ 280987 h 1192212"/>
                  <a:gd name="connsiteX45" fmla="*/ 458787 w 1100137"/>
                  <a:gd name="connsiteY45" fmla="*/ 280987 h 1192212"/>
                  <a:gd name="connsiteX46" fmla="*/ 444500 w 1100137"/>
                  <a:gd name="connsiteY46" fmla="*/ 280987 h 1192212"/>
                  <a:gd name="connsiteX47" fmla="*/ 428625 w 1100137"/>
                  <a:gd name="connsiteY47" fmla="*/ 280987 h 1192212"/>
                  <a:gd name="connsiteX48" fmla="*/ 414337 w 1100137"/>
                  <a:gd name="connsiteY48" fmla="*/ 280987 h 1192212"/>
                  <a:gd name="connsiteX49" fmla="*/ 398462 w 1100137"/>
                  <a:gd name="connsiteY49" fmla="*/ 280987 h 1192212"/>
                  <a:gd name="connsiteX50" fmla="*/ 382587 w 1100137"/>
                  <a:gd name="connsiteY50" fmla="*/ 280987 h 1192212"/>
                  <a:gd name="connsiteX51" fmla="*/ 325437 w 1100137"/>
                  <a:gd name="connsiteY51" fmla="*/ 280987 h 1192212"/>
                  <a:gd name="connsiteX52" fmla="*/ 284163 w 1100137"/>
                  <a:gd name="connsiteY52" fmla="*/ 280987 h 1192212"/>
                  <a:gd name="connsiteX53" fmla="*/ 268288 w 1100137"/>
                  <a:gd name="connsiteY53" fmla="*/ 280987 h 1192212"/>
                  <a:gd name="connsiteX54" fmla="*/ 252413 w 1100137"/>
                  <a:gd name="connsiteY54" fmla="*/ 280987 h 1192212"/>
                  <a:gd name="connsiteX55" fmla="*/ 238125 w 1100137"/>
                  <a:gd name="connsiteY55" fmla="*/ 280987 h 1192212"/>
                  <a:gd name="connsiteX56" fmla="*/ 222250 w 1100137"/>
                  <a:gd name="connsiteY56" fmla="*/ 280987 h 1192212"/>
                  <a:gd name="connsiteX57" fmla="*/ 206375 w 1100137"/>
                  <a:gd name="connsiteY57" fmla="*/ 280987 h 1192212"/>
                  <a:gd name="connsiteX58" fmla="*/ 238125 w 1100137"/>
                  <a:gd name="connsiteY58" fmla="*/ 155575 h 1192212"/>
                  <a:gd name="connsiteX59" fmla="*/ 238125 w 1100137"/>
                  <a:gd name="connsiteY59" fmla="*/ 249259 h 1192212"/>
                  <a:gd name="connsiteX60" fmla="*/ 251719 w 1100137"/>
                  <a:gd name="connsiteY60" fmla="*/ 249259 h 1192212"/>
                  <a:gd name="connsiteX61" fmla="*/ 267459 w 1100137"/>
                  <a:gd name="connsiteY61" fmla="*/ 249259 h 1192212"/>
                  <a:gd name="connsiteX62" fmla="*/ 283200 w 1100137"/>
                  <a:gd name="connsiteY62" fmla="*/ 249259 h 1192212"/>
                  <a:gd name="connsiteX63" fmla="*/ 381934 w 1100137"/>
                  <a:gd name="connsiteY63" fmla="*/ 249259 h 1192212"/>
                  <a:gd name="connsiteX64" fmla="*/ 397674 w 1100137"/>
                  <a:gd name="connsiteY64" fmla="*/ 249259 h 1192212"/>
                  <a:gd name="connsiteX65" fmla="*/ 413415 w 1100137"/>
                  <a:gd name="connsiteY65" fmla="*/ 249259 h 1192212"/>
                  <a:gd name="connsiteX66" fmla="*/ 429155 w 1100137"/>
                  <a:gd name="connsiteY66" fmla="*/ 249259 h 1192212"/>
                  <a:gd name="connsiteX67" fmla="*/ 444895 w 1100137"/>
                  <a:gd name="connsiteY67" fmla="*/ 249259 h 1192212"/>
                  <a:gd name="connsiteX68" fmla="*/ 458489 w 1100137"/>
                  <a:gd name="connsiteY68" fmla="*/ 249259 h 1192212"/>
                  <a:gd name="connsiteX69" fmla="*/ 474229 w 1100137"/>
                  <a:gd name="connsiteY69" fmla="*/ 249259 h 1192212"/>
                  <a:gd name="connsiteX70" fmla="*/ 489970 w 1100137"/>
                  <a:gd name="connsiteY70" fmla="*/ 249259 h 1192212"/>
                  <a:gd name="connsiteX71" fmla="*/ 670983 w 1100137"/>
                  <a:gd name="connsiteY71" fmla="*/ 249259 h 1192212"/>
                  <a:gd name="connsiteX72" fmla="*/ 677422 w 1100137"/>
                  <a:gd name="connsiteY72" fmla="*/ 250690 h 1192212"/>
                  <a:gd name="connsiteX73" fmla="*/ 686723 w 1100137"/>
                  <a:gd name="connsiteY73" fmla="*/ 264993 h 1192212"/>
                  <a:gd name="connsiteX74" fmla="*/ 686723 w 1100137"/>
                  <a:gd name="connsiteY74" fmla="*/ 273575 h 1192212"/>
                  <a:gd name="connsiteX75" fmla="*/ 686723 w 1100137"/>
                  <a:gd name="connsiteY75" fmla="*/ 282156 h 1192212"/>
                  <a:gd name="connsiteX76" fmla="*/ 686723 w 1100137"/>
                  <a:gd name="connsiteY76" fmla="*/ 304326 h 1192212"/>
                  <a:gd name="connsiteX77" fmla="*/ 686723 w 1100137"/>
                  <a:gd name="connsiteY77" fmla="*/ 353671 h 1192212"/>
                  <a:gd name="connsiteX78" fmla="*/ 686723 w 1100137"/>
                  <a:gd name="connsiteY78" fmla="*/ 375841 h 1192212"/>
                  <a:gd name="connsiteX79" fmla="*/ 686723 w 1100137"/>
                  <a:gd name="connsiteY79" fmla="*/ 384422 h 1192212"/>
                  <a:gd name="connsiteX80" fmla="*/ 686723 w 1100137"/>
                  <a:gd name="connsiteY80" fmla="*/ 407307 h 1192212"/>
                  <a:gd name="connsiteX81" fmla="*/ 686723 w 1100137"/>
                  <a:gd name="connsiteY81" fmla="*/ 457367 h 1192212"/>
                  <a:gd name="connsiteX82" fmla="*/ 686723 w 1100137"/>
                  <a:gd name="connsiteY82" fmla="*/ 478822 h 1192212"/>
                  <a:gd name="connsiteX83" fmla="*/ 686723 w 1100137"/>
                  <a:gd name="connsiteY83" fmla="*/ 487404 h 1192212"/>
                  <a:gd name="connsiteX84" fmla="*/ 686723 w 1100137"/>
                  <a:gd name="connsiteY84" fmla="*/ 509573 h 1192212"/>
                  <a:gd name="connsiteX85" fmla="*/ 686723 w 1100137"/>
                  <a:gd name="connsiteY85" fmla="*/ 560349 h 1192212"/>
                  <a:gd name="connsiteX86" fmla="*/ 686723 w 1100137"/>
                  <a:gd name="connsiteY86" fmla="*/ 582518 h 1192212"/>
                  <a:gd name="connsiteX87" fmla="*/ 686723 w 1100137"/>
                  <a:gd name="connsiteY87" fmla="*/ 591100 h 1192212"/>
                  <a:gd name="connsiteX88" fmla="*/ 686723 w 1100137"/>
                  <a:gd name="connsiteY88" fmla="*/ 612555 h 1192212"/>
                  <a:gd name="connsiteX89" fmla="*/ 686723 w 1100137"/>
                  <a:gd name="connsiteY89" fmla="*/ 662615 h 1192212"/>
                  <a:gd name="connsiteX90" fmla="*/ 686723 w 1100137"/>
                  <a:gd name="connsiteY90" fmla="*/ 685500 h 1192212"/>
                  <a:gd name="connsiteX91" fmla="*/ 686723 w 1100137"/>
                  <a:gd name="connsiteY91" fmla="*/ 694081 h 1192212"/>
                  <a:gd name="connsiteX92" fmla="*/ 686723 w 1100137"/>
                  <a:gd name="connsiteY92" fmla="*/ 716251 h 1192212"/>
                  <a:gd name="connsiteX93" fmla="*/ 686723 w 1100137"/>
                  <a:gd name="connsiteY93" fmla="*/ 765596 h 1192212"/>
                  <a:gd name="connsiteX94" fmla="*/ 686723 w 1100137"/>
                  <a:gd name="connsiteY94" fmla="*/ 787766 h 1192212"/>
                  <a:gd name="connsiteX95" fmla="*/ 686723 w 1100137"/>
                  <a:gd name="connsiteY95" fmla="*/ 796348 h 1192212"/>
                  <a:gd name="connsiteX96" fmla="*/ 686723 w 1100137"/>
                  <a:gd name="connsiteY96" fmla="*/ 819232 h 1192212"/>
                  <a:gd name="connsiteX97" fmla="*/ 686723 w 1100137"/>
                  <a:gd name="connsiteY97" fmla="*/ 868577 h 1192212"/>
                  <a:gd name="connsiteX98" fmla="*/ 686723 w 1100137"/>
                  <a:gd name="connsiteY98" fmla="*/ 884311 h 1192212"/>
                  <a:gd name="connsiteX99" fmla="*/ 686723 w 1100137"/>
                  <a:gd name="connsiteY99" fmla="*/ 890747 h 1192212"/>
                  <a:gd name="connsiteX100" fmla="*/ 686723 w 1100137"/>
                  <a:gd name="connsiteY100" fmla="*/ 900044 h 1192212"/>
                  <a:gd name="connsiteX101" fmla="*/ 686723 w 1100137"/>
                  <a:gd name="connsiteY101" fmla="*/ 911486 h 1192212"/>
                  <a:gd name="connsiteX102" fmla="*/ 686723 w 1100137"/>
                  <a:gd name="connsiteY102" fmla="*/ 921498 h 1192212"/>
                  <a:gd name="connsiteX103" fmla="*/ 686723 w 1100137"/>
                  <a:gd name="connsiteY103" fmla="*/ 927220 h 1192212"/>
                  <a:gd name="connsiteX104" fmla="*/ 686723 w 1100137"/>
                  <a:gd name="connsiteY104" fmla="*/ 942953 h 1192212"/>
                  <a:gd name="connsiteX105" fmla="*/ 686723 w 1100137"/>
                  <a:gd name="connsiteY105" fmla="*/ 958686 h 1192212"/>
                  <a:gd name="connsiteX106" fmla="*/ 686723 w 1100137"/>
                  <a:gd name="connsiteY106" fmla="*/ 974419 h 1192212"/>
                  <a:gd name="connsiteX107" fmla="*/ 686723 w 1100137"/>
                  <a:gd name="connsiteY107" fmla="*/ 1009462 h 1192212"/>
                  <a:gd name="connsiteX108" fmla="*/ 686723 w 1100137"/>
                  <a:gd name="connsiteY108" fmla="*/ 1025195 h 1192212"/>
                  <a:gd name="connsiteX109" fmla="*/ 686723 w 1100137"/>
                  <a:gd name="connsiteY109" fmla="*/ 1036637 h 1192212"/>
                  <a:gd name="connsiteX110" fmla="*/ 862012 w 1100137"/>
                  <a:gd name="connsiteY110" fmla="*/ 1036637 h 1192212"/>
                  <a:gd name="connsiteX111" fmla="*/ 862012 w 1100137"/>
                  <a:gd name="connsiteY111" fmla="*/ 974419 h 1192212"/>
                  <a:gd name="connsiteX112" fmla="*/ 862012 w 1100137"/>
                  <a:gd name="connsiteY112" fmla="*/ 958686 h 1192212"/>
                  <a:gd name="connsiteX113" fmla="*/ 862012 w 1100137"/>
                  <a:gd name="connsiteY113" fmla="*/ 942953 h 1192212"/>
                  <a:gd name="connsiteX114" fmla="*/ 862012 w 1100137"/>
                  <a:gd name="connsiteY114" fmla="*/ 927220 h 1192212"/>
                  <a:gd name="connsiteX115" fmla="*/ 862012 w 1100137"/>
                  <a:gd name="connsiteY115" fmla="*/ 911486 h 1192212"/>
                  <a:gd name="connsiteX116" fmla="*/ 862012 w 1100137"/>
                  <a:gd name="connsiteY116" fmla="*/ 900044 h 1192212"/>
                  <a:gd name="connsiteX117" fmla="*/ 862012 w 1100137"/>
                  <a:gd name="connsiteY117" fmla="*/ 884311 h 1192212"/>
                  <a:gd name="connsiteX118" fmla="*/ 862012 w 1100137"/>
                  <a:gd name="connsiteY118" fmla="*/ 868577 h 1192212"/>
                  <a:gd name="connsiteX119" fmla="*/ 862012 w 1100137"/>
                  <a:gd name="connsiteY119" fmla="*/ 796348 h 1192212"/>
                  <a:gd name="connsiteX120" fmla="*/ 862012 w 1100137"/>
                  <a:gd name="connsiteY120" fmla="*/ 765596 h 1192212"/>
                  <a:gd name="connsiteX121" fmla="*/ 862012 w 1100137"/>
                  <a:gd name="connsiteY121" fmla="*/ 694081 h 1192212"/>
                  <a:gd name="connsiteX122" fmla="*/ 862012 w 1100137"/>
                  <a:gd name="connsiteY122" fmla="*/ 662615 h 1192212"/>
                  <a:gd name="connsiteX123" fmla="*/ 862012 w 1100137"/>
                  <a:gd name="connsiteY123" fmla="*/ 591100 h 1192212"/>
                  <a:gd name="connsiteX124" fmla="*/ 862012 w 1100137"/>
                  <a:gd name="connsiteY124" fmla="*/ 560349 h 1192212"/>
                  <a:gd name="connsiteX125" fmla="*/ 862012 w 1100137"/>
                  <a:gd name="connsiteY125" fmla="*/ 487404 h 1192212"/>
                  <a:gd name="connsiteX126" fmla="*/ 862012 w 1100137"/>
                  <a:gd name="connsiteY126" fmla="*/ 457367 h 1192212"/>
                  <a:gd name="connsiteX127" fmla="*/ 862012 w 1100137"/>
                  <a:gd name="connsiteY127" fmla="*/ 384422 h 1192212"/>
                  <a:gd name="connsiteX128" fmla="*/ 862012 w 1100137"/>
                  <a:gd name="connsiteY128" fmla="*/ 353671 h 1192212"/>
                  <a:gd name="connsiteX129" fmla="*/ 862012 w 1100137"/>
                  <a:gd name="connsiteY129" fmla="*/ 282156 h 1192212"/>
                  <a:gd name="connsiteX130" fmla="*/ 862012 w 1100137"/>
                  <a:gd name="connsiteY130" fmla="*/ 250690 h 1192212"/>
                  <a:gd name="connsiteX131" fmla="*/ 862012 w 1100137"/>
                  <a:gd name="connsiteY131" fmla="*/ 179175 h 1192212"/>
                  <a:gd name="connsiteX132" fmla="*/ 862012 w 1100137"/>
                  <a:gd name="connsiteY132" fmla="*/ 155575 h 1192212"/>
                  <a:gd name="connsiteX133" fmla="*/ 532182 w 1100137"/>
                  <a:gd name="connsiteY133" fmla="*/ 155575 h 1192212"/>
                  <a:gd name="connsiteX134" fmla="*/ 489970 w 1100137"/>
                  <a:gd name="connsiteY134" fmla="*/ 155575 h 1192212"/>
                  <a:gd name="connsiteX135" fmla="*/ 474229 w 1100137"/>
                  <a:gd name="connsiteY135" fmla="*/ 155575 h 1192212"/>
                  <a:gd name="connsiteX136" fmla="*/ 458489 w 1100137"/>
                  <a:gd name="connsiteY136" fmla="*/ 155575 h 1192212"/>
                  <a:gd name="connsiteX137" fmla="*/ 444895 w 1100137"/>
                  <a:gd name="connsiteY137" fmla="*/ 155575 h 1192212"/>
                  <a:gd name="connsiteX138" fmla="*/ 429155 w 1100137"/>
                  <a:gd name="connsiteY138" fmla="*/ 155575 h 1192212"/>
                  <a:gd name="connsiteX139" fmla="*/ 413415 w 1100137"/>
                  <a:gd name="connsiteY139" fmla="*/ 155575 h 1192212"/>
                  <a:gd name="connsiteX140" fmla="*/ 397674 w 1100137"/>
                  <a:gd name="connsiteY140" fmla="*/ 155575 h 1192212"/>
                  <a:gd name="connsiteX141" fmla="*/ 381934 w 1100137"/>
                  <a:gd name="connsiteY141" fmla="*/ 155575 h 1192212"/>
                  <a:gd name="connsiteX142" fmla="*/ 238125 w 1100137"/>
                  <a:gd name="connsiteY142" fmla="*/ 155575 h 1192212"/>
                  <a:gd name="connsiteX143" fmla="*/ 444500 w 1100137"/>
                  <a:gd name="connsiteY143" fmla="*/ 31750 h 1192212"/>
                  <a:gd name="connsiteX144" fmla="*/ 444500 w 1100137"/>
                  <a:gd name="connsiteY144" fmla="*/ 125266 h 1192212"/>
                  <a:gd name="connsiteX145" fmla="*/ 458079 w 1100137"/>
                  <a:gd name="connsiteY145" fmla="*/ 125266 h 1192212"/>
                  <a:gd name="connsiteX146" fmla="*/ 473801 w 1100137"/>
                  <a:gd name="connsiteY146" fmla="*/ 125266 h 1192212"/>
                  <a:gd name="connsiteX147" fmla="*/ 489523 w 1100137"/>
                  <a:gd name="connsiteY147" fmla="*/ 125266 h 1192212"/>
                  <a:gd name="connsiteX148" fmla="*/ 876862 w 1100137"/>
                  <a:gd name="connsiteY148" fmla="*/ 125266 h 1192212"/>
                  <a:gd name="connsiteX149" fmla="*/ 879006 w 1100137"/>
                  <a:gd name="connsiteY149" fmla="*/ 125266 h 1192212"/>
                  <a:gd name="connsiteX150" fmla="*/ 892584 w 1100137"/>
                  <a:gd name="connsiteY150" fmla="*/ 140971 h 1192212"/>
                  <a:gd name="connsiteX151" fmla="*/ 892584 w 1100137"/>
                  <a:gd name="connsiteY151" fmla="*/ 149537 h 1192212"/>
                  <a:gd name="connsiteX152" fmla="*/ 892584 w 1100137"/>
                  <a:gd name="connsiteY152" fmla="*/ 180233 h 1192212"/>
                  <a:gd name="connsiteX153" fmla="*/ 892584 w 1100137"/>
                  <a:gd name="connsiteY153" fmla="*/ 251619 h 1192212"/>
                  <a:gd name="connsiteX154" fmla="*/ 892584 w 1100137"/>
                  <a:gd name="connsiteY154" fmla="*/ 283029 h 1192212"/>
                  <a:gd name="connsiteX155" fmla="*/ 892584 w 1100137"/>
                  <a:gd name="connsiteY155" fmla="*/ 354415 h 1192212"/>
                  <a:gd name="connsiteX156" fmla="*/ 892584 w 1100137"/>
                  <a:gd name="connsiteY156" fmla="*/ 385111 h 1192212"/>
                  <a:gd name="connsiteX157" fmla="*/ 892584 w 1100137"/>
                  <a:gd name="connsiteY157" fmla="*/ 457924 h 1192212"/>
                  <a:gd name="connsiteX158" fmla="*/ 892584 w 1100137"/>
                  <a:gd name="connsiteY158" fmla="*/ 487906 h 1192212"/>
                  <a:gd name="connsiteX159" fmla="*/ 892584 w 1100137"/>
                  <a:gd name="connsiteY159" fmla="*/ 560720 h 1192212"/>
                  <a:gd name="connsiteX160" fmla="*/ 892584 w 1100137"/>
                  <a:gd name="connsiteY160" fmla="*/ 591416 h 1192212"/>
                  <a:gd name="connsiteX161" fmla="*/ 892584 w 1100137"/>
                  <a:gd name="connsiteY161" fmla="*/ 662802 h 1192212"/>
                  <a:gd name="connsiteX162" fmla="*/ 892584 w 1100137"/>
                  <a:gd name="connsiteY162" fmla="*/ 694212 h 1192212"/>
                  <a:gd name="connsiteX163" fmla="*/ 892584 w 1100137"/>
                  <a:gd name="connsiteY163" fmla="*/ 765598 h 1192212"/>
                  <a:gd name="connsiteX164" fmla="*/ 892584 w 1100137"/>
                  <a:gd name="connsiteY164" fmla="*/ 796294 h 1192212"/>
                  <a:gd name="connsiteX165" fmla="*/ 892584 w 1100137"/>
                  <a:gd name="connsiteY165" fmla="*/ 884098 h 1192212"/>
                  <a:gd name="connsiteX166" fmla="*/ 892584 w 1100137"/>
                  <a:gd name="connsiteY166" fmla="*/ 899803 h 1192212"/>
                  <a:gd name="connsiteX167" fmla="*/ 892584 w 1100137"/>
                  <a:gd name="connsiteY167" fmla="*/ 911225 h 1192212"/>
                  <a:gd name="connsiteX168" fmla="*/ 1068387 w 1100137"/>
                  <a:gd name="connsiteY168" fmla="*/ 911225 h 1192212"/>
                  <a:gd name="connsiteX169" fmla="*/ 1068387 w 1100137"/>
                  <a:gd name="connsiteY169" fmla="*/ 31750 h 1192212"/>
                  <a:gd name="connsiteX170" fmla="*/ 444500 w 1100137"/>
                  <a:gd name="connsiteY170" fmla="*/ 31750 h 1192212"/>
                  <a:gd name="connsiteX171" fmla="*/ 427911 w 1100137"/>
                  <a:gd name="connsiteY171" fmla="*/ 0 h 1192212"/>
                  <a:gd name="connsiteX172" fmla="*/ 429339 w 1100137"/>
                  <a:gd name="connsiteY172" fmla="*/ 0 h 1192212"/>
                  <a:gd name="connsiteX173" fmla="*/ 1084421 w 1100137"/>
                  <a:gd name="connsiteY173" fmla="*/ 0 h 1192212"/>
                  <a:gd name="connsiteX174" fmla="*/ 1086564 w 1100137"/>
                  <a:gd name="connsiteY174" fmla="*/ 0 h 1192212"/>
                  <a:gd name="connsiteX175" fmla="*/ 1100137 w 1100137"/>
                  <a:gd name="connsiteY175" fmla="*/ 15706 h 1192212"/>
                  <a:gd name="connsiteX176" fmla="*/ 1100137 w 1100137"/>
                  <a:gd name="connsiteY176" fmla="*/ 926642 h 1192212"/>
                  <a:gd name="connsiteX177" fmla="*/ 1084421 w 1100137"/>
                  <a:gd name="connsiteY177" fmla="*/ 942347 h 1192212"/>
                  <a:gd name="connsiteX178" fmla="*/ 892969 w 1100137"/>
                  <a:gd name="connsiteY178" fmla="*/ 942347 h 1192212"/>
                  <a:gd name="connsiteX179" fmla="*/ 892969 w 1100137"/>
                  <a:gd name="connsiteY179" fmla="*/ 958053 h 1192212"/>
                  <a:gd name="connsiteX180" fmla="*/ 892969 w 1100137"/>
                  <a:gd name="connsiteY180" fmla="*/ 973759 h 1192212"/>
                  <a:gd name="connsiteX181" fmla="*/ 892969 w 1100137"/>
                  <a:gd name="connsiteY181" fmla="*/ 1051574 h 1192212"/>
                  <a:gd name="connsiteX182" fmla="*/ 877252 w 1100137"/>
                  <a:gd name="connsiteY182" fmla="*/ 1067280 h 1192212"/>
                  <a:gd name="connsiteX183" fmla="*/ 686514 w 1100137"/>
                  <a:gd name="connsiteY183" fmla="*/ 1067280 h 1192212"/>
                  <a:gd name="connsiteX184" fmla="*/ 686514 w 1100137"/>
                  <a:gd name="connsiteY184" fmla="*/ 1176506 h 1192212"/>
                  <a:gd name="connsiteX185" fmla="*/ 670798 w 1100137"/>
                  <a:gd name="connsiteY185" fmla="*/ 1192212 h 1192212"/>
                  <a:gd name="connsiteX186" fmla="*/ 15716 w 1100137"/>
                  <a:gd name="connsiteY186" fmla="*/ 1192212 h 1192212"/>
                  <a:gd name="connsiteX187" fmla="*/ 0 w 1100137"/>
                  <a:gd name="connsiteY187" fmla="*/ 1176506 h 1192212"/>
                  <a:gd name="connsiteX188" fmla="*/ 0 w 1100137"/>
                  <a:gd name="connsiteY188" fmla="*/ 265571 h 1192212"/>
                  <a:gd name="connsiteX189" fmla="*/ 15716 w 1100137"/>
                  <a:gd name="connsiteY189" fmla="*/ 249865 h 1192212"/>
                  <a:gd name="connsiteX190" fmla="*/ 207169 w 1100137"/>
                  <a:gd name="connsiteY190" fmla="*/ 249865 h 1192212"/>
                  <a:gd name="connsiteX191" fmla="*/ 207169 w 1100137"/>
                  <a:gd name="connsiteY191" fmla="*/ 140638 h 1192212"/>
                  <a:gd name="connsiteX192" fmla="*/ 222885 w 1100137"/>
                  <a:gd name="connsiteY192" fmla="*/ 124933 h 1192212"/>
                  <a:gd name="connsiteX193" fmla="*/ 382191 w 1100137"/>
                  <a:gd name="connsiteY193" fmla="*/ 124933 h 1192212"/>
                  <a:gd name="connsiteX194" fmla="*/ 397907 w 1100137"/>
                  <a:gd name="connsiteY194" fmla="*/ 124933 h 1192212"/>
                  <a:gd name="connsiteX195" fmla="*/ 413623 w 1100137"/>
                  <a:gd name="connsiteY195" fmla="*/ 124933 h 1192212"/>
                  <a:gd name="connsiteX196" fmla="*/ 413623 w 1100137"/>
                  <a:gd name="connsiteY196" fmla="*/ 15706 h 1192212"/>
                  <a:gd name="connsiteX197" fmla="*/ 427911 w 1100137"/>
                  <a:gd name="connsiteY197" fmla="*/ 0 h 1192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100137" h="1192212">
                    <a:moveTo>
                      <a:pt x="31750" y="280987"/>
                    </a:moveTo>
                    <a:lnTo>
                      <a:pt x="31750" y="1162049"/>
                    </a:lnTo>
                    <a:lnTo>
                      <a:pt x="655637" y="1162049"/>
                    </a:lnTo>
                    <a:lnTo>
                      <a:pt x="655637" y="1068387"/>
                    </a:lnTo>
                    <a:lnTo>
                      <a:pt x="655637" y="1052512"/>
                    </a:lnTo>
                    <a:lnTo>
                      <a:pt x="655637" y="1036637"/>
                    </a:lnTo>
                    <a:lnTo>
                      <a:pt x="655637" y="1025524"/>
                    </a:lnTo>
                    <a:lnTo>
                      <a:pt x="655637" y="1009649"/>
                    </a:lnTo>
                    <a:lnTo>
                      <a:pt x="655637" y="993774"/>
                    </a:lnTo>
                    <a:lnTo>
                      <a:pt x="655637" y="974724"/>
                    </a:lnTo>
                    <a:lnTo>
                      <a:pt x="655637" y="958849"/>
                    </a:lnTo>
                    <a:lnTo>
                      <a:pt x="655637" y="942974"/>
                    </a:lnTo>
                    <a:lnTo>
                      <a:pt x="655637" y="927099"/>
                    </a:lnTo>
                    <a:lnTo>
                      <a:pt x="655637" y="920749"/>
                    </a:lnTo>
                    <a:lnTo>
                      <a:pt x="655637" y="911224"/>
                    </a:lnTo>
                    <a:lnTo>
                      <a:pt x="655637" y="900112"/>
                    </a:lnTo>
                    <a:lnTo>
                      <a:pt x="655637" y="890587"/>
                    </a:lnTo>
                    <a:lnTo>
                      <a:pt x="655637" y="884237"/>
                    </a:lnTo>
                    <a:lnTo>
                      <a:pt x="655637" y="868362"/>
                    </a:lnTo>
                    <a:lnTo>
                      <a:pt x="655637" y="819149"/>
                    </a:lnTo>
                    <a:lnTo>
                      <a:pt x="655637" y="796924"/>
                    </a:lnTo>
                    <a:lnTo>
                      <a:pt x="655637" y="787399"/>
                    </a:lnTo>
                    <a:lnTo>
                      <a:pt x="655637" y="765174"/>
                    </a:lnTo>
                    <a:lnTo>
                      <a:pt x="655637" y="715962"/>
                    </a:lnTo>
                    <a:lnTo>
                      <a:pt x="655637" y="693737"/>
                    </a:lnTo>
                    <a:lnTo>
                      <a:pt x="655637" y="685799"/>
                    </a:lnTo>
                    <a:lnTo>
                      <a:pt x="655637" y="661987"/>
                    </a:lnTo>
                    <a:lnTo>
                      <a:pt x="655637" y="612774"/>
                    </a:lnTo>
                    <a:lnTo>
                      <a:pt x="655637" y="590549"/>
                    </a:lnTo>
                    <a:lnTo>
                      <a:pt x="655637" y="582612"/>
                    </a:lnTo>
                    <a:lnTo>
                      <a:pt x="655637" y="560387"/>
                    </a:lnTo>
                    <a:lnTo>
                      <a:pt x="655637" y="509587"/>
                    </a:lnTo>
                    <a:lnTo>
                      <a:pt x="655637" y="487362"/>
                    </a:lnTo>
                    <a:lnTo>
                      <a:pt x="655637" y="479425"/>
                    </a:lnTo>
                    <a:lnTo>
                      <a:pt x="655637" y="457200"/>
                    </a:lnTo>
                    <a:lnTo>
                      <a:pt x="655637" y="407987"/>
                    </a:lnTo>
                    <a:lnTo>
                      <a:pt x="655637" y="384175"/>
                    </a:lnTo>
                    <a:lnTo>
                      <a:pt x="655637" y="376237"/>
                    </a:lnTo>
                    <a:lnTo>
                      <a:pt x="655637" y="354012"/>
                    </a:lnTo>
                    <a:lnTo>
                      <a:pt x="655637" y="304800"/>
                    </a:lnTo>
                    <a:lnTo>
                      <a:pt x="655637" y="282575"/>
                    </a:lnTo>
                    <a:lnTo>
                      <a:pt x="655637" y="280987"/>
                    </a:lnTo>
                    <a:lnTo>
                      <a:pt x="539750" y="280987"/>
                    </a:lnTo>
                    <a:lnTo>
                      <a:pt x="490537" y="280987"/>
                    </a:lnTo>
                    <a:lnTo>
                      <a:pt x="474662" y="280987"/>
                    </a:lnTo>
                    <a:lnTo>
                      <a:pt x="458787" y="280987"/>
                    </a:lnTo>
                    <a:lnTo>
                      <a:pt x="444500" y="280987"/>
                    </a:lnTo>
                    <a:lnTo>
                      <a:pt x="428625" y="280987"/>
                    </a:lnTo>
                    <a:lnTo>
                      <a:pt x="414337" y="280987"/>
                    </a:lnTo>
                    <a:lnTo>
                      <a:pt x="398462" y="280987"/>
                    </a:lnTo>
                    <a:lnTo>
                      <a:pt x="382587" y="280987"/>
                    </a:lnTo>
                    <a:lnTo>
                      <a:pt x="325437" y="280987"/>
                    </a:lnTo>
                    <a:lnTo>
                      <a:pt x="284163" y="280987"/>
                    </a:lnTo>
                    <a:lnTo>
                      <a:pt x="268288" y="280987"/>
                    </a:lnTo>
                    <a:lnTo>
                      <a:pt x="252413" y="280987"/>
                    </a:lnTo>
                    <a:lnTo>
                      <a:pt x="238125" y="280987"/>
                    </a:lnTo>
                    <a:lnTo>
                      <a:pt x="222250" y="280987"/>
                    </a:lnTo>
                    <a:lnTo>
                      <a:pt x="206375" y="280987"/>
                    </a:lnTo>
                    <a:close/>
                    <a:moveTo>
                      <a:pt x="238125" y="155575"/>
                    </a:moveTo>
                    <a:cubicBezTo>
                      <a:pt x="238125" y="155575"/>
                      <a:pt x="238125" y="155575"/>
                      <a:pt x="238125" y="249259"/>
                    </a:cubicBezTo>
                    <a:cubicBezTo>
                      <a:pt x="238125" y="249259"/>
                      <a:pt x="238125" y="249259"/>
                      <a:pt x="251719" y="249259"/>
                    </a:cubicBezTo>
                    <a:cubicBezTo>
                      <a:pt x="251719" y="249259"/>
                      <a:pt x="251719" y="249259"/>
                      <a:pt x="267459" y="249259"/>
                    </a:cubicBezTo>
                    <a:cubicBezTo>
                      <a:pt x="267459" y="249259"/>
                      <a:pt x="267459" y="249259"/>
                      <a:pt x="283200" y="249259"/>
                    </a:cubicBezTo>
                    <a:cubicBezTo>
                      <a:pt x="283200" y="249259"/>
                      <a:pt x="283200" y="249259"/>
                      <a:pt x="381934" y="249259"/>
                    </a:cubicBezTo>
                    <a:cubicBezTo>
                      <a:pt x="381934" y="249259"/>
                      <a:pt x="381934" y="249259"/>
                      <a:pt x="397674" y="249259"/>
                    </a:cubicBezTo>
                    <a:cubicBezTo>
                      <a:pt x="397674" y="249259"/>
                      <a:pt x="397674" y="249259"/>
                      <a:pt x="413415" y="249259"/>
                    </a:cubicBezTo>
                    <a:cubicBezTo>
                      <a:pt x="413415" y="249259"/>
                      <a:pt x="413415" y="249259"/>
                      <a:pt x="429155" y="249259"/>
                    </a:cubicBezTo>
                    <a:cubicBezTo>
                      <a:pt x="429155" y="249259"/>
                      <a:pt x="429155" y="249259"/>
                      <a:pt x="444895" y="249259"/>
                    </a:cubicBezTo>
                    <a:cubicBezTo>
                      <a:pt x="444895" y="249259"/>
                      <a:pt x="444895" y="249259"/>
                      <a:pt x="458489" y="249259"/>
                    </a:cubicBezTo>
                    <a:cubicBezTo>
                      <a:pt x="458489" y="249259"/>
                      <a:pt x="458489" y="249259"/>
                      <a:pt x="474229" y="249259"/>
                    </a:cubicBezTo>
                    <a:cubicBezTo>
                      <a:pt x="474229" y="249259"/>
                      <a:pt x="474229" y="249259"/>
                      <a:pt x="489970" y="249259"/>
                    </a:cubicBezTo>
                    <a:cubicBezTo>
                      <a:pt x="489970" y="249259"/>
                      <a:pt x="489970" y="249259"/>
                      <a:pt x="670983" y="249259"/>
                    </a:cubicBezTo>
                    <a:cubicBezTo>
                      <a:pt x="673129" y="249259"/>
                      <a:pt x="675275" y="249975"/>
                      <a:pt x="677422" y="250690"/>
                    </a:cubicBezTo>
                    <a:cubicBezTo>
                      <a:pt x="682430" y="253550"/>
                      <a:pt x="686723" y="258556"/>
                      <a:pt x="686723" y="264993"/>
                    </a:cubicBezTo>
                    <a:cubicBezTo>
                      <a:pt x="686723" y="264993"/>
                      <a:pt x="686723" y="264993"/>
                      <a:pt x="686723" y="273575"/>
                    </a:cubicBezTo>
                    <a:cubicBezTo>
                      <a:pt x="686723" y="273575"/>
                      <a:pt x="686723" y="273575"/>
                      <a:pt x="686723" y="282156"/>
                    </a:cubicBezTo>
                    <a:cubicBezTo>
                      <a:pt x="686723" y="282156"/>
                      <a:pt x="686723" y="282156"/>
                      <a:pt x="686723" y="304326"/>
                    </a:cubicBezTo>
                    <a:cubicBezTo>
                      <a:pt x="686723" y="304326"/>
                      <a:pt x="686723" y="304326"/>
                      <a:pt x="686723" y="353671"/>
                    </a:cubicBezTo>
                    <a:cubicBezTo>
                      <a:pt x="686723" y="353671"/>
                      <a:pt x="686723" y="353671"/>
                      <a:pt x="686723" y="375841"/>
                    </a:cubicBezTo>
                    <a:cubicBezTo>
                      <a:pt x="686723" y="375841"/>
                      <a:pt x="686723" y="375841"/>
                      <a:pt x="686723" y="384422"/>
                    </a:cubicBezTo>
                    <a:cubicBezTo>
                      <a:pt x="686723" y="384422"/>
                      <a:pt x="686723" y="384422"/>
                      <a:pt x="686723" y="407307"/>
                    </a:cubicBezTo>
                    <a:cubicBezTo>
                      <a:pt x="686723" y="407307"/>
                      <a:pt x="686723" y="407307"/>
                      <a:pt x="686723" y="457367"/>
                    </a:cubicBezTo>
                    <a:cubicBezTo>
                      <a:pt x="686723" y="457367"/>
                      <a:pt x="686723" y="457367"/>
                      <a:pt x="686723" y="478822"/>
                    </a:cubicBezTo>
                    <a:cubicBezTo>
                      <a:pt x="686723" y="478822"/>
                      <a:pt x="686723" y="478822"/>
                      <a:pt x="686723" y="487404"/>
                    </a:cubicBezTo>
                    <a:cubicBezTo>
                      <a:pt x="686723" y="487404"/>
                      <a:pt x="686723" y="487404"/>
                      <a:pt x="686723" y="509573"/>
                    </a:cubicBezTo>
                    <a:cubicBezTo>
                      <a:pt x="686723" y="509573"/>
                      <a:pt x="686723" y="509573"/>
                      <a:pt x="686723" y="560349"/>
                    </a:cubicBezTo>
                    <a:cubicBezTo>
                      <a:pt x="686723" y="560349"/>
                      <a:pt x="686723" y="560349"/>
                      <a:pt x="686723" y="582518"/>
                    </a:cubicBezTo>
                    <a:cubicBezTo>
                      <a:pt x="686723" y="582518"/>
                      <a:pt x="686723" y="582518"/>
                      <a:pt x="686723" y="591100"/>
                    </a:cubicBezTo>
                    <a:cubicBezTo>
                      <a:pt x="686723" y="591100"/>
                      <a:pt x="686723" y="591100"/>
                      <a:pt x="686723" y="612555"/>
                    </a:cubicBezTo>
                    <a:cubicBezTo>
                      <a:pt x="686723" y="612555"/>
                      <a:pt x="686723" y="612555"/>
                      <a:pt x="686723" y="662615"/>
                    </a:cubicBezTo>
                    <a:cubicBezTo>
                      <a:pt x="686723" y="662615"/>
                      <a:pt x="686723" y="662615"/>
                      <a:pt x="686723" y="685500"/>
                    </a:cubicBezTo>
                    <a:cubicBezTo>
                      <a:pt x="686723" y="685500"/>
                      <a:pt x="686723" y="685500"/>
                      <a:pt x="686723" y="694081"/>
                    </a:cubicBezTo>
                    <a:cubicBezTo>
                      <a:pt x="686723" y="694081"/>
                      <a:pt x="686723" y="694081"/>
                      <a:pt x="686723" y="716251"/>
                    </a:cubicBezTo>
                    <a:cubicBezTo>
                      <a:pt x="686723" y="716251"/>
                      <a:pt x="686723" y="716251"/>
                      <a:pt x="686723" y="765596"/>
                    </a:cubicBezTo>
                    <a:cubicBezTo>
                      <a:pt x="686723" y="765596"/>
                      <a:pt x="686723" y="765596"/>
                      <a:pt x="686723" y="787766"/>
                    </a:cubicBezTo>
                    <a:cubicBezTo>
                      <a:pt x="686723" y="787766"/>
                      <a:pt x="686723" y="787766"/>
                      <a:pt x="686723" y="796348"/>
                    </a:cubicBezTo>
                    <a:cubicBezTo>
                      <a:pt x="686723" y="796348"/>
                      <a:pt x="686723" y="796348"/>
                      <a:pt x="686723" y="819232"/>
                    </a:cubicBezTo>
                    <a:cubicBezTo>
                      <a:pt x="686723" y="819232"/>
                      <a:pt x="686723" y="819232"/>
                      <a:pt x="686723" y="868577"/>
                    </a:cubicBezTo>
                    <a:cubicBezTo>
                      <a:pt x="686723" y="868577"/>
                      <a:pt x="686723" y="868577"/>
                      <a:pt x="686723" y="884311"/>
                    </a:cubicBezTo>
                    <a:cubicBezTo>
                      <a:pt x="686723" y="884311"/>
                      <a:pt x="686723" y="884311"/>
                      <a:pt x="686723" y="890747"/>
                    </a:cubicBezTo>
                    <a:cubicBezTo>
                      <a:pt x="686723" y="890747"/>
                      <a:pt x="686723" y="890747"/>
                      <a:pt x="686723" y="900044"/>
                    </a:cubicBezTo>
                    <a:cubicBezTo>
                      <a:pt x="686723" y="900044"/>
                      <a:pt x="686723" y="900044"/>
                      <a:pt x="686723" y="911486"/>
                    </a:cubicBezTo>
                    <a:cubicBezTo>
                      <a:pt x="686723" y="911486"/>
                      <a:pt x="686723" y="911486"/>
                      <a:pt x="686723" y="921498"/>
                    </a:cubicBezTo>
                    <a:cubicBezTo>
                      <a:pt x="686723" y="921498"/>
                      <a:pt x="686723" y="921498"/>
                      <a:pt x="686723" y="927220"/>
                    </a:cubicBezTo>
                    <a:cubicBezTo>
                      <a:pt x="686723" y="927220"/>
                      <a:pt x="686723" y="927220"/>
                      <a:pt x="686723" y="942953"/>
                    </a:cubicBezTo>
                    <a:cubicBezTo>
                      <a:pt x="686723" y="942953"/>
                      <a:pt x="686723" y="942953"/>
                      <a:pt x="686723" y="958686"/>
                    </a:cubicBezTo>
                    <a:cubicBezTo>
                      <a:pt x="686723" y="958686"/>
                      <a:pt x="686723" y="958686"/>
                      <a:pt x="686723" y="974419"/>
                    </a:cubicBezTo>
                    <a:cubicBezTo>
                      <a:pt x="686723" y="974419"/>
                      <a:pt x="686723" y="974419"/>
                      <a:pt x="686723" y="1009462"/>
                    </a:cubicBezTo>
                    <a:cubicBezTo>
                      <a:pt x="686723" y="1009462"/>
                      <a:pt x="686723" y="1009462"/>
                      <a:pt x="686723" y="1025195"/>
                    </a:cubicBezTo>
                    <a:cubicBezTo>
                      <a:pt x="686723" y="1025195"/>
                      <a:pt x="686723" y="1025195"/>
                      <a:pt x="686723" y="1036637"/>
                    </a:cubicBezTo>
                    <a:cubicBezTo>
                      <a:pt x="686723" y="1036637"/>
                      <a:pt x="686723" y="1036637"/>
                      <a:pt x="862012" y="1036637"/>
                    </a:cubicBezTo>
                    <a:cubicBezTo>
                      <a:pt x="862012" y="1036637"/>
                      <a:pt x="862012" y="1036637"/>
                      <a:pt x="862012" y="974419"/>
                    </a:cubicBezTo>
                    <a:cubicBezTo>
                      <a:pt x="862012" y="974419"/>
                      <a:pt x="862012" y="974419"/>
                      <a:pt x="862012" y="958686"/>
                    </a:cubicBezTo>
                    <a:cubicBezTo>
                      <a:pt x="862012" y="958686"/>
                      <a:pt x="862012" y="958686"/>
                      <a:pt x="862012" y="942953"/>
                    </a:cubicBezTo>
                    <a:cubicBezTo>
                      <a:pt x="862012" y="942953"/>
                      <a:pt x="862012" y="942953"/>
                      <a:pt x="862012" y="927220"/>
                    </a:cubicBezTo>
                    <a:cubicBezTo>
                      <a:pt x="862012" y="927220"/>
                      <a:pt x="862012" y="927220"/>
                      <a:pt x="862012" y="911486"/>
                    </a:cubicBezTo>
                    <a:cubicBezTo>
                      <a:pt x="862012" y="911486"/>
                      <a:pt x="862012" y="911486"/>
                      <a:pt x="862012" y="900044"/>
                    </a:cubicBezTo>
                    <a:cubicBezTo>
                      <a:pt x="862012" y="900044"/>
                      <a:pt x="862012" y="900044"/>
                      <a:pt x="862012" y="884311"/>
                    </a:cubicBezTo>
                    <a:cubicBezTo>
                      <a:pt x="862012" y="884311"/>
                      <a:pt x="862012" y="884311"/>
                      <a:pt x="862012" y="868577"/>
                    </a:cubicBezTo>
                    <a:cubicBezTo>
                      <a:pt x="862012" y="868577"/>
                      <a:pt x="862012" y="868577"/>
                      <a:pt x="862012" y="796348"/>
                    </a:cubicBezTo>
                    <a:cubicBezTo>
                      <a:pt x="862012" y="796348"/>
                      <a:pt x="862012" y="796348"/>
                      <a:pt x="862012" y="765596"/>
                    </a:cubicBezTo>
                    <a:cubicBezTo>
                      <a:pt x="862012" y="765596"/>
                      <a:pt x="862012" y="765596"/>
                      <a:pt x="862012" y="694081"/>
                    </a:cubicBezTo>
                    <a:cubicBezTo>
                      <a:pt x="862012" y="694081"/>
                      <a:pt x="862012" y="694081"/>
                      <a:pt x="862012" y="662615"/>
                    </a:cubicBezTo>
                    <a:cubicBezTo>
                      <a:pt x="862012" y="662615"/>
                      <a:pt x="862012" y="662615"/>
                      <a:pt x="862012" y="591100"/>
                    </a:cubicBezTo>
                    <a:cubicBezTo>
                      <a:pt x="862012" y="591100"/>
                      <a:pt x="862012" y="591100"/>
                      <a:pt x="862012" y="560349"/>
                    </a:cubicBezTo>
                    <a:cubicBezTo>
                      <a:pt x="862012" y="560349"/>
                      <a:pt x="862012" y="560349"/>
                      <a:pt x="862012" y="487404"/>
                    </a:cubicBezTo>
                    <a:cubicBezTo>
                      <a:pt x="862012" y="487404"/>
                      <a:pt x="862012" y="487404"/>
                      <a:pt x="862012" y="457367"/>
                    </a:cubicBezTo>
                    <a:cubicBezTo>
                      <a:pt x="862012" y="457367"/>
                      <a:pt x="862012" y="457367"/>
                      <a:pt x="862012" y="384422"/>
                    </a:cubicBezTo>
                    <a:cubicBezTo>
                      <a:pt x="862012" y="384422"/>
                      <a:pt x="862012" y="384422"/>
                      <a:pt x="862012" y="353671"/>
                    </a:cubicBezTo>
                    <a:cubicBezTo>
                      <a:pt x="862012" y="353671"/>
                      <a:pt x="862012" y="353671"/>
                      <a:pt x="862012" y="282156"/>
                    </a:cubicBezTo>
                    <a:cubicBezTo>
                      <a:pt x="862012" y="282156"/>
                      <a:pt x="862012" y="282156"/>
                      <a:pt x="862012" y="250690"/>
                    </a:cubicBezTo>
                    <a:cubicBezTo>
                      <a:pt x="862012" y="250690"/>
                      <a:pt x="862012" y="250690"/>
                      <a:pt x="862012" y="179175"/>
                    </a:cubicBezTo>
                    <a:cubicBezTo>
                      <a:pt x="862012" y="179175"/>
                      <a:pt x="862012" y="179175"/>
                      <a:pt x="862012" y="155575"/>
                    </a:cubicBezTo>
                    <a:cubicBezTo>
                      <a:pt x="862012" y="155575"/>
                      <a:pt x="862012" y="155575"/>
                      <a:pt x="532182" y="155575"/>
                    </a:cubicBezTo>
                    <a:cubicBezTo>
                      <a:pt x="532182" y="155575"/>
                      <a:pt x="532182" y="155575"/>
                      <a:pt x="489970" y="155575"/>
                    </a:cubicBezTo>
                    <a:cubicBezTo>
                      <a:pt x="489970" y="155575"/>
                      <a:pt x="489970" y="155575"/>
                      <a:pt x="474229" y="155575"/>
                    </a:cubicBezTo>
                    <a:cubicBezTo>
                      <a:pt x="474229" y="155575"/>
                      <a:pt x="474229" y="155575"/>
                      <a:pt x="458489" y="155575"/>
                    </a:cubicBezTo>
                    <a:cubicBezTo>
                      <a:pt x="458489" y="155575"/>
                      <a:pt x="458489" y="155575"/>
                      <a:pt x="444895" y="155575"/>
                    </a:cubicBezTo>
                    <a:cubicBezTo>
                      <a:pt x="444895" y="155575"/>
                      <a:pt x="444895" y="155575"/>
                      <a:pt x="429155" y="155575"/>
                    </a:cubicBezTo>
                    <a:cubicBezTo>
                      <a:pt x="429155" y="155575"/>
                      <a:pt x="429155" y="155575"/>
                      <a:pt x="413415" y="155575"/>
                    </a:cubicBezTo>
                    <a:cubicBezTo>
                      <a:pt x="413415" y="155575"/>
                      <a:pt x="413415" y="155575"/>
                      <a:pt x="397674" y="155575"/>
                    </a:cubicBezTo>
                    <a:cubicBezTo>
                      <a:pt x="397674" y="155575"/>
                      <a:pt x="397674" y="155575"/>
                      <a:pt x="381934" y="155575"/>
                    </a:cubicBezTo>
                    <a:cubicBezTo>
                      <a:pt x="381934" y="155575"/>
                      <a:pt x="381934" y="155575"/>
                      <a:pt x="238125" y="155575"/>
                    </a:cubicBezTo>
                    <a:close/>
                    <a:moveTo>
                      <a:pt x="444500" y="31750"/>
                    </a:moveTo>
                    <a:lnTo>
                      <a:pt x="444500" y="125266"/>
                    </a:lnTo>
                    <a:cubicBezTo>
                      <a:pt x="444500" y="125266"/>
                      <a:pt x="444500" y="125266"/>
                      <a:pt x="458079" y="125266"/>
                    </a:cubicBezTo>
                    <a:cubicBezTo>
                      <a:pt x="458079" y="125266"/>
                      <a:pt x="458079" y="125266"/>
                      <a:pt x="473801" y="125266"/>
                    </a:cubicBezTo>
                    <a:cubicBezTo>
                      <a:pt x="473801" y="125266"/>
                      <a:pt x="473801" y="125266"/>
                      <a:pt x="489523" y="125266"/>
                    </a:cubicBezTo>
                    <a:cubicBezTo>
                      <a:pt x="489523" y="125266"/>
                      <a:pt x="489523" y="125266"/>
                      <a:pt x="876862" y="125266"/>
                    </a:cubicBezTo>
                    <a:cubicBezTo>
                      <a:pt x="877576" y="125266"/>
                      <a:pt x="878291" y="125266"/>
                      <a:pt x="879006" y="125266"/>
                    </a:cubicBezTo>
                    <a:cubicBezTo>
                      <a:pt x="886867" y="125980"/>
                      <a:pt x="892584" y="133118"/>
                      <a:pt x="892584" y="140971"/>
                    </a:cubicBezTo>
                    <a:cubicBezTo>
                      <a:pt x="892584" y="140971"/>
                      <a:pt x="892584" y="140971"/>
                      <a:pt x="892584" y="149537"/>
                    </a:cubicBezTo>
                    <a:cubicBezTo>
                      <a:pt x="892584" y="149537"/>
                      <a:pt x="892584" y="149537"/>
                      <a:pt x="892584" y="180233"/>
                    </a:cubicBezTo>
                    <a:cubicBezTo>
                      <a:pt x="892584" y="180233"/>
                      <a:pt x="892584" y="180233"/>
                      <a:pt x="892584" y="251619"/>
                    </a:cubicBezTo>
                    <a:cubicBezTo>
                      <a:pt x="892584" y="251619"/>
                      <a:pt x="892584" y="251619"/>
                      <a:pt x="892584" y="283029"/>
                    </a:cubicBezTo>
                    <a:cubicBezTo>
                      <a:pt x="892584" y="283029"/>
                      <a:pt x="892584" y="283029"/>
                      <a:pt x="892584" y="354415"/>
                    </a:cubicBezTo>
                    <a:cubicBezTo>
                      <a:pt x="892584" y="354415"/>
                      <a:pt x="892584" y="354415"/>
                      <a:pt x="892584" y="385111"/>
                    </a:cubicBezTo>
                    <a:cubicBezTo>
                      <a:pt x="892584" y="385111"/>
                      <a:pt x="892584" y="385111"/>
                      <a:pt x="892584" y="457924"/>
                    </a:cubicBezTo>
                    <a:cubicBezTo>
                      <a:pt x="892584" y="457924"/>
                      <a:pt x="892584" y="457924"/>
                      <a:pt x="892584" y="487906"/>
                    </a:cubicBezTo>
                    <a:cubicBezTo>
                      <a:pt x="892584" y="487906"/>
                      <a:pt x="892584" y="487906"/>
                      <a:pt x="892584" y="560720"/>
                    </a:cubicBezTo>
                    <a:cubicBezTo>
                      <a:pt x="892584" y="560720"/>
                      <a:pt x="892584" y="560720"/>
                      <a:pt x="892584" y="591416"/>
                    </a:cubicBezTo>
                    <a:cubicBezTo>
                      <a:pt x="892584" y="591416"/>
                      <a:pt x="892584" y="591416"/>
                      <a:pt x="892584" y="662802"/>
                    </a:cubicBezTo>
                    <a:cubicBezTo>
                      <a:pt x="892584" y="662802"/>
                      <a:pt x="892584" y="662802"/>
                      <a:pt x="892584" y="694212"/>
                    </a:cubicBezTo>
                    <a:cubicBezTo>
                      <a:pt x="892584" y="694212"/>
                      <a:pt x="892584" y="694212"/>
                      <a:pt x="892584" y="765598"/>
                    </a:cubicBezTo>
                    <a:cubicBezTo>
                      <a:pt x="892584" y="765598"/>
                      <a:pt x="892584" y="765598"/>
                      <a:pt x="892584" y="796294"/>
                    </a:cubicBezTo>
                    <a:cubicBezTo>
                      <a:pt x="892584" y="796294"/>
                      <a:pt x="892584" y="796294"/>
                      <a:pt x="892584" y="884098"/>
                    </a:cubicBezTo>
                    <a:cubicBezTo>
                      <a:pt x="892584" y="884098"/>
                      <a:pt x="892584" y="884098"/>
                      <a:pt x="892584" y="899803"/>
                    </a:cubicBezTo>
                    <a:cubicBezTo>
                      <a:pt x="892584" y="899803"/>
                      <a:pt x="892584" y="899803"/>
                      <a:pt x="892584" y="911225"/>
                    </a:cubicBezTo>
                    <a:cubicBezTo>
                      <a:pt x="892584" y="911225"/>
                      <a:pt x="892584" y="911225"/>
                      <a:pt x="1068387" y="911225"/>
                    </a:cubicBezTo>
                    <a:cubicBezTo>
                      <a:pt x="1068387" y="911225"/>
                      <a:pt x="1068387" y="911225"/>
                      <a:pt x="1068387" y="31750"/>
                    </a:cubicBezTo>
                    <a:cubicBezTo>
                      <a:pt x="1068387" y="31750"/>
                      <a:pt x="1068387" y="31750"/>
                      <a:pt x="444500" y="31750"/>
                    </a:cubicBezTo>
                    <a:close/>
                    <a:moveTo>
                      <a:pt x="427911" y="0"/>
                    </a:moveTo>
                    <a:cubicBezTo>
                      <a:pt x="428625" y="0"/>
                      <a:pt x="428625" y="0"/>
                      <a:pt x="429339" y="0"/>
                    </a:cubicBezTo>
                    <a:cubicBezTo>
                      <a:pt x="429339" y="0"/>
                      <a:pt x="429339" y="0"/>
                      <a:pt x="1084421" y="0"/>
                    </a:cubicBezTo>
                    <a:cubicBezTo>
                      <a:pt x="1085135" y="0"/>
                      <a:pt x="1085850" y="0"/>
                      <a:pt x="1086564" y="0"/>
                    </a:cubicBezTo>
                    <a:cubicBezTo>
                      <a:pt x="1094422" y="714"/>
                      <a:pt x="1100137" y="7853"/>
                      <a:pt x="1100137" y="15706"/>
                    </a:cubicBezTo>
                    <a:cubicBezTo>
                      <a:pt x="1100137" y="15706"/>
                      <a:pt x="1100137" y="15706"/>
                      <a:pt x="1100137" y="926642"/>
                    </a:cubicBezTo>
                    <a:cubicBezTo>
                      <a:pt x="1100137" y="935208"/>
                      <a:pt x="1092993" y="942347"/>
                      <a:pt x="1084421" y="942347"/>
                    </a:cubicBezTo>
                    <a:cubicBezTo>
                      <a:pt x="1084421" y="942347"/>
                      <a:pt x="1084421" y="942347"/>
                      <a:pt x="892969" y="942347"/>
                    </a:cubicBezTo>
                    <a:cubicBezTo>
                      <a:pt x="892969" y="942347"/>
                      <a:pt x="892969" y="942347"/>
                      <a:pt x="892969" y="958053"/>
                    </a:cubicBezTo>
                    <a:cubicBezTo>
                      <a:pt x="892969" y="958053"/>
                      <a:pt x="892969" y="958053"/>
                      <a:pt x="892969" y="973759"/>
                    </a:cubicBezTo>
                    <a:cubicBezTo>
                      <a:pt x="892969" y="973759"/>
                      <a:pt x="892969" y="973759"/>
                      <a:pt x="892969" y="1051574"/>
                    </a:cubicBezTo>
                    <a:cubicBezTo>
                      <a:pt x="892969" y="1060141"/>
                      <a:pt x="886539" y="1067280"/>
                      <a:pt x="877252" y="1067280"/>
                    </a:cubicBezTo>
                    <a:cubicBezTo>
                      <a:pt x="877252" y="1067280"/>
                      <a:pt x="877252" y="1067280"/>
                      <a:pt x="686514" y="1067280"/>
                    </a:cubicBezTo>
                    <a:cubicBezTo>
                      <a:pt x="686514" y="1067280"/>
                      <a:pt x="686514" y="1067280"/>
                      <a:pt x="686514" y="1176506"/>
                    </a:cubicBezTo>
                    <a:cubicBezTo>
                      <a:pt x="686514" y="1185073"/>
                      <a:pt x="679371" y="1192212"/>
                      <a:pt x="670798" y="1192212"/>
                    </a:cubicBezTo>
                    <a:cubicBezTo>
                      <a:pt x="670798" y="1192212"/>
                      <a:pt x="670798" y="1192212"/>
                      <a:pt x="15716" y="1192212"/>
                    </a:cubicBezTo>
                    <a:cubicBezTo>
                      <a:pt x="7144" y="1192212"/>
                      <a:pt x="0" y="1185073"/>
                      <a:pt x="0" y="1176506"/>
                    </a:cubicBezTo>
                    <a:cubicBezTo>
                      <a:pt x="0" y="1176506"/>
                      <a:pt x="0" y="1176506"/>
                      <a:pt x="0" y="265571"/>
                    </a:cubicBezTo>
                    <a:cubicBezTo>
                      <a:pt x="0" y="257004"/>
                      <a:pt x="7144" y="249865"/>
                      <a:pt x="15716" y="249865"/>
                    </a:cubicBezTo>
                    <a:cubicBezTo>
                      <a:pt x="15716" y="249865"/>
                      <a:pt x="15716" y="249865"/>
                      <a:pt x="207169" y="249865"/>
                    </a:cubicBezTo>
                    <a:cubicBezTo>
                      <a:pt x="207169" y="249865"/>
                      <a:pt x="207169" y="249865"/>
                      <a:pt x="207169" y="140638"/>
                    </a:cubicBezTo>
                    <a:cubicBezTo>
                      <a:pt x="207169" y="132072"/>
                      <a:pt x="213598" y="124933"/>
                      <a:pt x="222885" y="124933"/>
                    </a:cubicBezTo>
                    <a:cubicBezTo>
                      <a:pt x="222885" y="124933"/>
                      <a:pt x="222885" y="124933"/>
                      <a:pt x="382191" y="124933"/>
                    </a:cubicBezTo>
                    <a:cubicBezTo>
                      <a:pt x="382191" y="124933"/>
                      <a:pt x="382191" y="124933"/>
                      <a:pt x="397907" y="124933"/>
                    </a:cubicBezTo>
                    <a:cubicBezTo>
                      <a:pt x="397907" y="124933"/>
                      <a:pt x="397907" y="124933"/>
                      <a:pt x="413623" y="124933"/>
                    </a:cubicBezTo>
                    <a:cubicBezTo>
                      <a:pt x="413623" y="124933"/>
                      <a:pt x="413623" y="124933"/>
                      <a:pt x="413623" y="15706"/>
                    </a:cubicBezTo>
                    <a:cubicBezTo>
                      <a:pt x="413623" y="7853"/>
                      <a:pt x="420053" y="714"/>
                      <a:pt x="427911"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92" name="Freeform 40">
                <a:extLst>
                  <a:ext uri="{FF2B5EF4-FFF2-40B4-BE49-F238E27FC236}">
                    <a16:creationId xmlns:a16="http://schemas.microsoft.com/office/drawing/2014/main" id="{98A5FC08-935A-C613-3A8D-930C0B89E6AE}"/>
                  </a:ext>
                </a:extLst>
              </p:cNvPr>
              <p:cNvSpPr>
                <a:spLocks/>
              </p:cNvSpPr>
              <p:nvPr/>
            </p:nvSpPr>
            <p:spPr bwMode="auto">
              <a:xfrm>
                <a:off x="5661025" y="3036888"/>
                <a:ext cx="869950" cy="896937"/>
              </a:xfrm>
              <a:custGeom>
                <a:avLst/>
                <a:gdLst>
                  <a:gd name="connsiteX0" fmla="*/ 15044 w 869950"/>
                  <a:gd name="connsiteY0" fmla="*/ 866775 h 896937"/>
                  <a:gd name="connsiteX1" fmla="*/ 90979 w 869950"/>
                  <a:gd name="connsiteY1" fmla="*/ 866775 h 896937"/>
                  <a:gd name="connsiteX2" fmla="*/ 106740 w 869950"/>
                  <a:gd name="connsiteY2" fmla="*/ 866775 h 896937"/>
                  <a:gd name="connsiteX3" fmla="*/ 122500 w 869950"/>
                  <a:gd name="connsiteY3" fmla="*/ 866775 h 896937"/>
                  <a:gd name="connsiteX4" fmla="*/ 136111 w 869950"/>
                  <a:gd name="connsiteY4" fmla="*/ 866775 h 896937"/>
                  <a:gd name="connsiteX5" fmla="*/ 440568 w 869950"/>
                  <a:gd name="connsiteY5" fmla="*/ 866775 h 896937"/>
                  <a:gd name="connsiteX6" fmla="*/ 454179 w 869950"/>
                  <a:gd name="connsiteY6" fmla="*/ 875894 h 896937"/>
                  <a:gd name="connsiteX7" fmla="*/ 455612 w 869950"/>
                  <a:gd name="connsiteY7" fmla="*/ 882207 h 896937"/>
                  <a:gd name="connsiteX8" fmla="*/ 455612 w 869950"/>
                  <a:gd name="connsiteY8" fmla="*/ 883610 h 896937"/>
                  <a:gd name="connsiteX9" fmla="*/ 454896 w 869950"/>
                  <a:gd name="connsiteY9" fmla="*/ 887117 h 896937"/>
                  <a:gd name="connsiteX10" fmla="*/ 445583 w 869950"/>
                  <a:gd name="connsiteY10" fmla="*/ 896236 h 896937"/>
                  <a:gd name="connsiteX11" fmla="*/ 444150 w 869950"/>
                  <a:gd name="connsiteY11" fmla="*/ 896937 h 896937"/>
                  <a:gd name="connsiteX12" fmla="*/ 443434 w 869950"/>
                  <a:gd name="connsiteY12" fmla="*/ 896937 h 896937"/>
                  <a:gd name="connsiteX13" fmla="*/ 440568 w 869950"/>
                  <a:gd name="connsiteY13" fmla="*/ 896937 h 896937"/>
                  <a:gd name="connsiteX14" fmla="*/ 106740 w 869950"/>
                  <a:gd name="connsiteY14" fmla="*/ 896937 h 896937"/>
                  <a:gd name="connsiteX15" fmla="*/ 90979 w 869950"/>
                  <a:gd name="connsiteY15" fmla="*/ 896937 h 896937"/>
                  <a:gd name="connsiteX16" fmla="*/ 15044 w 869950"/>
                  <a:gd name="connsiteY16" fmla="*/ 896937 h 896937"/>
                  <a:gd name="connsiteX17" fmla="*/ 14328 w 869950"/>
                  <a:gd name="connsiteY17" fmla="*/ 896937 h 896937"/>
                  <a:gd name="connsiteX18" fmla="*/ 0 w 869950"/>
                  <a:gd name="connsiteY18" fmla="*/ 882207 h 896937"/>
                  <a:gd name="connsiteX19" fmla="*/ 15044 w 869950"/>
                  <a:gd name="connsiteY19" fmla="*/ 866775 h 896937"/>
                  <a:gd name="connsiteX20" fmla="*/ 15044 w 869950"/>
                  <a:gd name="connsiteY20" fmla="*/ 763587 h 896937"/>
                  <a:gd name="connsiteX21" fmla="*/ 90979 w 869950"/>
                  <a:gd name="connsiteY21" fmla="*/ 763587 h 896937"/>
                  <a:gd name="connsiteX22" fmla="*/ 106740 w 869950"/>
                  <a:gd name="connsiteY22" fmla="*/ 763587 h 896937"/>
                  <a:gd name="connsiteX23" fmla="*/ 122500 w 869950"/>
                  <a:gd name="connsiteY23" fmla="*/ 763587 h 896937"/>
                  <a:gd name="connsiteX24" fmla="*/ 136111 w 869950"/>
                  <a:gd name="connsiteY24" fmla="*/ 763587 h 896937"/>
                  <a:gd name="connsiteX25" fmla="*/ 151871 w 869950"/>
                  <a:gd name="connsiteY25" fmla="*/ 763587 h 896937"/>
                  <a:gd name="connsiteX26" fmla="*/ 167631 w 869950"/>
                  <a:gd name="connsiteY26" fmla="*/ 763587 h 896937"/>
                  <a:gd name="connsiteX27" fmla="*/ 209181 w 869950"/>
                  <a:gd name="connsiteY27" fmla="*/ 763587 h 896937"/>
                  <a:gd name="connsiteX28" fmla="*/ 266490 w 869950"/>
                  <a:gd name="connsiteY28" fmla="*/ 763587 h 896937"/>
                  <a:gd name="connsiteX29" fmla="*/ 282250 w 869950"/>
                  <a:gd name="connsiteY29" fmla="*/ 763587 h 896937"/>
                  <a:gd name="connsiteX30" fmla="*/ 298011 w 869950"/>
                  <a:gd name="connsiteY30" fmla="*/ 763587 h 896937"/>
                  <a:gd name="connsiteX31" fmla="*/ 313771 w 869950"/>
                  <a:gd name="connsiteY31" fmla="*/ 763587 h 896937"/>
                  <a:gd name="connsiteX32" fmla="*/ 440568 w 869950"/>
                  <a:gd name="connsiteY32" fmla="*/ 763587 h 896937"/>
                  <a:gd name="connsiteX33" fmla="*/ 450598 w 869950"/>
                  <a:gd name="connsiteY33" fmla="*/ 767917 h 896937"/>
                  <a:gd name="connsiteX34" fmla="*/ 452030 w 869950"/>
                  <a:gd name="connsiteY34" fmla="*/ 769360 h 896937"/>
                  <a:gd name="connsiteX35" fmla="*/ 454179 w 869950"/>
                  <a:gd name="connsiteY35" fmla="*/ 772246 h 896937"/>
                  <a:gd name="connsiteX36" fmla="*/ 455612 w 869950"/>
                  <a:gd name="connsiteY36" fmla="*/ 778019 h 896937"/>
                  <a:gd name="connsiteX37" fmla="*/ 455612 w 869950"/>
                  <a:gd name="connsiteY37" fmla="*/ 779462 h 896937"/>
                  <a:gd name="connsiteX38" fmla="*/ 455612 w 869950"/>
                  <a:gd name="connsiteY38" fmla="*/ 782348 h 896937"/>
                  <a:gd name="connsiteX39" fmla="*/ 454896 w 869950"/>
                  <a:gd name="connsiteY39" fmla="*/ 783792 h 896937"/>
                  <a:gd name="connsiteX40" fmla="*/ 454896 w 869950"/>
                  <a:gd name="connsiteY40" fmla="*/ 784513 h 896937"/>
                  <a:gd name="connsiteX41" fmla="*/ 447732 w 869950"/>
                  <a:gd name="connsiteY41" fmla="*/ 793894 h 896937"/>
                  <a:gd name="connsiteX42" fmla="*/ 445583 w 869950"/>
                  <a:gd name="connsiteY42" fmla="*/ 794616 h 896937"/>
                  <a:gd name="connsiteX43" fmla="*/ 444867 w 869950"/>
                  <a:gd name="connsiteY43" fmla="*/ 794616 h 896937"/>
                  <a:gd name="connsiteX44" fmla="*/ 443434 w 869950"/>
                  <a:gd name="connsiteY44" fmla="*/ 795337 h 896937"/>
                  <a:gd name="connsiteX45" fmla="*/ 440568 w 869950"/>
                  <a:gd name="connsiteY45" fmla="*/ 795337 h 896937"/>
                  <a:gd name="connsiteX46" fmla="*/ 287981 w 869950"/>
                  <a:gd name="connsiteY46" fmla="*/ 795337 h 896937"/>
                  <a:gd name="connsiteX47" fmla="*/ 270072 w 869950"/>
                  <a:gd name="connsiteY47" fmla="*/ 795337 h 896937"/>
                  <a:gd name="connsiteX48" fmla="*/ 167631 w 869950"/>
                  <a:gd name="connsiteY48" fmla="*/ 795337 h 896937"/>
                  <a:gd name="connsiteX49" fmla="*/ 151871 w 869950"/>
                  <a:gd name="connsiteY49" fmla="*/ 795337 h 896937"/>
                  <a:gd name="connsiteX50" fmla="*/ 136111 w 869950"/>
                  <a:gd name="connsiteY50" fmla="*/ 795337 h 896937"/>
                  <a:gd name="connsiteX51" fmla="*/ 122500 w 869950"/>
                  <a:gd name="connsiteY51" fmla="*/ 795337 h 896937"/>
                  <a:gd name="connsiteX52" fmla="*/ 106740 w 869950"/>
                  <a:gd name="connsiteY52" fmla="*/ 795337 h 896937"/>
                  <a:gd name="connsiteX53" fmla="*/ 90979 w 869950"/>
                  <a:gd name="connsiteY53" fmla="*/ 795337 h 896937"/>
                  <a:gd name="connsiteX54" fmla="*/ 15044 w 869950"/>
                  <a:gd name="connsiteY54" fmla="*/ 795337 h 896937"/>
                  <a:gd name="connsiteX55" fmla="*/ 0 w 869950"/>
                  <a:gd name="connsiteY55" fmla="*/ 779462 h 896937"/>
                  <a:gd name="connsiteX56" fmla="*/ 15044 w 869950"/>
                  <a:gd name="connsiteY56" fmla="*/ 763587 h 896937"/>
                  <a:gd name="connsiteX57" fmla="*/ 601663 w 869950"/>
                  <a:gd name="connsiteY57" fmla="*/ 741362 h 896937"/>
                  <a:gd name="connsiteX58" fmla="*/ 646907 w 869950"/>
                  <a:gd name="connsiteY58" fmla="*/ 741362 h 896937"/>
                  <a:gd name="connsiteX59" fmla="*/ 660552 w 869950"/>
                  <a:gd name="connsiteY59" fmla="*/ 750481 h 896937"/>
                  <a:gd name="connsiteX60" fmla="*/ 661988 w 869950"/>
                  <a:gd name="connsiteY60" fmla="*/ 756794 h 896937"/>
                  <a:gd name="connsiteX61" fmla="*/ 661270 w 869950"/>
                  <a:gd name="connsiteY61" fmla="*/ 761704 h 896937"/>
                  <a:gd name="connsiteX62" fmla="*/ 646907 w 869950"/>
                  <a:gd name="connsiteY62" fmla="*/ 771524 h 896937"/>
                  <a:gd name="connsiteX63" fmla="*/ 601663 w 869950"/>
                  <a:gd name="connsiteY63" fmla="*/ 771524 h 896937"/>
                  <a:gd name="connsiteX64" fmla="*/ 601663 w 869950"/>
                  <a:gd name="connsiteY64" fmla="*/ 761704 h 896937"/>
                  <a:gd name="connsiteX65" fmla="*/ 601663 w 869950"/>
                  <a:gd name="connsiteY65" fmla="*/ 750481 h 896937"/>
                  <a:gd name="connsiteX66" fmla="*/ 601663 w 869950"/>
                  <a:gd name="connsiteY66" fmla="*/ 741362 h 896937"/>
                  <a:gd name="connsiteX67" fmla="*/ 15044 w 869950"/>
                  <a:gd name="connsiteY67" fmla="*/ 661987 h 896937"/>
                  <a:gd name="connsiteX68" fmla="*/ 90979 w 869950"/>
                  <a:gd name="connsiteY68" fmla="*/ 661987 h 896937"/>
                  <a:gd name="connsiteX69" fmla="*/ 106740 w 869950"/>
                  <a:gd name="connsiteY69" fmla="*/ 661987 h 896937"/>
                  <a:gd name="connsiteX70" fmla="*/ 122500 w 869950"/>
                  <a:gd name="connsiteY70" fmla="*/ 661987 h 896937"/>
                  <a:gd name="connsiteX71" fmla="*/ 136111 w 869950"/>
                  <a:gd name="connsiteY71" fmla="*/ 661987 h 896937"/>
                  <a:gd name="connsiteX72" fmla="*/ 151871 w 869950"/>
                  <a:gd name="connsiteY72" fmla="*/ 661987 h 896937"/>
                  <a:gd name="connsiteX73" fmla="*/ 167631 w 869950"/>
                  <a:gd name="connsiteY73" fmla="*/ 661987 h 896937"/>
                  <a:gd name="connsiteX74" fmla="*/ 209181 w 869950"/>
                  <a:gd name="connsiteY74" fmla="*/ 661987 h 896937"/>
                  <a:gd name="connsiteX75" fmla="*/ 266490 w 869950"/>
                  <a:gd name="connsiteY75" fmla="*/ 661987 h 896937"/>
                  <a:gd name="connsiteX76" fmla="*/ 282250 w 869950"/>
                  <a:gd name="connsiteY76" fmla="*/ 661987 h 896937"/>
                  <a:gd name="connsiteX77" fmla="*/ 298011 w 869950"/>
                  <a:gd name="connsiteY77" fmla="*/ 661987 h 896937"/>
                  <a:gd name="connsiteX78" fmla="*/ 313771 w 869950"/>
                  <a:gd name="connsiteY78" fmla="*/ 661987 h 896937"/>
                  <a:gd name="connsiteX79" fmla="*/ 329531 w 869950"/>
                  <a:gd name="connsiteY79" fmla="*/ 661987 h 896937"/>
                  <a:gd name="connsiteX80" fmla="*/ 343142 w 869950"/>
                  <a:gd name="connsiteY80" fmla="*/ 661987 h 896937"/>
                  <a:gd name="connsiteX81" fmla="*/ 358902 w 869950"/>
                  <a:gd name="connsiteY81" fmla="*/ 661987 h 896937"/>
                  <a:gd name="connsiteX82" fmla="*/ 374662 w 869950"/>
                  <a:gd name="connsiteY82" fmla="*/ 661987 h 896937"/>
                  <a:gd name="connsiteX83" fmla="*/ 440568 w 869950"/>
                  <a:gd name="connsiteY83" fmla="*/ 661987 h 896937"/>
                  <a:gd name="connsiteX84" fmla="*/ 454179 w 869950"/>
                  <a:gd name="connsiteY84" fmla="*/ 670404 h 896937"/>
                  <a:gd name="connsiteX85" fmla="*/ 455612 w 869950"/>
                  <a:gd name="connsiteY85" fmla="*/ 677419 h 896937"/>
                  <a:gd name="connsiteX86" fmla="*/ 440568 w 869950"/>
                  <a:gd name="connsiteY86" fmla="*/ 692149 h 896937"/>
                  <a:gd name="connsiteX87" fmla="*/ 374662 w 869950"/>
                  <a:gd name="connsiteY87" fmla="*/ 692149 h 896937"/>
                  <a:gd name="connsiteX88" fmla="*/ 358902 w 869950"/>
                  <a:gd name="connsiteY88" fmla="*/ 692149 h 896937"/>
                  <a:gd name="connsiteX89" fmla="*/ 343142 w 869950"/>
                  <a:gd name="connsiteY89" fmla="*/ 692149 h 896937"/>
                  <a:gd name="connsiteX90" fmla="*/ 329531 w 869950"/>
                  <a:gd name="connsiteY90" fmla="*/ 692149 h 896937"/>
                  <a:gd name="connsiteX91" fmla="*/ 313771 w 869950"/>
                  <a:gd name="connsiteY91" fmla="*/ 692149 h 896937"/>
                  <a:gd name="connsiteX92" fmla="*/ 298011 w 869950"/>
                  <a:gd name="connsiteY92" fmla="*/ 692149 h 896937"/>
                  <a:gd name="connsiteX93" fmla="*/ 282250 w 869950"/>
                  <a:gd name="connsiteY93" fmla="*/ 692149 h 896937"/>
                  <a:gd name="connsiteX94" fmla="*/ 266490 w 869950"/>
                  <a:gd name="connsiteY94" fmla="*/ 692149 h 896937"/>
                  <a:gd name="connsiteX95" fmla="*/ 167631 w 869950"/>
                  <a:gd name="connsiteY95" fmla="*/ 692149 h 896937"/>
                  <a:gd name="connsiteX96" fmla="*/ 151871 w 869950"/>
                  <a:gd name="connsiteY96" fmla="*/ 692149 h 896937"/>
                  <a:gd name="connsiteX97" fmla="*/ 136111 w 869950"/>
                  <a:gd name="connsiteY97" fmla="*/ 692149 h 896937"/>
                  <a:gd name="connsiteX98" fmla="*/ 122500 w 869950"/>
                  <a:gd name="connsiteY98" fmla="*/ 692149 h 896937"/>
                  <a:gd name="connsiteX99" fmla="*/ 106740 w 869950"/>
                  <a:gd name="connsiteY99" fmla="*/ 692149 h 896937"/>
                  <a:gd name="connsiteX100" fmla="*/ 90979 w 869950"/>
                  <a:gd name="connsiteY100" fmla="*/ 692149 h 896937"/>
                  <a:gd name="connsiteX101" fmla="*/ 15044 w 869950"/>
                  <a:gd name="connsiteY101" fmla="*/ 692149 h 896937"/>
                  <a:gd name="connsiteX102" fmla="*/ 0 w 869950"/>
                  <a:gd name="connsiteY102" fmla="*/ 677419 h 896937"/>
                  <a:gd name="connsiteX103" fmla="*/ 15044 w 869950"/>
                  <a:gd name="connsiteY103" fmla="*/ 661987 h 896937"/>
                  <a:gd name="connsiteX104" fmla="*/ 601663 w 869950"/>
                  <a:gd name="connsiteY104" fmla="*/ 638175 h 896937"/>
                  <a:gd name="connsiteX105" fmla="*/ 646907 w 869950"/>
                  <a:gd name="connsiteY105" fmla="*/ 638175 h 896937"/>
                  <a:gd name="connsiteX106" fmla="*/ 660552 w 869950"/>
                  <a:gd name="connsiteY106" fmla="*/ 646834 h 896937"/>
                  <a:gd name="connsiteX107" fmla="*/ 661988 w 869950"/>
                  <a:gd name="connsiteY107" fmla="*/ 654050 h 896937"/>
                  <a:gd name="connsiteX108" fmla="*/ 646907 w 869950"/>
                  <a:gd name="connsiteY108" fmla="*/ 669925 h 896937"/>
                  <a:gd name="connsiteX109" fmla="*/ 601663 w 869950"/>
                  <a:gd name="connsiteY109" fmla="*/ 669925 h 896937"/>
                  <a:gd name="connsiteX110" fmla="*/ 601663 w 869950"/>
                  <a:gd name="connsiteY110" fmla="*/ 646834 h 896937"/>
                  <a:gd name="connsiteX111" fmla="*/ 601663 w 869950"/>
                  <a:gd name="connsiteY111" fmla="*/ 638175 h 896937"/>
                  <a:gd name="connsiteX112" fmla="*/ 808038 w 869950"/>
                  <a:gd name="connsiteY112" fmla="*/ 615950 h 896937"/>
                  <a:gd name="connsiteX113" fmla="*/ 853926 w 869950"/>
                  <a:gd name="connsiteY113" fmla="*/ 615950 h 896937"/>
                  <a:gd name="connsiteX114" fmla="*/ 869950 w 869950"/>
                  <a:gd name="connsiteY114" fmla="*/ 631456 h 896937"/>
                  <a:gd name="connsiteX115" fmla="*/ 853926 w 869950"/>
                  <a:gd name="connsiteY115" fmla="*/ 647700 h 896937"/>
                  <a:gd name="connsiteX116" fmla="*/ 808038 w 869950"/>
                  <a:gd name="connsiteY116" fmla="*/ 647700 h 896937"/>
                  <a:gd name="connsiteX117" fmla="*/ 808038 w 869950"/>
                  <a:gd name="connsiteY117" fmla="*/ 615950 h 896937"/>
                  <a:gd name="connsiteX118" fmla="*/ 15044 w 869950"/>
                  <a:gd name="connsiteY118" fmla="*/ 558800 h 896937"/>
                  <a:gd name="connsiteX119" fmla="*/ 90979 w 869950"/>
                  <a:gd name="connsiteY119" fmla="*/ 558800 h 896937"/>
                  <a:gd name="connsiteX120" fmla="*/ 106740 w 869950"/>
                  <a:gd name="connsiteY120" fmla="*/ 558800 h 896937"/>
                  <a:gd name="connsiteX121" fmla="*/ 122500 w 869950"/>
                  <a:gd name="connsiteY121" fmla="*/ 558800 h 896937"/>
                  <a:gd name="connsiteX122" fmla="*/ 136111 w 869950"/>
                  <a:gd name="connsiteY122" fmla="*/ 558800 h 896937"/>
                  <a:gd name="connsiteX123" fmla="*/ 151871 w 869950"/>
                  <a:gd name="connsiteY123" fmla="*/ 558800 h 896937"/>
                  <a:gd name="connsiteX124" fmla="*/ 167631 w 869950"/>
                  <a:gd name="connsiteY124" fmla="*/ 558800 h 896937"/>
                  <a:gd name="connsiteX125" fmla="*/ 209181 w 869950"/>
                  <a:gd name="connsiteY125" fmla="*/ 558800 h 896937"/>
                  <a:gd name="connsiteX126" fmla="*/ 266490 w 869950"/>
                  <a:gd name="connsiteY126" fmla="*/ 558800 h 896937"/>
                  <a:gd name="connsiteX127" fmla="*/ 282250 w 869950"/>
                  <a:gd name="connsiteY127" fmla="*/ 558800 h 896937"/>
                  <a:gd name="connsiteX128" fmla="*/ 298011 w 869950"/>
                  <a:gd name="connsiteY128" fmla="*/ 558800 h 896937"/>
                  <a:gd name="connsiteX129" fmla="*/ 313771 w 869950"/>
                  <a:gd name="connsiteY129" fmla="*/ 558800 h 896937"/>
                  <a:gd name="connsiteX130" fmla="*/ 329531 w 869950"/>
                  <a:gd name="connsiteY130" fmla="*/ 558800 h 896937"/>
                  <a:gd name="connsiteX131" fmla="*/ 343142 w 869950"/>
                  <a:gd name="connsiteY131" fmla="*/ 558800 h 896937"/>
                  <a:gd name="connsiteX132" fmla="*/ 358902 w 869950"/>
                  <a:gd name="connsiteY132" fmla="*/ 558800 h 896937"/>
                  <a:gd name="connsiteX133" fmla="*/ 374662 w 869950"/>
                  <a:gd name="connsiteY133" fmla="*/ 558800 h 896937"/>
                  <a:gd name="connsiteX134" fmla="*/ 440568 w 869950"/>
                  <a:gd name="connsiteY134" fmla="*/ 558800 h 896937"/>
                  <a:gd name="connsiteX135" fmla="*/ 454179 w 869950"/>
                  <a:gd name="connsiteY135" fmla="*/ 567418 h 896937"/>
                  <a:gd name="connsiteX136" fmla="*/ 455612 w 869950"/>
                  <a:gd name="connsiteY136" fmla="*/ 573881 h 896937"/>
                  <a:gd name="connsiteX137" fmla="*/ 440568 w 869950"/>
                  <a:gd name="connsiteY137" fmla="*/ 588962 h 896937"/>
                  <a:gd name="connsiteX138" fmla="*/ 374662 w 869950"/>
                  <a:gd name="connsiteY138" fmla="*/ 588962 h 896937"/>
                  <a:gd name="connsiteX139" fmla="*/ 358902 w 869950"/>
                  <a:gd name="connsiteY139" fmla="*/ 588962 h 896937"/>
                  <a:gd name="connsiteX140" fmla="*/ 343142 w 869950"/>
                  <a:gd name="connsiteY140" fmla="*/ 588962 h 896937"/>
                  <a:gd name="connsiteX141" fmla="*/ 329531 w 869950"/>
                  <a:gd name="connsiteY141" fmla="*/ 588962 h 896937"/>
                  <a:gd name="connsiteX142" fmla="*/ 313771 w 869950"/>
                  <a:gd name="connsiteY142" fmla="*/ 588962 h 896937"/>
                  <a:gd name="connsiteX143" fmla="*/ 298011 w 869950"/>
                  <a:gd name="connsiteY143" fmla="*/ 588962 h 896937"/>
                  <a:gd name="connsiteX144" fmla="*/ 282250 w 869950"/>
                  <a:gd name="connsiteY144" fmla="*/ 588962 h 896937"/>
                  <a:gd name="connsiteX145" fmla="*/ 266490 w 869950"/>
                  <a:gd name="connsiteY145" fmla="*/ 588962 h 896937"/>
                  <a:gd name="connsiteX146" fmla="*/ 167631 w 869950"/>
                  <a:gd name="connsiteY146" fmla="*/ 588962 h 896937"/>
                  <a:gd name="connsiteX147" fmla="*/ 151871 w 869950"/>
                  <a:gd name="connsiteY147" fmla="*/ 588962 h 896937"/>
                  <a:gd name="connsiteX148" fmla="*/ 136111 w 869950"/>
                  <a:gd name="connsiteY148" fmla="*/ 588962 h 896937"/>
                  <a:gd name="connsiteX149" fmla="*/ 122500 w 869950"/>
                  <a:gd name="connsiteY149" fmla="*/ 588962 h 896937"/>
                  <a:gd name="connsiteX150" fmla="*/ 106740 w 869950"/>
                  <a:gd name="connsiteY150" fmla="*/ 588962 h 896937"/>
                  <a:gd name="connsiteX151" fmla="*/ 90979 w 869950"/>
                  <a:gd name="connsiteY151" fmla="*/ 588962 h 896937"/>
                  <a:gd name="connsiteX152" fmla="*/ 15044 w 869950"/>
                  <a:gd name="connsiteY152" fmla="*/ 588962 h 896937"/>
                  <a:gd name="connsiteX153" fmla="*/ 0 w 869950"/>
                  <a:gd name="connsiteY153" fmla="*/ 573881 h 896937"/>
                  <a:gd name="connsiteX154" fmla="*/ 15044 w 869950"/>
                  <a:gd name="connsiteY154" fmla="*/ 558800 h 896937"/>
                  <a:gd name="connsiteX155" fmla="*/ 601663 w 869950"/>
                  <a:gd name="connsiteY155" fmla="*/ 536575 h 896937"/>
                  <a:gd name="connsiteX156" fmla="*/ 646907 w 869950"/>
                  <a:gd name="connsiteY156" fmla="*/ 536575 h 896937"/>
                  <a:gd name="connsiteX157" fmla="*/ 660552 w 869950"/>
                  <a:gd name="connsiteY157" fmla="*/ 544992 h 896937"/>
                  <a:gd name="connsiteX158" fmla="*/ 661988 w 869950"/>
                  <a:gd name="connsiteY158" fmla="*/ 552007 h 896937"/>
                  <a:gd name="connsiteX159" fmla="*/ 646907 w 869950"/>
                  <a:gd name="connsiteY159" fmla="*/ 566737 h 896937"/>
                  <a:gd name="connsiteX160" fmla="*/ 601663 w 869950"/>
                  <a:gd name="connsiteY160" fmla="*/ 566737 h 896937"/>
                  <a:gd name="connsiteX161" fmla="*/ 601663 w 869950"/>
                  <a:gd name="connsiteY161" fmla="*/ 544992 h 896937"/>
                  <a:gd name="connsiteX162" fmla="*/ 601663 w 869950"/>
                  <a:gd name="connsiteY162" fmla="*/ 536575 h 896937"/>
                  <a:gd name="connsiteX163" fmla="*/ 808038 w 869950"/>
                  <a:gd name="connsiteY163" fmla="*/ 512762 h 896937"/>
                  <a:gd name="connsiteX164" fmla="*/ 853926 w 869950"/>
                  <a:gd name="connsiteY164" fmla="*/ 512762 h 896937"/>
                  <a:gd name="connsiteX165" fmla="*/ 869950 w 869950"/>
                  <a:gd name="connsiteY165" fmla="*/ 528637 h 896937"/>
                  <a:gd name="connsiteX166" fmla="*/ 853926 w 869950"/>
                  <a:gd name="connsiteY166" fmla="*/ 544512 h 896937"/>
                  <a:gd name="connsiteX167" fmla="*/ 808038 w 869950"/>
                  <a:gd name="connsiteY167" fmla="*/ 544512 h 896937"/>
                  <a:gd name="connsiteX168" fmla="*/ 808038 w 869950"/>
                  <a:gd name="connsiteY168" fmla="*/ 512762 h 896937"/>
                  <a:gd name="connsiteX169" fmla="*/ 15044 w 869950"/>
                  <a:gd name="connsiteY169" fmla="*/ 455612 h 896937"/>
                  <a:gd name="connsiteX170" fmla="*/ 90979 w 869950"/>
                  <a:gd name="connsiteY170" fmla="*/ 455612 h 896937"/>
                  <a:gd name="connsiteX171" fmla="*/ 106740 w 869950"/>
                  <a:gd name="connsiteY171" fmla="*/ 455612 h 896937"/>
                  <a:gd name="connsiteX172" fmla="*/ 122500 w 869950"/>
                  <a:gd name="connsiteY172" fmla="*/ 455612 h 896937"/>
                  <a:gd name="connsiteX173" fmla="*/ 136111 w 869950"/>
                  <a:gd name="connsiteY173" fmla="*/ 455612 h 896937"/>
                  <a:gd name="connsiteX174" fmla="*/ 151871 w 869950"/>
                  <a:gd name="connsiteY174" fmla="*/ 455612 h 896937"/>
                  <a:gd name="connsiteX175" fmla="*/ 167631 w 869950"/>
                  <a:gd name="connsiteY175" fmla="*/ 455612 h 896937"/>
                  <a:gd name="connsiteX176" fmla="*/ 208464 w 869950"/>
                  <a:gd name="connsiteY176" fmla="*/ 455612 h 896937"/>
                  <a:gd name="connsiteX177" fmla="*/ 266490 w 869950"/>
                  <a:gd name="connsiteY177" fmla="*/ 455612 h 896937"/>
                  <a:gd name="connsiteX178" fmla="*/ 282250 w 869950"/>
                  <a:gd name="connsiteY178" fmla="*/ 455612 h 896937"/>
                  <a:gd name="connsiteX179" fmla="*/ 298011 w 869950"/>
                  <a:gd name="connsiteY179" fmla="*/ 455612 h 896937"/>
                  <a:gd name="connsiteX180" fmla="*/ 313771 w 869950"/>
                  <a:gd name="connsiteY180" fmla="*/ 455612 h 896937"/>
                  <a:gd name="connsiteX181" fmla="*/ 329531 w 869950"/>
                  <a:gd name="connsiteY181" fmla="*/ 455612 h 896937"/>
                  <a:gd name="connsiteX182" fmla="*/ 343142 w 869950"/>
                  <a:gd name="connsiteY182" fmla="*/ 455612 h 896937"/>
                  <a:gd name="connsiteX183" fmla="*/ 358902 w 869950"/>
                  <a:gd name="connsiteY183" fmla="*/ 455612 h 896937"/>
                  <a:gd name="connsiteX184" fmla="*/ 374662 w 869950"/>
                  <a:gd name="connsiteY184" fmla="*/ 455612 h 896937"/>
                  <a:gd name="connsiteX185" fmla="*/ 440568 w 869950"/>
                  <a:gd name="connsiteY185" fmla="*/ 455612 h 896937"/>
                  <a:gd name="connsiteX186" fmla="*/ 454179 w 869950"/>
                  <a:gd name="connsiteY186" fmla="*/ 464029 h 896937"/>
                  <a:gd name="connsiteX187" fmla="*/ 455612 w 869950"/>
                  <a:gd name="connsiteY187" fmla="*/ 471044 h 896937"/>
                  <a:gd name="connsiteX188" fmla="*/ 440568 w 869950"/>
                  <a:gd name="connsiteY188" fmla="*/ 485774 h 896937"/>
                  <a:gd name="connsiteX189" fmla="*/ 374662 w 869950"/>
                  <a:gd name="connsiteY189" fmla="*/ 485774 h 896937"/>
                  <a:gd name="connsiteX190" fmla="*/ 358902 w 869950"/>
                  <a:gd name="connsiteY190" fmla="*/ 485774 h 896937"/>
                  <a:gd name="connsiteX191" fmla="*/ 343142 w 869950"/>
                  <a:gd name="connsiteY191" fmla="*/ 485774 h 896937"/>
                  <a:gd name="connsiteX192" fmla="*/ 329531 w 869950"/>
                  <a:gd name="connsiteY192" fmla="*/ 485774 h 896937"/>
                  <a:gd name="connsiteX193" fmla="*/ 313771 w 869950"/>
                  <a:gd name="connsiteY193" fmla="*/ 485774 h 896937"/>
                  <a:gd name="connsiteX194" fmla="*/ 298011 w 869950"/>
                  <a:gd name="connsiteY194" fmla="*/ 485774 h 896937"/>
                  <a:gd name="connsiteX195" fmla="*/ 282250 w 869950"/>
                  <a:gd name="connsiteY195" fmla="*/ 485774 h 896937"/>
                  <a:gd name="connsiteX196" fmla="*/ 266490 w 869950"/>
                  <a:gd name="connsiteY196" fmla="*/ 485774 h 896937"/>
                  <a:gd name="connsiteX197" fmla="*/ 167631 w 869950"/>
                  <a:gd name="connsiteY197" fmla="*/ 485774 h 896937"/>
                  <a:gd name="connsiteX198" fmla="*/ 151871 w 869950"/>
                  <a:gd name="connsiteY198" fmla="*/ 485774 h 896937"/>
                  <a:gd name="connsiteX199" fmla="*/ 136111 w 869950"/>
                  <a:gd name="connsiteY199" fmla="*/ 485774 h 896937"/>
                  <a:gd name="connsiteX200" fmla="*/ 122500 w 869950"/>
                  <a:gd name="connsiteY200" fmla="*/ 485774 h 896937"/>
                  <a:gd name="connsiteX201" fmla="*/ 106740 w 869950"/>
                  <a:gd name="connsiteY201" fmla="*/ 485774 h 896937"/>
                  <a:gd name="connsiteX202" fmla="*/ 90979 w 869950"/>
                  <a:gd name="connsiteY202" fmla="*/ 485774 h 896937"/>
                  <a:gd name="connsiteX203" fmla="*/ 15044 w 869950"/>
                  <a:gd name="connsiteY203" fmla="*/ 485774 h 896937"/>
                  <a:gd name="connsiteX204" fmla="*/ 0 w 869950"/>
                  <a:gd name="connsiteY204" fmla="*/ 471044 h 896937"/>
                  <a:gd name="connsiteX205" fmla="*/ 15044 w 869950"/>
                  <a:gd name="connsiteY205" fmla="*/ 455612 h 896937"/>
                  <a:gd name="connsiteX206" fmla="*/ 601663 w 869950"/>
                  <a:gd name="connsiteY206" fmla="*/ 433387 h 896937"/>
                  <a:gd name="connsiteX207" fmla="*/ 646907 w 869950"/>
                  <a:gd name="connsiteY207" fmla="*/ 433387 h 896937"/>
                  <a:gd name="connsiteX208" fmla="*/ 660552 w 869950"/>
                  <a:gd name="connsiteY208" fmla="*/ 442005 h 896937"/>
                  <a:gd name="connsiteX209" fmla="*/ 661988 w 869950"/>
                  <a:gd name="connsiteY209" fmla="*/ 448468 h 896937"/>
                  <a:gd name="connsiteX210" fmla="*/ 646907 w 869950"/>
                  <a:gd name="connsiteY210" fmla="*/ 463549 h 896937"/>
                  <a:gd name="connsiteX211" fmla="*/ 601663 w 869950"/>
                  <a:gd name="connsiteY211" fmla="*/ 463549 h 896937"/>
                  <a:gd name="connsiteX212" fmla="*/ 601663 w 869950"/>
                  <a:gd name="connsiteY212" fmla="*/ 442005 h 896937"/>
                  <a:gd name="connsiteX213" fmla="*/ 601663 w 869950"/>
                  <a:gd name="connsiteY213" fmla="*/ 433387 h 896937"/>
                  <a:gd name="connsiteX214" fmla="*/ 808038 w 869950"/>
                  <a:gd name="connsiteY214" fmla="*/ 411162 h 896937"/>
                  <a:gd name="connsiteX215" fmla="*/ 853926 w 869950"/>
                  <a:gd name="connsiteY215" fmla="*/ 411162 h 896937"/>
                  <a:gd name="connsiteX216" fmla="*/ 869950 w 869950"/>
                  <a:gd name="connsiteY216" fmla="*/ 425892 h 896937"/>
                  <a:gd name="connsiteX217" fmla="*/ 853926 w 869950"/>
                  <a:gd name="connsiteY217" fmla="*/ 441324 h 896937"/>
                  <a:gd name="connsiteX218" fmla="*/ 808038 w 869950"/>
                  <a:gd name="connsiteY218" fmla="*/ 441324 h 896937"/>
                  <a:gd name="connsiteX219" fmla="*/ 808038 w 869950"/>
                  <a:gd name="connsiteY219" fmla="*/ 411162 h 896937"/>
                  <a:gd name="connsiteX220" fmla="*/ 15044 w 869950"/>
                  <a:gd name="connsiteY220" fmla="*/ 352425 h 896937"/>
                  <a:gd name="connsiteX221" fmla="*/ 90979 w 869950"/>
                  <a:gd name="connsiteY221" fmla="*/ 352425 h 896937"/>
                  <a:gd name="connsiteX222" fmla="*/ 106740 w 869950"/>
                  <a:gd name="connsiteY222" fmla="*/ 352425 h 896937"/>
                  <a:gd name="connsiteX223" fmla="*/ 122500 w 869950"/>
                  <a:gd name="connsiteY223" fmla="*/ 352425 h 896937"/>
                  <a:gd name="connsiteX224" fmla="*/ 136111 w 869950"/>
                  <a:gd name="connsiteY224" fmla="*/ 352425 h 896937"/>
                  <a:gd name="connsiteX225" fmla="*/ 151871 w 869950"/>
                  <a:gd name="connsiteY225" fmla="*/ 352425 h 896937"/>
                  <a:gd name="connsiteX226" fmla="*/ 167631 w 869950"/>
                  <a:gd name="connsiteY226" fmla="*/ 352425 h 896937"/>
                  <a:gd name="connsiteX227" fmla="*/ 209181 w 869950"/>
                  <a:gd name="connsiteY227" fmla="*/ 352425 h 896937"/>
                  <a:gd name="connsiteX228" fmla="*/ 266490 w 869950"/>
                  <a:gd name="connsiteY228" fmla="*/ 352425 h 896937"/>
                  <a:gd name="connsiteX229" fmla="*/ 282250 w 869950"/>
                  <a:gd name="connsiteY229" fmla="*/ 352425 h 896937"/>
                  <a:gd name="connsiteX230" fmla="*/ 298011 w 869950"/>
                  <a:gd name="connsiteY230" fmla="*/ 352425 h 896937"/>
                  <a:gd name="connsiteX231" fmla="*/ 313771 w 869950"/>
                  <a:gd name="connsiteY231" fmla="*/ 352425 h 896937"/>
                  <a:gd name="connsiteX232" fmla="*/ 329531 w 869950"/>
                  <a:gd name="connsiteY232" fmla="*/ 352425 h 896937"/>
                  <a:gd name="connsiteX233" fmla="*/ 343142 w 869950"/>
                  <a:gd name="connsiteY233" fmla="*/ 352425 h 896937"/>
                  <a:gd name="connsiteX234" fmla="*/ 358902 w 869950"/>
                  <a:gd name="connsiteY234" fmla="*/ 352425 h 896937"/>
                  <a:gd name="connsiteX235" fmla="*/ 374662 w 869950"/>
                  <a:gd name="connsiteY235" fmla="*/ 352425 h 896937"/>
                  <a:gd name="connsiteX236" fmla="*/ 440568 w 869950"/>
                  <a:gd name="connsiteY236" fmla="*/ 352425 h 896937"/>
                  <a:gd name="connsiteX237" fmla="*/ 454179 w 869950"/>
                  <a:gd name="connsiteY237" fmla="*/ 361084 h 896937"/>
                  <a:gd name="connsiteX238" fmla="*/ 455612 w 869950"/>
                  <a:gd name="connsiteY238" fmla="*/ 368300 h 896937"/>
                  <a:gd name="connsiteX239" fmla="*/ 440568 w 869950"/>
                  <a:gd name="connsiteY239" fmla="*/ 384175 h 896937"/>
                  <a:gd name="connsiteX240" fmla="*/ 374662 w 869950"/>
                  <a:gd name="connsiteY240" fmla="*/ 384175 h 896937"/>
                  <a:gd name="connsiteX241" fmla="*/ 358902 w 869950"/>
                  <a:gd name="connsiteY241" fmla="*/ 384175 h 896937"/>
                  <a:gd name="connsiteX242" fmla="*/ 343142 w 869950"/>
                  <a:gd name="connsiteY242" fmla="*/ 384175 h 896937"/>
                  <a:gd name="connsiteX243" fmla="*/ 329531 w 869950"/>
                  <a:gd name="connsiteY243" fmla="*/ 384175 h 896937"/>
                  <a:gd name="connsiteX244" fmla="*/ 313771 w 869950"/>
                  <a:gd name="connsiteY244" fmla="*/ 384175 h 896937"/>
                  <a:gd name="connsiteX245" fmla="*/ 298011 w 869950"/>
                  <a:gd name="connsiteY245" fmla="*/ 384175 h 896937"/>
                  <a:gd name="connsiteX246" fmla="*/ 282250 w 869950"/>
                  <a:gd name="connsiteY246" fmla="*/ 384175 h 896937"/>
                  <a:gd name="connsiteX247" fmla="*/ 266490 w 869950"/>
                  <a:gd name="connsiteY247" fmla="*/ 384175 h 896937"/>
                  <a:gd name="connsiteX248" fmla="*/ 167631 w 869950"/>
                  <a:gd name="connsiteY248" fmla="*/ 384175 h 896937"/>
                  <a:gd name="connsiteX249" fmla="*/ 151871 w 869950"/>
                  <a:gd name="connsiteY249" fmla="*/ 384175 h 896937"/>
                  <a:gd name="connsiteX250" fmla="*/ 136111 w 869950"/>
                  <a:gd name="connsiteY250" fmla="*/ 384175 h 896937"/>
                  <a:gd name="connsiteX251" fmla="*/ 122500 w 869950"/>
                  <a:gd name="connsiteY251" fmla="*/ 384175 h 896937"/>
                  <a:gd name="connsiteX252" fmla="*/ 106740 w 869950"/>
                  <a:gd name="connsiteY252" fmla="*/ 384175 h 896937"/>
                  <a:gd name="connsiteX253" fmla="*/ 90979 w 869950"/>
                  <a:gd name="connsiteY253" fmla="*/ 384175 h 896937"/>
                  <a:gd name="connsiteX254" fmla="*/ 15044 w 869950"/>
                  <a:gd name="connsiteY254" fmla="*/ 384175 h 896937"/>
                  <a:gd name="connsiteX255" fmla="*/ 0 w 869950"/>
                  <a:gd name="connsiteY255" fmla="*/ 368300 h 896937"/>
                  <a:gd name="connsiteX256" fmla="*/ 15044 w 869950"/>
                  <a:gd name="connsiteY256" fmla="*/ 352425 h 896937"/>
                  <a:gd name="connsiteX257" fmla="*/ 601663 w 869950"/>
                  <a:gd name="connsiteY257" fmla="*/ 330200 h 896937"/>
                  <a:gd name="connsiteX258" fmla="*/ 646907 w 869950"/>
                  <a:gd name="connsiteY258" fmla="*/ 330200 h 896937"/>
                  <a:gd name="connsiteX259" fmla="*/ 660552 w 869950"/>
                  <a:gd name="connsiteY259" fmla="*/ 338617 h 896937"/>
                  <a:gd name="connsiteX260" fmla="*/ 661988 w 869950"/>
                  <a:gd name="connsiteY260" fmla="*/ 344930 h 896937"/>
                  <a:gd name="connsiteX261" fmla="*/ 646907 w 869950"/>
                  <a:gd name="connsiteY261" fmla="*/ 360362 h 896937"/>
                  <a:gd name="connsiteX262" fmla="*/ 601663 w 869950"/>
                  <a:gd name="connsiteY262" fmla="*/ 360362 h 896937"/>
                  <a:gd name="connsiteX263" fmla="*/ 601663 w 869950"/>
                  <a:gd name="connsiteY263" fmla="*/ 338617 h 896937"/>
                  <a:gd name="connsiteX264" fmla="*/ 601663 w 869950"/>
                  <a:gd name="connsiteY264" fmla="*/ 330200 h 896937"/>
                  <a:gd name="connsiteX265" fmla="*/ 808038 w 869950"/>
                  <a:gd name="connsiteY265" fmla="*/ 307975 h 896937"/>
                  <a:gd name="connsiteX266" fmla="*/ 853926 w 869950"/>
                  <a:gd name="connsiteY266" fmla="*/ 307975 h 896937"/>
                  <a:gd name="connsiteX267" fmla="*/ 869950 w 869950"/>
                  <a:gd name="connsiteY267" fmla="*/ 323056 h 896937"/>
                  <a:gd name="connsiteX268" fmla="*/ 853926 w 869950"/>
                  <a:gd name="connsiteY268" fmla="*/ 338137 h 896937"/>
                  <a:gd name="connsiteX269" fmla="*/ 808038 w 869950"/>
                  <a:gd name="connsiteY269" fmla="*/ 338137 h 896937"/>
                  <a:gd name="connsiteX270" fmla="*/ 808038 w 869950"/>
                  <a:gd name="connsiteY270" fmla="*/ 307975 h 896937"/>
                  <a:gd name="connsiteX271" fmla="*/ 15044 w 869950"/>
                  <a:gd name="connsiteY271" fmla="*/ 249237 h 896937"/>
                  <a:gd name="connsiteX272" fmla="*/ 90979 w 869950"/>
                  <a:gd name="connsiteY272" fmla="*/ 249237 h 896937"/>
                  <a:gd name="connsiteX273" fmla="*/ 106740 w 869950"/>
                  <a:gd name="connsiteY273" fmla="*/ 249237 h 896937"/>
                  <a:gd name="connsiteX274" fmla="*/ 122500 w 869950"/>
                  <a:gd name="connsiteY274" fmla="*/ 249237 h 896937"/>
                  <a:gd name="connsiteX275" fmla="*/ 136111 w 869950"/>
                  <a:gd name="connsiteY275" fmla="*/ 249237 h 896937"/>
                  <a:gd name="connsiteX276" fmla="*/ 151871 w 869950"/>
                  <a:gd name="connsiteY276" fmla="*/ 249237 h 896937"/>
                  <a:gd name="connsiteX277" fmla="*/ 167631 w 869950"/>
                  <a:gd name="connsiteY277" fmla="*/ 249237 h 896937"/>
                  <a:gd name="connsiteX278" fmla="*/ 209181 w 869950"/>
                  <a:gd name="connsiteY278" fmla="*/ 249237 h 896937"/>
                  <a:gd name="connsiteX279" fmla="*/ 266490 w 869950"/>
                  <a:gd name="connsiteY279" fmla="*/ 249237 h 896937"/>
                  <a:gd name="connsiteX280" fmla="*/ 282250 w 869950"/>
                  <a:gd name="connsiteY280" fmla="*/ 249237 h 896937"/>
                  <a:gd name="connsiteX281" fmla="*/ 298011 w 869950"/>
                  <a:gd name="connsiteY281" fmla="*/ 249237 h 896937"/>
                  <a:gd name="connsiteX282" fmla="*/ 313771 w 869950"/>
                  <a:gd name="connsiteY282" fmla="*/ 249237 h 896937"/>
                  <a:gd name="connsiteX283" fmla="*/ 329531 w 869950"/>
                  <a:gd name="connsiteY283" fmla="*/ 249237 h 896937"/>
                  <a:gd name="connsiteX284" fmla="*/ 343142 w 869950"/>
                  <a:gd name="connsiteY284" fmla="*/ 249237 h 896937"/>
                  <a:gd name="connsiteX285" fmla="*/ 358902 w 869950"/>
                  <a:gd name="connsiteY285" fmla="*/ 249237 h 896937"/>
                  <a:gd name="connsiteX286" fmla="*/ 374662 w 869950"/>
                  <a:gd name="connsiteY286" fmla="*/ 249237 h 896937"/>
                  <a:gd name="connsiteX287" fmla="*/ 440568 w 869950"/>
                  <a:gd name="connsiteY287" fmla="*/ 249237 h 896937"/>
                  <a:gd name="connsiteX288" fmla="*/ 454179 w 869950"/>
                  <a:gd name="connsiteY288" fmla="*/ 258097 h 896937"/>
                  <a:gd name="connsiteX289" fmla="*/ 455612 w 869950"/>
                  <a:gd name="connsiteY289" fmla="*/ 265481 h 896937"/>
                  <a:gd name="connsiteX290" fmla="*/ 440568 w 869950"/>
                  <a:gd name="connsiteY290" fmla="*/ 280987 h 896937"/>
                  <a:gd name="connsiteX291" fmla="*/ 374662 w 869950"/>
                  <a:gd name="connsiteY291" fmla="*/ 280987 h 896937"/>
                  <a:gd name="connsiteX292" fmla="*/ 358902 w 869950"/>
                  <a:gd name="connsiteY292" fmla="*/ 280987 h 896937"/>
                  <a:gd name="connsiteX293" fmla="*/ 343142 w 869950"/>
                  <a:gd name="connsiteY293" fmla="*/ 280987 h 896937"/>
                  <a:gd name="connsiteX294" fmla="*/ 329531 w 869950"/>
                  <a:gd name="connsiteY294" fmla="*/ 280987 h 896937"/>
                  <a:gd name="connsiteX295" fmla="*/ 313771 w 869950"/>
                  <a:gd name="connsiteY295" fmla="*/ 280987 h 896937"/>
                  <a:gd name="connsiteX296" fmla="*/ 298011 w 869950"/>
                  <a:gd name="connsiteY296" fmla="*/ 280987 h 896937"/>
                  <a:gd name="connsiteX297" fmla="*/ 282250 w 869950"/>
                  <a:gd name="connsiteY297" fmla="*/ 280987 h 896937"/>
                  <a:gd name="connsiteX298" fmla="*/ 266490 w 869950"/>
                  <a:gd name="connsiteY298" fmla="*/ 280987 h 896937"/>
                  <a:gd name="connsiteX299" fmla="*/ 167631 w 869950"/>
                  <a:gd name="connsiteY299" fmla="*/ 280987 h 896937"/>
                  <a:gd name="connsiteX300" fmla="*/ 151871 w 869950"/>
                  <a:gd name="connsiteY300" fmla="*/ 280987 h 896937"/>
                  <a:gd name="connsiteX301" fmla="*/ 136111 w 869950"/>
                  <a:gd name="connsiteY301" fmla="*/ 280987 h 896937"/>
                  <a:gd name="connsiteX302" fmla="*/ 122500 w 869950"/>
                  <a:gd name="connsiteY302" fmla="*/ 280987 h 896937"/>
                  <a:gd name="connsiteX303" fmla="*/ 106740 w 869950"/>
                  <a:gd name="connsiteY303" fmla="*/ 280987 h 896937"/>
                  <a:gd name="connsiteX304" fmla="*/ 90979 w 869950"/>
                  <a:gd name="connsiteY304" fmla="*/ 280987 h 896937"/>
                  <a:gd name="connsiteX305" fmla="*/ 15044 w 869950"/>
                  <a:gd name="connsiteY305" fmla="*/ 280987 h 896937"/>
                  <a:gd name="connsiteX306" fmla="*/ 0 w 869950"/>
                  <a:gd name="connsiteY306" fmla="*/ 265481 h 896937"/>
                  <a:gd name="connsiteX307" fmla="*/ 15044 w 869950"/>
                  <a:gd name="connsiteY307" fmla="*/ 249237 h 896937"/>
                  <a:gd name="connsiteX308" fmla="*/ 601663 w 869950"/>
                  <a:gd name="connsiteY308" fmla="*/ 227012 h 896937"/>
                  <a:gd name="connsiteX309" fmla="*/ 646907 w 869950"/>
                  <a:gd name="connsiteY309" fmla="*/ 227012 h 896937"/>
                  <a:gd name="connsiteX310" fmla="*/ 660552 w 869950"/>
                  <a:gd name="connsiteY310" fmla="*/ 235671 h 896937"/>
                  <a:gd name="connsiteX311" fmla="*/ 661988 w 869950"/>
                  <a:gd name="connsiteY311" fmla="*/ 242887 h 896937"/>
                  <a:gd name="connsiteX312" fmla="*/ 646907 w 869950"/>
                  <a:gd name="connsiteY312" fmla="*/ 258762 h 896937"/>
                  <a:gd name="connsiteX313" fmla="*/ 601663 w 869950"/>
                  <a:gd name="connsiteY313" fmla="*/ 258762 h 896937"/>
                  <a:gd name="connsiteX314" fmla="*/ 601663 w 869950"/>
                  <a:gd name="connsiteY314" fmla="*/ 235671 h 896937"/>
                  <a:gd name="connsiteX315" fmla="*/ 601663 w 869950"/>
                  <a:gd name="connsiteY315" fmla="*/ 227012 h 896937"/>
                  <a:gd name="connsiteX316" fmla="*/ 808038 w 869950"/>
                  <a:gd name="connsiteY316" fmla="*/ 204787 h 896937"/>
                  <a:gd name="connsiteX317" fmla="*/ 853926 w 869950"/>
                  <a:gd name="connsiteY317" fmla="*/ 204787 h 896937"/>
                  <a:gd name="connsiteX318" fmla="*/ 869950 w 869950"/>
                  <a:gd name="connsiteY318" fmla="*/ 219517 h 896937"/>
                  <a:gd name="connsiteX319" fmla="*/ 853926 w 869950"/>
                  <a:gd name="connsiteY319" fmla="*/ 234949 h 896937"/>
                  <a:gd name="connsiteX320" fmla="*/ 808038 w 869950"/>
                  <a:gd name="connsiteY320" fmla="*/ 234949 h 896937"/>
                  <a:gd name="connsiteX321" fmla="*/ 808038 w 869950"/>
                  <a:gd name="connsiteY321" fmla="*/ 204787 h 896937"/>
                  <a:gd name="connsiteX322" fmla="*/ 601663 w 869950"/>
                  <a:gd name="connsiteY322" fmla="*/ 125412 h 896937"/>
                  <a:gd name="connsiteX323" fmla="*/ 646907 w 869950"/>
                  <a:gd name="connsiteY323" fmla="*/ 125412 h 896937"/>
                  <a:gd name="connsiteX324" fmla="*/ 660552 w 869950"/>
                  <a:gd name="connsiteY324" fmla="*/ 133829 h 896937"/>
                  <a:gd name="connsiteX325" fmla="*/ 661988 w 869950"/>
                  <a:gd name="connsiteY325" fmla="*/ 140142 h 896937"/>
                  <a:gd name="connsiteX326" fmla="*/ 646907 w 869950"/>
                  <a:gd name="connsiteY326" fmla="*/ 155574 h 896937"/>
                  <a:gd name="connsiteX327" fmla="*/ 601663 w 869950"/>
                  <a:gd name="connsiteY327" fmla="*/ 155574 h 896937"/>
                  <a:gd name="connsiteX328" fmla="*/ 601663 w 869950"/>
                  <a:gd name="connsiteY328" fmla="*/ 133829 h 896937"/>
                  <a:gd name="connsiteX329" fmla="*/ 601663 w 869950"/>
                  <a:gd name="connsiteY329" fmla="*/ 125412 h 896937"/>
                  <a:gd name="connsiteX330" fmla="*/ 808038 w 869950"/>
                  <a:gd name="connsiteY330" fmla="*/ 101600 h 896937"/>
                  <a:gd name="connsiteX331" fmla="*/ 853926 w 869950"/>
                  <a:gd name="connsiteY331" fmla="*/ 101600 h 896937"/>
                  <a:gd name="connsiteX332" fmla="*/ 869950 w 869950"/>
                  <a:gd name="connsiteY332" fmla="*/ 117475 h 896937"/>
                  <a:gd name="connsiteX333" fmla="*/ 853926 w 869950"/>
                  <a:gd name="connsiteY333" fmla="*/ 133350 h 896937"/>
                  <a:gd name="connsiteX334" fmla="*/ 808038 w 869950"/>
                  <a:gd name="connsiteY334" fmla="*/ 133350 h 896937"/>
                  <a:gd name="connsiteX335" fmla="*/ 808038 w 869950"/>
                  <a:gd name="connsiteY335" fmla="*/ 101600 h 896937"/>
                  <a:gd name="connsiteX336" fmla="*/ 808038 w 869950"/>
                  <a:gd name="connsiteY336" fmla="*/ 0 h 896937"/>
                  <a:gd name="connsiteX337" fmla="*/ 853926 w 869950"/>
                  <a:gd name="connsiteY337" fmla="*/ 0 h 896937"/>
                  <a:gd name="connsiteX338" fmla="*/ 869950 w 869950"/>
                  <a:gd name="connsiteY338" fmla="*/ 14730 h 896937"/>
                  <a:gd name="connsiteX339" fmla="*/ 853926 w 869950"/>
                  <a:gd name="connsiteY339" fmla="*/ 30162 h 896937"/>
                  <a:gd name="connsiteX340" fmla="*/ 808038 w 869950"/>
                  <a:gd name="connsiteY340" fmla="*/ 30162 h 896937"/>
                  <a:gd name="connsiteX341" fmla="*/ 808038 w 869950"/>
                  <a:gd name="connsiteY341" fmla="*/ 0 h 89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Lst>
                <a:rect l="l" t="t" r="r" b="b"/>
                <a:pathLst>
                  <a:path w="869950" h="896937">
                    <a:moveTo>
                      <a:pt x="15044" y="866775"/>
                    </a:moveTo>
                    <a:cubicBezTo>
                      <a:pt x="42266" y="866775"/>
                      <a:pt x="67339" y="866775"/>
                      <a:pt x="90979" y="866775"/>
                    </a:cubicBezTo>
                    <a:cubicBezTo>
                      <a:pt x="95994" y="866775"/>
                      <a:pt x="101009" y="866775"/>
                      <a:pt x="106740" y="866775"/>
                    </a:cubicBezTo>
                    <a:cubicBezTo>
                      <a:pt x="111754" y="866775"/>
                      <a:pt x="116769" y="866775"/>
                      <a:pt x="122500" y="866775"/>
                    </a:cubicBezTo>
                    <a:cubicBezTo>
                      <a:pt x="126798" y="866775"/>
                      <a:pt x="131096" y="866775"/>
                      <a:pt x="136111" y="866775"/>
                    </a:cubicBezTo>
                    <a:cubicBezTo>
                      <a:pt x="440568" y="866775"/>
                      <a:pt x="440568" y="866775"/>
                      <a:pt x="440568" y="866775"/>
                    </a:cubicBezTo>
                    <a:cubicBezTo>
                      <a:pt x="447016" y="866775"/>
                      <a:pt x="452030" y="870282"/>
                      <a:pt x="454179" y="875894"/>
                    </a:cubicBezTo>
                    <a:cubicBezTo>
                      <a:pt x="455612" y="877297"/>
                      <a:pt x="455612" y="879401"/>
                      <a:pt x="455612" y="882207"/>
                    </a:cubicBezTo>
                    <a:cubicBezTo>
                      <a:pt x="455612" y="882908"/>
                      <a:pt x="455612" y="882908"/>
                      <a:pt x="455612" y="883610"/>
                    </a:cubicBezTo>
                    <a:cubicBezTo>
                      <a:pt x="455612" y="885013"/>
                      <a:pt x="455612" y="885714"/>
                      <a:pt x="454896" y="887117"/>
                    </a:cubicBezTo>
                    <a:cubicBezTo>
                      <a:pt x="453463" y="891326"/>
                      <a:pt x="450598" y="894833"/>
                      <a:pt x="445583" y="896236"/>
                    </a:cubicBezTo>
                    <a:cubicBezTo>
                      <a:pt x="445583" y="896236"/>
                      <a:pt x="444867" y="896937"/>
                      <a:pt x="444150" y="896937"/>
                    </a:cubicBezTo>
                    <a:cubicBezTo>
                      <a:pt x="444150" y="896937"/>
                      <a:pt x="443434" y="896937"/>
                      <a:pt x="443434" y="896937"/>
                    </a:cubicBezTo>
                    <a:cubicBezTo>
                      <a:pt x="442718" y="896937"/>
                      <a:pt x="441285" y="896937"/>
                      <a:pt x="440568" y="896937"/>
                    </a:cubicBezTo>
                    <a:cubicBezTo>
                      <a:pt x="270072" y="896937"/>
                      <a:pt x="167631" y="896937"/>
                      <a:pt x="106740" y="896937"/>
                    </a:cubicBezTo>
                    <a:cubicBezTo>
                      <a:pt x="101009" y="896937"/>
                      <a:pt x="95278" y="896937"/>
                      <a:pt x="90979" y="896937"/>
                    </a:cubicBezTo>
                    <a:cubicBezTo>
                      <a:pt x="15044" y="896937"/>
                      <a:pt x="15044" y="896937"/>
                      <a:pt x="15044" y="896937"/>
                    </a:cubicBezTo>
                    <a:cubicBezTo>
                      <a:pt x="15044" y="896937"/>
                      <a:pt x="15044" y="896937"/>
                      <a:pt x="14328" y="896937"/>
                    </a:cubicBezTo>
                    <a:cubicBezTo>
                      <a:pt x="6448" y="896937"/>
                      <a:pt x="0" y="890624"/>
                      <a:pt x="0" y="882207"/>
                    </a:cubicBezTo>
                    <a:cubicBezTo>
                      <a:pt x="0" y="873790"/>
                      <a:pt x="6448" y="866775"/>
                      <a:pt x="15044" y="866775"/>
                    </a:cubicBezTo>
                    <a:close/>
                    <a:moveTo>
                      <a:pt x="15044" y="763587"/>
                    </a:moveTo>
                    <a:cubicBezTo>
                      <a:pt x="42266" y="763587"/>
                      <a:pt x="67339" y="763587"/>
                      <a:pt x="90979" y="763587"/>
                    </a:cubicBezTo>
                    <a:cubicBezTo>
                      <a:pt x="95994" y="763587"/>
                      <a:pt x="101009" y="763587"/>
                      <a:pt x="106740" y="763587"/>
                    </a:cubicBezTo>
                    <a:cubicBezTo>
                      <a:pt x="111754" y="763587"/>
                      <a:pt x="116769" y="763587"/>
                      <a:pt x="122500" y="763587"/>
                    </a:cubicBezTo>
                    <a:cubicBezTo>
                      <a:pt x="126798" y="763587"/>
                      <a:pt x="131096" y="763587"/>
                      <a:pt x="136111" y="763587"/>
                    </a:cubicBezTo>
                    <a:cubicBezTo>
                      <a:pt x="141125" y="763587"/>
                      <a:pt x="146140" y="763587"/>
                      <a:pt x="151871" y="763587"/>
                    </a:cubicBezTo>
                    <a:cubicBezTo>
                      <a:pt x="156886" y="763587"/>
                      <a:pt x="161900" y="763587"/>
                      <a:pt x="167631" y="763587"/>
                    </a:cubicBezTo>
                    <a:cubicBezTo>
                      <a:pt x="181958" y="763587"/>
                      <a:pt x="195570" y="763587"/>
                      <a:pt x="209181" y="763587"/>
                    </a:cubicBezTo>
                    <a:cubicBezTo>
                      <a:pt x="229955" y="763587"/>
                      <a:pt x="249297" y="763587"/>
                      <a:pt x="266490" y="763587"/>
                    </a:cubicBezTo>
                    <a:cubicBezTo>
                      <a:pt x="272221" y="763587"/>
                      <a:pt x="277236" y="763587"/>
                      <a:pt x="282250" y="763587"/>
                    </a:cubicBezTo>
                    <a:cubicBezTo>
                      <a:pt x="287981" y="763587"/>
                      <a:pt x="292996" y="763587"/>
                      <a:pt x="298011" y="763587"/>
                    </a:cubicBezTo>
                    <a:cubicBezTo>
                      <a:pt x="303742" y="763587"/>
                      <a:pt x="308756" y="763587"/>
                      <a:pt x="313771" y="763587"/>
                    </a:cubicBezTo>
                    <a:cubicBezTo>
                      <a:pt x="440568" y="763587"/>
                      <a:pt x="440568" y="763587"/>
                      <a:pt x="440568" y="763587"/>
                    </a:cubicBezTo>
                    <a:cubicBezTo>
                      <a:pt x="444867" y="763587"/>
                      <a:pt x="448449" y="765752"/>
                      <a:pt x="450598" y="767917"/>
                    </a:cubicBezTo>
                    <a:cubicBezTo>
                      <a:pt x="451314" y="767917"/>
                      <a:pt x="451314" y="768638"/>
                      <a:pt x="452030" y="769360"/>
                    </a:cubicBezTo>
                    <a:cubicBezTo>
                      <a:pt x="452747" y="770081"/>
                      <a:pt x="453463" y="771525"/>
                      <a:pt x="454179" y="772246"/>
                    </a:cubicBezTo>
                    <a:cubicBezTo>
                      <a:pt x="454896" y="774411"/>
                      <a:pt x="455612" y="775854"/>
                      <a:pt x="455612" y="778019"/>
                    </a:cubicBezTo>
                    <a:cubicBezTo>
                      <a:pt x="455612" y="778741"/>
                      <a:pt x="455612" y="778741"/>
                      <a:pt x="455612" y="779462"/>
                    </a:cubicBezTo>
                    <a:cubicBezTo>
                      <a:pt x="455612" y="780905"/>
                      <a:pt x="455612" y="781627"/>
                      <a:pt x="455612" y="782348"/>
                    </a:cubicBezTo>
                    <a:cubicBezTo>
                      <a:pt x="455612" y="783070"/>
                      <a:pt x="455612" y="783792"/>
                      <a:pt x="454896" y="783792"/>
                    </a:cubicBezTo>
                    <a:cubicBezTo>
                      <a:pt x="454896" y="784513"/>
                      <a:pt x="454896" y="784513"/>
                      <a:pt x="454896" y="784513"/>
                    </a:cubicBezTo>
                    <a:cubicBezTo>
                      <a:pt x="454179" y="788843"/>
                      <a:pt x="451314" y="791729"/>
                      <a:pt x="447732" y="793894"/>
                    </a:cubicBezTo>
                    <a:cubicBezTo>
                      <a:pt x="447016" y="793894"/>
                      <a:pt x="446299" y="794616"/>
                      <a:pt x="445583" y="794616"/>
                    </a:cubicBezTo>
                    <a:cubicBezTo>
                      <a:pt x="444867" y="794616"/>
                      <a:pt x="444867" y="794616"/>
                      <a:pt x="444867" y="794616"/>
                    </a:cubicBezTo>
                    <a:cubicBezTo>
                      <a:pt x="444150" y="794616"/>
                      <a:pt x="443434" y="794616"/>
                      <a:pt x="443434" y="795337"/>
                    </a:cubicBezTo>
                    <a:cubicBezTo>
                      <a:pt x="442001" y="795337"/>
                      <a:pt x="441285" y="795337"/>
                      <a:pt x="440568" y="795337"/>
                    </a:cubicBezTo>
                    <a:cubicBezTo>
                      <a:pt x="381826" y="795337"/>
                      <a:pt x="330964" y="795337"/>
                      <a:pt x="287981" y="795337"/>
                    </a:cubicBezTo>
                    <a:cubicBezTo>
                      <a:pt x="281534" y="795337"/>
                      <a:pt x="275803" y="795337"/>
                      <a:pt x="270072" y="795337"/>
                    </a:cubicBezTo>
                    <a:cubicBezTo>
                      <a:pt x="229955" y="795337"/>
                      <a:pt x="196286" y="795337"/>
                      <a:pt x="167631" y="795337"/>
                    </a:cubicBezTo>
                    <a:cubicBezTo>
                      <a:pt x="161900" y="795337"/>
                      <a:pt x="156886" y="795337"/>
                      <a:pt x="151871" y="795337"/>
                    </a:cubicBezTo>
                    <a:cubicBezTo>
                      <a:pt x="146140" y="795337"/>
                      <a:pt x="141125" y="795337"/>
                      <a:pt x="136111" y="795337"/>
                    </a:cubicBezTo>
                    <a:cubicBezTo>
                      <a:pt x="131096" y="795337"/>
                      <a:pt x="126798" y="795337"/>
                      <a:pt x="122500" y="795337"/>
                    </a:cubicBezTo>
                    <a:cubicBezTo>
                      <a:pt x="116769" y="795337"/>
                      <a:pt x="111038" y="795337"/>
                      <a:pt x="106740" y="795337"/>
                    </a:cubicBezTo>
                    <a:cubicBezTo>
                      <a:pt x="101009" y="795337"/>
                      <a:pt x="95278" y="795337"/>
                      <a:pt x="90979" y="795337"/>
                    </a:cubicBezTo>
                    <a:cubicBezTo>
                      <a:pt x="15044" y="795337"/>
                      <a:pt x="15044" y="795337"/>
                      <a:pt x="15044" y="795337"/>
                    </a:cubicBezTo>
                    <a:cubicBezTo>
                      <a:pt x="6448" y="795337"/>
                      <a:pt x="0" y="788843"/>
                      <a:pt x="0" y="779462"/>
                    </a:cubicBezTo>
                    <a:cubicBezTo>
                      <a:pt x="0" y="770803"/>
                      <a:pt x="6448" y="763587"/>
                      <a:pt x="15044" y="763587"/>
                    </a:cubicBezTo>
                    <a:close/>
                    <a:moveTo>
                      <a:pt x="601663" y="741362"/>
                    </a:moveTo>
                    <a:cubicBezTo>
                      <a:pt x="646907" y="741362"/>
                      <a:pt x="646907" y="741362"/>
                      <a:pt x="646907" y="741362"/>
                    </a:cubicBezTo>
                    <a:cubicBezTo>
                      <a:pt x="653370" y="741362"/>
                      <a:pt x="658397" y="744869"/>
                      <a:pt x="660552" y="750481"/>
                    </a:cubicBezTo>
                    <a:cubicBezTo>
                      <a:pt x="661270" y="751884"/>
                      <a:pt x="661988" y="753988"/>
                      <a:pt x="661988" y="756794"/>
                    </a:cubicBezTo>
                    <a:cubicBezTo>
                      <a:pt x="661988" y="758197"/>
                      <a:pt x="661988" y="760301"/>
                      <a:pt x="661270" y="761704"/>
                    </a:cubicBezTo>
                    <a:cubicBezTo>
                      <a:pt x="659116" y="767315"/>
                      <a:pt x="654089" y="771524"/>
                      <a:pt x="646907" y="771524"/>
                    </a:cubicBezTo>
                    <a:cubicBezTo>
                      <a:pt x="631108" y="771524"/>
                      <a:pt x="616026" y="771524"/>
                      <a:pt x="601663" y="771524"/>
                    </a:cubicBezTo>
                    <a:cubicBezTo>
                      <a:pt x="601663" y="771524"/>
                      <a:pt x="601663" y="771524"/>
                      <a:pt x="601663" y="761704"/>
                    </a:cubicBezTo>
                    <a:cubicBezTo>
                      <a:pt x="601663" y="761704"/>
                      <a:pt x="601663" y="761704"/>
                      <a:pt x="601663" y="750481"/>
                    </a:cubicBezTo>
                    <a:cubicBezTo>
                      <a:pt x="601663" y="750481"/>
                      <a:pt x="601663" y="750481"/>
                      <a:pt x="601663" y="741362"/>
                    </a:cubicBezTo>
                    <a:close/>
                    <a:moveTo>
                      <a:pt x="15044" y="661987"/>
                    </a:moveTo>
                    <a:cubicBezTo>
                      <a:pt x="42266" y="661987"/>
                      <a:pt x="67339" y="661987"/>
                      <a:pt x="90979" y="661987"/>
                    </a:cubicBezTo>
                    <a:cubicBezTo>
                      <a:pt x="95994" y="661987"/>
                      <a:pt x="101009" y="661987"/>
                      <a:pt x="106740" y="661987"/>
                    </a:cubicBezTo>
                    <a:cubicBezTo>
                      <a:pt x="111754" y="661987"/>
                      <a:pt x="116769" y="661987"/>
                      <a:pt x="122500" y="661987"/>
                    </a:cubicBezTo>
                    <a:cubicBezTo>
                      <a:pt x="126798" y="661987"/>
                      <a:pt x="131096" y="661987"/>
                      <a:pt x="136111" y="661987"/>
                    </a:cubicBezTo>
                    <a:cubicBezTo>
                      <a:pt x="141125" y="661987"/>
                      <a:pt x="146140" y="661987"/>
                      <a:pt x="151871" y="661987"/>
                    </a:cubicBezTo>
                    <a:cubicBezTo>
                      <a:pt x="156886" y="661987"/>
                      <a:pt x="161900" y="661987"/>
                      <a:pt x="167631" y="661987"/>
                    </a:cubicBezTo>
                    <a:cubicBezTo>
                      <a:pt x="181958" y="661987"/>
                      <a:pt x="195570" y="661987"/>
                      <a:pt x="209181" y="661987"/>
                    </a:cubicBezTo>
                    <a:cubicBezTo>
                      <a:pt x="229955" y="661987"/>
                      <a:pt x="249297" y="661987"/>
                      <a:pt x="266490" y="661987"/>
                    </a:cubicBezTo>
                    <a:cubicBezTo>
                      <a:pt x="272221" y="661987"/>
                      <a:pt x="277236" y="661987"/>
                      <a:pt x="282250" y="661987"/>
                    </a:cubicBezTo>
                    <a:cubicBezTo>
                      <a:pt x="287981" y="661987"/>
                      <a:pt x="292996" y="661987"/>
                      <a:pt x="298011" y="661987"/>
                    </a:cubicBezTo>
                    <a:cubicBezTo>
                      <a:pt x="303742" y="661987"/>
                      <a:pt x="308756" y="661987"/>
                      <a:pt x="313771" y="661987"/>
                    </a:cubicBezTo>
                    <a:cubicBezTo>
                      <a:pt x="319502" y="661987"/>
                      <a:pt x="324516" y="661987"/>
                      <a:pt x="329531" y="661987"/>
                    </a:cubicBezTo>
                    <a:cubicBezTo>
                      <a:pt x="334546" y="661987"/>
                      <a:pt x="338844" y="661987"/>
                      <a:pt x="343142" y="661987"/>
                    </a:cubicBezTo>
                    <a:cubicBezTo>
                      <a:pt x="348873" y="661987"/>
                      <a:pt x="354604" y="661987"/>
                      <a:pt x="358902" y="661987"/>
                    </a:cubicBezTo>
                    <a:cubicBezTo>
                      <a:pt x="364633" y="661987"/>
                      <a:pt x="370364" y="661987"/>
                      <a:pt x="374662" y="661987"/>
                    </a:cubicBezTo>
                    <a:cubicBezTo>
                      <a:pt x="440568" y="661987"/>
                      <a:pt x="440568" y="661987"/>
                      <a:pt x="440568" y="661987"/>
                    </a:cubicBezTo>
                    <a:cubicBezTo>
                      <a:pt x="447016" y="661987"/>
                      <a:pt x="452030" y="665494"/>
                      <a:pt x="454179" y="670404"/>
                    </a:cubicBezTo>
                    <a:cubicBezTo>
                      <a:pt x="455612" y="672509"/>
                      <a:pt x="455612" y="674613"/>
                      <a:pt x="455612" y="677419"/>
                    </a:cubicBezTo>
                    <a:cubicBezTo>
                      <a:pt x="455612" y="685836"/>
                      <a:pt x="449881" y="692149"/>
                      <a:pt x="440568" y="692149"/>
                    </a:cubicBezTo>
                    <a:cubicBezTo>
                      <a:pt x="417645" y="692149"/>
                      <a:pt x="395437" y="692149"/>
                      <a:pt x="374662" y="692149"/>
                    </a:cubicBezTo>
                    <a:cubicBezTo>
                      <a:pt x="369648" y="692149"/>
                      <a:pt x="364633" y="692149"/>
                      <a:pt x="358902" y="692149"/>
                    </a:cubicBezTo>
                    <a:cubicBezTo>
                      <a:pt x="353888" y="692149"/>
                      <a:pt x="348873" y="692149"/>
                      <a:pt x="343142" y="692149"/>
                    </a:cubicBezTo>
                    <a:cubicBezTo>
                      <a:pt x="338844" y="692149"/>
                      <a:pt x="334546" y="692149"/>
                      <a:pt x="329531" y="692149"/>
                    </a:cubicBezTo>
                    <a:cubicBezTo>
                      <a:pt x="324516" y="692149"/>
                      <a:pt x="319502" y="692149"/>
                      <a:pt x="313771" y="692149"/>
                    </a:cubicBezTo>
                    <a:cubicBezTo>
                      <a:pt x="308756" y="692149"/>
                      <a:pt x="303742" y="692149"/>
                      <a:pt x="298011" y="692149"/>
                    </a:cubicBezTo>
                    <a:cubicBezTo>
                      <a:pt x="292996" y="692149"/>
                      <a:pt x="287981" y="692149"/>
                      <a:pt x="282250" y="692149"/>
                    </a:cubicBezTo>
                    <a:cubicBezTo>
                      <a:pt x="277236" y="692149"/>
                      <a:pt x="272221" y="692149"/>
                      <a:pt x="266490" y="692149"/>
                    </a:cubicBezTo>
                    <a:cubicBezTo>
                      <a:pt x="227806" y="692149"/>
                      <a:pt x="194853" y="692149"/>
                      <a:pt x="167631" y="692149"/>
                    </a:cubicBezTo>
                    <a:cubicBezTo>
                      <a:pt x="161900" y="692149"/>
                      <a:pt x="156886" y="692149"/>
                      <a:pt x="151871" y="692149"/>
                    </a:cubicBezTo>
                    <a:cubicBezTo>
                      <a:pt x="146140" y="692149"/>
                      <a:pt x="141125" y="692149"/>
                      <a:pt x="136111" y="692149"/>
                    </a:cubicBezTo>
                    <a:cubicBezTo>
                      <a:pt x="131096" y="692149"/>
                      <a:pt x="126798" y="692149"/>
                      <a:pt x="122500" y="692149"/>
                    </a:cubicBezTo>
                    <a:cubicBezTo>
                      <a:pt x="116769" y="692149"/>
                      <a:pt x="111038" y="692149"/>
                      <a:pt x="106740" y="692149"/>
                    </a:cubicBezTo>
                    <a:cubicBezTo>
                      <a:pt x="101009" y="692149"/>
                      <a:pt x="95278" y="692149"/>
                      <a:pt x="90979" y="692149"/>
                    </a:cubicBezTo>
                    <a:cubicBezTo>
                      <a:pt x="15044" y="692149"/>
                      <a:pt x="15044" y="692149"/>
                      <a:pt x="15044" y="692149"/>
                    </a:cubicBezTo>
                    <a:cubicBezTo>
                      <a:pt x="6448" y="692149"/>
                      <a:pt x="0" y="685836"/>
                      <a:pt x="0" y="677419"/>
                    </a:cubicBezTo>
                    <a:cubicBezTo>
                      <a:pt x="0" y="669002"/>
                      <a:pt x="6448" y="661987"/>
                      <a:pt x="15044" y="661987"/>
                    </a:cubicBezTo>
                    <a:close/>
                    <a:moveTo>
                      <a:pt x="601663" y="638175"/>
                    </a:moveTo>
                    <a:cubicBezTo>
                      <a:pt x="646907" y="638175"/>
                      <a:pt x="646907" y="638175"/>
                      <a:pt x="646907" y="638175"/>
                    </a:cubicBezTo>
                    <a:cubicBezTo>
                      <a:pt x="653370" y="638175"/>
                      <a:pt x="658397" y="641783"/>
                      <a:pt x="660552" y="646834"/>
                    </a:cubicBezTo>
                    <a:cubicBezTo>
                      <a:pt x="661270" y="648999"/>
                      <a:pt x="661988" y="651885"/>
                      <a:pt x="661988" y="654050"/>
                    </a:cubicBezTo>
                    <a:cubicBezTo>
                      <a:pt x="661988" y="663431"/>
                      <a:pt x="655525" y="669925"/>
                      <a:pt x="646907" y="669925"/>
                    </a:cubicBezTo>
                    <a:cubicBezTo>
                      <a:pt x="631108" y="669925"/>
                      <a:pt x="616026" y="669925"/>
                      <a:pt x="601663" y="669925"/>
                    </a:cubicBezTo>
                    <a:cubicBezTo>
                      <a:pt x="601663" y="669925"/>
                      <a:pt x="601663" y="669925"/>
                      <a:pt x="601663" y="646834"/>
                    </a:cubicBezTo>
                    <a:cubicBezTo>
                      <a:pt x="601663" y="646834"/>
                      <a:pt x="601663" y="646834"/>
                      <a:pt x="601663" y="638175"/>
                    </a:cubicBezTo>
                    <a:close/>
                    <a:moveTo>
                      <a:pt x="808038" y="615950"/>
                    </a:moveTo>
                    <a:cubicBezTo>
                      <a:pt x="853926" y="615950"/>
                      <a:pt x="853926" y="615950"/>
                      <a:pt x="853926" y="615950"/>
                    </a:cubicBezTo>
                    <a:cubicBezTo>
                      <a:pt x="863395" y="615950"/>
                      <a:pt x="869950" y="623334"/>
                      <a:pt x="869950" y="631456"/>
                    </a:cubicBezTo>
                    <a:cubicBezTo>
                      <a:pt x="869950" y="640316"/>
                      <a:pt x="863395" y="647700"/>
                      <a:pt x="853926" y="647700"/>
                    </a:cubicBezTo>
                    <a:cubicBezTo>
                      <a:pt x="838630" y="647700"/>
                      <a:pt x="823334" y="647700"/>
                      <a:pt x="808038" y="647700"/>
                    </a:cubicBezTo>
                    <a:cubicBezTo>
                      <a:pt x="808038" y="647700"/>
                      <a:pt x="808038" y="647700"/>
                      <a:pt x="808038" y="615950"/>
                    </a:cubicBezTo>
                    <a:close/>
                    <a:moveTo>
                      <a:pt x="15044" y="558800"/>
                    </a:moveTo>
                    <a:cubicBezTo>
                      <a:pt x="42266" y="558800"/>
                      <a:pt x="67339" y="558800"/>
                      <a:pt x="90979" y="558800"/>
                    </a:cubicBezTo>
                    <a:cubicBezTo>
                      <a:pt x="95994" y="558800"/>
                      <a:pt x="101009" y="558800"/>
                      <a:pt x="106740" y="558800"/>
                    </a:cubicBezTo>
                    <a:cubicBezTo>
                      <a:pt x="111754" y="558800"/>
                      <a:pt x="116769" y="558800"/>
                      <a:pt x="122500" y="558800"/>
                    </a:cubicBezTo>
                    <a:cubicBezTo>
                      <a:pt x="126798" y="558800"/>
                      <a:pt x="131096" y="558800"/>
                      <a:pt x="136111" y="558800"/>
                    </a:cubicBezTo>
                    <a:cubicBezTo>
                      <a:pt x="141125" y="558800"/>
                      <a:pt x="146140" y="558800"/>
                      <a:pt x="151871" y="558800"/>
                    </a:cubicBezTo>
                    <a:cubicBezTo>
                      <a:pt x="156886" y="558800"/>
                      <a:pt x="161900" y="558800"/>
                      <a:pt x="167631" y="558800"/>
                    </a:cubicBezTo>
                    <a:cubicBezTo>
                      <a:pt x="181958" y="558800"/>
                      <a:pt x="195570" y="558800"/>
                      <a:pt x="209181" y="558800"/>
                    </a:cubicBezTo>
                    <a:cubicBezTo>
                      <a:pt x="229955" y="558800"/>
                      <a:pt x="249297" y="558800"/>
                      <a:pt x="266490" y="558800"/>
                    </a:cubicBezTo>
                    <a:cubicBezTo>
                      <a:pt x="272221" y="558800"/>
                      <a:pt x="277236" y="558800"/>
                      <a:pt x="282250" y="558800"/>
                    </a:cubicBezTo>
                    <a:cubicBezTo>
                      <a:pt x="287981" y="558800"/>
                      <a:pt x="292996" y="558800"/>
                      <a:pt x="298011" y="558800"/>
                    </a:cubicBezTo>
                    <a:cubicBezTo>
                      <a:pt x="303742" y="558800"/>
                      <a:pt x="308756" y="558800"/>
                      <a:pt x="313771" y="558800"/>
                    </a:cubicBezTo>
                    <a:cubicBezTo>
                      <a:pt x="319502" y="558800"/>
                      <a:pt x="324516" y="558800"/>
                      <a:pt x="329531" y="558800"/>
                    </a:cubicBezTo>
                    <a:cubicBezTo>
                      <a:pt x="334546" y="558800"/>
                      <a:pt x="338844" y="558800"/>
                      <a:pt x="343142" y="558800"/>
                    </a:cubicBezTo>
                    <a:cubicBezTo>
                      <a:pt x="348873" y="558800"/>
                      <a:pt x="354604" y="558800"/>
                      <a:pt x="358902" y="558800"/>
                    </a:cubicBezTo>
                    <a:cubicBezTo>
                      <a:pt x="364633" y="558800"/>
                      <a:pt x="370364" y="558800"/>
                      <a:pt x="374662" y="558800"/>
                    </a:cubicBezTo>
                    <a:cubicBezTo>
                      <a:pt x="440568" y="558800"/>
                      <a:pt x="440568" y="558800"/>
                      <a:pt x="440568" y="558800"/>
                    </a:cubicBezTo>
                    <a:cubicBezTo>
                      <a:pt x="447016" y="558800"/>
                      <a:pt x="452030" y="562391"/>
                      <a:pt x="454179" y="567418"/>
                    </a:cubicBezTo>
                    <a:cubicBezTo>
                      <a:pt x="455612" y="569572"/>
                      <a:pt x="455612" y="571727"/>
                      <a:pt x="455612" y="573881"/>
                    </a:cubicBezTo>
                    <a:cubicBezTo>
                      <a:pt x="455612" y="581781"/>
                      <a:pt x="449881" y="588962"/>
                      <a:pt x="440568" y="588962"/>
                    </a:cubicBezTo>
                    <a:cubicBezTo>
                      <a:pt x="417645" y="588962"/>
                      <a:pt x="395437" y="588962"/>
                      <a:pt x="374662" y="588962"/>
                    </a:cubicBezTo>
                    <a:cubicBezTo>
                      <a:pt x="369648" y="588962"/>
                      <a:pt x="364633" y="588962"/>
                      <a:pt x="358902" y="588962"/>
                    </a:cubicBezTo>
                    <a:cubicBezTo>
                      <a:pt x="353888" y="588962"/>
                      <a:pt x="348873" y="588962"/>
                      <a:pt x="343142" y="588962"/>
                    </a:cubicBezTo>
                    <a:cubicBezTo>
                      <a:pt x="338844" y="588962"/>
                      <a:pt x="334546" y="588962"/>
                      <a:pt x="329531" y="588962"/>
                    </a:cubicBezTo>
                    <a:cubicBezTo>
                      <a:pt x="324516" y="588962"/>
                      <a:pt x="319502" y="588962"/>
                      <a:pt x="313771" y="588962"/>
                    </a:cubicBezTo>
                    <a:cubicBezTo>
                      <a:pt x="308756" y="588962"/>
                      <a:pt x="303742" y="588962"/>
                      <a:pt x="298011" y="588962"/>
                    </a:cubicBezTo>
                    <a:cubicBezTo>
                      <a:pt x="292996" y="588962"/>
                      <a:pt x="287981" y="588962"/>
                      <a:pt x="282250" y="588962"/>
                    </a:cubicBezTo>
                    <a:cubicBezTo>
                      <a:pt x="277236" y="588962"/>
                      <a:pt x="272221" y="588962"/>
                      <a:pt x="266490" y="588962"/>
                    </a:cubicBezTo>
                    <a:cubicBezTo>
                      <a:pt x="227806" y="588962"/>
                      <a:pt x="194853" y="588962"/>
                      <a:pt x="167631" y="588962"/>
                    </a:cubicBezTo>
                    <a:cubicBezTo>
                      <a:pt x="161900" y="588962"/>
                      <a:pt x="156886" y="588962"/>
                      <a:pt x="151871" y="588962"/>
                    </a:cubicBezTo>
                    <a:cubicBezTo>
                      <a:pt x="146140" y="588962"/>
                      <a:pt x="141125" y="588962"/>
                      <a:pt x="136111" y="588962"/>
                    </a:cubicBezTo>
                    <a:cubicBezTo>
                      <a:pt x="131096" y="588962"/>
                      <a:pt x="126798" y="588962"/>
                      <a:pt x="122500" y="588962"/>
                    </a:cubicBezTo>
                    <a:cubicBezTo>
                      <a:pt x="116769" y="588962"/>
                      <a:pt x="111038" y="588962"/>
                      <a:pt x="106740" y="588962"/>
                    </a:cubicBezTo>
                    <a:cubicBezTo>
                      <a:pt x="101009" y="588962"/>
                      <a:pt x="95278" y="588962"/>
                      <a:pt x="90979" y="588962"/>
                    </a:cubicBezTo>
                    <a:cubicBezTo>
                      <a:pt x="15044" y="588962"/>
                      <a:pt x="15044" y="588962"/>
                      <a:pt x="15044" y="588962"/>
                    </a:cubicBezTo>
                    <a:cubicBezTo>
                      <a:pt x="6448" y="588962"/>
                      <a:pt x="0" y="581781"/>
                      <a:pt x="0" y="573881"/>
                    </a:cubicBezTo>
                    <a:cubicBezTo>
                      <a:pt x="0" y="565982"/>
                      <a:pt x="6448" y="558800"/>
                      <a:pt x="15044" y="558800"/>
                    </a:cubicBezTo>
                    <a:close/>
                    <a:moveTo>
                      <a:pt x="601663" y="536575"/>
                    </a:moveTo>
                    <a:cubicBezTo>
                      <a:pt x="646907" y="536575"/>
                      <a:pt x="646907" y="536575"/>
                      <a:pt x="646907" y="536575"/>
                    </a:cubicBezTo>
                    <a:cubicBezTo>
                      <a:pt x="653370" y="536575"/>
                      <a:pt x="658397" y="540082"/>
                      <a:pt x="660552" y="544992"/>
                    </a:cubicBezTo>
                    <a:cubicBezTo>
                      <a:pt x="661270" y="547097"/>
                      <a:pt x="661988" y="549201"/>
                      <a:pt x="661988" y="552007"/>
                    </a:cubicBezTo>
                    <a:cubicBezTo>
                      <a:pt x="661988" y="559723"/>
                      <a:pt x="655525" y="566737"/>
                      <a:pt x="646907" y="566737"/>
                    </a:cubicBezTo>
                    <a:cubicBezTo>
                      <a:pt x="631108" y="566737"/>
                      <a:pt x="616026" y="566737"/>
                      <a:pt x="601663" y="566737"/>
                    </a:cubicBezTo>
                    <a:cubicBezTo>
                      <a:pt x="601663" y="566737"/>
                      <a:pt x="601663" y="566737"/>
                      <a:pt x="601663" y="544992"/>
                    </a:cubicBezTo>
                    <a:cubicBezTo>
                      <a:pt x="601663" y="544992"/>
                      <a:pt x="601663" y="544992"/>
                      <a:pt x="601663" y="536575"/>
                    </a:cubicBezTo>
                    <a:close/>
                    <a:moveTo>
                      <a:pt x="808038" y="512762"/>
                    </a:moveTo>
                    <a:cubicBezTo>
                      <a:pt x="853926" y="512762"/>
                      <a:pt x="853926" y="512762"/>
                      <a:pt x="853926" y="512762"/>
                    </a:cubicBezTo>
                    <a:cubicBezTo>
                      <a:pt x="863395" y="512762"/>
                      <a:pt x="869950" y="519978"/>
                      <a:pt x="869950" y="528637"/>
                    </a:cubicBezTo>
                    <a:cubicBezTo>
                      <a:pt x="869950" y="538018"/>
                      <a:pt x="863395" y="544512"/>
                      <a:pt x="853926" y="544512"/>
                    </a:cubicBezTo>
                    <a:cubicBezTo>
                      <a:pt x="838630" y="544512"/>
                      <a:pt x="823334" y="544512"/>
                      <a:pt x="808038" y="544512"/>
                    </a:cubicBezTo>
                    <a:cubicBezTo>
                      <a:pt x="808038" y="544512"/>
                      <a:pt x="808038" y="544512"/>
                      <a:pt x="808038" y="512762"/>
                    </a:cubicBezTo>
                    <a:close/>
                    <a:moveTo>
                      <a:pt x="15044" y="455612"/>
                    </a:moveTo>
                    <a:cubicBezTo>
                      <a:pt x="42266" y="455612"/>
                      <a:pt x="67339" y="455612"/>
                      <a:pt x="90979" y="455612"/>
                    </a:cubicBezTo>
                    <a:cubicBezTo>
                      <a:pt x="95994" y="455612"/>
                      <a:pt x="101009" y="455612"/>
                      <a:pt x="106740" y="455612"/>
                    </a:cubicBezTo>
                    <a:cubicBezTo>
                      <a:pt x="111754" y="455612"/>
                      <a:pt x="116769" y="455612"/>
                      <a:pt x="122500" y="455612"/>
                    </a:cubicBezTo>
                    <a:cubicBezTo>
                      <a:pt x="126798" y="455612"/>
                      <a:pt x="131096" y="455612"/>
                      <a:pt x="136111" y="455612"/>
                    </a:cubicBezTo>
                    <a:cubicBezTo>
                      <a:pt x="141125" y="455612"/>
                      <a:pt x="146140" y="455612"/>
                      <a:pt x="151871" y="455612"/>
                    </a:cubicBezTo>
                    <a:cubicBezTo>
                      <a:pt x="156886" y="455612"/>
                      <a:pt x="161900" y="455612"/>
                      <a:pt x="167631" y="455612"/>
                    </a:cubicBezTo>
                    <a:cubicBezTo>
                      <a:pt x="181958" y="455612"/>
                      <a:pt x="195570" y="455612"/>
                      <a:pt x="208464" y="455612"/>
                    </a:cubicBezTo>
                    <a:cubicBezTo>
                      <a:pt x="229955" y="455612"/>
                      <a:pt x="249297" y="455612"/>
                      <a:pt x="266490" y="455612"/>
                    </a:cubicBezTo>
                    <a:cubicBezTo>
                      <a:pt x="272221" y="455612"/>
                      <a:pt x="277236" y="455612"/>
                      <a:pt x="282250" y="455612"/>
                    </a:cubicBezTo>
                    <a:cubicBezTo>
                      <a:pt x="287981" y="455612"/>
                      <a:pt x="292996" y="455612"/>
                      <a:pt x="298011" y="455612"/>
                    </a:cubicBezTo>
                    <a:cubicBezTo>
                      <a:pt x="303742" y="455612"/>
                      <a:pt x="308756" y="455612"/>
                      <a:pt x="313771" y="455612"/>
                    </a:cubicBezTo>
                    <a:cubicBezTo>
                      <a:pt x="319502" y="455612"/>
                      <a:pt x="324516" y="455612"/>
                      <a:pt x="329531" y="455612"/>
                    </a:cubicBezTo>
                    <a:cubicBezTo>
                      <a:pt x="334546" y="455612"/>
                      <a:pt x="338844" y="455612"/>
                      <a:pt x="343142" y="455612"/>
                    </a:cubicBezTo>
                    <a:cubicBezTo>
                      <a:pt x="348873" y="455612"/>
                      <a:pt x="354604" y="455612"/>
                      <a:pt x="358902" y="455612"/>
                    </a:cubicBezTo>
                    <a:cubicBezTo>
                      <a:pt x="364633" y="455612"/>
                      <a:pt x="370364" y="455612"/>
                      <a:pt x="374662" y="455612"/>
                    </a:cubicBezTo>
                    <a:cubicBezTo>
                      <a:pt x="440568" y="455612"/>
                      <a:pt x="440568" y="455612"/>
                      <a:pt x="440568" y="455612"/>
                    </a:cubicBezTo>
                    <a:cubicBezTo>
                      <a:pt x="447016" y="455612"/>
                      <a:pt x="452030" y="459119"/>
                      <a:pt x="454179" y="464029"/>
                    </a:cubicBezTo>
                    <a:cubicBezTo>
                      <a:pt x="455612" y="466134"/>
                      <a:pt x="455612" y="468238"/>
                      <a:pt x="455612" y="471044"/>
                    </a:cubicBezTo>
                    <a:cubicBezTo>
                      <a:pt x="455612" y="478760"/>
                      <a:pt x="449881" y="485774"/>
                      <a:pt x="440568" y="485774"/>
                    </a:cubicBezTo>
                    <a:cubicBezTo>
                      <a:pt x="417645" y="485774"/>
                      <a:pt x="395437" y="485774"/>
                      <a:pt x="374662" y="485774"/>
                    </a:cubicBezTo>
                    <a:cubicBezTo>
                      <a:pt x="369648" y="485774"/>
                      <a:pt x="364633" y="485774"/>
                      <a:pt x="358902" y="485774"/>
                    </a:cubicBezTo>
                    <a:cubicBezTo>
                      <a:pt x="353888" y="485774"/>
                      <a:pt x="348873" y="485774"/>
                      <a:pt x="343142" y="485774"/>
                    </a:cubicBezTo>
                    <a:cubicBezTo>
                      <a:pt x="338844" y="485774"/>
                      <a:pt x="334546" y="485774"/>
                      <a:pt x="329531" y="485774"/>
                    </a:cubicBezTo>
                    <a:cubicBezTo>
                      <a:pt x="324516" y="485774"/>
                      <a:pt x="319502" y="485774"/>
                      <a:pt x="313771" y="485774"/>
                    </a:cubicBezTo>
                    <a:cubicBezTo>
                      <a:pt x="308756" y="485774"/>
                      <a:pt x="303742" y="485774"/>
                      <a:pt x="298011" y="485774"/>
                    </a:cubicBezTo>
                    <a:cubicBezTo>
                      <a:pt x="292996" y="485774"/>
                      <a:pt x="287981" y="485774"/>
                      <a:pt x="282250" y="485774"/>
                    </a:cubicBezTo>
                    <a:cubicBezTo>
                      <a:pt x="277236" y="485774"/>
                      <a:pt x="272221" y="485774"/>
                      <a:pt x="266490" y="485774"/>
                    </a:cubicBezTo>
                    <a:cubicBezTo>
                      <a:pt x="227806" y="485774"/>
                      <a:pt x="194853" y="485774"/>
                      <a:pt x="167631" y="485774"/>
                    </a:cubicBezTo>
                    <a:cubicBezTo>
                      <a:pt x="161900" y="485774"/>
                      <a:pt x="156886" y="485774"/>
                      <a:pt x="151871" y="485774"/>
                    </a:cubicBezTo>
                    <a:cubicBezTo>
                      <a:pt x="146140" y="485774"/>
                      <a:pt x="141125" y="485774"/>
                      <a:pt x="136111" y="485774"/>
                    </a:cubicBezTo>
                    <a:cubicBezTo>
                      <a:pt x="131096" y="485774"/>
                      <a:pt x="126798" y="485774"/>
                      <a:pt x="122500" y="485774"/>
                    </a:cubicBezTo>
                    <a:cubicBezTo>
                      <a:pt x="116769" y="485774"/>
                      <a:pt x="111038" y="485774"/>
                      <a:pt x="106740" y="485774"/>
                    </a:cubicBezTo>
                    <a:cubicBezTo>
                      <a:pt x="101009" y="485774"/>
                      <a:pt x="95278" y="485774"/>
                      <a:pt x="90979" y="485774"/>
                    </a:cubicBezTo>
                    <a:cubicBezTo>
                      <a:pt x="15044" y="485774"/>
                      <a:pt x="15044" y="485774"/>
                      <a:pt x="15044" y="485774"/>
                    </a:cubicBezTo>
                    <a:cubicBezTo>
                      <a:pt x="6448" y="485774"/>
                      <a:pt x="0" y="478760"/>
                      <a:pt x="0" y="471044"/>
                    </a:cubicBezTo>
                    <a:cubicBezTo>
                      <a:pt x="0" y="462627"/>
                      <a:pt x="6448" y="455612"/>
                      <a:pt x="15044" y="455612"/>
                    </a:cubicBezTo>
                    <a:close/>
                    <a:moveTo>
                      <a:pt x="601663" y="433387"/>
                    </a:moveTo>
                    <a:cubicBezTo>
                      <a:pt x="646907" y="433387"/>
                      <a:pt x="646907" y="433387"/>
                      <a:pt x="646907" y="433387"/>
                    </a:cubicBezTo>
                    <a:cubicBezTo>
                      <a:pt x="653370" y="433387"/>
                      <a:pt x="658397" y="436978"/>
                      <a:pt x="660552" y="442005"/>
                    </a:cubicBezTo>
                    <a:cubicBezTo>
                      <a:pt x="661270" y="444159"/>
                      <a:pt x="661988" y="446314"/>
                      <a:pt x="661988" y="448468"/>
                    </a:cubicBezTo>
                    <a:cubicBezTo>
                      <a:pt x="661988" y="456368"/>
                      <a:pt x="655525" y="463549"/>
                      <a:pt x="646907" y="463549"/>
                    </a:cubicBezTo>
                    <a:cubicBezTo>
                      <a:pt x="631108" y="463549"/>
                      <a:pt x="616026" y="463549"/>
                      <a:pt x="601663" y="463549"/>
                    </a:cubicBezTo>
                    <a:cubicBezTo>
                      <a:pt x="601663" y="463549"/>
                      <a:pt x="601663" y="463549"/>
                      <a:pt x="601663" y="442005"/>
                    </a:cubicBezTo>
                    <a:cubicBezTo>
                      <a:pt x="601663" y="442005"/>
                      <a:pt x="601663" y="442005"/>
                      <a:pt x="601663" y="433387"/>
                    </a:cubicBezTo>
                    <a:close/>
                    <a:moveTo>
                      <a:pt x="808038" y="411162"/>
                    </a:moveTo>
                    <a:cubicBezTo>
                      <a:pt x="853926" y="411162"/>
                      <a:pt x="853926" y="411162"/>
                      <a:pt x="853926" y="411162"/>
                    </a:cubicBezTo>
                    <a:cubicBezTo>
                      <a:pt x="863395" y="411162"/>
                      <a:pt x="869950" y="418177"/>
                      <a:pt x="869950" y="425892"/>
                    </a:cubicBezTo>
                    <a:cubicBezTo>
                      <a:pt x="869950" y="434310"/>
                      <a:pt x="863395" y="441324"/>
                      <a:pt x="853926" y="441324"/>
                    </a:cubicBezTo>
                    <a:cubicBezTo>
                      <a:pt x="838630" y="441324"/>
                      <a:pt x="823334" y="441324"/>
                      <a:pt x="808038" y="441324"/>
                    </a:cubicBezTo>
                    <a:cubicBezTo>
                      <a:pt x="808038" y="441324"/>
                      <a:pt x="808038" y="441324"/>
                      <a:pt x="808038" y="411162"/>
                    </a:cubicBezTo>
                    <a:close/>
                    <a:moveTo>
                      <a:pt x="15044" y="352425"/>
                    </a:moveTo>
                    <a:cubicBezTo>
                      <a:pt x="42266" y="352425"/>
                      <a:pt x="67339" y="352425"/>
                      <a:pt x="90979" y="352425"/>
                    </a:cubicBezTo>
                    <a:cubicBezTo>
                      <a:pt x="95994" y="352425"/>
                      <a:pt x="101009" y="352425"/>
                      <a:pt x="106740" y="352425"/>
                    </a:cubicBezTo>
                    <a:cubicBezTo>
                      <a:pt x="111754" y="352425"/>
                      <a:pt x="116769" y="352425"/>
                      <a:pt x="122500" y="352425"/>
                    </a:cubicBezTo>
                    <a:cubicBezTo>
                      <a:pt x="126798" y="352425"/>
                      <a:pt x="131096" y="352425"/>
                      <a:pt x="136111" y="352425"/>
                    </a:cubicBezTo>
                    <a:cubicBezTo>
                      <a:pt x="141125" y="352425"/>
                      <a:pt x="146140" y="352425"/>
                      <a:pt x="151871" y="352425"/>
                    </a:cubicBezTo>
                    <a:cubicBezTo>
                      <a:pt x="156886" y="352425"/>
                      <a:pt x="161900" y="352425"/>
                      <a:pt x="167631" y="352425"/>
                    </a:cubicBezTo>
                    <a:cubicBezTo>
                      <a:pt x="181958" y="352425"/>
                      <a:pt x="195570" y="352425"/>
                      <a:pt x="209181" y="352425"/>
                    </a:cubicBezTo>
                    <a:cubicBezTo>
                      <a:pt x="229955" y="352425"/>
                      <a:pt x="249297" y="352425"/>
                      <a:pt x="266490" y="352425"/>
                    </a:cubicBezTo>
                    <a:cubicBezTo>
                      <a:pt x="272221" y="352425"/>
                      <a:pt x="277236" y="352425"/>
                      <a:pt x="282250" y="352425"/>
                    </a:cubicBezTo>
                    <a:cubicBezTo>
                      <a:pt x="287981" y="352425"/>
                      <a:pt x="292996" y="352425"/>
                      <a:pt x="298011" y="352425"/>
                    </a:cubicBezTo>
                    <a:cubicBezTo>
                      <a:pt x="303742" y="352425"/>
                      <a:pt x="308756" y="352425"/>
                      <a:pt x="313771" y="352425"/>
                    </a:cubicBezTo>
                    <a:cubicBezTo>
                      <a:pt x="319502" y="352425"/>
                      <a:pt x="324516" y="352425"/>
                      <a:pt x="329531" y="352425"/>
                    </a:cubicBezTo>
                    <a:cubicBezTo>
                      <a:pt x="334546" y="352425"/>
                      <a:pt x="338844" y="352425"/>
                      <a:pt x="343142" y="352425"/>
                    </a:cubicBezTo>
                    <a:cubicBezTo>
                      <a:pt x="348873" y="352425"/>
                      <a:pt x="354604" y="352425"/>
                      <a:pt x="358902" y="352425"/>
                    </a:cubicBezTo>
                    <a:cubicBezTo>
                      <a:pt x="364633" y="352425"/>
                      <a:pt x="370364" y="352425"/>
                      <a:pt x="374662" y="352425"/>
                    </a:cubicBezTo>
                    <a:cubicBezTo>
                      <a:pt x="440568" y="352425"/>
                      <a:pt x="440568" y="352425"/>
                      <a:pt x="440568" y="352425"/>
                    </a:cubicBezTo>
                    <a:cubicBezTo>
                      <a:pt x="447016" y="352425"/>
                      <a:pt x="452030" y="356033"/>
                      <a:pt x="454179" y="361084"/>
                    </a:cubicBezTo>
                    <a:cubicBezTo>
                      <a:pt x="455612" y="363249"/>
                      <a:pt x="455612" y="366135"/>
                      <a:pt x="455612" y="368300"/>
                    </a:cubicBezTo>
                    <a:cubicBezTo>
                      <a:pt x="455612" y="376959"/>
                      <a:pt x="449881" y="384175"/>
                      <a:pt x="440568" y="384175"/>
                    </a:cubicBezTo>
                    <a:cubicBezTo>
                      <a:pt x="417645" y="384175"/>
                      <a:pt x="395437" y="384175"/>
                      <a:pt x="374662" y="384175"/>
                    </a:cubicBezTo>
                    <a:cubicBezTo>
                      <a:pt x="369648" y="384175"/>
                      <a:pt x="364633" y="384175"/>
                      <a:pt x="358902" y="384175"/>
                    </a:cubicBezTo>
                    <a:cubicBezTo>
                      <a:pt x="353888" y="384175"/>
                      <a:pt x="348873" y="384175"/>
                      <a:pt x="343142" y="384175"/>
                    </a:cubicBezTo>
                    <a:cubicBezTo>
                      <a:pt x="338844" y="384175"/>
                      <a:pt x="334546" y="384175"/>
                      <a:pt x="329531" y="384175"/>
                    </a:cubicBezTo>
                    <a:cubicBezTo>
                      <a:pt x="324516" y="384175"/>
                      <a:pt x="319502" y="384175"/>
                      <a:pt x="313771" y="384175"/>
                    </a:cubicBezTo>
                    <a:cubicBezTo>
                      <a:pt x="308756" y="384175"/>
                      <a:pt x="303742" y="384175"/>
                      <a:pt x="298011" y="384175"/>
                    </a:cubicBezTo>
                    <a:cubicBezTo>
                      <a:pt x="292996" y="384175"/>
                      <a:pt x="287981" y="384175"/>
                      <a:pt x="282250" y="384175"/>
                    </a:cubicBezTo>
                    <a:cubicBezTo>
                      <a:pt x="277236" y="384175"/>
                      <a:pt x="272221" y="384175"/>
                      <a:pt x="266490" y="384175"/>
                    </a:cubicBezTo>
                    <a:cubicBezTo>
                      <a:pt x="227806" y="384175"/>
                      <a:pt x="194853" y="384175"/>
                      <a:pt x="167631" y="384175"/>
                    </a:cubicBezTo>
                    <a:cubicBezTo>
                      <a:pt x="161900" y="384175"/>
                      <a:pt x="156886" y="384175"/>
                      <a:pt x="151871" y="384175"/>
                    </a:cubicBezTo>
                    <a:cubicBezTo>
                      <a:pt x="146140" y="384175"/>
                      <a:pt x="141125" y="384175"/>
                      <a:pt x="136111" y="384175"/>
                    </a:cubicBezTo>
                    <a:cubicBezTo>
                      <a:pt x="131096" y="384175"/>
                      <a:pt x="126798" y="384175"/>
                      <a:pt x="122500" y="384175"/>
                    </a:cubicBezTo>
                    <a:cubicBezTo>
                      <a:pt x="116769" y="384175"/>
                      <a:pt x="111038" y="384175"/>
                      <a:pt x="106740" y="384175"/>
                    </a:cubicBezTo>
                    <a:cubicBezTo>
                      <a:pt x="101009" y="384175"/>
                      <a:pt x="95278" y="384175"/>
                      <a:pt x="90979" y="384175"/>
                    </a:cubicBezTo>
                    <a:cubicBezTo>
                      <a:pt x="15044" y="384175"/>
                      <a:pt x="15044" y="384175"/>
                      <a:pt x="15044" y="384175"/>
                    </a:cubicBezTo>
                    <a:cubicBezTo>
                      <a:pt x="6448" y="384175"/>
                      <a:pt x="0" y="376959"/>
                      <a:pt x="0" y="368300"/>
                    </a:cubicBezTo>
                    <a:cubicBezTo>
                      <a:pt x="0" y="359641"/>
                      <a:pt x="6448" y="352425"/>
                      <a:pt x="15044" y="352425"/>
                    </a:cubicBezTo>
                    <a:close/>
                    <a:moveTo>
                      <a:pt x="601663" y="330200"/>
                    </a:moveTo>
                    <a:cubicBezTo>
                      <a:pt x="646907" y="330200"/>
                      <a:pt x="646907" y="330200"/>
                      <a:pt x="646907" y="330200"/>
                    </a:cubicBezTo>
                    <a:cubicBezTo>
                      <a:pt x="653370" y="330200"/>
                      <a:pt x="658397" y="333707"/>
                      <a:pt x="660552" y="338617"/>
                    </a:cubicBezTo>
                    <a:cubicBezTo>
                      <a:pt x="661270" y="340722"/>
                      <a:pt x="661988" y="342826"/>
                      <a:pt x="661988" y="344930"/>
                    </a:cubicBezTo>
                    <a:cubicBezTo>
                      <a:pt x="661988" y="353348"/>
                      <a:pt x="655525" y="360362"/>
                      <a:pt x="646907" y="360362"/>
                    </a:cubicBezTo>
                    <a:cubicBezTo>
                      <a:pt x="631108" y="360362"/>
                      <a:pt x="616026" y="360362"/>
                      <a:pt x="601663" y="360362"/>
                    </a:cubicBezTo>
                    <a:cubicBezTo>
                      <a:pt x="601663" y="360362"/>
                      <a:pt x="601663" y="360362"/>
                      <a:pt x="601663" y="338617"/>
                    </a:cubicBezTo>
                    <a:cubicBezTo>
                      <a:pt x="601663" y="338617"/>
                      <a:pt x="601663" y="338617"/>
                      <a:pt x="601663" y="330200"/>
                    </a:cubicBezTo>
                    <a:close/>
                    <a:moveTo>
                      <a:pt x="808038" y="307975"/>
                    </a:moveTo>
                    <a:cubicBezTo>
                      <a:pt x="853926" y="307975"/>
                      <a:pt x="853926" y="307975"/>
                      <a:pt x="853926" y="307975"/>
                    </a:cubicBezTo>
                    <a:cubicBezTo>
                      <a:pt x="863395" y="307975"/>
                      <a:pt x="869950" y="315156"/>
                      <a:pt x="869950" y="323056"/>
                    </a:cubicBezTo>
                    <a:cubicBezTo>
                      <a:pt x="869950" y="330955"/>
                      <a:pt x="863395" y="338137"/>
                      <a:pt x="853926" y="338137"/>
                    </a:cubicBezTo>
                    <a:cubicBezTo>
                      <a:pt x="838630" y="338137"/>
                      <a:pt x="823334" y="338137"/>
                      <a:pt x="808038" y="338137"/>
                    </a:cubicBezTo>
                    <a:cubicBezTo>
                      <a:pt x="808038" y="338137"/>
                      <a:pt x="808038" y="338137"/>
                      <a:pt x="808038" y="307975"/>
                    </a:cubicBezTo>
                    <a:close/>
                    <a:moveTo>
                      <a:pt x="15044" y="249237"/>
                    </a:moveTo>
                    <a:cubicBezTo>
                      <a:pt x="42266" y="249237"/>
                      <a:pt x="67339" y="249237"/>
                      <a:pt x="90979" y="249237"/>
                    </a:cubicBezTo>
                    <a:cubicBezTo>
                      <a:pt x="95994" y="249237"/>
                      <a:pt x="101009" y="249237"/>
                      <a:pt x="106740" y="249237"/>
                    </a:cubicBezTo>
                    <a:cubicBezTo>
                      <a:pt x="111754" y="249237"/>
                      <a:pt x="116769" y="249237"/>
                      <a:pt x="122500" y="249237"/>
                    </a:cubicBezTo>
                    <a:cubicBezTo>
                      <a:pt x="126798" y="249237"/>
                      <a:pt x="131096" y="249237"/>
                      <a:pt x="136111" y="249237"/>
                    </a:cubicBezTo>
                    <a:cubicBezTo>
                      <a:pt x="141125" y="249237"/>
                      <a:pt x="146140" y="249237"/>
                      <a:pt x="151871" y="249237"/>
                    </a:cubicBezTo>
                    <a:cubicBezTo>
                      <a:pt x="156886" y="249237"/>
                      <a:pt x="161900" y="249237"/>
                      <a:pt x="167631" y="249237"/>
                    </a:cubicBezTo>
                    <a:cubicBezTo>
                      <a:pt x="181958" y="249237"/>
                      <a:pt x="195570" y="249237"/>
                      <a:pt x="209181" y="249237"/>
                    </a:cubicBezTo>
                    <a:cubicBezTo>
                      <a:pt x="229955" y="249237"/>
                      <a:pt x="249297" y="249237"/>
                      <a:pt x="266490" y="249237"/>
                    </a:cubicBezTo>
                    <a:cubicBezTo>
                      <a:pt x="272221" y="249237"/>
                      <a:pt x="277236" y="249237"/>
                      <a:pt x="282250" y="249237"/>
                    </a:cubicBezTo>
                    <a:cubicBezTo>
                      <a:pt x="287981" y="249237"/>
                      <a:pt x="292996" y="249237"/>
                      <a:pt x="298011" y="249237"/>
                    </a:cubicBezTo>
                    <a:cubicBezTo>
                      <a:pt x="303742" y="249237"/>
                      <a:pt x="308756" y="249237"/>
                      <a:pt x="313771" y="249237"/>
                    </a:cubicBezTo>
                    <a:cubicBezTo>
                      <a:pt x="319502" y="249237"/>
                      <a:pt x="324516" y="249237"/>
                      <a:pt x="329531" y="249237"/>
                    </a:cubicBezTo>
                    <a:cubicBezTo>
                      <a:pt x="334546" y="249237"/>
                      <a:pt x="338844" y="249237"/>
                      <a:pt x="343142" y="249237"/>
                    </a:cubicBezTo>
                    <a:cubicBezTo>
                      <a:pt x="348873" y="249237"/>
                      <a:pt x="354604" y="249237"/>
                      <a:pt x="358902" y="249237"/>
                    </a:cubicBezTo>
                    <a:cubicBezTo>
                      <a:pt x="364633" y="249237"/>
                      <a:pt x="370364" y="249237"/>
                      <a:pt x="374662" y="249237"/>
                    </a:cubicBezTo>
                    <a:cubicBezTo>
                      <a:pt x="440568" y="249237"/>
                      <a:pt x="440568" y="249237"/>
                      <a:pt x="440568" y="249237"/>
                    </a:cubicBezTo>
                    <a:cubicBezTo>
                      <a:pt x="447016" y="249237"/>
                      <a:pt x="452030" y="252190"/>
                      <a:pt x="454179" y="258097"/>
                    </a:cubicBezTo>
                    <a:cubicBezTo>
                      <a:pt x="455612" y="260312"/>
                      <a:pt x="455612" y="262528"/>
                      <a:pt x="455612" y="265481"/>
                    </a:cubicBezTo>
                    <a:cubicBezTo>
                      <a:pt x="455612" y="273603"/>
                      <a:pt x="449881" y="280987"/>
                      <a:pt x="440568" y="280987"/>
                    </a:cubicBezTo>
                    <a:cubicBezTo>
                      <a:pt x="417645" y="280987"/>
                      <a:pt x="395437" y="280987"/>
                      <a:pt x="374662" y="280987"/>
                    </a:cubicBezTo>
                    <a:cubicBezTo>
                      <a:pt x="369648" y="280987"/>
                      <a:pt x="364633" y="280987"/>
                      <a:pt x="358902" y="280987"/>
                    </a:cubicBezTo>
                    <a:cubicBezTo>
                      <a:pt x="353888" y="280987"/>
                      <a:pt x="348873" y="280987"/>
                      <a:pt x="343142" y="280987"/>
                    </a:cubicBezTo>
                    <a:cubicBezTo>
                      <a:pt x="338844" y="280987"/>
                      <a:pt x="334546" y="280987"/>
                      <a:pt x="329531" y="280987"/>
                    </a:cubicBezTo>
                    <a:cubicBezTo>
                      <a:pt x="324516" y="280987"/>
                      <a:pt x="319502" y="280987"/>
                      <a:pt x="313771" y="280987"/>
                    </a:cubicBezTo>
                    <a:cubicBezTo>
                      <a:pt x="308756" y="280987"/>
                      <a:pt x="303742" y="280987"/>
                      <a:pt x="298011" y="280987"/>
                    </a:cubicBezTo>
                    <a:cubicBezTo>
                      <a:pt x="292996" y="280987"/>
                      <a:pt x="287981" y="280987"/>
                      <a:pt x="282250" y="280987"/>
                    </a:cubicBezTo>
                    <a:cubicBezTo>
                      <a:pt x="277236" y="280987"/>
                      <a:pt x="272221" y="280987"/>
                      <a:pt x="266490" y="280987"/>
                    </a:cubicBezTo>
                    <a:cubicBezTo>
                      <a:pt x="227806" y="280987"/>
                      <a:pt x="194853" y="280987"/>
                      <a:pt x="167631" y="280987"/>
                    </a:cubicBezTo>
                    <a:cubicBezTo>
                      <a:pt x="161900" y="280987"/>
                      <a:pt x="156886" y="280987"/>
                      <a:pt x="151871" y="280987"/>
                    </a:cubicBezTo>
                    <a:cubicBezTo>
                      <a:pt x="146140" y="280987"/>
                      <a:pt x="141125" y="280987"/>
                      <a:pt x="136111" y="280987"/>
                    </a:cubicBezTo>
                    <a:cubicBezTo>
                      <a:pt x="131096" y="280987"/>
                      <a:pt x="126798" y="280987"/>
                      <a:pt x="122500" y="280987"/>
                    </a:cubicBezTo>
                    <a:cubicBezTo>
                      <a:pt x="116769" y="280987"/>
                      <a:pt x="111038" y="280987"/>
                      <a:pt x="106740" y="280987"/>
                    </a:cubicBezTo>
                    <a:cubicBezTo>
                      <a:pt x="101009" y="280987"/>
                      <a:pt x="95278" y="280987"/>
                      <a:pt x="90979" y="280987"/>
                    </a:cubicBezTo>
                    <a:cubicBezTo>
                      <a:pt x="15044" y="280987"/>
                      <a:pt x="15044" y="280987"/>
                      <a:pt x="15044" y="280987"/>
                    </a:cubicBezTo>
                    <a:cubicBezTo>
                      <a:pt x="6448" y="280987"/>
                      <a:pt x="0" y="273603"/>
                      <a:pt x="0" y="265481"/>
                    </a:cubicBezTo>
                    <a:cubicBezTo>
                      <a:pt x="0" y="255882"/>
                      <a:pt x="6448" y="249237"/>
                      <a:pt x="15044" y="249237"/>
                    </a:cubicBezTo>
                    <a:close/>
                    <a:moveTo>
                      <a:pt x="601663" y="227012"/>
                    </a:moveTo>
                    <a:cubicBezTo>
                      <a:pt x="646907" y="227012"/>
                      <a:pt x="646907" y="227012"/>
                      <a:pt x="646907" y="227012"/>
                    </a:cubicBezTo>
                    <a:cubicBezTo>
                      <a:pt x="653370" y="227012"/>
                      <a:pt x="658397" y="230620"/>
                      <a:pt x="660552" y="235671"/>
                    </a:cubicBezTo>
                    <a:cubicBezTo>
                      <a:pt x="661270" y="237836"/>
                      <a:pt x="661988" y="240001"/>
                      <a:pt x="661988" y="242887"/>
                    </a:cubicBezTo>
                    <a:cubicBezTo>
                      <a:pt x="661988" y="251546"/>
                      <a:pt x="655525" y="258762"/>
                      <a:pt x="646907" y="258762"/>
                    </a:cubicBezTo>
                    <a:cubicBezTo>
                      <a:pt x="631108" y="258762"/>
                      <a:pt x="616026" y="258762"/>
                      <a:pt x="601663" y="258762"/>
                    </a:cubicBezTo>
                    <a:cubicBezTo>
                      <a:pt x="601663" y="258762"/>
                      <a:pt x="601663" y="258762"/>
                      <a:pt x="601663" y="235671"/>
                    </a:cubicBezTo>
                    <a:cubicBezTo>
                      <a:pt x="601663" y="235671"/>
                      <a:pt x="601663" y="235671"/>
                      <a:pt x="601663" y="227012"/>
                    </a:cubicBezTo>
                    <a:close/>
                    <a:moveTo>
                      <a:pt x="808038" y="204787"/>
                    </a:moveTo>
                    <a:cubicBezTo>
                      <a:pt x="853926" y="204787"/>
                      <a:pt x="853926" y="204787"/>
                      <a:pt x="853926" y="204787"/>
                    </a:cubicBezTo>
                    <a:cubicBezTo>
                      <a:pt x="863395" y="204787"/>
                      <a:pt x="869950" y="211100"/>
                      <a:pt x="869950" y="219517"/>
                    </a:cubicBezTo>
                    <a:cubicBezTo>
                      <a:pt x="869950" y="227934"/>
                      <a:pt x="863395" y="234949"/>
                      <a:pt x="853926" y="234949"/>
                    </a:cubicBezTo>
                    <a:cubicBezTo>
                      <a:pt x="838630" y="234949"/>
                      <a:pt x="823334" y="234949"/>
                      <a:pt x="808038" y="234949"/>
                    </a:cubicBezTo>
                    <a:cubicBezTo>
                      <a:pt x="808038" y="234949"/>
                      <a:pt x="808038" y="234949"/>
                      <a:pt x="808038" y="204787"/>
                    </a:cubicBezTo>
                    <a:close/>
                    <a:moveTo>
                      <a:pt x="601663" y="125412"/>
                    </a:moveTo>
                    <a:cubicBezTo>
                      <a:pt x="646907" y="125412"/>
                      <a:pt x="646907" y="125412"/>
                      <a:pt x="646907" y="125412"/>
                    </a:cubicBezTo>
                    <a:cubicBezTo>
                      <a:pt x="653370" y="125412"/>
                      <a:pt x="658397" y="128218"/>
                      <a:pt x="660552" y="133829"/>
                    </a:cubicBezTo>
                    <a:cubicBezTo>
                      <a:pt x="661270" y="135934"/>
                      <a:pt x="661988" y="138038"/>
                      <a:pt x="661988" y="140142"/>
                    </a:cubicBezTo>
                    <a:cubicBezTo>
                      <a:pt x="661988" y="148559"/>
                      <a:pt x="655525" y="155574"/>
                      <a:pt x="646907" y="155574"/>
                    </a:cubicBezTo>
                    <a:cubicBezTo>
                      <a:pt x="631108" y="155574"/>
                      <a:pt x="616026" y="155574"/>
                      <a:pt x="601663" y="155574"/>
                    </a:cubicBezTo>
                    <a:cubicBezTo>
                      <a:pt x="601663" y="155574"/>
                      <a:pt x="601663" y="155574"/>
                      <a:pt x="601663" y="133829"/>
                    </a:cubicBezTo>
                    <a:cubicBezTo>
                      <a:pt x="601663" y="133829"/>
                      <a:pt x="601663" y="133829"/>
                      <a:pt x="601663" y="125412"/>
                    </a:cubicBezTo>
                    <a:close/>
                    <a:moveTo>
                      <a:pt x="808038" y="101600"/>
                    </a:moveTo>
                    <a:cubicBezTo>
                      <a:pt x="853926" y="101600"/>
                      <a:pt x="853926" y="101600"/>
                      <a:pt x="853926" y="101600"/>
                    </a:cubicBezTo>
                    <a:cubicBezTo>
                      <a:pt x="863395" y="101600"/>
                      <a:pt x="869950" y="108816"/>
                      <a:pt x="869950" y="117475"/>
                    </a:cubicBezTo>
                    <a:cubicBezTo>
                      <a:pt x="869950" y="126134"/>
                      <a:pt x="863395" y="133350"/>
                      <a:pt x="853926" y="133350"/>
                    </a:cubicBezTo>
                    <a:cubicBezTo>
                      <a:pt x="838630" y="133350"/>
                      <a:pt x="823334" y="133350"/>
                      <a:pt x="808038" y="133350"/>
                    </a:cubicBezTo>
                    <a:cubicBezTo>
                      <a:pt x="808038" y="133350"/>
                      <a:pt x="808038" y="133350"/>
                      <a:pt x="808038" y="101600"/>
                    </a:cubicBezTo>
                    <a:close/>
                    <a:moveTo>
                      <a:pt x="808038" y="0"/>
                    </a:moveTo>
                    <a:cubicBezTo>
                      <a:pt x="853926" y="0"/>
                      <a:pt x="853926" y="0"/>
                      <a:pt x="853926" y="0"/>
                    </a:cubicBezTo>
                    <a:cubicBezTo>
                      <a:pt x="863395" y="0"/>
                      <a:pt x="869950" y="6313"/>
                      <a:pt x="869950" y="14730"/>
                    </a:cubicBezTo>
                    <a:cubicBezTo>
                      <a:pt x="869950" y="23147"/>
                      <a:pt x="863395" y="30162"/>
                      <a:pt x="853926" y="30162"/>
                    </a:cubicBezTo>
                    <a:cubicBezTo>
                      <a:pt x="838630" y="30162"/>
                      <a:pt x="823334" y="30162"/>
                      <a:pt x="808038" y="30162"/>
                    </a:cubicBezTo>
                    <a:cubicBezTo>
                      <a:pt x="808038" y="30162"/>
                      <a:pt x="808038" y="30162"/>
                      <a:pt x="808038"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grpSp>
      <p:sp>
        <p:nvSpPr>
          <p:cNvPr id="236" name="Moon 235">
            <a:extLst>
              <a:ext uri="{FF2B5EF4-FFF2-40B4-BE49-F238E27FC236}">
                <a16:creationId xmlns:a16="http://schemas.microsoft.com/office/drawing/2014/main" id="{C3128EA5-1B0B-461D-B8C9-AF33622242AE}"/>
              </a:ext>
            </a:extLst>
          </p:cNvPr>
          <p:cNvSpPr/>
          <p:nvPr/>
        </p:nvSpPr>
        <p:spPr>
          <a:xfrm rot="5400000">
            <a:off x="4986658" y="1417395"/>
            <a:ext cx="384642" cy="769285"/>
          </a:xfrm>
          <a:prstGeom prst="moon">
            <a:avLst>
              <a:gd name="adj" fmla="val 6667"/>
            </a:avLst>
          </a:prstGeom>
          <a:solidFill>
            <a:schemeClr val="tx2"/>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237" name="Oval 20">
            <a:extLst>
              <a:ext uri="{FF2B5EF4-FFF2-40B4-BE49-F238E27FC236}">
                <a16:creationId xmlns:a16="http://schemas.microsoft.com/office/drawing/2014/main" id="{60D00CD5-7ED1-4B8A-BAD7-7137D34C330D}"/>
              </a:ext>
            </a:extLst>
          </p:cNvPr>
          <p:cNvSpPr>
            <a:spLocks noChangeAspect="1" noChangeArrowheads="1"/>
          </p:cNvSpPr>
          <p:nvPr/>
        </p:nvSpPr>
        <p:spPr bwMode="auto">
          <a:xfrm>
            <a:off x="4794336" y="1570245"/>
            <a:ext cx="217426" cy="217425"/>
          </a:xfrm>
          <a:prstGeom prst="ellipse">
            <a:avLst/>
          </a:prstGeom>
          <a:solidFill>
            <a:srgbClr val="006863"/>
          </a:solidFill>
          <a:ln w="9525" cap="flat" cmpd="sng" algn="ctr">
            <a:solidFill>
              <a:srgbClr val="FFFFFF"/>
            </a:solidFill>
            <a:prstDash val="solid"/>
            <a:round/>
            <a:headEnd type="none" w="med" len="med"/>
            <a:tailEnd type="none" w="med" len="med"/>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rebuchet MS"/>
                <a:ea typeface="+mn-ea"/>
                <a:cs typeface="+mn-cs"/>
              </a:rPr>
              <a:t>2</a:t>
            </a:r>
          </a:p>
        </p:txBody>
      </p:sp>
      <p:grpSp>
        <p:nvGrpSpPr>
          <p:cNvPr id="83" name="bcgIcons_Slide with Graphs">
            <a:extLst>
              <a:ext uri="{FF2B5EF4-FFF2-40B4-BE49-F238E27FC236}">
                <a16:creationId xmlns:a16="http://schemas.microsoft.com/office/drawing/2014/main" id="{DFD94349-03E8-CABE-5004-5E726B9CC563}"/>
              </a:ext>
            </a:extLst>
          </p:cNvPr>
          <p:cNvGrpSpPr>
            <a:grpSpLocks/>
          </p:cNvGrpSpPr>
          <p:nvPr/>
        </p:nvGrpSpPr>
        <p:grpSpPr>
          <a:xfrm>
            <a:off x="5037918" y="1717997"/>
            <a:ext cx="282119" cy="282378"/>
            <a:chOff x="5273675" y="2606675"/>
            <a:chExt cx="1644650" cy="1644650"/>
          </a:xfrm>
        </p:grpSpPr>
        <p:sp>
          <p:nvSpPr>
            <p:cNvPr id="84" name="AutoShape 3">
              <a:extLst>
                <a:ext uri="{FF2B5EF4-FFF2-40B4-BE49-F238E27FC236}">
                  <a16:creationId xmlns:a16="http://schemas.microsoft.com/office/drawing/2014/main" id="{472781B8-1BD0-6422-12CE-023DA58DBF7E}"/>
                </a:ext>
              </a:extLst>
            </p:cNvPr>
            <p:cNvSpPr>
              <a:spLocks noChangeAspect="1" noChangeArrowheads="1" noTextEdi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nvGrpSpPr>
            <p:cNvPr id="85" name="Group 84">
              <a:extLst>
                <a:ext uri="{FF2B5EF4-FFF2-40B4-BE49-F238E27FC236}">
                  <a16:creationId xmlns:a16="http://schemas.microsoft.com/office/drawing/2014/main" id="{F5C90B48-A615-DAAA-A1A3-B3660AE49E68}"/>
                </a:ext>
              </a:extLst>
            </p:cNvPr>
            <p:cNvGrpSpPr/>
            <p:nvPr/>
          </p:nvGrpSpPr>
          <p:grpSpPr>
            <a:xfrm>
              <a:off x="5444331" y="2963069"/>
              <a:ext cx="1303338" cy="931863"/>
              <a:chOff x="5444331" y="2963069"/>
              <a:chExt cx="1303338" cy="931863"/>
            </a:xfrm>
          </p:grpSpPr>
          <p:sp>
            <p:nvSpPr>
              <p:cNvPr id="86" name="Freeform 5">
                <a:extLst>
                  <a:ext uri="{FF2B5EF4-FFF2-40B4-BE49-F238E27FC236}">
                    <a16:creationId xmlns:a16="http://schemas.microsoft.com/office/drawing/2014/main" id="{9EC62E8B-E957-0ADA-79C6-650804608EB7}"/>
                  </a:ext>
                </a:extLst>
              </p:cNvPr>
              <p:cNvSpPr>
                <a:spLocks noEditPoints="1"/>
              </p:cNvSpPr>
              <p:nvPr/>
            </p:nvSpPr>
            <p:spPr bwMode="auto">
              <a:xfrm>
                <a:off x="5444331" y="2963069"/>
                <a:ext cx="1303338" cy="931863"/>
              </a:xfrm>
              <a:custGeom>
                <a:avLst/>
                <a:gdLst>
                  <a:gd name="T0" fmla="*/ 1804 w 1826"/>
                  <a:gd name="T1" fmla="*/ 0 h 1306"/>
                  <a:gd name="T2" fmla="*/ 22 w 1826"/>
                  <a:gd name="T3" fmla="*/ 0 h 1306"/>
                  <a:gd name="T4" fmla="*/ 0 w 1826"/>
                  <a:gd name="T5" fmla="*/ 22 h 1306"/>
                  <a:gd name="T6" fmla="*/ 0 w 1826"/>
                  <a:gd name="T7" fmla="*/ 1284 h 1306"/>
                  <a:gd name="T8" fmla="*/ 22 w 1826"/>
                  <a:gd name="T9" fmla="*/ 1306 h 1306"/>
                  <a:gd name="T10" fmla="*/ 1804 w 1826"/>
                  <a:gd name="T11" fmla="*/ 1306 h 1306"/>
                  <a:gd name="T12" fmla="*/ 1826 w 1826"/>
                  <a:gd name="T13" fmla="*/ 1284 h 1306"/>
                  <a:gd name="T14" fmla="*/ 1826 w 1826"/>
                  <a:gd name="T15" fmla="*/ 22 h 1306"/>
                  <a:gd name="T16" fmla="*/ 1804 w 1826"/>
                  <a:gd name="T17" fmla="*/ 0 h 1306"/>
                  <a:gd name="T18" fmla="*/ 1782 w 1826"/>
                  <a:gd name="T19" fmla="*/ 1262 h 1306"/>
                  <a:gd name="T20" fmla="*/ 44 w 1826"/>
                  <a:gd name="T21" fmla="*/ 1262 h 1306"/>
                  <a:gd name="T22" fmla="*/ 44 w 1826"/>
                  <a:gd name="T23" fmla="*/ 44 h 1306"/>
                  <a:gd name="T24" fmla="*/ 1782 w 1826"/>
                  <a:gd name="T25" fmla="*/ 44 h 1306"/>
                  <a:gd name="T26" fmla="*/ 1782 w 1826"/>
                  <a:gd name="T27" fmla="*/ 1262 h 1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26" h="1306">
                    <a:moveTo>
                      <a:pt x="1804" y="0"/>
                    </a:moveTo>
                    <a:cubicBezTo>
                      <a:pt x="22" y="0"/>
                      <a:pt x="22" y="0"/>
                      <a:pt x="22" y="0"/>
                    </a:cubicBezTo>
                    <a:cubicBezTo>
                      <a:pt x="10" y="0"/>
                      <a:pt x="0" y="9"/>
                      <a:pt x="0" y="22"/>
                    </a:cubicBezTo>
                    <a:cubicBezTo>
                      <a:pt x="0" y="1284"/>
                      <a:pt x="0" y="1284"/>
                      <a:pt x="0" y="1284"/>
                    </a:cubicBezTo>
                    <a:cubicBezTo>
                      <a:pt x="0" y="1297"/>
                      <a:pt x="10" y="1306"/>
                      <a:pt x="22" y="1306"/>
                    </a:cubicBezTo>
                    <a:cubicBezTo>
                      <a:pt x="1804" y="1306"/>
                      <a:pt x="1804" y="1306"/>
                      <a:pt x="1804" y="1306"/>
                    </a:cubicBezTo>
                    <a:cubicBezTo>
                      <a:pt x="1816" y="1306"/>
                      <a:pt x="1826" y="1297"/>
                      <a:pt x="1826" y="1284"/>
                    </a:cubicBezTo>
                    <a:cubicBezTo>
                      <a:pt x="1826" y="22"/>
                      <a:pt x="1826" y="22"/>
                      <a:pt x="1826" y="22"/>
                    </a:cubicBezTo>
                    <a:cubicBezTo>
                      <a:pt x="1826" y="9"/>
                      <a:pt x="1816" y="0"/>
                      <a:pt x="1804" y="0"/>
                    </a:cubicBezTo>
                    <a:close/>
                    <a:moveTo>
                      <a:pt x="1782" y="1262"/>
                    </a:moveTo>
                    <a:cubicBezTo>
                      <a:pt x="44" y="1262"/>
                      <a:pt x="44" y="1262"/>
                      <a:pt x="44" y="1262"/>
                    </a:cubicBezTo>
                    <a:cubicBezTo>
                      <a:pt x="44" y="44"/>
                      <a:pt x="44" y="44"/>
                      <a:pt x="44" y="44"/>
                    </a:cubicBezTo>
                    <a:cubicBezTo>
                      <a:pt x="1782" y="44"/>
                      <a:pt x="1782" y="44"/>
                      <a:pt x="1782" y="44"/>
                    </a:cubicBezTo>
                    <a:cubicBezTo>
                      <a:pt x="1782" y="1262"/>
                      <a:pt x="1782" y="1262"/>
                      <a:pt x="1782" y="126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87" name="Freeform 6">
                <a:extLst>
                  <a:ext uri="{FF2B5EF4-FFF2-40B4-BE49-F238E27FC236}">
                    <a16:creationId xmlns:a16="http://schemas.microsoft.com/office/drawing/2014/main" id="{9F045ECA-6767-72A3-8028-EFCE44B6C0D7}"/>
                  </a:ext>
                </a:extLst>
              </p:cNvPr>
              <p:cNvSpPr>
                <a:spLocks/>
              </p:cNvSpPr>
              <p:nvPr/>
            </p:nvSpPr>
            <p:spPr bwMode="auto">
              <a:xfrm>
                <a:off x="5506244" y="3026569"/>
                <a:ext cx="1177925" cy="806450"/>
              </a:xfrm>
              <a:custGeom>
                <a:avLst/>
                <a:gdLst>
                  <a:gd name="connsiteX0" fmla="*/ 80811 w 1177925"/>
                  <a:gd name="connsiteY0" fmla="*/ 701675 h 806450"/>
                  <a:gd name="connsiteX1" fmla="*/ 65087 w 1177925"/>
                  <a:gd name="connsiteY1" fmla="*/ 717550 h 806450"/>
                  <a:gd name="connsiteX2" fmla="*/ 80811 w 1177925"/>
                  <a:gd name="connsiteY2" fmla="*/ 733425 h 806450"/>
                  <a:gd name="connsiteX3" fmla="*/ 1097114 w 1177925"/>
                  <a:gd name="connsiteY3" fmla="*/ 733425 h 806450"/>
                  <a:gd name="connsiteX4" fmla="*/ 1112837 w 1177925"/>
                  <a:gd name="connsiteY4" fmla="*/ 717550 h 806450"/>
                  <a:gd name="connsiteX5" fmla="*/ 1097114 w 1177925"/>
                  <a:gd name="connsiteY5" fmla="*/ 701675 h 806450"/>
                  <a:gd name="connsiteX6" fmla="*/ 80811 w 1177925"/>
                  <a:gd name="connsiteY6" fmla="*/ 701675 h 806450"/>
                  <a:gd name="connsiteX7" fmla="*/ 80811 w 1177925"/>
                  <a:gd name="connsiteY7" fmla="*/ 619125 h 806450"/>
                  <a:gd name="connsiteX8" fmla="*/ 65087 w 1177925"/>
                  <a:gd name="connsiteY8" fmla="*/ 635000 h 806450"/>
                  <a:gd name="connsiteX9" fmla="*/ 80811 w 1177925"/>
                  <a:gd name="connsiteY9" fmla="*/ 650875 h 806450"/>
                  <a:gd name="connsiteX10" fmla="*/ 1097114 w 1177925"/>
                  <a:gd name="connsiteY10" fmla="*/ 650875 h 806450"/>
                  <a:gd name="connsiteX11" fmla="*/ 1112837 w 1177925"/>
                  <a:gd name="connsiteY11" fmla="*/ 635000 h 806450"/>
                  <a:gd name="connsiteX12" fmla="*/ 1097114 w 1177925"/>
                  <a:gd name="connsiteY12" fmla="*/ 619125 h 806450"/>
                  <a:gd name="connsiteX13" fmla="*/ 80811 w 1177925"/>
                  <a:gd name="connsiteY13" fmla="*/ 619125 h 806450"/>
                  <a:gd name="connsiteX14" fmla="*/ 80811 w 1177925"/>
                  <a:gd name="connsiteY14" fmla="*/ 536575 h 806450"/>
                  <a:gd name="connsiteX15" fmla="*/ 65087 w 1177925"/>
                  <a:gd name="connsiteY15" fmla="*/ 552450 h 806450"/>
                  <a:gd name="connsiteX16" fmla="*/ 80811 w 1177925"/>
                  <a:gd name="connsiteY16" fmla="*/ 568325 h 806450"/>
                  <a:gd name="connsiteX17" fmla="*/ 1097114 w 1177925"/>
                  <a:gd name="connsiteY17" fmla="*/ 568325 h 806450"/>
                  <a:gd name="connsiteX18" fmla="*/ 1112837 w 1177925"/>
                  <a:gd name="connsiteY18" fmla="*/ 552450 h 806450"/>
                  <a:gd name="connsiteX19" fmla="*/ 1097114 w 1177925"/>
                  <a:gd name="connsiteY19" fmla="*/ 536575 h 806450"/>
                  <a:gd name="connsiteX20" fmla="*/ 80811 w 1177925"/>
                  <a:gd name="connsiteY20" fmla="*/ 536575 h 806450"/>
                  <a:gd name="connsiteX21" fmla="*/ 93951 w 1177925"/>
                  <a:gd name="connsiteY21" fmla="*/ 304800 h 806450"/>
                  <a:gd name="connsiteX22" fmla="*/ 80962 w 1177925"/>
                  <a:gd name="connsiteY22" fmla="*/ 317598 h 806450"/>
                  <a:gd name="connsiteX23" fmla="*/ 80962 w 1177925"/>
                  <a:gd name="connsiteY23" fmla="*/ 476152 h 806450"/>
                  <a:gd name="connsiteX24" fmla="*/ 93951 w 1177925"/>
                  <a:gd name="connsiteY24" fmla="*/ 488950 h 806450"/>
                  <a:gd name="connsiteX25" fmla="*/ 163224 w 1177925"/>
                  <a:gd name="connsiteY25" fmla="*/ 488950 h 806450"/>
                  <a:gd name="connsiteX26" fmla="*/ 176212 w 1177925"/>
                  <a:gd name="connsiteY26" fmla="*/ 476152 h 806450"/>
                  <a:gd name="connsiteX27" fmla="*/ 176212 w 1177925"/>
                  <a:gd name="connsiteY27" fmla="*/ 317598 h 806450"/>
                  <a:gd name="connsiteX28" fmla="*/ 163224 w 1177925"/>
                  <a:gd name="connsiteY28" fmla="*/ 304800 h 806450"/>
                  <a:gd name="connsiteX29" fmla="*/ 93951 w 1177925"/>
                  <a:gd name="connsiteY29" fmla="*/ 304800 h 806450"/>
                  <a:gd name="connsiteX30" fmla="*/ 209839 w 1177925"/>
                  <a:gd name="connsiteY30" fmla="*/ 233363 h 806450"/>
                  <a:gd name="connsiteX31" fmla="*/ 196850 w 1177925"/>
                  <a:gd name="connsiteY31" fmla="*/ 246178 h 806450"/>
                  <a:gd name="connsiteX32" fmla="*/ 196850 w 1177925"/>
                  <a:gd name="connsiteY32" fmla="*/ 476136 h 806450"/>
                  <a:gd name="connsiteX33" fmla="*/ 209839 w 1177925"/>
                  <a:gd name="connsiteY33" fmla="*/ 488951 h 806450"/>
                  <a:gd name="connsiteX34" fmla="*/ 279112 w 1177925"/>
                  <a:gd name="connsiteY34" fmla="*/ 488951 h 806450"/>
                  <a:gd name="connsiteX35" fmla="*/ 292100 w 1177925"/>
                  <a:gd name="connsiteY35" fmla="*/ 476136 h 806450"/>
                  <a:gd name="connsiteX36" fmla="*/ 292100 w 1177925"/>
                  <a:gd name="connsiteY36" fmla="*/ 246178 h 806450"/>
                  <a:gd name="connsiteX37" fmla="*/ 279112 w 1177925"/>
                  <a:gd name="connsiteY37" fmla="*/ 233363 h 806450"/>
                  <a:gd name="connsiteX38" fmla="*/ 209839 w 1177925"/>
                  <a:gd name="connsiteY38" fmla="*/ 233363 h 806450"/>
                  <a:gd name="connsiteX39" fmla="*/ 325509 w 1177925"/>
                  <a:gd name="connsiteY39" fmla="*/ 152400 h 806450"/>
                  <a:gd name="connsiteX40" fmla="*/ 312737 w 1177925"/>
                  <a:gd name="connsiteY40" fmla="*/ 165235 h 806450"/>
                  <a:gd name="connsiteX41" fmla="*/ 312737 w 1177925"/>
                  <a:gd name="connsiteY41" fmla="*/ 476116 h 806450"/>
                  <a:gd name="connsiteX42" fmla="*/ 325509 w 1177925"/>
                  <a:gd name="connsiteY42" fmla="*/ 488950 h 806450"/>
                  <a:gd name="connsiteX43" fmla="*/ 393628 w 1177925"/>
                  <a:gd name="connsiteY43" fmla="*/ 488950 h 806450"/>
                  <a:gd name="connsiteX44" fmla="*/ 406400 w 1177925"/>
                  <a:gd name="connsiteY44" fmla="*/ 476116 h 806450"/>
                  <a:gd name="connsiteX45" fmla="*/ 406400 w 1177925"/>
                  <a:gd name="connsiteY45" fmla="*/ 165235 h 806450"/>
                  <a:gd name="connsiteX46" fmla="*/ 393628 w 1177925"/>
                  <a:gd name="connsiteY46" fmla="*/ 152400 h 806450"/>
                  <a:gd name="connsiteX47" fmla="*/ 325509 w 1177925"/>
                  <a:gd name="connsiteY47" fmla="*/ 152400 h 806450"/>
                  <a:gd name="connsiteX48" fmla="*/ 877650 w 1177925"/>
                  <a:gd name="connsiteY48" fmla="*/ 79375 h 806450"/>
                  <a:gd name="connsiteX49" fmla="*/ 882650 w 1177925"/>
                  <a:gd name="connsiteY49" fmla="*/ 80089 h 806450"/>
                  <a:gd name="connsiteX50" fmla="*/ 877650 w 1177925"/>
                  <a:gd name="connsiteY50" fmla="*/ 271463 h 806450"/>
                  <a:gd name="connsiteX51" fmla="*/ 725487 w 1177925"/>
                  <a:gd name="connsiteY51" fmla="*/ 157210 h 806450"/>
                  <a:gd name="connsiteX52" fmla="*/ 877650 w 1177925"/>
                  <a:gd name="connsiteY52" fmla="*/ 79375 h 806450"/>
                  <a:gd name="connsiteX53" fmla="*/ 876738 w 1177925"/>
                  <a:gd name="connsiteY53" fmla="*/ 47625 h 806450"/>
                  <a:gd name="connsiteX54" fmla="*/ 657225 w 1177925"/>
                  <a:gd name="connsiteY54" fmla="*/ 268288 h 806450"/>
                  <a:gd name="connsiteX55" fmla="*/ 777672 w 1177925"/>
                  <a:gd name="connsiteY55" fmla="*/ 465384 h 806450"/>
                  <a:gd name="connsiteX56" fmla="*/ 876025 w 1177925"/>
                  <a:gd name="connsiteY56" fmla="*/ 488950 h 806450"/>
                  <a:gd name="connsiteX57" fmla="*/ 876738 w 1177925"/>
                  <a:gd name="connsiteY57" fmla="*/ 488950 h 806450"/>
                  <a:gd name="connsiteX58" fmla="*/ 1096963 w 1177925"/>
                  <a:gd name="connsiteY58" fmla="*/ 268288 h 806450"/>
                  <a:gd name="connsiteX59" fmla="*/ 895981 w 1177925"/>
                  <a:gd name="connsiteY59" fmla="*/ 49053 h 806450"/>
                  <a:gd name="connsiteX60" fmla="*/ 889567 w 1177925"/>
                  <a:gd name="connsiteY60" fmla="*/ 48339 h 806450"/>
                  <a:gd name="connsiteX61" fmla="*/ 887428 w 1177925"/>
                  <a:gd name="connsiteY61" fmla="*/ 48339 h 806450"/>
                  <a:gd name="connsiteX62" fmla="*/ 882440 w 1177925"/>
                  <a:gd name="connsiteY62" fmla="*/ 47625 h 806450"/>
                  <a:gd name="connsiteX63" fmla="*/ 882440 w 1177925"/>
                  <a:gd name="connsiteY63" fmla="*/ 48339 h 806450"/>
                  <a:gd name="connsiteX64" fmla="*/ 876738 w 1177925"/>
                  <a:gd name="connsiteY64" fmla="*/ 47625 h 806450"/>
                  <a:gd name="connsiteX65" fmla="*/ 439907 w 1177925"/>
                  <a:gd name="connsiteY65" fmla="*/ 47625 h 806450"/>
                  <a:gd name="connsiteX66" fmla="*/ 427037 w 1177925"/>
                  <a:gd name="connsiteY66" fmla="*/ 60479 h 806450"/>
                  <a:gd name="connsiteX67" fmla="*/ 427037 w 1177925"/>
                  <a:gd name="connsiteY67" fmla="*/ 476096 h 806450"/>
                  <a:gd name="connsiteX68" fmla="*/ 439907 w 1177925"/>
                  <a:gd name="connsiteY68" fmla="*/ 488950 h 806450"/>
                  <a:gd name="connsiteX69" fmla="*/ 507831 w 1177925"/>
                  <a:gd name="connsiteY69" fmla="*/ 488950 h 806450"/>
                  <a:gd name="connsiteX70" fmla="*/ 520700 w 1177925"/>
                  <a:gd name="connsiteY70" fmla="*/ 476096 h 806450"/>
                  <a:gd name="connsiteX71" fmla="*/ 520700 w 1177925"/>
                  <a:gd name="connsiteY71" fmla="*/ 60479 h 806450"/>
                  <a:gd name="connsiteX72" fmla="*/ 507831 w 1177925"/>
                  <a:gd name="connsiteY72" fmla="*/ 47625 h 806450"/>
                  <a:gd name="connsiteX73" fmla="*/ 439907 w 1177925"/>
                  <a:gd name="connsiteY73" fmla="*/ 47625 h 806450"/>
                  <a:gd name="connsiteX74" fmla="*/ 0 w 1177925"/>
                  <a:gd name="connsiteY74" fmla="*/ 0 h 806450"/>
                  <a:gd name="connsiteX75" fmla="*/ 1177925 w 1177925"/>
                  <a:gd name="connsiteY75" fmla="*/ 0 h 806450"/>
                  <a:gd name="connsiteX76" fmla="*/ 1177925 w 1177925"/>
                  <a:gd name="connsiteY76" fmla="*/ 806450 h 806450"/>
                  <a:gd name="connsiteX77" fmla="*/ 0 w 1177925"/>
                  <a:gd name="connsiteY77" fmla="*/ 806450 h 806450"/>
                  <a:gd name="connsiteX78" fmla="*/ 0 w 1177925"/>
                  <a:gd name="connsiteY78" fmla="*/ 0 h 80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177925" h="806450">
                    <a:moveTo>
                      <a:pt x="80811" y="701675"/>
                    </a:moveTo>
                    <a:cubicBezTo>
                      <a:pt x="72234" y="701675"/>
                      <a:pt x="65087" y="708891"/>
                      <a:pt x="65087" y="717550"/>
                    </a:cubicBezTo>
                    <a:cubicBezTo>
                      <a:pt x="65087" y="726209"/>
                      <a:pt x="72234" y="733425"/>
                      <a:pt x="80811" y="733425"/>
                    </a:cubicBezTo>
                    <a:cubicBezTo>
                      <a:pt x="80811" y="733425"/>
                      <a:pt x="80811" y="733425"/>
                      <a:pt x="1097114" y="733425"/>
                    </a:cubicBezTo>
                    <a:cubicBezTo>
                      <a:pt x="1105690" y="733425"/>
                      <a:pt x="1112837" y="726209"/>
                      <a:pt x="1112837" y="717550"/>
                    </a:cubicBezTo>
                    <a:cubicBezTo>
                      <a:pt x="1112837" y="708891"/>
                      <a:pt x="1105690" y="701675"/>
                      <a:pt x="1097114" y="701675"/>
                    </a:cubicBezTo>
                    <a:cubicBezTo>
                      <a:pt x="1097114" y="701675"/>
                      <a:pt x="1097114" y="701675"/>
                      <a:pt x="80811" y="701675"/>
                    </a:cubicBezTo>
                    <a:close/>
                    <a:moveTo>
                      <a:pt x="80811" y="619125"/>
                    </a:moveTo>
                    <a:cubicBezTo>
                      <a:pt x="72234" y="619125"/>
                      <a:pt x="65087" y="626341"/>
                      <a:pt x="65087" y="635000"/>
                    </a:cubicBezTo>
                    <a:cubicBezTo>
                      <a:pt x="65087" y="644381"/>
                      <a:pt x="72234" y="650875"/>
                      <a:pt x="80811" y="650875"/>
                    </a:cubicBezTo>
                    <a:cubicBezTo>
                      <a:pt x="80811" y="650875"/>
                      <a:pt x="80811" y="650875"/>
                      <a:pt x="1097114" y="650875"/>
                    </a:cubicBezTo>
                    <a:cubicBezTo>
                      <a:pt x="1105690" y="650875"/>
                      <a:pt x="1112837" y="644381"/>
                      <a:pt x="1112837" y="635000"/>
                    </a:cubicBezTo>
                    <a:cubicBezTo>
                      <a:pt x="1112837" y="626341"/>
                      <a:pt x="1105690" y="619125"/>
                      <a:pt x="1097114" y="619125"/>
                    </a:cubicBezTo>
                    <a:cubicBezTo>
                      <a:pt x="1097114" y="619125"/>
                      <a:pt x="1097114" y="619125"/>
                      <a:pt x="80811" y="619125"/>
                    </a:cubicBezTo>
                    <a:close/>
                    <a:moveTo>
                      <a:pt x="80811" y="536575"/>
                    </a:moveTo>
                    <a:cubicBezTo>
                      <a:pt x="72234" y="536575"/>
                      <a:pt x="65087" y="543791"/>
                      <a:pt x="65087" y="552450"/>
                    </a:cubicBezTo>
                    <a:cubicBezTo>
                      <a:pt x="65087" y="561109"/>
                      <a:pt x="72234" y="568325"/>
                      <a:pt x="80811" y="568325"/>
                    </a:cubicBezTo>
                    <a:cubicBezTo>
                      <a:pt x="80811" y="568325"/>
                      <a:pt x="80811" y="568325"/>
                      <a:pt x="1097114" y="568325"/>
                    </a:cubicBezTo>
                    <a:cubicBezTo>
                      <a:pt x="1105690" y="568325"/>
                      <a:pt x="1112837" y="561109"/>
                      <a:pt x="1112837" y="552450"/>
                    </a:cubicBezTo>
                    <a:cubicBezTo>
                      <a:pt x="1112837" y="543791"/>
                      <a:pt x="1105690" y="536575"/>
                      <a:pt x="1097114" y="536575"/>
                    </a:cubicBezTo>
                    <a:cubicBezTo>
                      <a:pt x="1097114" y="536575"/>
                      <a:pt x="1097114" y="536575"/>
                      <a:pt x="80811" y="536575"/>
                    </a:cubicBezTo>
                    <a:close/>
                    <a:moveTo>
                      <a:pt x="93951" y="304800"/>
                    </a:moveTo>
                    <a:cubicBezTo>
                      <a:pt x="86013" y="304800"/>
                      <a:pt x="80962" y="311199"/>
                      <a:pt x="80962" y="317598"/>
                    </a:cubicBezTo>
                    <a:cubicBezTo>
                      <a:pt x="80962" y="317598"/>
                      <a:pt x="80962" y="317598"/>
                      <a:pt x="80962" y="476152"/>
                    </a:cubicBezTo>
                    <a:cubicBezTo>
                      <a:pt x="80962" y="483262"/>
                      <a:pt x="86013" y="488950"/>
                      <a:pt x="93951" y="488950"/>
                    </a:cubicBezTo>
                    <a:cubicBezTo>
                      <a:pt x="93951" y="488950"/>
                      <a:pt x="93951" y="488950"/>
                      <a:pt x="163224" y="488950"/>
                    </a:cubicBezTo>
                    <a:cubicBezTo>
                      <a:pt x="169718" y="488950"/>
                      <a:pt x="176212" y="483262"/>
                      <a:pt x="176212" y="476152"/>
                    </a:cubicBezTo>
                    <a:cubicBezTo>
                      <a:pt x="176212" y="476152"/>
                      <a:pt x="176212" y="476152"/>
                      <a:pt x="176212" y="317598"/>
                    </a:cubicBezTo>
                    <a:cubicBezTo>
                      <a:pt x="176212" y="311199"/>
                      <a:pt x="169718" y="304800"/>
                      <a:pt x="163224" y="304800"/>
                    </a:cubicBezTo>
                    <a:cubicBezTo>
                      <a:pt x="163224" y="304800"/>
                      <a:pt x="163224" y="304800"/>
                      <a:pt x="93951" y="304800"/>
                    </a:cubicBezTo>
                    <a:close/>
                    <a:moveTo>
                      <a:pt x="209839" y="233363"/>
                    </a:moveTo>
                    <a:cubicBezTo>
                      <a:pt x="202623" y="233363"/>
                      <a:pt x="196850" y="239059"/>
                      <a:pt x="196850" y="246178"/>
                    </a:cubicBezTo>
                    <a:cubicBezTo>
                      <a:pt x="196850" y="476136"/>
                      <a:pt x="196850" y="476136"/>
                      <a:pt x="196850" y="476136"/>
                    </a:cubicBezTo>
                    <a:cubicBezTo>
                      <a:pt x="196850" y="483256"/>
                      <a:pt x="202623" y="488951"/>
                      <a:pt x="209839" y="488951"/>
                    </a:cubicBezTo>
                    <a:cubicBezTo>
                      <a:pt x="279112" y="488951"/>
                      <a:pt x="279112" y="488951"/>
                      <a:pt x="279112" y="488951"/>
                    </a:cubicBezTo>
                    <a:cubicBezTo>
                      <a:pt x="286328" y="488951"/>
                      <a:pt x="292100" y="483256"/>
                      <a:pt x="292100" y="476136"/>
                    </a:cubicBezTo>
                    <a:cubicBezTo>
                      <a:pt x="292100" y="246178"/>
                      <a:pt x="292100" y="246178"/>
                      <a:pt x="292100" y="246178"/>
                    </a:cubicBezTo>
                    <a:cubicBezTo>
                      <a:pt x="292100" y="239059"/>
                      <a:pt x="286328" y="233363"/>
                      <a:pt x="279112" y="233363"/>
                    </a:cubicBezTo>
                    <a:cubicBezTo>
                      <a:pt x="209839" y="233363"/>
                      <a:pt x="209839" y="233363"/>
                      <a:pt x="209839" y="233363"/>
                    </a:cubicBezTo>
                    <a:close/>
                    <a:moveTo>
                      <a:pt x="325509" y="152400"/>
                    </a:moveTo>
                    <a:cubicBezTo>
                      <a:pt x="318414" y="152400"/>
                      <a:pt x="312737" y="158104"/>
                      <a:pt x="312737" y="165235"/>
                    </a:cubicBezTo>
                    <a:cubicBezTo>
                      <a:pt x="312737" y="476116"/>
                      <a:pt x="312737" y="476116"/>
                      <a:pt x="312737" y="476116"/>
                    </a:cubicBezTo>
                    <a:cubicBezTo>
                      <a:pt x="312737" y="483246"/>
                      <a:pt x="318414" y="488950"/>
                      <a:pt x="325509" y="488950"/>
                    </a:cubicBezTo>
                    <a:cubicBezTo>
                      <a:pt x="393628" y="488950"/>
                      <a:pt x="393628" y="488950"/>
                      <a:pt x="393628" y="488950"/>
                    </a:cubicBezTo>
                    <a:cubicBezTo>
                      <a:pt x="400724" y="488950"/>
                      <a:pt x="406400" y="483246"/>
                      <a:pt x="406400" y="476116"/>
                    </a:cubicBezTo>
                    <a:cubicBezTo>
                      <a:pt x="406400" y="165235"/>
                      <a:pt x="406400" y="165235"/>
                      <a:pt x="406400" y="165235"/>
                    </a:cubicBezTo>
                    <a:cubicBezTo>
                      <a:pt x="406400" y="158104"/>
                      <a:pt x="400724" y="152400"/>
                      <a:pt x="393628" y="152400"/>
                    </a:cubicBezTo>
                    <a:cubicBezTo>
                      <a:pt x="325509" y="152400"/>
                      <a:pt x="325509" y="152400"/>
                      <a:pt x="325509" y="152400"/>
                    </a:cubicBezTo>
                    <a:close/>
                    <a:moveTo>
                      <a:pt x="877650" y="79375"/>
                    </a:moveTo>
                    <a:cubicBezTo>
                      <a:pt x="879078" y="79375"/>
                      <a:pt x="881221" y="80089"/>
                      <a:pt x="882650" y="80089"/>
                    </a:cubicBezTo>
                    <a:cubicBezTo>
                      <a:pt x="881936" y="108652"/>
                      <a:pt x="880507" y="164351"/>
                      <a:pt x="877650" y="271463"/>
                    </a:cubicBezTo>
                    <a:cubicBezTo>
                      <a:pt x="877650" y="271463"/>
                      <a:pt x="877650" y="271463"/>
                      <a:pt x="725487" y="157210"/>
                    </a:cubicBezTo>
                    <a:cubicBezTo>
                      <a:pt x="760492" y="110081"/>
                      <a:pt x="814784" y="79375"/>
                      <a:pt x="877650" y="79375"/>
                    </a:cubicBezTo>
                    <a:close/>
                    <a:moveTo>
                      <a:pt x="876738" y="47625"/>
                    </a:moveTo>
                    <a:cubicBezTo>
                      <a:pt x="755578" y="47625"/>
                      <a:pt x="657225" y="146888"/>
                      <a:pt x="657225" y="268288"/>
                    </a:cubicBezTo>
                    <a:cubicBezTo>
                      <a:pt x="657225" y="354696"/>
                      <a:pt x="706402" y="428964"/>
                      <a:pt x="777672" y="465384"/>
                    </a:cubicBezTo>
                    <a:cubicBezTo>
                      <a:pt x="807606" y="480381"/>
                      <a:pt x="841103" y="488950"/>
                      <a:pt x="876025" y="488950"/>
                    </a:cubicBezTo>
                    <a:cubicBezTo>
                      <a:pt x="876025" y="488950"/>
                      <a:pt x="876025" y="488950"/>
                      <a:pt x="876738" y="488950"/>
                    </a:cubicBezTo>
                    <a:cubicBezTo>
                      <a:pt x="997897" y="488950"/>
                      <a:pt x="1096963" y="390402"/>
                      <a:pt x="1096963" y="268288"/>
                    </a:cubicBezTo>
                    <a:cubicBezTo>
                      <a:pt x="1096963" y="153315"/>
                      <a:pt x="1008588" y="58337"/>
                      <a:pt x="895981" y="49053"/>
                    </a:cubicBezTo>
                    <a:cubicBezTo>
                      <a:pt x="893843" y="48339"/>
                      <a:pt x="891705" y="48339"/>
                      <a:pt x="889567" y="48339"/>
                    </a:cubicBezTo>
                    <a:cubicBezTo>
                      <a:pt x="888854" y="48339"/>
                      <a:pt x="888141" y="48339"/>
                      <a:pt x="887428" y="48339"/>
                    </a:cubicBezTo>
                    <a:cubicBezTo>
                      <a:pt x="886003" y="48339"/>
                      <a:pt x="883865" y="47625"/>
                      <a:pt x="882440" y="47625"/>
                    </a:cubicBezTo>
                    <a:cubicBezTo>
                      <a:pt x="882440" y="47625"/>
                      <a:pt x="882440" y="47625"/>
                      <a:pt x="882440" y="48339"/>
                    </a:cubicBezTo>
                    <a:cubicBezTo>
                      <a:pt x="880301" y="48339"/>
                      <a:pt x="878876" y="47625"/>
                      <a:pt x="876738" y="47625"/>
                    </a:cubicBezTo>
                    <a:close/>
                    <a:moveTo>
                      <a:pt x="439907" y="47625"/>
                    </a:moveTo>
                    <a:cubicBezTo>
                      <a:pt x="432757" y="47625"/>
                      <a:pt x="427037" y="53338"/>
                      <a:pt x="427037" y="60479"/>
                    </a:cubicBezTo>
                    <a:cubicBezTo>
                      <a:pt x="427037" y="476096"/>
                      <a:pt x="427037" y="476096"/>
                      <a:pt x="427037" y="476096"/>
                    </a:cubicBezTo>
                    <a:cubicBezTo>
                      <a:pt x="427037" y="483237"/>
                      <a:pt x="432757" y="488950"/>
                      <a:pt x="439907" y="488950"/>
                    </a:cubicBezTo>
                    <a:cubicBezTo>
                      <a:pt x="507831" y="488950"/>
                      <a:pt x="507831" y="488950"/>
                      <a:pt x="507831" y="488950"/>
                    </a:cubicBezTo>
                    <a:cubicBezTo>
                      <a:pt x="515695" y="488950"/>
                      <a:pt x="520700" y="483237"/>
                      <a:pt x="520700" y="476096"/>
                    </a:cubicBezTo>
                    <a:cubicBezTo>
                      <a:pt x="520700" y="60479"/>
                      <a:pt x="520700" y="60479"/>
                      <a:pt x="520700" y="60479"/>
                    </a:cubicBezTo>
                    <a:cubicBezTo>
                      <a:pt x="520700" y="53338"/>
                      <a:pt x="515695" y="47625"/>
                      <a:pt x="507831" y="47625"/>
                    </a:cubicBezTo>
                    <a:cubicBezTo>
                      <a:pt x="439907" y="47625"/>
                      <a:pt x="439907" y="47625"/>
                      <a:pt x="439907" y="47625"/>
                    </a:cubicBezTo>
                    <a:close/>
                    <a:moveTo>
                      <a:pt x="0" y="0"/>
                    </a:moveTo>
                    <a:cubicBezTo>
                      <a:pt x="0" y="0"/>
                      <a:pt x="0" y="0"/>
                      <a:pt x="1177925" y="0"/>
                    </a:cubicBezTo>
                    <a:cubicBezTo>
                      <a:pt x="1177925" y="0"/>
                      <a:pt x="1177925" y="0"/>
                      <a:pt x="1177925" y="806450"/>
                    </a:cubicBezTo>
                    <a:cubicBezTo>
                      <a:pt x="1177925" y="806450"/>
                      <a:pt x="1177925" y="806450"/>
                      <a:pt x="0" y="806450"/>
                    </a:cubicBezTo>
                    <a:cubicBezTo>
                      <a:pt x="0" y="806450"/>
                      <a:pt x="0" y="806450"/>
                      <a:pt x="0"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grpSp>
      <p:sp>
        <p:nvSpPr>
          <p:cNvPr id="244" name="Moon 243">
            <a:extLst>
              <a:ext uri="{FF2B5EF4-FFF2-40B4-BE49-F238E27FC236}">
                <a16:creationId xmlns:a16="http://schemas.microsoft.com/office/drawing/2014/main" id="{C03E5B0B-81DE-41F4-9F28-462242EC0E82}"/>
              </a:ext>
            </a:extLst>
          </p:cNvPr>
          <p:cNvSpPr/>
          <p:nvPr/>
        </p:nvSpPr>
        <p:spPr>
          <a:xfrm rot="5400000">
            <a:off x="3816512" y="1417395"/>
            <a:ext cx="384642" cy="769285"/>
          </a:xfrm>
          <a:prstGeom prst="moon">
            <a:avLst>
              <a:gd name="adj" fmla="val 6667"/>
            </a:avLst>
          </a:prstGeom>
          <a:solidFill>
            <a:schemeClr val="tx2"/>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245" name="Oval 20">
            <a:extLst>
              <a:ext uri="{FF2B5EF4-FFF2-40B4-BE49-F238E27FC236}">
                <a16:creationId xmlns:a16="http://schemas.microsoft.com/office/drawing/2014/main" id="{C7FB92D2-B7A5-4DDD-A5E6-BA60D825DFA2}"/>
              </a:ext>
            </a:extLst>
          </p:cNvPr>
          <p:cNvSpPr>
            <a:spLocks noChangeAspect="1" noChangeArrowheads="1"/>
          </p:cNvSpPr>
          <p:nvPr/>
        </p:nvSpPr>
        <p:spPr bwMode="auto">
          <a:xfrm>
            <a:off x="3624190" y="1570245"/>
            <a:ext cx="217426" cy="217425"/>
          </a:xfrm>
          <a:prstGeom prst="ellipse">
            <a:avLst/>
          </a:prstGeom>
          <a:solidFill>
            <a:srgbClr val="006863"/>
          </a:solidFill>
          <a:ln w="9525" cap="flat" cmpd="sng" algn="ctr">
            <a:solidFill>
              <a:srgbClr val="FFFFFF"/>
            </a:solidFill>
            <a:prstDash val="solid"/>
            <a:round/>
            <a:headEnd type="none" w="med" len="med"/>
            <a:tailEnd type="none" w="med" len="med"/>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rebuchet MS"/>
                <a:ea typeface="+mn-ea"/>
                <a:cs typeface="+mn-cs"/>
              </a:rPr>
              <a:t>1</a:t>
            </a:r>
          </a:p>
        </p:txBody>
      </p:sp>
      <p:grpSp>
        <p:nvGrpSpPr>
          <p:cNvPr id="78" name="bcgIcons_Concept">
            <a:extLst>
              <a:ext uri="{FF2B5EF4-FFF2-40B4-BE49-F238E27FC236}">
                <a16:creationId xmlns:a16="http://schemas.microsoft.com/office/drawing/2014/main" id="{2562727E-8044-714A-6215-40A8D5083C22}"/>
              </a:ext>
            </a:extLst>
          </p:cNvPr>
          <p:cNvGrpSpPr>
            <a:grpSpLocks/>
          </p:cNvGrpSpPr>
          <p:nvPr/>
        </p:nvGrpSpPr>
        <p:grpSpPr>
          <a:xfrm>
            <a:off x="3867773" y="1717997"/>
            <a:ext cx="282119" cy="282378"/>
            <a:chOff x="5273675" y="2606675"/>
            <a:chExt cx="1644650" cy="1644650"/>
          </a:xfrm>
        </p:grpSpPr>
        <p:sp>
          <p:nvSpPr>
            <p:cNvPr id="79" name="AutoShape 16">
              <a:extLst>
                <a:ext uri="{FF2B5EF4-FFF2-40B4-BE49-F238E27FC236}">
                  <a16:creationId xmlns:a16="http://schemas.microsoft.com/office/drawing/2014/main" id="{EF9BB12D-2F31-1B4A-65BC-CA1BBE632D64}"/>
                </a:ext>
              </a:extLst>
            </p:cNvPr>
            <p:cNvSpPr>
              <a:spLocks noChangeAspect="1" noChangeArrowheads="1" noTextEdi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nvGrpSpPr>
            <p:cNvPr id="80" name="Group 79">
              <a:extLst>
                <a:ext uri="{FF2B5EF4-FFF2-40B4-BE49-F238E27FC236}">
                  <a16:creationId xmlns:a16="http://schemas.microsoft.com/office/drawing/2014/main" id="{8E338C20-A145-8ED4-4513-430699BA048F}"/>
                </a:ext>
              </a:extLst>
            </p:cNvPr>
            <p:cNvGrpSpPr/>
            <p:nvPr/>
          </p:nvGrpSpPr>
          <p:grpSpPr>
            <a:xfrm>
              <a:off x="5411787" y="2744787"/>
              <a:ext cx="1368427" cy="1371602"/>
              <a:chOff x="5411787" y="2744787"/>
              <a:chExt cx="1368427" cy="1371602"/>
            </a:xfrm>
          </p:grpSpPr>
          <p:sp>
            <p:nvSpPr>
              <p:cNvPr id="81" name="Freeform 30">
                <a:extLst>
                  <a:ext uri="{FF2B5EF4-FFF2-40B4-BE49-F238E27FC236}">
                    <a16:creationId xmlns:a16="http://schemas.microsoft.com/office/drawing/2014/main" id="{2E2303E0-7613-FFFA-1BBB-B82EA55D9C03}"/>
                  </a:ext>
                </a:extLst>
              </p:cNvPr>
              <p:cNvSpPr>
                <a:spLocks noChangeArrowheads="1"/>
              </p:cNvSpPr>
              <p:nvPr/>
            </p:nvSpPr>
            <p:spPr bwMode="auto">
              <a:xfrm>
                <a:off x="5411788" y="2744787"/>
                <a:ext cx="1368425" cy="1304927"/>
              </a:xfrm>
              <a:custGeom>
                <a:avLst/>
                <a:gdLst>
                  <a:gd name="connsiteX0" fmla="*/ 163512 w 1368425"/>
                  <a:gd name="connsiteY0" fmla="*/ 1103313 h 1304927"/>
                  <a:gd name="connsiteX1" fmla="*/ 265112 w 1368425"/>
                  <a:gd name="connsiteY1" fmla="*/ 1204120 h 1304927"/>
                  <a:gd name="connsiteX2" fmla="*/ 163512 w 1368425"/>
                  <a:gd name="connsiteY2" fmla="*/ 1304927 h 1304927"/>
                  <a:gd name="connsiteX3" fmla="*/ 61912 w 1368425"/>
                  <a:gd name="connsiteY3" fmla="*/ 1204120 h 1304927"/>
                  <a:gd name="connsiteX4" fmla="*/ 163512 w 1368425"/>
                  <a:gd name="connsiteY4" fmla="*/ 1103313 h 1304927"/>
                  <a:gd name="connsiteX5" fmla="*/ 465830 w 1368425"/>
                  <a:gd name="connsiteY5" fmla="*/ 890422 h 1304927"/>
                  <a:gd name="connsiteX6" fmla="*/ 476211 w 1368425"/>
                  <a:gd name="connsiteY6" fmla="*/ 894685 h 1304927"/>
                  <a:gd name="connsiteX7" fmla="*/ 476921 w 1368425"/>
                  <a:gd name="connsiteY7" fmla="*/ 895396 h 1304927"/>
                  <a:gd name="connsiteX8" fmla="*/ 476921 w 1368425"/>
                  <a:gd name="connsiteY8" fmla="*/ 916712 h 1304927"/>
                  <a:gd name="connsiteX9" fmla="*/ 366893 w 1368425"/>
                  <a:gd name="connsiteY9" fmla="*/ 1027556 h 1304927"/>
                  <a:gd name="connsiteX10" fmla="*/ 452076 w 1368425"/>
                  <a:gd name="connsiteY10" fmla="*/ 1014056 h 1304927"/>
                  <a:gd name="connsiteX11" fmla="*/ 469822 w 1368425"/>
                  <a:gd name="connsiteY11" fmla="*/ 1027556 h 1304927"/>
                  <a:gd name="connsiteX12" fmla="*/ 456335 w 1368425"/>
                  <a:gd name="connsiteY12" fmla="*/ 1044609 h 1304927"/>
                  <a:gd name="connsiteX13" fmla="*/ 325011 w 1368425"/>
                  <a:gd name="connsiteY13" fmla="*/ 1065214 h 1304927"/>
                  <a:gd name="connsiteX14" fmla="*/ 323592 w 1368425"/>
                  <a:gd name="connsiteY14" fmla="*/ 1065214 h 1304927"/>
                  <a:gd name="connsiteX15" fmla="*/ 322882 w 1368425"/>
                  <a:gd name="connsiteY15" fmla="*/ 1065214 h 1304927"/>
                  <a:gd name="connsiteX16" fmla="*/ 320752 w 1368425"/>
                  <a:gd name="connsiteY16" fmla="*/ 1065214 h 1304927"/>
                  <a:gd name="connsiteX17" fmla="*/ 318623 w 1368425"/>
                  <a:gd name="connsiteY17" fmla="*/ 1064504 h 1304927"/>
                  <a:gd name="connsiteX18" fmla="*/ 317203 w 1368425"/>
                  <a:gd name="connsiteY18" fmla="*/ 1063793 h 1304927"/>
                  <a:gd name="connsiteX19" fmla="*/ 316493 w 1368425"/>
                  <a:gd name="connsiteY19" fmla="*/ 1063793 h 1304927"/>
                  <a:gd name="connsiteX20" fmla="*/ 315073 w 1368425"/>
                  <a:gd name="connsiteY20" fmla="*/ 1063083 h 1304927"/>
                  <a:gd name="connsiteX21" fmla="*/ 313654 w 1368425"/>
                  <a:gd name="connsiteY21" fmla="*/ 1061661 h 1304927"/>
                  <a:gd name="connsiteX22" fmla="*/ 312944 w 1368425"/>
                  <a:gd name="connsiteY22" fmla="*/ 1061661 h 1304927"/>
                  <a:gd name="connsiteX23" fmla="*/ 312234 w 1368425"/>
                  <a:gd name="connsiteY23" fmla="*/ 1060240 h 1304927"/>
                  <a:gd name="connsiteX24" fmla="*/ 311524 w 1368425"/>
                  <a:gd name="connsiteY24" fmla="*/ 1060240 h 1304927"/>
                  <a:gd name="connsiteX25" fmla="*/ 310814 w 1368425"/>
                  <a:gd name="connsiteY25" fmla="*/ 1058819 h 1304927"/>
                  <a:gd name="connsiteX26" fmla="*/ 310104 w 1368425"/>
                  <a:gd name="connsiteY26" fmla="*/ 1058109 h 1304927"/>
                  <a:gd name="connsiteX27" fmla="*/ 309394 w 1368425"/>
                  <a:gd name="connsiteY27" fmla="*/ 1056688 h 1304927"/>
                  <a:gd name="connsiteX28" fmla="*/ 308685 w 1368425"/>
                  <a:gd name="connsiteY28" fmla="*/ 1054556 h 1304927"/>
                  <a:gd name="connsiteX29" fmla="*/ 307975 w 1368425"/>
                  <a:gd name="connsiteY29" fmla="*/ 1054556 h 1304927"/>
                  <a:gd name="connsiteX30" fmla="*/ 307975 w 1368425"/>
                  <a:gd name="connsiteY30" fmla="*/ 1052424 h 1304927"/>
                  <a:gd name="connsiteX31" fmla="*/ 307975 w 1368425"/>
                  <a:gd name="connsiteY31" fmla="*/ 1049582 h 1304927"/>
                  <a:gd name="connsiteX32" fmla="*/ 307975 w 1368425"/>
                  <a:gd name="connsiteY32" fmla="*/ 1047451 h 1304927"/>
                  <a:gd name="connsiteX33" fmla="*/ 329270 w 1368425"/>
                  <a:gd name="connsiteY33" fmla="*/ 916712 h 1304927"/>
                  <a:gd name="connsiteX34" fmla="*/ 347017 w 1368425"/>
                  <a:gd name="connsiteY34" fmla="*/ 903922 h 1304927"/>
                  <a:gd name="connsiteX35" fmla="*/ 359794 w 1368425"/>
                  <a:gd name="connsiteY35" fmla="*/ 921686 h 1304927"/>
                  <a:gd name="connsiteX36" fmla="*/ 345597 w 1368425"/>
                  <a:gd name="connsiteY36" fmla="*/ 1004819 h 1304927"/>
                  <a:gd name="connsiteX37" fmla="*/ 454915 w 1368425"/>
                  <a:gd name="connsiteY37" fmla="*/ 894685 h 1304927"/>
                  <a:gd name="connsiteX38" fmla="*/ 465830 w 1368425"/>
                  <a:gd name="connsiteY38" fmla="*/ 890422 h 1304927"/>
                  <a:gd name="connsiteX39" fmla="*/ 902947 w 1368425"/>
                  <a:gd name="connsiteY39" fmla="*/ 888847 h 1304927"/>
                  <a:gd name="connsiteX40" fmla="*/ 913648 w 1368425"/>
                  <a:gd name="connsiteY40" fmla="*/ 893149 h 1304927"/>
                  <a:gd name="connsiteX41" fmla="*/ 1024940 w 1368425"/>
                  <a:gd name="connsiteY41" fmla="*/ 1004991 h 1304927"/>
                  <a:gd name="connsiteX42" fmla="*/ 1012099 w 1368425"/>
                  <a:gd name="connsiteY42" fmla="*/ 918958 h 1304927"/>
                  <a:gd name="connsiteX43" fmla="*/ 1024940 w 1368425"/>
                  <a:gd name="connsiteY43" fmla="*/ 901035 h 1304927"/>
                  <a:gd name="connsiteX44" fmla="*/ 1042776 w 1368425"/>
                  <a:gd name="connsiteY44" fmla="*/ 913940 h 1304927"/>
                  <a:gd name="connsiteX45" fmla="*/ 1062038 w 1368425"/>
                  <a:gd name="connsiteY45" fmla="*/ 1047290 h 1304927"/>
                  <a:gd name="connsiteX46" fmla="*/ 1062038 w 1368425"/>
                  <a:gd name="connsiteY46" fmla="*/ 1049441 h 1304927"/>
                  <a:gd name="connsiteX47" fmla="*/ 1062038 w 1368425"/>
                  <a:gd name="connsiteY47" fmla="*/ 1050157 h 1304927"/>
                  <a:gd name="connsiteX48" fmla="*/ 1062038 w 1368425"/>
                  <a:gd name="connsiteY48" fmla="*/ 1052308 h 1304927"/>
                  <a:gd name="connsiteX49" fmla="*/ 1061325 w 1368425"/>
                  <a:gd name="connsiteY49" fmla="*/ 1055176 h 1304927"/>
                  <a:gd name="connsiteX50" fmla="*/ 1061325 w 1368425"/>
                  <a:gd name="connsiteY50" fmla="*/ 1055893 h 1304927"/>
                  <a:gd name="connsiteX51" fmla="*/ 1060611 w 1368425"/>
                  <a:gd name="connsiteY51" fmla="*/ 1057327 h 1304927"/>
                  <a:gd name="connsiteX52" fmla="*/ 1059898 w 1368425"/>
                  <a:gd name="connsiteY52" fmla="*/ 1058044 h 1304927"/>
                  <a:gd name="connsiteX53" fmla="*/ 1059185 w 1368425"/>
                  <a:gd name="connsiteY53" fmla="*/ 1059478 h 1304927"/>
                  <a:gd name="connsiteX54" fmla="*/ 1058471 w 1368425"/>
                  <a:gd name="connsiteY54" fmla="*/ 1060195 h 1304927"/>
                  <a:gd name="connsiteX55" fmla="*/ 1057044 w 1368425"/>
                  <a:gd name="connsiteY55" fmla="*/ 1060912 h 1304927"/>
                  <a:gd name="connsiteX56" fmla="*/ 1056331 w 1368425"/>
                  <a:gd name="connsiteY56" fmla="*/ 1061628 h 1304927"/>
                  <a:gd name="connsiteX57" fmla="*/ 1054904 w 1368425"/>
                  <a:gd name="connsiteY57" fmla="*/ 1063062 h 1304927"/>
                  <a:gd name="connsiteX58" fmla="*/ 1054191 w 1368425"/>
                  <a:gd name="connsiteY58" fmla="*/ 1063062 h 1304927"/>
                  <a:gd name="connsiteX59" fmla="*/ 1053477 w 1368425"/>
                  <a:gd name="connsiteY59" fmla="*/ 1063779 h 1304927"/>
                  <a:gd name="connsiteX60" fmla="*/ 1052050 w 1368425"/>
                  <a:gd name="connsiteY60" fmla="*/ 1064496 h 1304927"/>
                  <a:gd name="connsiteX61" fmla="*/ 1049910 w 1368425"/>
                  <a:gd name="connsiteY61" fmla="*/ 1065213 h 1304927"/>
                  <a:gd name="connsiteX62" fmla="*/ 1049197 w 1368425"/>
                  <a:gd name="connsiteY62" fmla="*/ 1065213 h 1304927"/>
                  <a:gd name="connsiteX63" fmla="*/ 1047770 w 1368425"/>
                  <a:gd name="connsiteY63" fmla="*/ 1065213 h 1304927"/>
                  <a:gd name="connsiteX64" fmla="*/ 1044916 w 1368425"/>
                  <a:gd name="connsiteY64" fmla="*/ 1065213 h 1304927"/>
                  <a:gd name="connsiteX65" fmla="*/ 914361 w 1368425"/>
                  <a:gd name="connsiteY65" fmla="*/ 1043705 h 1304927"/>
                  <a:gd name="connsiteX66" fmla="*/ 900806 w 1368425"/>
                  <a:gd name="connsiteY66" fmla="*/ 1026499 h 1304927"/>
                  <a:gd name="connsiteX67" fmla="*/ 918642 w 1368425"/>
                  <a:gd name="connsiteY67" fmla="*/ 1012877 h 1304927"/>
                  <a:gd name="connsiteX68" fmla="*/ 1002824 w 1368425"/>
                  <a:gd name="connsiteY68" fmla="*/ 1026499 h 1304927"/>
                  <a:gd name="connsiteX69" fmla="*/ 891532 w 1368425"/>
                  <a:gd name="connsiteY69" fmla="*/ 915374 h 1304927"/>
                  <a:gd name="connsiteX70" fmla="*/ 892245 w 1368425"/>
                  <a:gd name="connsiteY70" fmla="*/ 893866 h 1304927"/>
                  <a:gd name="connsiteX71" fmla="*/ 892245 w 1368425"/>
                  <a:gd name="connsiteY71" fmla="*/ 893149 h 1304927"/>
                  <a:gd name="connsiteX72" fmla="*/ 902947 w 1368425"/>
                  <a:gd name="connsiteY72" fmla="*/ 888847 h 1304927"/>
                  <a:gd name="connsiteX73" fmla="*/ 684212 w 1368425"/>
                  <a:gd name="connsiteY73" fmla="*/ 463550 h 1304927"/>
                  <a:gd name="connsiteX74" fmla="*/ 463549 w 1368425"/>
                  <a:gd name="connsiteY74" fmla="*/ 684213 h 1304927"/>
                  <a:gd name="connsiteX75" fmla="*/ 684212 w 1368425"/>
                  <a:gd name="connsiteY75" fmla="*/ 904876 h 1304927"/>
                  <a:gd name="connsiteX76" fmla="*/ 904875 w 1368425"/>
                  <a:gd name="connsiteY76" fmla="*/ 684213 h 1304927"/>
                  <a:gd name="connsiteX77" fmla="*/ 684212 w 1368425"/>
                  <a:gd name="connsiteY77" fmla="*/ 463550 h 1304927"/>
                  <a:gd name="connsiteX78" fmla="*/ 684212 w 1368425"/>
                  <a:gd name="connsiteY78" fmla="*/ 431800 h 1304927"/>
                  <a:gd name="connsiteX79" fmla="*/ 936625 w 1368425"/>
                  <a:gd name="connsiteY79" fmla="*/ 684213 h 1304927"/>
                  <a:gd name="connsiteX80" fmla="*/ 684212 w 1368425"/>
                  <a:gd name="connsiteY80" fmla="*/ 936626 h 1304927"/>
                  <a:gd name="connsiteX81" fmla="*/ 431799 w 1368425"/>
                  <a:gd name="connsiteY81" fmla="*/ 684213 h 1304927"/>
                  <a:gd name="connsiteX82" fmla="*/ 684212 w 1368425"/>
                  <a:gd name="connsiteY82" fmla="*/ 431800 h 1304927"/>
                  <a:gd name="connsiteX83" fmla="*/ 319204 w 1368425"/>
                  <a:gd name="connsiteY83" fmla="*/ 309563 h 1304927"/>
                  <a:gd name="connsiteX84" fmla="*/ 321341 w 1368425"/>
                  <a:gd name="connsiteY84" fmla="*/ 309563 h 1304927"/>
                  <a:gd name="connsiteX85" fmla="*/ 322053 w 1368425"/>
                  <a:gd name="connsiteY85" fmla="*/ 309563 h 1304927"/>
                  <a:gd name="connsiteX86" fmla="*/ 324189 w 1368425"/>
                  <a:gd name="connsiteY86" fmla="*/ 309563 h 1304927"/>
                  <a:gd name="connsiteX87" fmla="*/ 453789 w 1368425"/>
                  <a:gd name="connsiteY87" fmla="*/ 330838 h 1304927"/>
                  <a:gd name="connsiteX88" fmla="*/ 467319 w 1368425"/>
                  <a:gd name="connsiteY88" fmla="*/ 347858 h 1304927"/>
                  <a:gd name="connsiteX89" fmla="*/ 452365 w 1368425"/>
                  <a:gd name="connsiteY89" fmla="*/ 362042 h 1304927"/>
                  <a:gd name="connsiteX90" fmla="*/ 449517 w 1368425"/>
                  <a:gd name="connsiteY90" fmla="*/ 361333 h 1304927"/>
                  <a:gd name="connsiteX91" fmla="*/ 366202 w 1368425"/>
                  <a:gd name="connsiteY91" fmla="*/ 347858 h 1304927"/>
                  <a:gd name="connsiteX92" fmla="*/ 473728 w 1368425"/>
                  <a:gd name="connsiteY92" fmla="*/ 454943 h 1304927"/>
                  <a:gd name="connsiteX93" fmla="*/ 473728 w 1368425"/>
                  <a:gd name="connsiteY93" fmla="*/ 476219 h 1304927"/>
                  <a:gd name="connsiteX94" fmla="*/ 473016 w 1368425"/>
                  <a:gd name="connsiteY94" fmla="*/ 476928 h 1304927"/>
                  <a:gd name="connsiteX95" fmla="*/ 451653 w 1368425"/>
                  <a:gd name="connsiteY95" fmla="*/ 476928 h 1304927"/>
                  <a:gd name="connsiteX96" fmla="*/ 344128 w 1368425"/>
                  <a:gd name="connsiteY96" fmla="*/ 369134 h 1304927"/>
                  <a:gd name="connsiteX97" fmla="*/ 356945 w 1368425"/>
                  <a:gd name="connsiteY97" fmla="*/ 454234 h 1304927"/>
                  <a:gd name="connsiteX98" fmla="*/ 345552 w 1368425"/>
                  <a:gd name="connsiteY98" fmla="*/ 471964 h 1304927"/>
                  <a:gd name="connsiteX99" fmla="*/ 326325 w 1368425"/>
                  <a:gd name="connsiteY99" fmla="*/ 459198 h 1304927"/>
                  <a:gd name="connsiteX100" fmla="*/ 306387 w 1368425"/>
                  <a:gd name="connsiteY100" fmla="*/ 327292 h 1304927"/>
                  <a:gd name="connsiteX101" fmla="*/ 306387 w 1368425"/>
                  <a:gd name="connsiteY101" fmla="*/ 325165 h 1304927"/>
                  <a:gd name="connsiteX102" fmla="*/ 306387 w 1368425"/>
                  <a:gd name="connsiteY102" fmla="*/ 324456 h 1304927"/>
                  <a:gd name="connsiteX103" fmla="*/ 306387 w 1368425"/>
                  <a:gd name="connsiteY103" fmla="*/ 322328 h 1304927"/>
                  <a:gd name="connsiteX104" fmla="*/ 307099 w 1368425"/>
                  <a:gd name="connsiteY104" fmla="*/ 320201 h 1304927"/>
                  <a:gd name="connsiteX105" fmla="*/ 307811 w 1368425"/>
                  <a:gd name="connsiteY105" fmla="*/ 318073 h 1304927"/>
                  <a:gd name="connsiteX106" fmla="*/ 309235 w 1368425"/>
                  <a:gd name="connsiteY106" fmla="*/ 315946 h 1304927"/>
                  <a:gd name="connsiteX107" fmla="*/ 310659 w 1368425"/>
                  <a:gd name="connsiteY107" fmla="*/ 314527 h 1304927"/>
                  <a:gd name="connsiteX108" fmla="*/ 310659 w 1368425"/>
                  <a:gd name="connsiteY108" fmla="*/ 313818 h 1304927"/>
                  <a:gd name="connsiteX109" fmla="*/ 312083 w 1368425"/>
                  <a:gd name="connsiteY109" fmla="*/ 313109 h 1304927"/>
                  <a:gd name="connsiteX110" fmla="*/ 312796 w 1368425"/>
                  <a:gd name="connsiteY110" fmla="*/ 312400 h 1304927"/>
                  <a:gd name="connsiteX111" fmla="*/ 314220 w 1368425"/>
                  <a:gd name="connsiteY111" fmla="*/ 311691 h 1304927"/>
                  <a:gd name="connsiteX112" fmla="*/ 314932 w 1368425"/>
                  <a:gd name="connsiteY112" fmla="*/ 310981 h 1304927"/>
                  <a:gd name="connsiteX113" fmla="*/ 317068 w 1368425"/>
                  <a:gd name="connsiteY113" fmla="*/ 310272 h 1304927"/>
                  <a:gd name="connsiteX114" fmla="*/ 319204 w 1368425"/>
                  <a:gd name="connsiteY114" fmla="*/ 309563 h 1304927"/>
                  <a:gd name="connsiteX115" fmla="*/ 1046208 w 1368425"/>
                  <a:gd name="connsiteY115" fmla="*/ 307976 h 1304927"/>
                  <a:gd name="connsiteX116" fmla="*/ 1047633 w 1368425"/>
                  <a:gd name="connsiteY116" fmla="*/ 308689 h 1304927"/>
                  <a:gd name="connsiteX117" fmla="*/ 1048345 w 1368425"/>
                  <a:gd name="connsiteY117" fmla="*/ 308689 h 1304927"/>
                  <a:gd name="connsiteX118" fmla="*/ 1049769 w 1368425"/>
                  <a:gd name="connsiteY118" fmla="*/ 308689 h 1304927"/>
                  <a:gd name="connsiteX119" fmla="*/ 1050481 w 1368425"/>
                  <a:gd name="connsiteY119" fmla="*/ 309402 h 1304927"/>
                  <a:gd name="connsiteX120" fmla="*/ 1052617 w 1368425"/>
                  <a:gd name="connsiteY120" fmla="*/ 310114 h 1304927"/>
                  <a:gd name="connsiteX121" fmla="*/ 1054041 w 1368425"/>
                  <a:gd name="connsiteY121" fmla="*/ 310827 h 1304927"/>
                  <a:gd name="connsiteX122" fmla="*/ 1054754 w 1368425"/>
                  <a:gd name="connsiteY122" fmla="*/ 311540 h 1304927"/>
                  <a:gd name="connsiteX123" fmla="*/ 1056178 w 1368425"/>
                  <a:gd name="connsiteY123" fmla="*/ 312965 h 1304927"/>
                  <a:gd name="connsiteX124" fmla="*/ 1057602 w 1368425"/>
                  <a:gd name="connsiteY124" fmla="*/ 314391 h 1304927"/>
                  <a:gd name="connsiteX125" fmla="*/ 1059026 w 1368425"/>
                  <a:gd name="connsiteY125" fmla="*/ 316529 h 1304927"/>
                  <a:gd name="connsiteX126" fmla="*/ 1059738 w 1368425"/>
                  <a:gd name="connsiteY126" fmla="*/ 318667 h 1304927"/>
                  <a:gd name="connsiteX127" fmla="*/ 1060450 w 1368425"/>
                  <a:gd name="connsiteY127" fmla="*/ 319380 h 1304927"/>
                  <a:gd name="connsiteX128" fmla="*/ 1060450 w 1368425"/>
                  <a:gd name="connsiteY128" fmla="*/ 321518 h 1304927"/>
                  <a:gd name="connsiteX129" fmla="*/ 1060450 w 1368425"/>
                  <a:gd name="connsiteY129" fmla="*/ 323657 h 1304927"/>
                  <a:gd name="connsiteX130" fmla="*/ 1060450 w 1368425"/>
                  <a:gd name="connsiteY130" fmla="*/ 325795 h 1304927"/>
                  <a:gd name="connsiteX131" fmla="*/ 1060450 w 1368425"/>
                  <a:gd name="connsiteY131" fmla="*/ 326508 h 1304927"/>
                  <a:gd name="connsiteX132" fmla="*/ 1039799 w 1368425"/>
                  <a:gd name="connsiteY132" fmla="*/ 457655 h 1304927"/>
                  <a:gd name="connsiteX133" fmla="*/ 1024845 w 1368425"/>
                  <a:gd name="connsiteY133" fmla="*/ 470484 h 1304927"/>
                  <a:gd name="connsiteX134" fmla="*/ 1021997 w 1368425"/>
                  <a:gd name="connsiteY134" fmla="*/ 470484 h 1304927"/>
                  <a:gd name="connsiteX135" fmla="*/ 1009179 w 1368425"/>
                  <a:gd name="connsiteY135" fmla="*/ 452665 h 1304927"/>
                  <a:gd name="connsiteX136" fmla="*/ 1023421 w 1368425"/>
                  <a:gd name="connsiteY136" fmla="*/ 368560 h 1304927"/>
                  <a:gd name="connsiteX137" fmla="*/ 915183 w 1368425"/>
                  <a:gd name="connsiteY137" fmla="*/ 476899 h 1304927"/>
                  <a:gd name="connsiteX138" fmla="*/ 893821 w 1368425"/>
                  <a:gd name="connsiteY138" fmla="*/ 476186 h 1304927"/>
                  <a:gd name="connsiteX139" fmla="*/ 893108 w 1368425"/>
                  <a:gd name="connsiteY139" fmla="*/ 476186 h 1304927"/>
                  <a:gd name="connsiteX140" fmla="*/ 893108 w 1368425"/>
                  <a:gd name="connsiteY140" fmla="*/ 454804 h 1304927"/>
                  <a:gd name="connsiteX141" fmla="*/ 1002058 w 1368425"/>
                  <a:gd name="connsiteY141" fmla="*/ 345752 h 1304927"/>
                  <a:gd name="connsiteX142" fmla="*/ 915895 w 1368425"/>
                  <a:gd name="connsiteY142" fmla="*/ 359294 h 1304927"/>
                  <a:gd name="connsiteX143" fmla="*/ 898093 w 1368425"/>
                  <a:gd name="connsiteY143" fmla="*/ 345752 h 1304927"/>
                  <a:gd name="connsiteX144" fmla="*/ 911623 w 1368425"/>
                  <a:gd name="connsiteY144" fmla="*/ 328646 h 1304927"/>
                  <a:gd name="connsiteX145" fmla="*/ 1044072 w 1368425"/>
                  <a:gd name="connsiteY145" fmla="*/ 308689 h 1304927"/>
                  <a:gd name="connsiteX146" fmla="*/ 1046208 w 1368425"/>
                  <a:gd name="connsiteY146" fmla="*/ 307976 h 1304927"/>
                  <a:gd name="connsiteX147" fmla="*/ 1204118 w 1368425"/>
                  <a:gd name="connsiteY147" fmla="*/ 31750 h 1304927"/>
                  <a:gd name="connsiteX148" fmla="*/ 1071561 w 1368425"/>
                  <a:gd name="connsiteY148" fmla="*/ 164307 h 1304927"/>
                  <a:gd name="connsiteX149" fmla="*/ 1204118 w 1368425"/>
                  <a:gd name="connsiteY149" fmla="*/ 296864 h 1304927"/>
                  <a:gd name="connsiteX150" fmla="*/ 1336675 w 1368425"/>
                  <a:gd name="connsiteY150" fmla="*/ 164307 h 1304927"/>
                  <a:gd name="connsiteX151" fmla="*/ 1204118 w 1368425"/>
                  <a:gd name="connsiteY151" fmla="*/ 31750 h 1304927"/>
                  <a:gd name="connsiteX152" fmla="*/ 164307 w 1368425"/>
                  <a:gd name="connsiteY152" fmla="*/ 1 h 1304927"/>
                  <a:gd name="connsiteX153" fmla="*/ 328614 w 1368425"/>
                  <a:gd name="connsiteY153" fmla="*/ 164308 h 1304927"/>
                  <a:gd name="connsiteX154" fmla="*/ 164307 w 1368425"/>
                  <a:gd name="connsiteY154" fmla="*/ 328615 h 1304927"/>
                  <a:gd name="connsiteX155" fmla="*/ 0 w 1368425"/>
                  <a:gd name="connsiteY155" fmla="*/ 164308 h 1304927"/>
                  <a:gd name="connsiteX156" fmla="*/ 164307 w 1368425"/>
                  <a:gd name="connsiteY156" fmla="*/ 1 h 1304927"/>
                  <a:gd name="connsiteX157" fmla="*/ 1204118 w 1368425"/>
                  <a:gd name="connsiteY157" fmla="*/ 0 h 1304927"/>
                  <a:gd name="connsiteX158" fmla="*/ 1368425 w 1368425"/>
                  <a:gd name="connsiteY158" fmla="*/ 164307 h 1304927"/>
                  <a:gd name="connsiteX159" fmla="*/ 1204118 w 1368425"/>
                  <a:gd name="connsiteY159" fmla="*/ 328614 h 1304927"/>
                  <a:gd name="connsiteX160" fmla="*/ 1039811 w 1368425"/>
                  <a:gd name="connsiteY160" fmla="*/ 164307 h 1304927"/>
                  <a:gd name="connsiteX161" fmla="*/ 1204118 w 1368425"/>
                  <a:gd name="connsiteY161" fmla="*/ 0 h 1304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1368425" h="1304927">
                    <a:moveTo>
                      <a:pt x="163512" y="1103313"/>
                    </a:moveTo>
                    <a:cubicBezTo>
                      <a:pt x="219624" y="1103313"/>
                      <a:pt x="265112" y="1148446"/>
                      <a:pt x="265112" y="1204120"/>
                    </a:cubicBezTo>
                    <a:cubicBezTo>
                      <a:pt x="265112" y="1259794"/>
                      <a:pt x="219624" y="1304927"/>
                      <a:pt x="163512" y="1304927"/>
                    </a:cubicBezTo>
                    <a:cubicBezTo>
                      <a:pt x="107400" y="1304927"/>
                      <a:pt x="61912" y="1259794"/>
                      <a:pt x="61912" y="1204120"/>
                    </a:cubicBezTo>
                    <a:cubicBezTo>
                      <a:pt x="61912" y="1148446"/>
                      <a:pt x="107400" y="1103313"/>
                      <a:pt x="163512" y="1103313"/>
                    </a:cubicBezTo>
                    <a:close/>
                    <a:moveTo>
                      <a:pt x="465830" y="890422"/>
                    </a:moveTo>
                    <a:cubicBezTo>
                      <a:pt x="469645" y="890422"/>
                      <a:pt x="473372" y="891843"/>
                      <a:pt x="476211" y="894685"/>
                    </a:cubicBezTo>
                    <a:cubicBezTo>
                      <a:pt x="476211" y="895396"/>
                      <a:pt x="476921" y="895396"/>
                      <a:pt x="476921" y="895396"/>
                    </a:cubicBezTo>
                    <a:cubicBezTo>
                      <a:pt x="482600" y="901080"/>
                      <a:pt x="482600" y="911028"/>
                      <a:pt x="476921" y="916712"/>
                    </a:cubicBezTo>
                    <a:cubicBezTo>
                      <a:pt x="476921" y="916712"/>
                      <a:pt x="476921" y="916712"/>
                      <a:pt x="366893" y="1027556"/>
                    </a:cubicBezTo>
                    <a:cubicBezTo>
                      <a:pt x="366893" y="1027556"/>
                      <a:pt x="366893" y="1027556"/>
                      <a:pt x="452076" y="1014056"/>
                    </a:cubicBezTo>
                    <a:cubicBezTo>
                      <a:pt x="460594" y="1013345"/>
                      <a:pt x="468403" y="1019029"/>
                      <a:pt x="469822" y="1027556"/>
                    </a:cubicBezTo>
                    <a:cubicBezTo>
                      <a:pt x="470532" y="1035372"/>
                      <a:pt x="464853" y="1043898"/>
                      <a:pt x="456335" y="1044609"/>
                    </a:cubicBezTo>
                    <a:cubicBezTo>
                      <a:pt x="456335" y="1044609"/>
                      <a:pt x="456335" y="1044609"/>
                      <a:pt x="325011" y="1065214"/>
                    </a:cubicBezTo>
                    <a:cubicBezTo>
                      <a:pt x="325011" y="1065214"/>
                      <a:pt x="324301" y="1065214"/>
                      <a:pt x="323592" y="1065214"/>
                    </a:cubicBezTo>
                    <a:cubicBezTo>
                      <a:pt x="323592" y="1065214"/>
                      <a:pt x="323592" y="1065214"/>
                      <a:pt x="322882" y="1065214"/>
                    </a:cubicBezTo>
                    <a:cubicBezTo>
                      <a:pt x="322172" y="1065214"/>
                      <a:pt x="321462" y="1065214"/>
                      <a:pt x="320752" y="1065214"/>
                    </a:cubicBezTo>
                    <a:cubicBezTo>
                      <a:pt x="320042" y="1065214"/>
                      <a:pt x="319332" y="1064504"/>
                      <a:pt x="318623" y="1064504"/>
                    </a:cubicBezTo>
                    <a:cubicBezTo>
                      <a:pt x="317913" y="1064504"/>
                      <a:pt x="317913" y="1064504"/>
                      <a:pt x="317203" y="1063793"/>
                    </a:cubicBezTo>
                    <a:cubicBezTo>
                      <a:pt x="317203" y="1063793"/>
                      <a:pt x="317203" y="1063793"/>
                      <a:pt x="316493" y="1063793"/>
                    </a:cubicBezTo>
                    <a:cubicBezTo>
                      <a:pt x="315783" y="1063793"/>
                      <a:pt x="315783" y="1063083"/>
                      <a:pt x="315073" y="1063083"/>
                    </a:cubicBezTo>
                    <a:cubicBezTo>
                      <a:pt x="314363" y="1062372"/>
                      <a:pt x="313654" y="1062372"/>
                      <a:pt x="313654" y="1061661"/>
                    </a:cubicBezTo>
                    <a:cubicBezTo>
                      <a:pt x="312944" y="1061661"/>
                      <a:pt x="312944" y="1061661"/>
                      <a:pt x="312944" y="1061661"/>
                    </a:cubicBezTo>
                    <a:cubicBezTo>
                      <a:pt x="312944" y="1060951"/>
                      <a:pt x="312234" y="1060951"/>
                      <a:pt x="312234" y="1060240"/>
                    </a:cubicBezTo>
                    <a:cubicBezTo>
                      <a:pt x="311524" y="1060240"/>
                      <a:pt x="311524" y="1060240"/>
                      <a:pt x="311524" y="1060240"/>
                    </a:cubicBezTo>
                    <a:cubicBezTo>
                      <a:pt x="311524" y="1059530"/>
                      <a:pt x="310814" y="1059530"/>
                      <a:pt x="310814" y="1058819"/>
                    </a:cubicBezTo>
                    <a:cubicBezTo>
                      <a:pt x="310104" y="1058819"/>
                      <a:pt x="310104" y="1058819"/>
                      <a:pt x="310104" y="1058109"/>
                    </a:cubicBezTo>
                    <a:cubicBezTo>
                      <a:pt x="310104" y="1058109"/>
                      <a:pt x="309394" y="1057398"/>
                      <a:pt x="309394" y="1056688"/>
                    </a:cubicBezTo>
                    <a:cubicBezTo>
                      <a:pt x="308685" y="1055977"/>
                      <a:pt x="308685" y="1055267"/>
                      <a:pt x="308685" y="1054556"/>
                    </a:cubicBezTo>
                    <a:cubicBezTo>
                      <a:pt x="308685" y="1054556"/>
                      <a:pt x="308685" y="1054556"/>
                      <a:pt x="307975" y="1054556"/>
                    </a:cubicBezTo>
                    <a:cubicBezTo>
                      <a:pt x="307975" y="1053846"/>
                      <a:pt x="307975" y="1053135"/>
                      <a:pt x="307975" y="1052424"/>
                    </a:cubicBezTo>
                    <a:cubicBezTo>
                      <a:pt x="307975" y="1051714"/>
                      <a:pt x="307975" y="1051003"/>
                      <a:pt x="307975" y="1049582"/>
                    </a:cubicBezTo>
                    <a:cubicBezTo>
                      <a:pt x="307975" y="1048872"/>
                      <a:pt x="307975" y="1048161"/>
                      <a:pt x="307975" y="1047451"/>
                    </a:cubicBezTo>
                    <a:cubicBezTo>
                      <a:pt x="307975" y="1047451"/>
                      <a:pt x="307975" y="1047451"/>
                      <a:pt x="329270" y="916712"/>
                    </a:cubicBezTo>
                    <a:cubicBezTo>
                      <a:pt x="330690" y="908186"/>
                      <a:pt x="338499" y="902501"/>
                      <a:pt x="347017" y="903922"/>
                    </a:cubicBezTo>
                    <a:cubicBezTo>
                      <a:pt x="355535" y="905343"/>
                      <a:pt x="361214" y="913159"/>
                      <a:pt x="359794" y="921686"/>
                    </a:cubicBezTo>
                    <a:cubicBezTo>
                      <a:pt x="359794" y="921686"/>
                      <a:pt x="359794" y="921686"/>
                      <a:pt x="345597" y="1004819"/>
                    </a:cubicBezTo>
                    <a:cubicBezTo>
                      <a:pt x="345597" y="1004819"/>
                      <a:pt x="345597" y="1004819"/>
                      <a:pt x="454915" y="894685"/>
                    </a:cubicBezTo>
                    <a:cubicBezTo>
                      <a:pt x="458110" y="891843"/>
                      <a:pt x="462014" y="890422"/>
                      <a:pt x="465830" y="890422"/>
                    </a:cubicBezTo>
                    <a:close/>
                    <a:moveTo>
                      <a:pt x="902947" y="888847"/>
                    </a:moveTo>
                    <a:cubicBezTo>
                      <a:pt x="906870" y="888847"/>
                      <a:pt x="910794" y="890281"/>
                      <a:pt x="913648" y="893149"/>
                    </a:cubicBezTo>
                    <a:cubicBezTo>
                      <a:pt x="913648" y="893149"/>
                      <a:pt x="913648" y="893149"/>
                      <a:pt x="1024940" y="1004991"/>
                    </a:cubicBezTo>
                    <a:cubicBezTo>
                      <a:pt x="1024940" y="1004991"/>
                      <a:pt x="1024940" y="1004991"/>
                      <a:pt x="1012099" y="918958"/>
                    </a:cubicBezTo>
                    <a:cubicBezTo>
                      <a:pt x="1010672" y="910355"/>
                      <a:pt x="1016379" y="902469"/>
                      <a:pt x="1024940" y="901035"/>
                    </a:cubicBezTo>
                    <a:cubicBezTo>
                      <a:pt x="1033501" y="899601"/>
                      <a:pt x="1041349" y="905337"/>
                      <a:pt x="1042776" y="913940"/>
                    </a:cubicBezTo>
                    <a:cubicBezTo>
                      <a:pt x="1042776" y="913940"/>
                      <a:pt x="1042776" y="913940"/>
                      <a:pt x="1062038" y="1047290"/>
                    </a:cubicBezTo>
                    <a:cubicBezTo>
                      <a:pt x="1062038" y="1048007"/>
                      <a:pt x="1062038" y="1048724"/>
                      <a:pt x="1062038" y="1049441"/>
                    </a:cubicBezTo>
                    <a:cubicBezTo>
                      <a:pt x="1062038" y="1050157"/>
                      <a:pt x="1062038" y="1050157"/>
                      <a:pt x="1062038" y="1050157"/>
                    </a:cubicBezTo>
                    <a:cubicBezTo>
                      <a:pt x="1062038" y="1050874"/>
                      <a:pt x="1062038" y="1051591"/>
                      <a:pt x="1062038" y="1052308"/>
                    </a:cubicBezTo>
                    <a:cubicBezTo>
                      <a:pt x="1062038" y="1053025"/>
                      <a:pt x="1062038" y="1053742"/>
                      <a:pt x="1061325" y="1055176"/>
                    </a:cubicBezTo>
                    <a:cubicBezTo>
                      <a:pt x="1061325" y="1055176"/>
                      <a:pt x="1061325" y="1055176"/>
                      <a:pt x="1061325" y="1055893"/>
                    </a:cubicBezTo>
                    <a:cubicBezTo>
                      <a:pt x="1060611" y="1055893"/>
                      <a:pt x="1060611" y="1056610"/>
                      <a:pt x="1060611" y="1057327"/>
                    </a:cubicBezTo>
                    <a:cubicBezTo>
                      <a:pt x="1059898" y="1057327"/>
                      <a:pt x="1059898" y="1058044"/>
                      <a:pt x="1059898" y="1058044"/>
                    </a:cubicBezTo>
                    <a:cubicBezTo>
                      <a:pt x="1059185" y="1058761"/>
                      <a:pt x="1059185" y="1058761"/>
                      <a:pt x="1059185" y="1059478"/>
                    </a:cubicBezTo>
                    <a:cubicBezTo>
                      <a:pt x="1058471" y="1059478"/>
                      <a:pt x="1058471" y="1060195"/>
                      <a:pt x="1058471" y="1060195"/>
                    </a:cubicBezTo>
                    <a:cubicBezTo>
                      <a:pt x="1057758" y="1060195"/>
                      <a:pt x="1057758" y="1060912"/>
                      <a:pt x="1057044" y="1060912"/>
                    </a:cubicBezTo>
                    <a:cubicBezTo>
                      <a:pt x="1057044" y="1061628"/>
                      <a:pt x="1056331" y="1061628"/>
                      <a:pt x="1056331" y="1061628"/>
                    </a:cubicBezTo>
                    <a:cubicBezTo>
                      <a:pt x="1056331" y="1062345"/>
                      <a:pt x="1055618" y="1062345"/>
                      <a:pt x="1054904" y="1063062"/>
                    </a:cubicBezTo>
                    <a:cubicBezTo>
                      <a:pt x="1054904" y="1063062"/>
                      <a:pt x="1054904" y="1063062"/>
                      <a:pt x="1054191" y="1063062"/>
                    </a:cubicBezTo>
                    <a:cubicBezTo>
                      <a:pt x="1054191" y="1063779"/>
                      <a:pt x="1054191" y="1063779"/>
                      <a:pt x="1053477" y="1063779"/>
                    </a:cubicBezTo>
                    <a:cubicBezTo>
                      <a:pt x="1053477" y="1063779"/>
                      <a:pt x="1052764" y="1063779"/>
                      <a:pt x="1052050" y="1064496"/>
                    </a:cubicBezTo>
                    <a:cubicBezTo>
                      <a:pt x="1051337" y="1064496"/>
                      <a:pt x="1050624" y="1064496"/>
                      <a:pt x="1049910" y="1065213"/>
                    </a:cubicBezTo>
                    <a:cubicBezTo>
                      <a:pt x="1049910" y="1065213"/>
                      <a:pt x="1049910" y="1065213"/>
                      <a:pt x="1049197" y="1065213"/>
                    </a:cubicBezTo>
                    <a:cubicBezTo>
                      <a:pt x="1048483" y="1065213"/>
                      <a:pt x="1048483" y="1065213"/>
                      <a:pt x="1047770" y="1065213"/>
                    </a:cubicBezTo>
                    <a:cubicBezTo>
                      <a:pt x="1047057" y="1065213"/>
                      <a:pt x="1045630" y="1065213"/>
                      <a:pt x="1044916" y="1065213"/>
                    </a:cubicBezTo>
                    <a:cubicBezTo>
                      <a:pt x="1044916" y="1065213"/>
                      <a:pt x="1044916" y="1065213"/>
                      <a:pt x="914361" y="1043705"/>
                    </a:cubicBezTo>
                    <a:cubicBezTo>
                      <a:pt x="905800" y="1042271"/>
                      <a:pt x="899380" y="1034385"/>
                      <a:pt x="900806" y="1026499"/>
                    </a:cubicBezTo>
                    <a:cubicBezTo>
                      <a:pt x="901520" y="1017178"/>
                      <a:pt x="910081" y="1011443"/>
                      <a:pt x="918642" y="1012877"/>
                    </a:cubicBezTo>
                    <a:cubicBezTo>
                      <a:pt x="918642" y="1012877"/>
                      <a:pt x="918642" y="1012877"/>
                      <a:pt x="1002824" y="1026499"/>
                    </a:cubicBezTo>
                    <a:cubicBezTo>
                      <a:pt x="1002824" y="1026499"/>
                      <a:pt x="1002824" y="1026499"/>
                      <a:pt x="891532" y="915374"/>
                    </a:cubicBezTo>
                    <a:cubicBezTo>
                      <a:pt x="885825" y="908921"/>
                      <a:pt x="885825" y="899601"/>
                      <a:pt x="892245" y="893866"/>
                    </a:cubicBezTo>
                    <a:cubicBezTo>
                      <a:pt x="892245" y="893866"/>
                      <a:pt x="892245" y="893866"/>
                      <a:pt x="892245" y="893149"/>
                    </a:cubicBezTo>
                    <a:cubicBezTo>
                      <a:pt x="895099" y="890281"/>
                      <a:pt x="899023" y="888847"/>
                      <a:pt x="902947" y="888847"/>
                    </a:cubicBezTo>
                    <a:close/>
                    <a:moveTo>
                      <a:pt x="684212" y="463550"/>
                    </a:moveTo>
                    <a:cubicBezTo>
                      <a:pt x="562343" y="463550"/>
                      <a:pt x="463549" y="562344"/>
                      <a:pt x="463549" y="684213"/>
                    </a:cubicBezTo>
                    <a:cubicBezTo>
                      <a:pt x="463549" y="806082"/>
                      <a:pt x="562343" y="904876"/>
                      <a:pt x="684212" y="904876"/>
                    </a:cubicBezTo>
                    <a:cubicBezTo>
                      <a:pt x="806081" y="904876"/>
                      <a:pt x="904875" y="806082"/>
                      <a:pt x="904875" y="684213"/>
                    </a:cubicBezTo>
                    <a:cubicBezTo>
                      <a:pt x="904875" y="562344"/>
                      <a:pt x="806081" y="463550"/>
                      <a:pt x="684212" y="463550"/>
                    </a:cubicBezTo>
                    <a:close/>
                    <a:moveTo>
                      <a:pt x="684212" y="431800"/>
                    </a:moveTo>
                    <a:cubicBezTo>
                      <a:pt x="823616" y="431800"/>
                      <a:pt x="936625" y="544809"/>
                      <a:pt x="936625" y="684213"/>
                    </a:cubicBezTo>
                    <a:cubicBezTo>
                      <a:pt x="936625" y="823617"/>
                      <a:pt x="823616" y="936626"/>
                      <a:pt x="684212" y="936626"/>
                    </a:cubicBezTo>
                    <a:cubicBezTo>
                      <a:pt x="544808" y="936626"/>
                      <a:pt x="431799" y="823617"/>
                      <a:pt x="431799" y="684213"/>
                    </a:cubicBezTo>
                    <a:cubicBezTo>
                      <a:pt x="431799" y="544809"/>
                      <a:pt x="544808" y="431800"/>
                      <a:pt x="684212" y="431800"/>
                    </a:cubicBezTo>
                    <a:close/>
                    <a:moveTo>
                      <a:pt x="319204" y="309563"/>
                    </a:moveTo>
                    <a:cubicBezTo>
                      <a:pt x="319916" y="309563"/>
                      <a:pt x="320629" y="309563"/>
                      <a:pt x="321341" y="309563"/>
                    </a:cubicBezTo>
                    <a:cubicBezTo>
                      <a:pt x="321341" y="309563"/>
                      <a:pt x="321341" y="309563"/>
                      <a:pt x="322053" y="309563"/>
                    </a:cubicBezTo>
                    <a:cubicBezTo>
                      <a:pt x="322765" y="309563"/>
                      <a:pt x="323477" y="309563"/>
                      <a:pt x="324189" y="309563"/>
                    </a:cubicBezTo>
                    <a:cubicBezTo>
                      <a:pt x="324189" y="309563"/>
                      <a:pt x="324189" y="309563"/>
                      <a:pt x="453789" y="330838"/>
                    </a:cubicBezTo>
                    <a:cubicBezTo>
                      <a:pt x="462335" y="332257"/>
                      <a:pt x="468743" y="340058"/>
                      <a:pt x="467319" y="347858"/>
                    </a:cubicBezTo>
                    <a:cubicBezTo>
                      <a:pt x="466607" y="356368"/>
                      <a:pt x="459486" y="362042"/>
                      <a:pt x="452365" y="362042"/>
                    </a:cubicBezTo>
                    <a:cubicBezTo>
                      <a:pt x="450941" y="362042"/>
                      <a:pt x="450229" y="362042"/>
                      <a:pt x="449517" y="361333"/>
                    </a:cubicBezTo>
                    <a:cubicBezTo>
                      <a:pt x="449517" y="361333"/>
                      <a:pt x="449517" y="361333"/>
                      <a:pt x="366202" y="347858"/>
                    </a:cubicBezTo>
                    <a:cubicBezTo>
                      <a:pt x="366202" y="347858"/>
                      <a:pt x="366202" y="347858"/>
                      <a:pt x="473728" y="454943"/>
                    </a:cubicBezTo>
                    <a:cubicBezTo>
                      <a:pt x="479425" y="461326"/>
                      <a:pt x="479425" y="470545"/>
                      <a:pt x="473728" y="476219"/>
                    </a:cubicBezTo>
                    <a:cubicBezTo>
                      <a:pt x="473016" y="476219"/>
                      <a:pt x="473016" y="476928"/>
                      <a:pt x="473016" y="476928"/>
                    </a:cubicBezTo>
                    <a:cubicBezTo>
                      <a:pt x="467319" y="482601"/>
                      <a:pt x="457350" y="482601"/>
                      <a:pt x="451653" y="476928"/>
                    </a:cubicBezTo>
                    <a:cubicBezTo>
                      <a:pt x="451653" y="476928"/>
                      <a:pt x="451653" y="476928"/>
                      <a:pt x="344128" y="369134"/>
                    </a:cubicBezTo>
                    <a:cubicBezTo>
                      <a:pt x="344128" y="369134"/>
                      <a:pt x="344128" y="369134"/>
                      <a:pt x="356945" y="454234"/>
                    </a:cubicBezTo>
                    <a:cubicBezTo>
                      <a:pt x="358369" y="462035"/>
                      <a:pt x="353385" y="469836"/>
                      <a:pt x="345552" y="471964"/>
                    </a:cubicBezTo>
                    <a:cubicBezTo>
                      <a:pt x="336295" y="474091"/>
                      <a:pt x="327749" y="468418"/>
                      <a:pt x="326325" y="459198"/>
                    </a:cubicBezTo>
                    <a:cubicBezTo>
                      <a:pt x="326325" y="459198"/>
                      <a:pt x="326325" y="459198"/>
                      <a:pt x="306387" y="327292"/>
                    </a:cubicBezTo>
                    <a:cubicBezTo>
                      <a:pt x="306387" y="326583"/>
                      <a:pt x="306387" y="325874"/>
                      <a:pt x="306387" y="325165"/>
                    </a:cubicBezTo>
                    <a:cubicBezTo>
                      <a:pt x="306387" y="325165"/>
                      <a:pt x="306387" y="325165"/>
                      <a:pt x="306387" y="324456"/>
                    </a:cubicBezTo>
                    <a:cubicBezTo>
                      <a:pt x="306387" y="323747"/>
                      <a:pt x="306387" y="323037"/>
                      <a:pt x="306387" y="322328"/>
                    </a:cubicBezTo>
                    <a:cubicBezTo>
                      <a:pt x="306387" y="321619"/>
                      <a:pt x="306387" y="320910"/>
                      <a:pt x="307099" y="320201"/>
                    </a:cubicBezTo>
                    <a:cubicBezTo>
                      <a:pt x="307099" y="319492"/>
                      <a:pt x="307811" y="318782"/>
                      <a:pt x="307811" y="318073"/>
                    </a:cubicBezTo>
                    <a:cubicBezTo>
                      <a:pt x="308523" y="317364"/>
                      <a:pt x="308523" y="316655"/>
                      <a:pt x="309235" y="315946"/>
                    </a:cubicBezTo>
                    <a:cubicBezTo>
                      <a:pt x="309947" y="315237"/>
                      <a:pt x="309947" y="314527"/>
                      <a:pt x="310659" y="314527"/>
                    </a:cubicBezTo>
                    <a:cubicBezTo>
                      <a:pt x="310659" y="314527"/>
                      <a:pt x="310659" y="314527"/>
                      <a:pt x="310659" y="313818"/>
                    </a:cubicBezTo>
                    <a:cubicBezTo>
                      <a:pt x="311371" y="313818"/>
                      <a:pt x="312083" y="313109"/>
                      <a:pt x="312083" y="313109"/>
                    </a:cubicBezTo>
                    <a:cubicBezTo>
                      <a:pt x="312083" y="312400"/>
                      <a:pt x="312796" y="312400"/>
                      <a:pt x="312796" y="312400"/>
                    </a:cubicBezTo>
                    <a:cubicBezTo>
                      <a:pt x="313508" y="312400"/>
                      <a:pt x="313508" y="311691"/>
                      <a:pt x="314220" y="311691"/>
                    </a:cubicBezTo>
                    <a:cubicBezTo>
                      <a:pt x="314220" y="311691"/>
                      <a:pt x="314220" y="311691"/>
                      <a:pt x="314932" y="310981"/>
                    </a:cubicBezTo>
                    <a:cubicBezTo>
                      <a:pt x="315644" y="310981"/>
                      <a:pt x="316356" y="310981"/>
                      <a:pt x="317068" y="310272"/>
                    </a:cubicBezTo>
                    <a:cubicBezTo>
                      <a:pt x="317780" y="310272"/>
                      <a:pt x="318492" y="310272"/>
                      <a:pt x="319204" y="309563"/>
                    </a:cubicBezTo>
                    <a:close/>
                    <a:moveTo>
                      <a:pt x="1046208" y="307976"/>
                    </a:moveTo>
                    <a:cubicBezTo>
                      <a:pt x="1046921" y="307976"/>
                      <a:pt x="1047633" y="307976"/>
                      <a:pt x="1047633" y="308689"/>
                    </a:cubicBezTo>
                    <a:cubicBezTo>
                      <a:pt x="1047633" y="308689"/>
                      <a:pt x="1047633" y="308689"/>
                      <a:pt x="1048345" y="308689"/>
                    </a:cubicBezTo>
                    <a:cubicBezTo>
                      <a:pt x="1049057" y="308689"/>
                      <a:pt x="1049057" y="308689"/>
                      <a:pt x="1049769" y="308689"/>
                    </a:cubicBezTo>
                    <a:cubicBezTo>
                      <a:pt x="1050481" y="308689"/>
                      <a:pt x="1050481" y="308689"/>
                      <a:pt x="1050481" y="309402"/>
                    </a:cubicBezTo>
                    <a:cubicBezTo>
                      <a:pt x="1051193" y="309402"/>
                      <a:pt x="1051905" y="309402"/>
                      <a:pt x="1052617" y="310114"/>
                    </a:cubicBezTo>
                    <a:cubicBezTo>
                      <a:pt x="1053329" y="310114"/>
                      <a:pt x="1054041" y="310827"/>
                      <a:pt x="1054041" y="310827"/>
                    </a:cubicBezTo>
                    <a:cubicBezTo>
                      <a:pt x="1054041" y="310827"/>
                      <a:pt x="1054041" y="310827"/>
                      <a:pt x="1054754" y="311540"/>
                    </a:cubicBezTo>
                    <a:cubicBezTo>
                      <a:pt x="1055466" y="311540"/>
                      <a:pt x="1055466" y="312253"/>
                      <a:pt x="1056178" y="312965"/>
                    </a:cubicBezTo>
                    <a:cubicBezTo>
                      <a:pt x="1056890" y="313678"/>
                      <a:pt x="1057602" y="313678"/>
                      <a:pt x="1057602" y="314391"/>
                    </a:cubicBezTo>
                    <a:cubicBezTo>
                      <a:pt x="1058314" y="315104"/>
                      <a:pt x="1059026" y="315816"/>
                      <a:pt x="1059026" y="316529"/>
                    </a:cubicBezTo>
                    <a:cubicBezTo>
                      <a:pt x="1059738" y="317242"/>
                      <a:pt x="1059738" y="317955"/>
                      <a:pt x="1059738" y="318667"/>
                    </a:cubicBezTo>
                    <a:cubicBezTo>
                      <a:pt x="1059738" y="318667"/>
                      <a:pt x="1059738" y="318667"/>
                      <a:pt x="1060450" y="319380"/>
                    </a:cubicBezTo>
                    <a:cubicBezTo>
                      <a:pt x="1060450" y="320093"/>
                      <a:pt x="1060450" y="320806"/>
                      <a:pt x="1060450" y="321518"/>
                    </a:cubicBezTo>
                    <a:cubicBezTo>
                      <a:pt x="1060450" y="322231"/>
                      <a:pt x="1060450" y="322944"/>
                      <a:pt x="1060450" y="323657"/>
                    </a:cubicBezTo>
                    <a:cubicBezTo>
                      <a:pt x="1060450" y="324369"/>
                      <a:pt x="1060450" y="325082"/>
                      <a:pt x="1060450" y="325795"/>
                    </a:cubicBezTo>
                    <a:cubicBezTo>
                      <a:pt x="1060450" y="325795"/>
                      <a:pt x="1060450" y="325795"/>
                      <a:pt x="1060450" y="326508"/>
                    </a:cubicBezTo>
                    <a:cubicBezTo>
                      <a:pt x="1060450" y="326508"/>
                      <a:pt x="1060450" y="326508"/>
                      <a:pt x="1039799" y="457655"/>
                    </a:cubicBezTo>
                    <a:cubicBezTo>
                      <a:pt x="1038375" y="464782"/>
                      <a:pt x="1031966" y="470484"/>
                      <a:pt x="1024845" y="470484"/>
                    </a:cubicBezTo>
                    <a:cubicBezTo>
                      <a:pt x="1024133" y="470484"/>
                      <a:pt x="1022709" y="470484"/>
                      <a:pt x="1021997" y="470484"/>
                    </a:cubicBezTo>
                    <a:cubicBezTo>
                      <a:pt x="1013452" y="469059"/>
                      <a:pt x="1007755" y="461218"/>
                      <a:pt x="1009179" y="452665"/>
                    </a:cubicBezTo>
                    <a:cubicBezTo>
                      <a:pt x="1009179" y="452665"/>
                      <a:pt x="1009179" y="452665"/>
                      <a:pt x="1023421" y="368560"/>
                    </a:cubicBezTo>
                    <a:cubicBezTo>
                      <a:pt x="1023421" y="368560"/>
                      <a:pt x="1023421" y="368560"/>
                      <a:pt x="915183" y="476899"/>
                    </a:cubicBezTo>
                    <a:cubicBezTo>
                      <a:pt x="908774" y="482601"/>
                      <a:pt x="899517" y="482601"/>
                      <a:pt x="893821" y="476186"/>
                    </a:cubicBezTo>
                    <a:cubicBezTo>
                      <a:pt x="893821" y="476186"/>
                      <a:pt x="893821" y="476186"/>
                      <a:pt x="893108" y="476186"/>
                    </a:cubicBezTo>
                    <a:cubicBezTo>
                      <a:pt x="887412" y="470484"/>
                      <a:pt x="887412" y="460506"/>
                      <a:pt x="893108" y="454804"/>
                    </a:cubicBezTo>
                    <a:cubicBezTo>
                      <a:pt x="893108" y="454804"/>
                      <a:pt x="893108" y="454804"/>
                      <a:pt x="1002058" y="345752"/>
                    </a:cubicBezTo>
                    <a:cubicBezTo>
                      <a:pt x="1002058" y="345752"/>
                      <a:pt x="1002058" y="345752"/>
                      <a:pt x="915895" y="359294"/>
                    </a:cubicBezTo>
                    <a:cubicBezTo>
                      <a:pt x="907350" y="360720"/>
                      <a:pt x="899517" y="354305"/>
                      <a:pt x="898093" y="345752"/>
                    </a:cubicBezTo>
                    <a:cubicBezTo>
                      <a:pt x="897381" y="337199"/>
                      <a:pt x="903790" y="330072"/>
                      <a:pt x="911623" y="328646"/>
                    </a:cubicBezTo>
                    <a:cubicBezTo>
                      <a:pt x="911623" y="328646"/>
                      <a:pt x="911623" y="328646"/>
                      <a:pt x="1044072" y="308689"/>
                    </a:cubicBezTo>
                    <a:cubicBezTo>
                      <a:pt x="1044784" y="307976"/>
                      <a:pt x="1045496" y="307976"/>
                      <a:pt x="1046208" y="307976"/>
                    </a:cubicBezTo>
                    <a:close/>
                    <a:moveTo>
                      <a:pt x="1204118" y="31750"/>
                    </a:moveTo>
                    <a:cubicBezTo>
                      <a:pt x="1130909" y="31750"/>
                      <a:pt x="1071561" y="91098"/>
                      <a:pt x="1071561" y="164307"/>
                    </a:cubicBezTo>
                    <a:cubicBezTo>
                      <a:pt x="1071561" y="237516"/>
                      <a:pt x="1130909" y="296864"/>
                      <a:pt x="1204118" y="296864"/>
                    </a:cubicBezTo>
                    <a:cubicBezTo>
                      <a:pt x="1277327" y="296864"/>
                      <a:pt x="1336675" y="237516"/>
                      <a:pt x="1336675" y="164307"/>
                    </a:cubicBezTo>
                    <a:cubicBezTo>
                      <a:pt x="1336675" y="91098"/>
                      <a:pt x="1277327" y="31750"/>
                      <a:pt x="1204118" y="31750"/>
                    </a:cubicBezTo>
                    <a:close/>
                    <a:moveTo>
                      <a:pt x="164307" y="1"/>
                    </a:moveTo>
                    <a:cubicBezTo>
                      <a:pt x="255051" y="1"/>
                      <a:pt x="328614" y="73564"/>
                      <a:pt x="328614" y="164308"/>
                    </a:cubicBezTo>
                    <a:cubicBezTo>
                      <a:pt x="328614" y="255052"/>
                      <a:pt x="255051" y="328615"/>
                      <a:pt x="164307" y="328615"/>
                    </a:cubicBezTo>
                    <a:cubicBezTo>
                      <a:pt x="73563" y="328615"/>
                      <a:pt x="0" y="255052"/>
                      <a:pt x="0" y="164308"/>
                    </a:cubicBezTo>
                    <a:cubicBezTo>
                      <a:pt x="0" y="73564"/>
                      <a:pt x="73563" y="1"/>
                      <a:pt x="164307" y="1"/>
                    </a:cubicBezTo>
                    <a:close/>
                    <a:moveTo>
                      <a:pt x="1204118" y="0"/>
                    </a:moveTo>
                    <a:cubicBezTo>
                      <a:pt x="1294862" y="0"/>
                      <a:pt x="1368425" y="73563"/>
                      <a:pt x="1368425" y="164307"/>
                    </a:cubicBezTo>
                    <a:cubicBezTo>
                      <a:pt x="1368425" y="255051"/>
                      <a:pt x="1294862" y="328614"/>
                      <a:pt x="1204118" y="328614"/>
                    </a:cubicBezTo>
                    <a:cubicBezTo>
                      <a:pt x="1113374" y="328614"/>
                      <a:pt x="1039811" y="255051"/>
                      <a:pt x="1039811" y="164307"/>
                    </a:cubicBezTo>
                    <a:cubicBezTo>
                      <a:pt x="1039811" y="73563"/>
                      <a:pt x="1113374" y="0"/>
                      <a:pt x="1204118"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82" name="Freeform 29">
                <a:extLst>
                  <a:ext uri="{FF2B5EF4-FFF2-40B4-BE49-F238E27FC236}">
                    <a16:creationId xmlns:a16="http://schemas.microsoft.com/office/drawing/2014/main" id="{FACC431E-9A29-9E55-BF96-791195755AF7}"/>
                  </a:ext>
                </a:extLst>
              </p:cNvPr>
              <p:cNvSpPr>
                <a:spLocks noChangeArrowheads="1"/>
              </p:cNvSpPr>
              <p:nvPr/>
            </p:nvSpPr>
            <p:spPr bwMode="auto">
              <a:xfrm>
                <a:off x="5411787" y="2808288"/>
                <a:ext cx="1368427" cy="1308101"/>
              </a:xfrm>
              <a:custGeom>
                <a:avLst/>
                <a:gdLst>
                  <a:gd name="connsiteX0" fmla="*/ 164307 w 1368427"/>
                  <a:gd name="connsiteY0" fmla="*/ 1008061 h 1308101"/>
                  <a:gd name="connsiteX1" fmla="*/ 31750 w 1368427"/>
                  <a:gd name="connsiteY1" fmla="*/ 1140618 h 1308101"/>
                  <a:gd name="connsiteX2" fmla="*/ 164307 w 1368427"/>
                  <a:gd name="connsiteY2" fmla="*/ 1273175 h 1308101"/>
                  <a:gd name="connsiteX3" fmla="*/ 296864 w 1368427"/>
                  <a:gd name="connsiteY3" fmla="*/ 1140618 h 1308101"/>
                  <a:gd name="connsiteX4" fmla="*/ 164307 w 1368427"/>
                  <a:gd name="connsiteY4" fmla="*/ 1008061 h 1308101"/>
                  <a:gd name="connsiteX5" fmla="*/ 1204120 w 1368427"/>
                  <a:gd name="connsiteY5" fmla="*/ 979487 h 1308101"/>
                  <a:gd name="connsiteX6" fmla="*/ 1368427 w 1368427"/>
                  <a:gd name="connsiteY6" fmla="*/ 1143794 h 1308101"/>
                  <a:gd name="connsiteX7" fmla="*/ 1204120 w 1368427"/>
                  <a:gd name="connsiteY7" fmla="*/ 1308101 h 1308101"/>
                  <a:gd name="connsiteX8" fmla="*/ 1039813 w 1368427"/>
                  <a:gd name="connsiteY8" fmla="*/ 1143794 h 1308101"/>
                  <a:gd name="connsiteX9" fmla="*/ 1204120 w 1368427"/>
                  <a:gd name="connsiteY9" fmla="*/ 979487 h 1308101"/>
                  <a:gd name="connsiteX10" fmla="*/ 164307 w 1368427"/>
                  <a:gd name="connsiteY10" fmla="*/ 976311 h 1308101"/>
                  <a:gd name="connsiteX11" fmla="*/ 328614 w 1368427"/>
                  <a:gd name="connsiteY11" fmla="*/ 1140618 h 1308101"/>
                  <a:gd name="connsiteX12" fmla="*/ 164307 w 1368427"/>
                  <a:gd name="connsiteY12" fmla="*/ 1304925 h 1308101"/>
                  <a:gd name="connsiteX13" fmla="*/ 0 w 1368427"/>
                  <a:gd name="connsiteY13" fmla="*/ 1140618 h 1308101"/>
                  <a:gd name="connsiteX14" fmla="*/ 164307 w 1368427"/>
                  <a:gd name="connsiteY14" fmla="*/ 976311 h 1308101"/>
                  <a:gd name="connsiteX15" fmla="*/ 683420 w 1368427"/>
                  <a:gd name="connsiteY15" fmla="*/ 430212 h 1308101"/>
                  <a:gd name="connsiteX16" fmla="*/ 873127 w 1368427"/>
                  <a:gd name="connsiteY16" fmla="*/ 620712 h 1308101"/>
                  <a:gd name="connsiteX17" fmla="*/ 683420 w 1368427"/>
                  <a:gd name="connsiteY17" fmla="*/ 811212 h 1308101"/>
                  <a:gd name="connsiteX18" fmla="*/ 493713 w 1368427"/>
                  <a:gd name="connsiteY18" fmla="*/ 620712 h 1308101"/>
                  <a:gd name="connsiteX19" fmla="*/ 683420 w 1368427"/>
                  <a:gd name="connsiteY19" fmla="*/ 430212 h 1308101"/>
                  <a:gd name="connsiteX20" fmla="*/ 1204913 w 1368427"/>
                  <a:gd name="connsiteY20" fmla="*/ 0 h 1308101"/>
                  <a:gd name="connsiteX21" fmla="*/ 1306513 w 1368427"/>
                  <a:gd name="connsiteY21" fmla="*/ 101600 h 1308101"/>
                  <a:gd name="connsiteX22" fmla="*/ 1204913 w 1368427"/>
                  <a:gd name="connsiteY22" fmla="*/ 203200 h 1308101"/>
                  <a:gd name="connsiteX23" fmla="*/ 1103313 w 1368427"/>
                  <a:gd name="connsiteY23" fmla="*/ 101600 h 1308101"/>
                  <a:gd name="connsiteX24" fmla="*/ 1204913 w 1368427"/>
                  <a:gd name="connsiteY24" fmla="*/ 0 h 1308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68427" h="1308101">
                    <a:moveTo>
                      <a:pt x="164307" y="1008061"/>
                    </a:moveTo>
                    <a:cubicBezTo>
                      <a:pt x="91098" y="1008061"/>
                      <a:pt x="31750" y="1067409"/>
                      <a:pt x="31750" y="1140618"/>
                    </a:cubicBezTo>
                    <a:cubicBezTo>
                      <a:pt x="31750" y="1213827"/>
                      <a:pt x="91098" y="1273175"/>
                      <a:pt x="164307" y="1273175"/>
                    </a:cubicBezTo>
                    <a:cubicBezTo>
                      <a:pt x="237516" y="1273175"/>
                      <a:pt x="296864" y="1213827"/>
                      <a:pt x="296864" y="1140618"/>
                    </a:cubicBezTo>
                    <a:cubicBezTo>
                      <a:pt x="296864" y="1067409"/>
                      <a:pt x="237516" y="1008061"/>
                      <a:pt x="164307" y="1008061"/>
                    </a:cubicBezTo>
                    <a:close/>
                    <a:moveTo>
                      <a:pt x="1204120" y="979487"/>
                    </a:moveTo>
                    <a:cubicBezTo>
                      <a:pt x="1294864" y="979487"/>
                      <a:pt x="1368427" y="1053050"/>
                      <a:pt x="1368427" y="1143794"/>
                    </a:cubicBezTo>
                    <a:cubicBezTo>
                      <a:pt x="1368427" y="1234538"/>
                      <a:pt x="1294864" y="1308101"/>
                      <a:pt x="1204120" y="1308101"/>
                    </a:cubicBezTo>
                    <a:cubicBezTo>
                      <a:pt x="1113376" y="1308101"/>
                      <a:pt x="1039813" y="1234538"/>
                      <a:pt x="1039813" y="1143794"/>
                    </a:cubicBezTo>
                    <a:cubicBezTo>
                      <a:pt x="1039813" y="1053050"/>
                      <a:pt x="1113376" y="979487"/>
                      <a:pt x="1204120" y="979487"/>
                    </a:cubicBezTo>
                    <a:close/>
                    <a:moveTo>
                      <a:pt x="164307" y="976311"/>
                    </a:moveTo>
                    <a:cubicBezTo>
                      <a:pt x="255051" y="976311"/>
                      <a:pt x="328614" y="1049874"/>
                      <a:pt x="328614" y="1140618"/>
                    </a:cubicBezTo>
                    <a:cubicBezTo>
                      <a:pt x="328614" y="1231362"/>
                      <a:pt x="255051" y="1304925"/>
                      <a:pt x="164307" y="1304925"/>
                    </a:cubicBezTo>
                    <a:cubicBezTo>
                      <a:pt x="73563" y="1304925"/>
                      <a:pt x="0" y="1231362"/>
                      <a:pt x="0" y="1140618"/>
                    </a:cubicBezTo>
                    <a:cubicBezTo>
                      <a:pt x="0" y="1049874"/>
                      <a:pt x="73563" y="976311"/>
                      <a:pt x="164307" y="976311"/>
                    </a:cubicBezTo>
                    <a:close/>
                    <a:moveTo>
                      <a:pt x="683420" y="430212"/>
                    </a:moveTo>
                    <a:cubicBezTo>
                      <a:pt x="788192" y="430212"/>
                      <a:pt x="873127" y="515502"/>
                      <a:pt x="873127" y="620712"/>
                    </a:cubicBezTo>
                    <a:cubicBezTo>
                      <a:pt x="873127" y="725922"/>
                      <a:pt x="788192" y="811212"/>
                      <a:pt x="683420" y="811212"/>
                    </a:cubicBezTo>
                    <a:cubicBezTo>
                      <a:pt x="578648" y="811212"/>
                      <a:pt x="493713" y="725922"/>
                      <a:pt x="493713" y="620712"/>
                    </a:cubicBezTo>
                    <a:cubicBezTo>
                      <a:pt x="493713" y="515502"/>
                      <a:pt x="578648" y="430212"/>
                      <a:pt x="683420" y="430212"/>
                    </a:cubicBezTo>
                    <a:close/>
                    <a:moveTo>
                      <a:pt x="1204913" y="0"/>
                    </a:moveTo>
                    <a:cubicBezTo>
                      <a:pt x="1261025" y="0"/>
                      <a:pt x="1306513" y="45488"/>
                      <a:pt x="1306513" y="101600"/>
                    </a:cubicBezTo>
                    <a:cubicBezTo>
                      <a:pt x="1306513" y="157712"/>
                      <a:pt x="1261025" y="203200"/>
                      <a:pt x="1204913" y="203200"/>
                    </a:cubicBezTo>
                    <a:cubicBezTo>
                      <a:pt x="1148801" y="203200"/>
                      <a:pt x="1103313" y="157712"/>
                      <a:pt x="1103313" y="101600"/>
                    </a:cubicBezTo>
                    <a:cubicBezTo>
                      <a:pt x="1103313" y="45488"/>
                      <a:pt x="1148801" y="0"/>
                      <a:pt x="1204913" y="0"/>
                    </a:cubicBezTo>
                    <a:close/>
                  </a:path>
                </a:pathLst>
              </a:custGeom>
              <a:solidFill>
                <a:schemeClr val="tx2"/>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grpSp>
      <p:sp>
        <p:nvSpPr>
          <p:cNvPr id="252" name="Moon 251">
            <a:extLst>
              <a:ext uri="{FF2B5EF4-FFF2-40B4-BE49-F238E27FC236}">
                <a16:creationId xmlns:a16="http://schemas.microsoft.com/office/drawing/2014/main" id="{0A4D116B-85D1-423C-A2CF-1BFC308B0192}"/>
              </a:ext>
            </a:extLst>
          </p:cNvPr>
          <p:cNvSpPr/>
          <p:nvPr/>
        </p:nvSpPr>
        <p:spPr>
          <a:xfrm rot="5400000">
            <a:off x="2646366" y="1417395"/>
            <a:ext cx="384642" cy="769285"/>
          </a:xfrm>
          <a:prstGeom prst="moon">
            <a:avLst>
              <a:gd name="adj" fmla="val 6667"/>
            </a:avLst>
          </a:prstGeom>
          <a:solidFill>
            <a:schemeClr val="tx2"/>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253" name="Oval 20">
            <a:extLst>
              <a:ext uri="{FF2B5EF4-FFF2-40B4-BE49-F238E27FC236}">
                <a16:creationId xmlns:a16="http://schemas.microsoft.com/office/drawing/2014/main" id="{1FF916E9-6302-42A1-A978-05C99F97DC8E}"/>
              </a:ext>
            </a:extLst>
          </p:cNvPr>
          <p:cNvSpPr>
            <a:spLocks noChangeAspect="1" noChangeArrowheads="1"/>
          </p:cNvSpPr>
          <p:nvPr/>
        </p:nvSpPr>
        <p:spPr bwMode="auto">
          <a:xfrm>
            <a:off x="2454044" y="1570245"/>
            <a:ext cx="217426" cy="217425"/>
          </a:xfrm>
          <a:prstGeom prst="ellipse">
            <a:avLst/>
          </a:prstGeom>
          <a:solidFill>
            <a:srgbClr val="006863"/>
          </a:solidFill>
          <a:ln w="9525" cap="flat" cmpd="sng" algn="ctr">
            <a:solidFill>
              <a:srgbClr val="FFFFFF"/>
            </a:solidFill>
            <a:prstDash val="solid"/>
            <a:round/>
            <a:headEnd type="none" w="med" len="med"/>
            <a:tailEnd type="none" w="med" len="med"/>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rebuchet MS"/>
                <a:ea typeface="+mn-ea"/>
                <a:cs typeface="+mn-cs"/>
              </a:rPr>
              <a:t>0</a:t>
            </a:r>
          </a:p>
        </p:txBody>
      </p:sp>
      <p:grpSp>
        <p:nvGrpSpPr>
          <p:cNvPr id="258" name="bcgIcons_Contract 2 ">
            <a:extLst>
              <a:ext uri="{FF2B5EF4-FFF2-40B4-BE49-F238E27FC236}">
                <a16:creationId xmlns:a16="http://schemas.microsoft.com/office/drawing/2014/main" id="{B3D50CC1-21FC-452A-8FA3-6B8A002F49D9}"/>
              </a:ext>
            </a:extLst>
          </p:cNvPr>
          <p:cNvGrpSpPr>
            <a:grpSpLocks noChangeAspect="1"/>
          </p:cNvGrpSpPr>
          <p:nvPr>
            <p:custDataLst>
              <p:tags r:id="rId2"/>
            </p:custDataLst>
          </p:nvPr>
        </p:nvGrpSpPr>
        <p:grpSpPr>
          <a:xfrm>
            <a:off x="2697627" y="1717997"/>
            <a:ext cx="282378" cy="282378"/>
            <a:chOff x="5273675" y="2606675"/>
            <a:chExt cx="1644650" cy="1644650"/>
          </a:xfrm>
        </p:grpSpPr>
        <p:sp>
          <p:nvSpPr>
            <p:cNvPr id="259" name="AutoShape 3">
              <a:extLst>
                <a:ext uri="{FF2B5EF4-FFF2-40B4-BE49-F238E27FC236}">
                  <a16:creationId xmlns:a16="http://schemas.microsoft.com/office/drawing/2014/main" id="{DA78B3FB-B70A-4C89-9E6F-710106D82FAD}"/>
                </a:ext>
              </a:extLst>
            </p:cNvPr>
            <p:cNvSpPr>
              <a:spLocks noChangeAspect="1" noChangeArrowheads="1" noTextEdi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nvGrpSpPr>
            <p:cNvPr id="260" name="Group 259">
              <a:extLst>
                <a:ext uri="{FF2B5EF4-FFF2-40B4-BE49-F238E27FC236}">
                  <a16:creationId xmlns:a16="http://schemas.microsoft.com/office/drawing/2014/main" id="{626F9B5C-33E3-4B46-BE38-0A4D2C93B614}"/>
                </a:ext>
              </a:extLst>
            </p:cNvPr>
            <p:cNvGrpSpPr/>
            <p:nvPr/>
          </p:nvGrpSpPr>
          <p:grpSpPr>
            <a:xfrm>
              <a:off x="5648325" y="2890838"/>
              <a:ext cx="895350" cy="1185863"/>
              <a:chOff x="5648325" y="2890838"/>
              <a:chExt cx="895350" cy="1185863"/>
            </a:xfrm>
          </p:grpSpPr>
          <p:sp>
            <p:nvSpPr>
              <p:cNvPr id="261" name="Freeform 10">
                <a:extLst>
                  <a:ext uri="{FF2B5EF4-FFF2-40B4-BE49-F238E27FC236}">
                    <a16:creationId xmlns:a16="http://schemas.microsoft.com/office/drawing/2014/main" id="{1DC6B523-51D6-4348-9C5C-0F0ACD0AC088}"/>
                  </a:ext>
                </a:extLst>
              </p:cNvPr>
              <p:cNvSpPr>
                <a:spLocks/>
              </p:cNvSpPr>
              <p:nvPr/>
            </p:nvSpPr>
            <p:spPr bwMode="auto">
              <a:xfrm>
                <a:off x="5757124" y="3079749"/>
                <a:ext cx="626214" cy="909638"/>
              </a:xfrm>
              <a:custGeom>
                <a:avLst/>
                <a:gdLst>
                  <a:gd name="connsiteX0" fmla="*/ 123333 w 626214"/>
                  <a:gd name="connsiteY0" fmla="*/ 657225 h 909638"/>
                  <a:gd name="connsiteX1" fmla="*/ 126188 w 626214"/>
                  <a:gd name="connsiteY1" fmla="*/ 658647 h 909638"/>
                  <a:gd name="connsiteX2" fmla="*/ 138321 w 626214"/>
                  <a:gd name="connsiteY2" fmla="*/ 686377 h 909638"/>
                  <a:gd name="connsiteX3" fmla="*/ 141175 w 626214"/>
                  <a:gd name="connsiteY3" fmla="*/ 688510 h 909638"/>
                  <a:gd name="connsiteX4" fmla="*/ 142603 w 626214"/>
                  <a:gd name="connsiteY4" fmla="*/ 687088 h 909638"/>
                  <a:gd name="connsiteX5" fmla="*/ 163300 w 626214"/>
                  <a:gd name="connsiteY5" fmla="*/ 665046 h 909638"/>
                  <a:gd name="connsiteX6" fmla="*/ 165441 w 626214"/>
                  <a:gd name="connsiteY6" fmla="*/ 664335 h 909638"/>
                  <a:gd name="connsiteX7" fmla="*/ 168295 w 626214"/>
                  <a:gd name="connsiteY7" fmla="*/ 667179 h 909638"/>
                  <a:gd name="connsiteX8" fmla="*/ 170437 w 626214"/>
                  <a:gd name="connsiteY8" fmla="*/ 697042 h 909638"/>
                  <a:gd name="connsiteX9" fmla="*/ 172578 w 626214"/>
                  <a:gd name="connsiteY9" fmla="*/ 699886 h 909638"/>
                  <a:gd name="connsiteX10" fmla="*/ 174005 w 626214"/>
                  <a:gd name="connsiteY10" fmla="*/ 699886 h 909638"/>
                  <a:gd name="connsiteX11" fmla="*/ 199698 w 626214"/>
                  <a:gd name="connsiteY11" fmla="*/ 687088 h 909638"/>
                  <a:gd name="connsiteX12" fmla="*/ 201125 w 626214"/>
                  <a:gd name="connsiteY12" fmla="*/ 686377 h 909638"/>
                  <a:gd name="connsiteX13" fmla="*/ 203980 w 626214"/>
                  <a:gd name="connsiteY13" fmla="*/ 689932 h 909638"/>
                  <a:gd name="connsiteX14" fmla="*/ 195416 w 626214"/>
                  <a:gd name="connsiteY14" fmla="*/ 718373 h 909638"/>
                  <a:gd name="connsiteX15" fmla="*/ 198270 w 626214"/>
                  <a:gd name="connsiteY15" fmla="*/ 721928 h 909638"/>
                  <a:gd name="connsiteX16" fmla="*/ 228245 w 626214"/>
                  <a:gd name="connsiteY16" fmla="*/ 719084 h 909638"/>
                  <a:gd name="connsiteX17" fmla="*/ 230386 w 626214"/>
                  <a:gd name="connsiteY17" fmla="*/ 723350 h 909638"/>
                  <a:gd name="connsiteX18" fmla="*/ 213258 w 626214"/>
                  <a:gd name="connsiteY18" fmla="*/ 747525 h 909638"/>
                  <a:gd name="connsiteX19" fmla="*/ 214685 w 626214"/>
                  <a:gd name="connsiteY19" fmla="*/ 751791 h 909638"/>
                  <a:gd name="connsiteX20" fmla="*/ 243946 w 626214"/>
                  <a:gd name="connsiteY20" fmla="*/ 758901 h 909638"/>
                  <a:gd name="connsiteX21" fmla="*/ 244660 w 626214"/>
                  <a:gd name="connsiteY21" fmla="*/ 763879 h 909638"/>
                  <a:gd name="connsiteX22" fmla="*/ 219681 w 626214"/>
                  <a:gd name="connsiteY22" fmla="*/ 780943 h 909638"/>
                  <a:gd name="connsiteX23" fmla="*/ 219681 w 626214"/>
                  <a:gd name="connsiteY23" fmla="*/ 785920 h 909638"/>
                  <a:gd name="connsiteX24" fmla="*/ 244660 w 626214"/>
                  <a:gd name="connsiteY24" fmla="*/ 802274 h 909638"/>
                  <a:gd name="connsiteX25" fmla="*/ 243946 w 626214"/>
                  <a:gd name="connsiteY25" fmla="*/ 807251 h 909638"/>
                  <a:gd name="connsiteX26" fmla="*/ 214685 w 626214"/>
                  <a:gd name="connsiteY26" fmla="*/ 814361 h 909638"/>
                  <a:gd name="connsiteX27" fmla="*/ 213258 w 626214"/>
                  <a:gd name="connsiteY27" fmla="*/ 819338 h 909638"/>
                  <a:gd name="connsiteX28" fmla="*/ 230386 w 626214"/>
                  <a:gd name="connsiteY28" fmla="*/ 843513 h 909638"/>
                  <a:gd name="connsiteX29" fmla="*/ 228245 w 626214"/>
                  <a:gd name="connsiteY29" fmla="*/ 848490 h 909638"/>
                  <a:gd name="connsiteX30" fmla="*/ 198270 w 626214"/>
                  <a:gd name="connsiteY30" fmla="*/ 844935 h 909638"/>
                  <a:gd name="connsiteX31" fmla="*/ 195416 w 626214"/>
                  <a:gd name="connsiteY31" fmla="*/ 848490 h 909638"/>
                  <a:gd name="connsiteX32" fmla="*/ 203980 w 626214"/>
                  <a:gd name="connsiteY32" fmla="*/ 876931 h 909638"/>
                  <a:gd name="connsiteX33" fmla="*/ 201125 w 626214"/>
                  <a:gd name="connsiteY33" fmla="*/ 880486 h 909638"/>
                  <a:gd name="connsiteX34" fmla="*/ 199698 w 626214"/>
                  <a:gd name="connsiteY34" fmla="*/ 880486 h 909638"/>
                  <a:gd name="connsiteX35" fmla="*/ 174005 w 626214"/>
                  <a:gd name="connsiteY35" fmla="*/ 867688 h 909638"/>
                  <a:gd name="connsiteX36" fmla="*/ 172578 w 626214"/>
                  <a:gd name="connsiteY36" fmla="*/ 866977 h 909638"/>
                  <a:gd name="connsiteX37" fmla="*/ 170437 w 626214"/>
                  <a:gd name="connsiteY37" fmla="*/ 869821 h 909638"/>
                  <a:gd name="connsiteX38" fmla="*/ 168295 w 626214"/>
                  <a:gd name="connsiteY38" fmla="*/ 898973 h 909638"/>
                  <a:gd name="connsiteX39" fmla="*/ 165441 w 626214"/>
                  <a:gd name="connsiteY39" fmla="*/ 901817 h 909638"/>
                  <a:gd name="connsiteX40" fmla="*/ 163300 w 626214"/>
                  <a:gd name="connsiteY40" fmla="*/ 901106 h 909638"/>
                  <a:gd name="connsiteX41" fmla="*/ 142603 w 626214"/>
                  <a:gd name="connsiteY41" fmla="*/ 879775 h 909638"/>
                  <a:gd name="connsiteX42" fmla="*/ 141175 w 626214"/>
                  <a:gd name="connsiteY42" fmla="*/ 879064 h 909638"/>
                  <a:gd name="connsiteX43" fmla="*/ 138321 w 626214"/>
                  <a:gd name="connsiteY43" fmla="*/ 880486 h 909638"/>
                  <a:gd name="connsiteX44" fmla="*/ 126188 w 626214"/>
                  <a:gd name="connsiteY44" fmla="*/ 907505 h 909638"/>
                  <a:gd name="connsiteX45" fmla="*/ 123333 w 626214"/>
                  <a:gd name="connsiteY45" fmla="*/ 909638 h 909638"/>
                  <a:gd name="connsiteX46" fmla="*/ 121192 w 626214"/>
                  <a:gd name="connsiteY46" fmla="*/ 907505 h 909638"/>
                  <a:gd name="connsiteX47" fmla="*/ 109059 w 626214"/>
                  <a:gd name="connsiteY47" fmla="*/ 880486 h 909638"/>
                  <a:gd name="connsiteX48" fmla="*/ 106205 w 626214"/>
                  <a:gd name="connsiteY48" fmla="*/ 879064 h 909638"/>
                  <a:gd name="connsiteX49" fmla="*/ 104063 w 626214"/>
                  <a:gd name="connsiteY49" fmla="*/ 879775 h 909638"/>
                  <a:gd name="connsiteX50" fmla="*/ 82653 w 626214"/>
                  <a:gd name="connsiteY50" fmla="*/ 901106 h 909638"/>
                  <a:gd name="connsiteX51" fmla="*/ 81225 w 626214"/>
                  <a:gd name="connsiteY51" fmla="*/ 901817 h 909638"/>
                  <a:gd name="connsiteX52" fmla="*/ 78371 w 626214"/>
                  <a:gd name="connsiteY52" fmla="*/ 898973 h 909638"/>
                  <a:gd name="connsiteX53" fmla="*/ 76230 w 626214"/>
                  <a:gd name="connsiteY53" fmla="*/ 869821 h 909638"/>
                  <a:gd name="connsiteX54" fmla="*/ 73375 w 626214"/>
                  <a:gd name="connsiteY54" fmla="*/ 866977 h 909638"/>
                  <a:gd name="connsiteX55" fmla="*/ 71947 w 626214"/>
                  <a:gd name="connsiteY55" fmla="*/ 867688 h 909638"/>
                  <a:gd name="connsiteX56" fmla="*/ 46254 w 626214"/>
                  <a:gd name="connsiteY56" fmla="*/ 880486 h 909638"/>
                  <a:gd name="connsiteX57" fmla="*/ 44827 w 626214"/>
                  <a:gd name="connsiteY57" fmla="*/ 880486 h 909638"/>
                  <a:gd name="connsiteX58" fmla="*/ 41972 w 626214"/>
                  <a:gd name="connsiteY58" fmla="*/ 876931 h 909638"/>
                  <a:gd name="connsiteX59" fmla="*/ 50536 w 626214"/>
                  <a:gd name="connsiteY59" fmla="*/ 848490 h 909638"/>
                  <a:gd name="connsiteX60" fmla="*/ 47682 w 626214"/>
                  <a:gd name="connsiteY60" fmla="*/ 844935 h 909638"/>
                  <a:gd name="connsiteX61" fmla="*/ 46968 w 626214"/>
                  <a:gd name="connsiteY61" fmla="*/ 844935 h 909638"/>
                  <a:gd name="connsiteX62" fmla="*/ 17707 w 626214"/>
                  <a:gd name="connsiteY62" fmla="*/ 848490 h 909638"/>
                  <a:gd name="connsiteX63" fmla="*/ 14852 w 626214"/>
                  <a:gd name="connsiteY63" fmla="*/ 843513 h 909638"/>
                  <a:gd name="connsiteX64" fmla="*/ 32694 w 626214"/>
                  <a:gd name="connsiteY64" fmla="*/ 819338 h 909638"/>
                  <a:gd name="connsiteX65" fmla="*/ 30553 w 626214"/>
                  <a:gd name="connsiteY65" fmla="*/ 814361 h 909638"/>
                  <a:gd name="connsiteX66" fmla="*/ 2006 w 626214"/>
                  <a:gd name="connsiteY66" fmla="*/ 807251 h 909638"/>
                  <a:gd name="connsiteX67" fmla="*/ 1292 w 626214"/>
                  <a:gd name="connsiteY67" fmla="*/ 802274 h 909638"/>
                  <a:gd name="connsiteX68" fmla="*/ 25557 w 626214"/>
                  <a:gd name="connsiteY68" fmla="*/ 785920 h 909638"/>
                  <a:gd name="connsiteX69" fmla="*/ 25557 w 626214"/>
                  <a:gd name="connsiteY69" fmla="*/ 780943 h 909638"/>
                  <a:gd name="connsiteX70" fmla="*/ 1292 w 626214"/>
                  <a:gd name="connsiteY70" fmla="*/ 763879 h 909638"/>
                  <a:gd name="connsiteX71" fmla="*/ 2006 w 626214"/>
                  <a:gd name="connsiteY71" fmla="*/ 758901 h 909638"/>
                  <a:gd name="connsiteX72" fmla="*/ 30553 w 626214"/>
                  <a:gd name="connsiteY72" fmla="*/ 751791 h 909638"/>
                  <a:gd name="connsiteX73" fmla="*/ 32694 w 626214"/>
                  <a:gd name="connsiteY73" fmla="*/ 747525 h 909638"/>
                  <a:gd name="connsiteX74" fmla="*/ 14852 w 626214"/>
                  <a:gd name="connsiteY74" fmla="*/ 723350 h 909638"/>
                  <a:gd name="connsiteX75" fmla="*/ 17707 w 626214"/>
                  <a:gd name="connsiteY75" fmla="*/ 719084 h 909638"/>
                  <a:gd name="connsiteX76" fmla="*/ 46968 w 626214"/>
                  <a:gd name="connsiteY76" fmla="*/ 721928 h 909638"/>
                  <a:gd name="connsiteX77" fmla="*/ 47682 w 626214"/>
                  <a:gd name="connsiteY77" fmla="*/ 721928 h 909638"/>
                  <a:gd name="connsiteX78" fmla="*/ 50536 w 626214"/>
                  <a:gd name="connsiteY78" fmla="*/ 718373 h 909638"/>
                  <a:gd name="connsiteX79" fmla="*/ 41972 w 626214"/>
                  <a:gd name="connsiteY79" fmla="*/ 689932 h 909638"/>
                  <a:gd name="connsiteX80" fmla="*/ 44827 w 626214"/>
                  <a:gd name="connsiteY80" fmla="*/ 686377 h 909638"/>
                  <a:gd name="connsiteX81" fmla="*/ 46254 w 626214"/>
                  <a:gd name="connsiteY81" fmla="*/ 687088 h 909638"/>
                  <a:gd name="connsiteX82" fmla="*/ 71947 w 626214"/>
                  <a:gd name="connsiteY82" fmla="*/ 699886 h 909638"/>
                  <a:gd name="connsiteX83" fmla="*/ 73375 w 626214"/>
                  <a:gd name="connsiteY83" fmla="*/ 699886 h 909638"/>
                  <a:gd name="connsiteX84" fmla="*/ 76230 w 626214"/>
                  <a:gd name="connsiteY84" fmla="*/ 697042 h 909638"/>
                  <a:gd name="connsiteX85" fmla="*/ 78371 w 626214"/>
                  <a:gd name="connsiteY85" fmla="*/ 667179 h 909638"/>
                  <a:gd name="connsiteX86" fmla="*/ 81225 w 626214"/>
                  <a:gd name="connsiteY86" fmla="*/ 664335 h 909638"/>
                  <a:gd name="connsiteX87" fmla="*/ 82653 w 626214"/>
                  <a:gd name="connsiteY87" fmla="*/ 665046 h 909638"/>
                  <a:gd name="connsiteX88" fmla="*/ 104063 w 626214"/>
                  <a:gd name="connsiteY88" fmla="*/ 687088 h 909638"/>
                  <a:gd name="connsiteX89" fmla="*/ 106205 w 626214"/>
                  <a:gd name="connsiteY89" fmla="*/ 688510 h 909638"/>
                  <a:gd name="connsiteX90" fmla="*/ 109059 w 626214"/>
                  <a:gd name="connsiteY90" fmla="*/ 686377 h 909638"/>
                  <a:gd name="connsiteX91" fmla="*/ 121192 w 626214"/>
                  <a:gd name="connsiteY91" fmla="*/ 658647 h 909638"/>
                  <a:gd name="connsiteX92" fmla="*/ 123333 w 626214"/>
                  <a:gd name="connsiteY92" fmla="*/ 657225 h 909638"/>
                  <a:gd name="connsiteX93" fmla="*/ 69521 w 626214"/>
                  <a:gd name="connsiteY93" fmla="*/ 517525 h 909638"/>
                  <a:gd name="connsiteX94" fmla="*/ 609820 w 626214"/>
                  <a:gd name="connsiteY94" fmla="*/ 517525 h 909638"/>
                  <a:gd name="connsiteX95" fmla="*/ 626214 w 626214"/>
                  <a:gd name="connsiteY95" fmla="*/ 533839 h 909638"/>
                  <a:gd name="connsiteX96" fmla="*/ 609820 w 626214"/>
                  <a:gd name="connsiteY96" fmla="*/ 550863 h 909638"/>
                  <a:gd name="connsiteX97" fmla="*/ 69521 w 626214"/>
                  <a:gd name="connsiteY97" fmla="*/ 550863 h 909638"/>
                  <a:gd name="connsiteX98" fmla="*/ 53126 w 626214"/>
                  <a:gd name="connsiteY98" fmla="*/ 533839 h 909638"/>
                  <a:gd name="connsiteX99" fmla="*/ 69521 w 626214"/>
                  <a:gd name="connsiteY99" fmla="*/ 517525 h 909638"/>
                  <a:gd name="connsiteX100" fmla="*/ 69521 w 626214"/>
                  <a:gd name="connsiteY100" fmla="*/ 388938 h 909638"/>
                  <a:gd name="connsiteX101" fmla="*/ 609820 w 626214"/>
                  <a:gd name="connsiteY101" fmla="*/ 388938 h 909638"/>
                  <a:gd name="connsiteX102" fmla="*/ 626214 w 626214"/>
                  <a:gd name="connsiteY102" fmla="*/ 404092 h 909638"/>
                  <a:gd name="connsiteX103" fmla="*/ 609820 w 626214"/>
                  <a:gd name="connsiteY103" fmla="*/ 420688 h 909638"/>
                  <a:gd name="connsiteX104" fmla="*/ 69521 w 626214"/>
                  <a:gd name="connsiteY104" fmla="*/ 420688 h 909638"/>
                  <a:gd name="connsiteX105" fmla="*/ 53126 w 626214"/>
                  <a:gd name="connsiteY105" fmla="*/ 404092 h 909638"/>
                  <a:gd name="connsiteX106" fmla="*/ 69521 w 626214"/>
                  <a:gd name="connsiteY106" fmla="*/ 388938 h 909638"/>
                  <a:gd name="connsiteX107" fmla="*/ 69521 w 626214"/>
                  <a:gd name="connsiteY107" fmla="*/ 257175 h 909638"/>
                  <a:gd name="connsiteX108" fmla="*/ 609820 w 626214"/>
                  <a:gd name="connsiteY108" fmla="*/ 257175 h 909638"/>
                  <a:gd name="connsiteX109" fmla="*/ 626214 w 626214"/>
                  <a:gd name="connsiteY109" fmla="*/ 276093 h 909638"/>
                  <a:gd name="connsiteX110" fmla="*/ 609820 w 626214"/>
                  <a:gd name="connsiteY110" fmla="*/ 292100 h 909638"/>
                  <a:gd name="connsiteX111" fmla="*/ 69521 w 626214"/>
                  <a:gd name="connsiteY111" fmla="*/ 292100 h 909638"/>
                  <a:gd name="connsiteX112" fmla="*/ 53126 w 626214"/>
                  <a:gd name="connsiteY112" fmla="*/ 276093 h 909638"/>
                  <a:gd name="connsiteX113" fmla="*/ 69521 w 626214"/>
                  <a:gd name="connsiteY113" fmla="*/ 257175 h 909638"/>
                  <a:gd name="connsiteX114" fmla="*/ 69521 w 626214"/>
                  <a:gd name="connsiteY114" fmla="*/ 130175 h 909638"/>
                  <a:gd name="connsiteX115" fmla="*/ 609820 w 626214"/>
                  <a:gd name="connsiteY115" fmla="*/ 130175 h 909638"/>
                  <a:gd name="connsiteX116" fmla="*/ 626214 w 626214"/>
                  <a:gd name="connsiteY116" fmla="*/ 145329 h 909638"/>
                  <a:gd name="connsiteX117" fmla="*/ 609820 w 626214"/>
                  <a:gd name="connsiteY117" fmla="*/ 161925 h 909638"/>
                  <a:gd name="connsiteX118" fmla="*/ 69521 w 626214"/>
                  <a:gd name="connsiteY118" fmla="*/ 161925 h 909638"/>
                  <a:gd name="connsiteX119" fmla="*/ 53126 w 626214"/>
                  <a:gd name="connsiteY119" fmla="*/ 145329 h 909638"/>
                  <a:gd name="connsiteX120" fmla="*/ 69521 w 626214"/>
                  <a:gd name="connsiteY120" fmla="*/ 130175 h 909638"/>
                  <a:gd name="connsiteX121" fmla="*/ 69521 w 626214"/>
                  <a:gd name="connsiteY121" fmla="*/ 0 h 909638"/>
                  <a:gd name="connsiteX122" fmla="*/ 609820 w 626214"/>
                  <a:gd name="connsiteY122" fmla="*/ 0 h 909638"/>
                  <a:gd name="connsiteX123" fmla="*/ 626214 w 626214"/>
                  <a:gd name="connsiteY123" fmla="*/ 16228 h 909638"/>
                  <a:gd name="connsiteX124" fmla="*/ 609820 w 626214"/>
                  <a:gd name="connsiteY124" fmla="*/ 31750 h 909638"/>
                  <a:gd name="connsiteX125" fmla="*/ 69521 w 626214"/>
                  <a:gd name="connsiteY125" fmla="*/ 31750 h 909638"/>
                  <a:gd name="connsiteX126" fmla="*/ 53126 w 626214"/>
                  <a:gd name="connsiteY126" fmla="*/ 16228 h 909638"/>
                  <a:gd name="connsiteX127" fmla="*/ 69521 w 626214"/>
                  <a:gd name="connsiteY127" fmla="*/ 0 h 90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626214" h="909638">
                    <a:moveTo>
                      <a:pt x="123333" y="657225"/>
                    </a:moveTo>
                    <a:cubicBezTo>
                      <a:pt x="124760" y="657225"/>
                      <a:pt x="125474" y="657936"/>
                      <a:pt x="126188" y="658647"/>
                    </a:cubicBezTo>
                    <a:cubicBezTo>
                      <a:pt x="126188" y="658647"/>
                      <a:pt x="126188" y="658647"/>
                      <a:pt x="138321" y="686377"/>
                    </a:cubicBezTo>
                    <a:cubicBezTo>
                      <a:pt x="139034" y="687799"/>
                      <a:pt x="139748" y="688510"/>
                      <a:pt x="141175" y="688510"/>
                    </a:cubicBezTo>
                    <a:cubicBezTo>
                      <a:pt x="141889" y="688510"/>
                      <a:pt x="142603" y="687799"/>
                      <a:pt x="142603" y="687088"/>
                    </a:cubicBezTo>
                    <a:cubicBezTo>
                      <a:pt x="142603" y="687088"/>
                      <a:pt x="142603" y="687088"/>
                      <a:pt x="163300" y="665046"/>
                    </a:cubicBezTo>
                    <a:cubicBezTo>
                      <a:pt x="164013" y="665046"/>
                      <a:pt x="164727" y="664335"/>
                      <a:pt x="165441" y="664335"/>
                    </a:cubicBezTo>
                    <a:cubicBezTo>
                      <a:pt x="166868" y="664335"/>
                      <a:pt x="168295" y="665757"/>
                      <a:pt x="168295" y="667179"/>
                    </a:cubicBezTo>
                    <a:cubicBezTo>
                      <a:pt x="168295" y="667179"/>
                      <a:pt x="168295" y="667179"/>
                      <a:pt x="170437" y="697042"/>
                    </a:cubicBezTo>
                    <a:cubicBezTo>
                      <a:pt x="170437" y="699175"/>
                      <a:pt x="171150" y="699886"/>
                      <a:pt x="172578" y="699886"/>
                    </a:cubicBezTo>
                    <a:cubicBezTo>
                      <a:pt x="173291" y="699886"/>
                      <a:pt x="173291" y="699886"/>
                      <a:pt x="174005" y="699886"/>
                    </a:cubicBezTo>
                    <a:cubicBezTo>
                      <a:pt x="174005" y="699886"/>
                      <a:pt x="174005" y="699886"/>
                      <a:pt x="199698" y="687088"/>
                    </a:cubicBezTo>
                    <a:cubicBezTo>
                      <a:pt x="200411" y="686377"/>
                      <a:pt x="200411" y="686377"/>
                      <a:pt x="201125" y="686377"/>
                    </a:cubicBezTo>
                    <a:cubicBezTo>
                      <a:pt x="202553" y="686377"/>
                      <a:pt x="203980" y="687799"/>
                      <a:pt x="203980" y="689932"/>
                    </a:cubicBezTo>
                    <a:cubicBezTo>
                      <a:pt x="203980" y="689932"/>
                      <a:pt x="203980" y="689932"/>
                      <a:pt x="195416" y="718373"/>
                    </a:cubicBezTo>
                    <a:cubicBezTo>
                      <a:pt x="194702" y="720506"/>
                      <a:pt x="196129" y="721928"/>
                      <a:pt x="198270" y="721928"/>
                    </a:cubicBezTo>
                    <a:cubicBezTo>
                      <a:pt x="198270" y="721928"/>
                      <a:pt x="198270" y="721928"/>
                      <a:pt x="228245" y="719084"/>
                    </a:cubicBezTo>
                    <a:cubicBezTo>
                      <a:pt x="230386" y="719084"/>
                      <a:pt x="231814" y="721217"/>
                      <a:pt x="230386" y="723350"/>
                    </a:cubicBezTo>
                    <a:cubicBezTo>
                      <a:pt x="230386" y="723350"/>
                      <a:pt x="230386" y="723350"/>
                      <a:pt x="213258" y="747525"/>
                    </a:cubicBezTo>
                    <a:cubicBezTo>
                      <a:pt x="211830" y="748947"/>
                      <a:pt x="213258" y="751080"/>
                      <a:pt x="214685" y="751791"/>
                    </a:cubicBezTo>
                    <a:cubicBezTo>
                      <a:pt x="214685" y="751791"/>
                      <a:pt x="214685" y="751791"/>
                      <a:pt x="243946" y="758901"/>
                    </a:cubicBezTo>
                    <a:cubicBezTo>
                      <a:pt x="246088" y="759612"/>
                      <a:pt x="246801" y="762456"/>
                      <a:pt x="244660" y="763879"/>
                    </a:cubicBezTo>
                    <a:cubicBezTo>
                      <a:pt x="244660" y="763879"/>
                      <a:pt x="244660" y="763879"/>
                      <a:pt x="219681" y="780943"/>
                    </a:cubicBezTo>
                    <a:cubicBezTo>
                      <a:pt x="218254" y="782365"/>
                      <a:pt x="218254" y="784498"/>
                      <a:pt x="219681" y="785920"/>
                    </a:cubicBezTo>
                    <a:cubicBezTo>
                      <a:pt x="219681" y="785920"/>
                      <a:pt x="219681" y="785920"/>
                      <a:pt x="244660" y="802274"/>
                    </a:cubicBezTo>
                    <a:cubicBezTo>
                      <a:pt x="246801" y="803696"/>
                      <a:pt x="246088" y="807251"/>
                      <a:pt x="243946" y="807251"/>
                    </a:cubicBezTo>
                    <a:cubicBezTo>
                      <a:pt x="243946" y="807251"/>
                      <a:pt x="243946" y="807251"/>
                      <a:pt x="214685" y="814361"/>
                    </a:cubicBezTo>
                    <a:cubicBezTo>
                      <a:pt x="213258" y="815072"/>
                      <a:pt x="211830" y="817205"/>
                      <a:pt x="213258" y="819338"/>
                    </a:cubicBezTo>
                    <a:cubicBezTo>
                      <a:pt x="213258" y="819338"/>
                      <a:pt x="213258" y="819338"/>
                      <a:pt x="230386" y="843513"/>
                    </a:cubicBezTo>
                    <a:cubicBezTo>
                      <a:pt x="231814" y="845646"/>
                      <a:pt x="230386" y="848490"/>
                      <a:pt x="228245" y="848490"/>
                    </a:cubicBezTo>
                    <a:cubicBezTo>
                      <a:pt x="228245" y="848490"/>
                      <a:pt x="228245" y="848490"/>
                      <a:pt x="198270" y="844935"/>
                    </a:cubicBezTo>
                    <a:cubicBezTo>
                      <a:pt x="196129" y="844935"/>
                      <a:pt x="194702" y="847068"/>
                      <a:pt x="195416" y="848490"/>
                    </a:cubicBezTo>
                    <a:cubicBezTo>
                      <a:pt x="195416" y="848490"/>
                      <a:pt x="195416" y="848490"/>
                      <a:pt x="203980" y="876931"/>
                    </a:cubicBezTo>
                    <a:cubicBezTo>
                      <a:pt x="203980" y="879064"/>
                      <a:pt x="202553" y="880486"/>
                      <a:pt x="201125" y="880486"/>
                    </a:cubicBezTo>
                    <a:cubicBezTo>
                      <a:pt x="200411" y="880486"/>
                      <a:pt x="200411" y="880486"/>
                      <a:pt x="199698" y="880486"/>
                    </a:cubicBezTo>
                    <a:cubicBezTo>
                      <a:pt x="199698" y="880486"/>
                      <a:pt x="199698" y="880486"/>
                      <a:pt x="174005" y="867688"/>
                    </a:cubicBezTo>
                    <a:cubicBezTo>
                      <a:pt x="173291" y="866977"/>
                      <a:pt x="173291" y="866977"/>
                      <a:pt x="172578" y="866977"/>
                    </a:cubicBezTo>
                    <a:cubicBezTo>
                      <a:pt x="171150" y="866977"/>
                      <a:pt x="170437" y="868399"/>
                      <a:pt x="170437" y="869821"/>
                    </a:cubicBezTo>
                    <a:cubicBezTo>
                      <a:pt x="170437" y="869821"/>
                      <a:pt x="170437" y="869821"/>
                      <a:pt x="168295" y="898973"/>
                    </a:cubicBezTo>
                    <a:cubicBezTo>
                      <a:pt x="168295" y="901106"/>
                      <a:pt x="166868" y="901817"/>
                      <a:pt x="165441" y="901817"/>
                    </a:cubicBezTo>
                    <a:cubicBezTo>
                      <a:pt x="164727" y="901817"/>
                      <a:pt x="164013" y="901817"/>
                      <a:pt x="163300" y="901106"/>
                    </a:cubicBezTo>
                    <a:cubicBezTo>
                      <a:pt x="163300" y="901106"/>
                      <a:pt x="163300" y="901106"/>
                      <a:pt x="142603" y="879775"/>
                    </a:cubicBezTo>
                    <a:cubicBezTo>
                      <a:pt x="142603" y="879064"/>
                      <a:pt x="141889" y="879064"/>
                      <a:pt x="141175" y="879064"/>
                    </a:cubicBezTo>
                    <a:cubicBezTo>
                      <a:pt x="139748" y="879064"/>
                      <a:pt x="139034" y="879775"/>
                      <a:pt x="138321" y="880486"/>
                    </a:cubicBezTo>
                    <a:cubicBezTo>
                      <a:pt x="138321" y="880486"/>
                      <a:pt x="138321" y="880486"/>
                      <a:pt x="126188" y="907505"/>
                    </a:cubicBezTo>
                    <a:cubicBezTo>
                      <a:pt x="125474" y="908927"/>
                      <a:pt x="124760" y="909638"/>
                      <a:pt x="123333" y="909638"/>
                    </a:cubicBezTo>
                    <a:cubicBezTo>
                      <a:pt x="122619" y="909638"/>
                      <a:pt x="121192" y="908927"/>
                      <a:pt x="121192" y="907505"/>
                    </a:cubicBezTo>
                    <a:cubicBezTo>
                      <a:pt x="121192" y="907505"/>
                      <a:pt x="121192" y="907505"/>
                      <a:pt x="109059" y="880486"/>
                    </a:cubicBezTo>
                    <a:cubicBezTo>
                      <a:pt x="108346" y="879775"/>
                      <a:pt x="107632" y="879064"/>
                      <a:pt x="106205" y="879064"/>
                    </a:cubicBezTo>
                    <a:cubicBezTo>
                      <a:pt x="105491" y="879064"/>
                      <a:pt x="104777" y="879064"/>
                      <a:pt x="104063" y="879775"/>
                    </a:cubicBezTo>
                    <a:cubicBezTo>
                      <a:pt x="104063" y="879775"/>
                      <a:pt x="104063" y="879775"/>
                      <a:pt x="82653" y="901106"/>
                    </a:cubicBezTo>
                    <a:cubicBezTo>
                      <a:pt x="82653" y="901817"/>
                      <a:pt x="81939" y="901817"/>
                      <a:pt x="81225" y="901817"/>
                    </a:cubicBezTo>
                    <a:cubicBezTo>
                      <a:pt x="79798" y="901817"/>
                      <a:pt x="78371" y="901106"/>
                      <a:pt x="78371" y="898973"/>
                    </a:cubicBezTo>
                    <a:cubicBezTo>
                      <a:pt x="78371" y="898973"/>
                      <a:pt x="78371" y="898973"/>
                      <a:pt x="76230" y="869821"/>
                    </a:cubicBezTo>
                    <a:cubicBezTo>
                      <a:pt x="76230" y="868399"/>
                      <a:pt x="74802" y="866977"/>
                      <a:pt x="73375" y="866977"/>
                    </a:cubicBezTo>
                    <a:cubicBezTo>
                      <a:pt x="72661" y="866977"/>
                      <a:pt x="72661" y="866977"/>
                      <a:pt x="71947" y="867688"/>
                    </a:cubicBezTo>
                    <a:cubicBezTo>
                      <a:pt x="71947" y="867688"/>
                      <a:pt x="71947" y="867688"/>
                      <a:pt x="46254" y="880486"/>
                    </a:cubicBezTo>
                    <a:cubicBezTo>
                      <a:pt x="45541" y="880486"/>
                      <a:pt x="44827" y="880486"/>
                      <a:pt x="44827" y="880486"/>
                    </a:cubicBezTo>
                    <a:cubicBezTo>
                      <a:pt x="42686" y="880486"/>
                      <a:pt x="41258" y="879064"/>
                      <a:pt x="41972" y="876931"/>
                    </a:cubicBezTo>
                    <a:cubicBezTo>
                      <a:pt x="41972" y="876931"/>
                      <a:pt x="41972" y="876931"/>
                      <a:pt x="50536" y="848490"/>
                    </a:cubicBezTo>
                    <a:cubicBezTo>
                      <a:pt x="50536" y="847068"/>
                      <a:pt x="49109" y="844935"/>
                      <a:pt x="47682" y="844935"/>
                    </a:cubicBezTo>
                    <a:cubicBezTo>
                      <a:pt x="46968" y="844935"/>
                      <a:pt x="46968" y="844935"/>
                      <a:pt x="46968" y="844935"/>
                    </a:cubicBezTo>
                    <a:cubicBezTo>
                      <a:pt x="46968" y="844935"/>
                      <a:pt x="46968" y="844935"/>
                      <a:pt x="17707" y="848490"/>
                    </a:cubicBezTo>
                    <a:cubicBezTo>
                      <a:pt x="14852" y="848490"/>
                      <a:pt x="13425" y="845646"/>
                      <a:pt x="14852" y="843513"/>
                    </a:cubicBezTo>
                    <a:cubicBezTo>
                      <a:pt x="14852" y="843513"/>
                      <a:pt x="14852" y="843513"/>
                      <a:pt x="32694" y="819338"/>
                    </a:cubicBezTo>
                    <a:cubicBezTo>
                      <a:pt x="33408" y="817205"/>
                      <a:pt x="32694" y="815072"/>
                      <a:pt x="30553" y="814361"/>
                    </a:cubicBezTo>
                    <a:cubicBezTo>
                      <a:pt x="30553" y="814361"/>
                      <a:pt x="30553" y="814361"/>
                      <a:pt x="2006" y="807251"/>
                    </a:cubicBezTo>
                    <a:cubicBezTo>
                      <a:pt x="-136" y="807251"/>
                      <a:pt x="-849" y="803696"/>
                      <a:pt x="1292" y="802274"/>
                    </a:cubicBezTo>
                    <a:cubicBezTo>
                      <a:pt x="25557" y="785920"/>
                      <a:pt x="25557" y="785920"/>
                      <a:pt x="25557" y="785920"/>
                    </a:cubicBezTo>
                    <a:cubicBezTo>
                      <a:pt x="27698" y="784498"/>
                      <a:pt x="27698" y="782365"/>
                      <a:pt x="25557" y="780943"/>
                    </a:cubicBezTo>
                    <a:cubicBezTo>
                      <a:pt x="25557" y="780943"/>
                      <a:pt x="25557" y="780943"/>
                      <a:pt x="1292" y="763879"/>
                    </a:cubicBezTo>
                    <a:cubicBezTo>
                      <a:pt x="-849" y="762456"/>
                      <a:pt x="-136" y="759612"/>
                      <a:pt x="2006" y="758901"/>
                    </a:cubicBezTo>
                    <a:cubicBezTo>
                      <a:pt x="2006" y="758901"/>
                      <a:pt x="2006" y="758901"/>
                      <a:pt x="30553" y="751791"/>
                    </a:cubicBezTo>
                    <a:cubicBezTo>
                      <a:pt x="32694" y="751080"/>
                      <a:pt x="33408" y="748947"/>
                      <a:pt x="32694" y="747525"/>
                    </a:cubicBezTo>
                    <a:cubicBezTo>
                      <a:pt x="32694" y="747525"/>
                      <a:pt x="32694" y="747525"/>
                      <a:pt x="14852" y="723350"/>
                    </a:cubicBezTo>
                    <a:cubicBezTo>
                      <a:pt x="13425" y="721217"/>
                      <a:pt x="14852" y="719084"/>
                      <a:pt x="17707" y="719084"/>
                    </a:cubicBezTo>
                    <a:cubicBezTo>
                      <a:pt x="17707" y="719084"/>
                      <a:pt x="17707" y="719084"/>
                      <a:pt x="46968" y="721928"/>
                    </a:cubicBezTo>
                    <a:cubicBezTo>
                      <a:pt x="47682" y="721928"/>
                      <a:pt x="47682" y="721928"/>
                      <a:pt x="47682" y="721928"/>
                    </a:cubicBezTo>
                    <a:cubicBezTo>
                      <a:pt x="49109" y="721928"/>
                      <a:pt x="50536" y="720506"/>
                      <a:pt x="50536" y="718373"/>
                    </a:cubicBezTo>
                    <a:cubicBezTo>
                      <a:pt x="50536" y="718373"/>
                      <a:pt x="50536" y="718373"/>
                      <a:pt x="41972" y="689932"/>
                    </a:cubicBezTo>
                    <a:cubicBezTo>
                      <a:pt x="41258" y="687799"/>
                      <a:pt x="42686" y="686377"/>
                      <a:pt x="44827" y="686377"/>
                    </a:cubicBezTo>
                    <a:cubicBezTo>
                      <a:pt x="44827" y="686377"/>
                      <a:pt x="45541" y="686377"/>
                      <a:pt x="46254" y="687088"/>
                    </a:cubicBezTo>
                    <a:cubicBezTo>
                      <a:pt x="46254" y="687088"/>
                      <a:pt x="46254" y="687088"/>
                      <a:pt x="71947" y="699886"/>
                    </a:cubicBezTo>
                    <a:cubicBezTo>
                      <a:pt x="72661" y="699886"/>
                      <a:pt x="72661" y="699886"/>
                      <a:pt x="73375" y="699886"/>
                    </a:cubicBezTo>
                    <a:cubicBezTo>
                      <a:pt x="74802" y="699886"/>
                      <a:pt x="76230" y="699175"/>
                      <a:pt x="76230" y="697042"/>
                    </a:cubicBezTo>
                    <a:cubicBezTo>
                      <a:pt x="76230" y="697042"/>
                      <a:pt x="76230" y="697042"/>
                      <a:pt x="78371" y="667179"/>
                    </a:cubicBezTo>
                    <a:cubicBezTo>
                      <a:pt x="78371" y="665757"/>
                      <a:pt x="79798" y="664335"/>
                      <a:pt x="81225" y="664335"/>
                    </a:cubicBezTo>
                    <a:cubicBezTo>
                      <a:pt x="81939" y="664335"/>
                      <a:pt x="82653" y="665046"/>
                      <a:pt x="82653" y="665046"/>
                    </a:cubicBezTo>
                    <a:cubicBezTo>
                      <a:pt x="82653" y="665046"/>
                      <a:pt x="82653" y="665046"/>
                      <a:pt x="104063" y="687088"/>
                    </a:cubicBezTo>
                    <a:cubicBezTo>
                      <a:pt x="104777" y="687799"/>
                      <a:pt x="105491" y="688510"/>
                      <a:pt x="106205" y="688510"/>
                    </a:cubicBezTo>
                    <a:cubicBezTo>
                      <a:pt x="107632" y="688510"/>
                      <a:pt x="108346" y="687799"/>
                      <a:pt x="109059" y="686377"/>
                    </a:cubicBezTo>
                    <a:cubicBezTo>
                      <a:pt x="109059" y="686377"/>
                      <a:pt x="109059" y="686377"/>
                      <a:pt x="121192" y="658647"/>
                    </a:cubicBezTo>
                    <a:cubicBezTo>
                      <a:pt x="121192" y="657936"/>
                      <a:pt x="122619" y="657225"/>
                      <a:pt x="123333" y="657225"/>
                    </a:cubicBezTo>
                    <a:close/>
                    <a:moveTo>
                      <a:pt x="69521" y="517525"/>
                    </a:moveTo>
                    <a:cubicBezTo>
                      <a:pt x="609820" y="517525"/>
                      <a:pt x="609820" y="517525"/>
                      <a:pt x="609820" y="517525"/>
                    </a:cubicBezTo>
                    <a:cubicBezTo>
                      <a:pt x="619086" y="517525"/>
                      <a:pt x="626214" y="524618"/>
                      <a:pt x="626214" y="533839"/>
                    </a:cubicBezTo>
                    <a:cubicBezTo>
                      <a:pt x="626214" y="543061"/>
                      <a:pt x="619086" y="550863"/>
                      <a:pt x="609820" y="550863"/>
                    </a:cubicBezTo>
                    <a:cubicBezTo>
                      <a:pt x="69521" y="550863"/>
                      <a:pt x="69521" y="550863"/>
                      <a:pt x="69521" y="550863"/>
                    </a:cubicBezTo>
                    <a:cubicBezTo>
                      <a:pt x="60254" y="550863"/>
                      <a:pt x="53126" y="543061"/>
                      <a:pt x="53126" y="533839"/>
                    </a:cubicBezTo>
                    <a:cubicBezTo>
                      <a:pt x="53126" y="524618"/>
                      <a:pt x="60254" y="517525"/>
                      <a:pt x="69521" y="517525"/>
                    </a:cubicBezTo>
                    <a:close/>
                    <a:moveTo>
                      <a:pt x="69521" y="388938"/>
                    </a:moveTo>
                    <a:cubicBezTo>
                      <a:pt x="609820" y="388938"/>
                      <a:pt x="609820" y="388938"/>
                      <a:pt x="609820" y="388938"/>
                    </a:cubicBezTo>
                    <a:cubicBezTo>
                      <a:pt x="619086" y="388938"/>
                      <a:pt x="626214" y="396154"/>
                      <a:pt x="626214" y="404092"/>
                    </a:cubicBezTo>
                    <a:cubicBezTo>
                      <a:pt x="626214" y="414194"/>
                      <a:pt x="619086" y="420688"/>
                      <a:pt x="609820" y="420688"/>
                    </a:cubicBezTo>
                    <a:cubicBezTo>
                      <a:pt x="69521" y="420688"/>
                      <a:pt x="69521" y="420688"/>
                      <a:pt x="69521" y="420688"/>
                    </a:cubicBezTo>
                    <a:cubicBezTo>
                      <a:pt x="60254" y="420688"/>
                      <a:pt x="53126" y="414194"/>
                      <a:pt x="53126" y="404092"/>
                    </a:cubicBezTo>
                    <a:cubicBezTo>
                      <a:pt x="53126" y="396154"/>
                      <a:pt x="60254" y="388938"/>
                      <a:pt x="69521" y="388938"/>
                    </a:cubicBezTo>
                    <a:close/>
                    <a:moveTo>
                      <a:pt x="69521" y="257175"/>
                    </a:moveTo>
                    <a:cubicBezTo>
                      <a:pt x="609820" y="257175"/>
                      <a:pt x="609820" y="257175"/>
                      <a:pt x="609820" y="257175"/>
                    </a:cubicBezTo>
                    <a:cubicBezTo>
                      <a:pt x="619086" y="257175"/>
                      <a:pt x="626214" y="264451"/>
                      <a:pt x="626214" y="276093"/>
                    </a:cubicBezTo>
                    <a:cubicBezTo>
                      <a:pt x="626214" y="285552"/>
                      <a:pt x="619086" y="292100"/>
                      <a:pt x="609820" y="292100"/>
                    </a:cubicBezTo>
                    <a:cubicBezTo>
                      <a:pt x="69521" y="292100"/>
                      <a:pt x="69521" y="292100"/>
                      <a:pt x="69521" y="292100"/>
                    </a:cubicBezTo>
                    <a:cubicBezTo>
                      <a:pt x="60254" y="292100"/>
                      <a:pt x="53126" y="285552"/>
                      <a:pt x="53126" y="276093"/>
                    </a:cubicBezTo>
                    <a:cubicBezTo>
                      <a:pt x="53126" y="264451"/>
                      <a:pt x="60254" y="257175"/>
                      <a:pt x="69521" y="257175"/>
                    </a:cubicBezTo>
                    <a:close/>
                    <a:moveTo>
                      <a:pt x="69521" y="130175"/>
                    </a:moveTo>
                    <a:cubicBezTo>
                      <a:pt x="609820" y="130175"/>
                      <a:pt x="609820" y="130175"/>
                      <a:pt x="609820" y="130175"/>
                    </a:cubicBezTo>
                    <a:cubicBezTo>
                      <a:pt x="619086" y="130175"/>
                      <a:pt x="626214" y="137391"/>
                      <a:pt x="626214" y="145329"/>
                    </a:cubicBezTo>
                    <a:cubicBezTo>
                      <a:pt x="626214" y="153988"/>
                      <a:pt x="619086" y="161925"/>
                      <a:pt x="609820" y="161925"/>
                    </a:cubicBezTo>
                    <a:cubicBezTo>
                      <a:pt x="69521" y="161925"/>
                      <a:pt x="69521" y="161925"/>
                      <a:pt x="69521" y="161925"/>
                    </a:cubicBezTo>
                    <a:cubicBezTo>
                      <a:pt x="60254" y="161925"/>
                      <a:pt x="53126" y="153988"/>
                      <a:pt x="53126" y="145329"/>
                    </a:cubicBezTo>
                    <a:cubicBezTo>
                      <a:pt x="53126" y="137391"/>
                      <a:pt x="60254" y="130175"/>
                      <a:pt x="69521" y="130175"/>
                    </a:cubicBezTo>
                    <a:close/>
                    <a:moveTo>
                      <a:pt x="69521" y="0"/>
                    </a:moveTo>
                    <a:cubicBezTo>
                      <a:pt x="609820" y="0"/>
                      <a:pt x="609820" y="0"/>
                      <a:pt x="609820" y="0"/>
                    </a:cubicBezTo>
                    <a:cubicBezTo>
                      <a:pt x="619086" y="0"/>
                      <a:pt x="626214" y="7056"/>
                      <a:pt x="626214" y="16228"/>
                    </a:cubicBezTo>
                    <a:cubicBezTo>
                      <a:pt x="626214" y="24695"/>
                      <a:pt x="619086" y="31750"/>
                      <a:pt x="609820" y="31750"/>
                    </a:cubicBezTo>
                    <a:cubicBezTo>
                      <a:pt x="69521" y="31750"/>
                      <a:pt x="69521" y="31750"/>
                      <a:pt x="69521" y="31750"/>
                    </a:cubicBezTo>
                    <a:cubicBezTo>
                      <a:pt x="60254" y="31750"/>
                      <a:pt x="53126" y="24695"/>
                      <a:pt x="53126" y="16228"/>
                    </a:cubicBezTo>
                    <a:cubicBezTo>
                      <a:pt x="53126" y="7056"/>
                      <a:pt x="60254" y="0"/>
                      <a:pt x="69521"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62" name="Freeform 11">
                <a:extLst>
                  <a:ext uri="{FF2B5EF4-FFF2-40B4-BE49-F238E27FC236}">
                    <a16:creationId xmlns:a16="http://schemas.microsoft.com/office/drawing/2014/main" id="{E84A6376-4AC2-4342-86D2-70B86ED7253B}"/>
                  </a:ext>
                </a:extLst>
              </p:cNvPr>
              <p:cNvSpPr>
                <a:spLocks/>
              </p:cNvSpPr>
              <p:nvPr/>
            </p:nvSpPr>
            <p:spPr bwMode="auto">
              <a:xfrm>
                <a:off x="5648325" y="2890838"/>
                <a:ext cx="895350" cy="1185863"/>
              </a:xfrm>
              <a:custGeom>
                <a:avLst/>
                <a:gdLst>
                  <a:gd name="connsiteX0" fmla="*/ 390360 w 895350"/>
                  <a:gd name="connsiteY0" fmla="*/ 1025525 h 1185863"/>
                  <a:gd name="connsiteX1" fmla="*/ 757403 w 895350"/>
                  <a:gd name="connsiteY1" fmla="*/ 1025525 h 1185863"/>
                  <a:gd name="connsiteX2" fmla="*/ 773113 w 895350"/>
                  <a:gd name="connsiteY2" fmla="*/ 1040957 h 1185863"/>
                  <a:gd name="connsiteX3" fmla="*/ 757403 w 895350"/>
                  <a:gd name="connsiteY3" fmla="*/ 1055688 h 1185863"/>
                  <a:gd name="connsiteX4" fmla="*/ 390360 w 895350"/>
                  <a:gd name="connsiteY4" fmla="*/ 1055688 h 1185863"/>
                  <a:gd name="connsiteX5" fmla="*/ 374650 w 895350"/>
                  <a:gd name="connsiteY5" fmla="*/ 1040957 h 1185863"/>
                  <a:gd name="connsiteX6" fmla="*/ 390360 w 895350"/>
                  <a:gd name="connsiteY6" fmla="*/ 1025525 h 1185863"/>
                  <a:gd name="connsiteX7" fmla="*/ 509564 w 895350"/>
                  <a:gd name="connsiteY7" fmla="*/ 885825 h 1185863"/>
                  <a:gd name="connsiteX8" fmla="*/ 513846 w 895350"/>
                  <a:gd name="connsiteY8" fmla="*/ 890771 h 1185863"/>
                  <a:gd name="connsiteX9" fmla="*/ 518129 w 895350"/>
                  <a:gd name="connsiteY9" fmla="*/ 906314 h 1185863"/>
                  <a:gd name="connsiteX10" fmla="*/ 551675 w 895350"/>
                  <a:gd name="connsiteY10" fmla="*/ 979087 h 1185863"/>
                  <a:gd name="connsiteX11" fmla="*/ 563809 w 895350"/>
                  <a:gd name="connsiteY11" fmla="*/ 965663 h 1185863"/>
                  <a:gd name="connsiteX12" fmla="*/ 579512 w 895350"/>
                  <a:gd name="connsiteY12" fmla="*/ 947293 h 1185863"/>
                  <a:gd name="connsiteX13" fmla="*/ 580226 w 895350"/>
                  <a:gd name="connsiteY13" fmla="*/ 945880 h 1185863"/>
                  <a:gd name="connsiteX14" fmla="*/ 581653 w 895350"/>
                  <a:gd name="connsiteY14" fmla="*/ 944467 h 1185863"/>
                  <a:gd name="connsiteX15" fmla="*/ 593787 w 895350"/>
                  <a:gd name="connsiteY15" fmla="*/ 936695 h 1185863"/>
                  <a:gd name="connsiteX16" fmla="*/ 594501 w 895350"/>
                  <a:gd name="connsiteY16" fmla="*/ 935989 h 1185863"/>
                  <a:gd name="connsiteX17" fmla="*/ 595929 w 895350"/>
                  <a:gd name="connsiteY17" fmla="*/ 935989 h 1185863"/>
                  <a:gd name="connsiteX18" fmla="*/ 625906 w 895350"/>
                  <a:gd name="connsiteY18" fmla="*/ 945880 h 1185863"/>
                  <a:gd name="connsiteX19" fmla="*/ 629475 w 895350"/>
                  <a:gd name="connsiteY19" fmla="*/ 949413 h 1185863"/>
                  <a:gd name="connsiteX20" fmla="*/ 673015 w 895350"/>
                  <a:gd name="connsiteY20" fmla="*/ 935989 h 1185863"/>
                  <a:gd name="connsiteX21" fmla="*/ 676583 w 895350"/>
                  <a:gd name="connsiteY21" fmla="*/ 931749 h 1185863"/>
                  <a:gd name="connsiteX22" fmla="*/ 742963 w 895350"/>
                  <a:gd name="connsiteY22" fmla="*/ 902782 h 1185863"/>
                  <a:gd name="connsiteX23" fmla="*/ 755811 w 895350"/>
                  <a:gd name="connsiteY23" fmla="*/ 919032 h 1185863"/>
                  <a:gd name="connsiteX24" fmla="*/ 738680 w 895350"/>
                  <a:gd name="connsiteY24" fmla="*/ 931749 h 1185863"/>
                  <a:gd name="connsiteX25" fmla="*/ 697282 w 895350"/>
                  <a:gd name="connsiteY25" fmla="*/ 954358 h 1185863"/>
                  <a:gd name="connsiteX26" fmla="*/ 693714 w 895350"/>
                  <a:gd name="connsiteY26" fmla="*/ 957891 h 1185863"/>
                  <a:gd name="connsiteX27" fmla="*/ 612345 w 895350"/>
                  <a:gd name="connsiteY27" fmla="*/ 973435 h 1185863"/>
                  <a:gd name="connsiteX28" fmla="*/ 605921 w 895350"/>
                  <a:gd name="connsiteY28" fmla="*/ 968489 h 1185863"/>
                  <a:gd name="connsiteX29" fmla="*/ 603066 w 895350"/>
                  <a:gd name="connsiteY29" fmla="*/ 966369 h 1185863"/>
                  <a:gd name="connsiteX30" fmla="*/ 602352 w 895350"/>
                  <a:gd name="connsiteY30" fmla="*/ 967076 h 1185863"/>
                  <a:gd name="connsiteX31" fmla="*/ 586650 w 895350"/>
                  <a:gd name="connsiteY31" fmla="*/ 984739 h 1185863"/>
                  <a:gd name="connsiteX32" fmla="*/ 571661 w 895350"/>
                  <a:gd name="connsiteY32" fmla="*/ 1002402 h 1185863"/>
                  <a:gd name="connsiteX33" fmla="*/ 555958 w 895350"/>
                  <a:gd name="connsiteY33" fmla="*/ 1013000 h 1185863"/>
                  <a:gd name="connsiteX34" fmla="*/ 553817 w 895350"/>
                  <a:gd name="connsiteY34" fmla="*/ 1013000 h 1185863"/>
                  <a:gd name="connsiteX35" fmla="*/ 552389 w 895350"/>
                  <a:gd name="connsiteY35" fmla="*/ 1013000 h 1185863"/>
                  <a:gd name="connsiteX36" fmla="*/ 533118 w 895350"/>
                  <a:gd name="connsiteY36" fmla="*/ 1003815 h 1185863"/>
                  <a:gd name="connsiteX37" fmla="*/ 530976 w 895350"/>
                  <a:gd name="connsiteY37" fmla="*/ 1001696 h 1185863"/>
                  <a:gd name="connsiteX38" fmla="*/ 530976 w 895350"/>
                  <a:gd name="connsiteY38" fmla="*/ 1000989 h 1185863"/>
                  <a:gd name="connsiteX39" fmla="*/ 496002 w 895350"/>
                  <a:gd name="connsiteY39" fmla="*/ 938108 h 1185863"/>
                  <a:gd name="connsiteX40" fmla="*/ 415347 w 895350"/>
                  <a:gd name="connsiteY40" fmla="*/ 1009467 h 1185863"/>
                  <a:gd name="connsiteX41" fmla="*/ 394648 w 895350"/>
                  <a:gd name="connsiteY41" fmla="*/ 1006641 h 1185863"/>
                  <a:gd name="connsiteX42" fmla="*/ 396790 w 895350"/>
                  <a:gd name="connsiteY42" fmla="*/ 985446 h 1185863"/>
                  <a:gd name="connsiteX43" fmla="*/ 491720 w 895350"/>
                  <a:gd name="connsiteY43" fmla="*/ 899249 h 1185863"/>
                  <a:gd name="connsiteX44" fmla="*/ 503140 w 895350"/>
                  <a:gd name="connsiteY44" fmla="*/ 887945 h 1185863"/>
                  <a:gd name="connsiteX45" fmla="*/ 509564 w 895350"/>
                  <a:gd name="connsiteY45" fmla="*/ 885825 h 1185863"/>
                  <a:gd name="connsiteX46" fmla="*/ 31750 w 895350"/>
                  <a:gd name="connsiteY46" fmla="*/ 31750 h 1185863"/>
                  <a:gd name="connsiteX47" fmla="*/ 31750 w 895350"/>
                  <a:gd name="connsiteY47" fmla="*/ 1154113 h 1185863"/>
                  <a:gd name="connsiteX48" fmla="*/ 863600 w 895350"/>
                  <a:gd name="connsiteY48" fmla="*/ 1154113 h 1185863"/>
                  <a:gd name="connsiteX49" fmla="*/ 863600 w 895350"/>
                  <a:gd name="connsiteY49" fmla="*/ 31750 h 1185863"/>
                  <a:gd name="connsiteX50" fmla="*/ 31750 w 895350"/>
                  <a:gd name="connsiteY50" fmla="*/ 31750 h 1185863"/>
                  <a:gd name="connsiteX51" fmla="*/ 15708 w 895350"/>
                  <a:gd name="connsiteY51" fmla="*/ 0 h 1185863"/>
                  <a:gd name="connsiteX52" fmla="*/ 879642 w 895350"/>
                  <a:gd name="connsiteY52" fmla="*/ 0 h 1185863"/>
                  <a:gd name="connsiteX53" fmla="*/ 895350 w 895350"/>
                  <a:gd name="connsiteY53" fmla="*/ 15697 h 1185863"/>
                  <a:gd name="connsiteX54" fmla="*/ 895350 w 895350"/>
                  <a:gd name="connsiteY54" fmla="*/ 1170166 h 1185863"/>
                  <a:gd name="connsiteX55" fmla="*/ 879642 w 895350"/>
                  <a:gd name="connsiteY55" fmla="*/ 1185863 h 1185863"/>
                  <a:gd name="connsiteX56" fmla="*/ 15708 w 895350"/>
                  <a:gd name="connsiteY56" fmla="*/ 1185863 h 1185863"/>
                  <a:gd name="connsiteX57" fmla="*/ 0 w 895350"/>
                  <a:gd name="connsiteY57" fmla="*/ 1170166 h 1185863"/>
                  <a:gd name="connsiteX58" fmla="*/ 0 w 895350"/>
                  <a:gd name="connsiteY58" fmla="*/ 15697 h 1185863"/>
                  <a:gd name="connsiteX59" fmla="*/ 15708 w 895350"/>
                  <a:gd name="connsiteY59" fmla="*/ 0 h 1185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895350" h="1185863">
                    <a:moveTo>
                      <a:pt x="390360" y="1025525"/>
                    </a:moveTo>
                    <a:cubicBezTo>
                      <a:pt x="646005" y="1025525"/>
                      <a:pt x="757403" y="1025525"/>
                      <a:pt x="757403" y="1025525"/>
                    </a:cubicBezTo>
                    <a:cubicBezTo>
                      <a:pt x="765972" y="1025525"/>
                      <a:pt x="773113" y="1031838"/>
                      <a:pt x="773113" y="1040957"/>
                    </a:cubicBezTo>
                    <a:cubicBezTo>
                      <a:pt x="773113" y="1049375"/>
                      <a:pt x="765972" y="1055688"/>
                      <a:pt x="757403" y="1055688"/>
                    </a:cubicBezTo>
                    <a:cubicBezTo>
                      <a:pt x="462483" y="1055688"/>
                      <a:pt x="390360" y="1055688"/>
                      <a:pt x="390360" y="1055688"/>
                    </a:cubicBezTo>
                    <a:cubicBezTo>
                      <a:pt x="381791" y="1055688"/>
                      <a:pt x="374650" y="1049375"/>
                      <a:pt x="374650" y="1040957"/>
                    </a:cubicBezTo>
                    <a:cubicBezTo>
                      <a:pt x="374650" y="1031838"/>
                      <a:pt x="381791" y="1025525"/>
                      <a:pt x="390360" y="1025525"/>
                    </a:cubicBezTo>
                    <a:close/>
                    <a:moveTo>
                      <a:pt x="509564" y="885825"/>
                    </a:moveTo>
                    <a:cubicBezTo>
                      <a:pt x="511705" y="886532"/>
                      <a:pt x="513846" y="887945"/>
                      <a:pt x="513846" y="890771"/>
                    </a:cubicBezTo>
                    <a:cubicBezTo>
                      <a:pt x="513846" y="890771"/>
                      <a:pt x="513846" y="890771"/>
                      <a:pt x="518129" y="906314"/>
                    </a:cubicBezTo>
                    <a:cubicBezTo>
                      <a:pt x="523839" y="930336"/>
                      <a:pt x="535259" y="955771"/>
                      <a:pt x="551675" y="979087"/>
                    </a:cubicBezTo>
                    <a:cubicBezTo>
                      <a:pt x="555958" y="974848"/>
                      <a:pt x="559527" y="969902"/>
                      <a:pt x="563809" y="965663"/>
                    </a:cubicBezTo>
                    <a:cubicBezTo>
                      <a:pt x="569519" y="959304"/>
                      <a:pt x="574516" y="953652"/>
                      <a:pt x="579512" y="947293"/>
                    </a:cubicBezTo>
                    <a:cubicBezTo>
                      <a:pt x="580226" y="945880"/>
                      <a:pt x="580226" y="945880"/>
                      <a:pt x="580226" y="945880"/>
                    </a:cubicBezTo>
                    <a:cubicBezTo>
                      <a:pt x="580940" y="945880"/>
                      <a:pt x="581653" y="945173"/>
                      <a:pt x="581653" y="944467"/>
                    </a:cubicBezTo>
                    <a:cubicBezTo>
                      <a:pt x="583795" y="942347"/>
                      <a:pt x="588077" y="938108"/>
                      <a:pt x="593787" y="936695"/>
                    </a:cubicBezTo>
                    <a:cubicBezTo>
                      <a:pt x="594501" y="935989"/>
                      <a:pt x="594501" y="935989"/>
                      <a:pt x="594501" y="935989"/>
                    </a:cubicBezTo>
                    <a:cubicBezTo>
                      <a:pt x="595929" y="935989"/>
                      <a:pt x="595929" y="935989"/>
                      <a:pt x="595929" y="935989"/>
                    </a:cubicBezTo>
                    <a:cubicBezTo>
                      <a:pt x="609490" y="932456"/>
                      <a:pt x="619483" y="940934"/>
                      <a:pt x="625906" y="945880"/>
                    </a:cubicBezTo>
                    <a:cubicBezTo>
                      <a:pt x="627334" y="947293"/>
                      <a:pt x="628761" y="948706"/>
                      <a:pt x="629475" y="949413"/>
                    </a:cubicBezTo>
                    <a:cubicBezTo>
                      <a:pt x="640895" y="956478"/>
                      <a:pt x="660167" y="946586"/>
                      <a:pt x="673015" y="935989"/>
                    </a:cubicBezTo>
                    <a:cubicBezTo>
                      <a:pt x="674442" y="934576"/>
                      <a:pt x="675156" y="933162"/>
                      <a:pt x="676583" y="931749"/>
                    </a:cubicBezTo>
                    <a:cubicBezTo>
                      <a:pt x="695141" y="916912"/>
                      <a:pt x="715126" y="898543"/>
                      <a:pt x="742963" y="902782"/>
                    </a:cubicBezTo>
                    <a:cubicBezTo>
                      <a:pt x="751528" y="904195"/>
                      <a:pt x="757238" y="911967"/>
                      <a:pt x="755811" y="919032"/>
                    </a:cubicBezTo>
                    <a:cubicBezTo>
                      <a:pt x="754383" y="927510"/>
                      <a:pt x="746532" y="933162"/>
                      <a:pt x="738680" y="931749"/>
                    </a:cubicBezTo>
                    <a:cubicBezTo>
                      <a:pt x="725119" y="929630"/>
                      <a:pt x="711558" y="942347"/>
                      <a:pt x="697282" y="954358"/>
                    </a:cubicBezTo>
                    <a:cubicBezTo>
                      <a:pt x="695855" y="955771"/>
                      <a:pt x="695141" y="956478"/>
                      <a:pt x="693714" y="957891"/>
                    </a:cubicBezTo>
                    <a:cubicBezTo>
                      <a:pt x="663736" y="981913"/>
                      <a:pt x="633758" y="988272"/>
                      <a:pt x="612345" y="973435"/>
                    </a:cubicBezTo>
                    <a:cubicBezTo>
                      <a:pt x="609490" y="971315"/>
                      <a:pt x="608062" y="969902"/>
                      <a:pt x="605921" y="968489"/>
                    </a:cubicBezTo>
                    <a:cubicBezTo>
                      <a:pt x="605207" y="968489"/>
                      <a:pt x="603780" y="967076"/>
                      <a:pt x="603066" y="966369"/>
                    </a:cubicBezTo>
                    <a:cubicBezTo>
                      <a:pt x="603066" y="966369"/>
                      <a:pt x="603066" y="967076"/>
                      <a:pt x="602352" y="967076"/>
                    </a:cubicBezTo>
                    <a:cubicBezTo>
                      <a:pt x="597356" y="972021"/>
                      <a:pt x="592360" y="978380"/>
                      <a:pt x="586650" y="984739"/>
                    </a:cubicBezTo>
                    <a:cubicBezTo>
                      <a:pt x="582367" y="990391"/>
                      <a:pt x="576657" y="996043"/>
                      <a:pt x="571661" y="1002402"/>
                    </a:cubicBezTo>
                    <a:cubicBezTo>
                      <a:pt x="570233" y="1005228"/>
                      <a:pt x="564523" y="1010880"/>
                      <a:pt x="555958" y="1013000"/>
                    </a:cubicBezTo>
                    <a:cubicBezTo>
                      <a:pt x="555958" y="1013000"/>
                      <a:pt x="555958" y="1013000"/>
                      <a:pt x="553817" y="1013000"/>
                    </a:cubicBezTo>
                    <a:cubicBezTo>
                      <a:pt x="552389" y="1013000"/>
                      <a:pt x="552389" y="1013000"/>
                      <a:pt x="552389" y="1013000"/>
                    </a:cubicBezTo>
                    <a:cubicBezTo>
                      <a:pt x="542397" y="1013000"/>
                      <a:pt x="536686" y="1006641"/>
                      <a:pt x="533118" y="1003815"/>
                    </a:cubicBezTo>
                    <a:cubicBezTo>
                      <a:pt x="530976" y="1001696"/>
                      <a:pt x="530976" y="1001696"/>
                      <a:pt x="530976" y="1001696"/>
                    </a:cubicBezTo>
                    <a:cubicBezTo>
                      <a:pt x="530976" y="1000989"/>
                      <a:pt x="530976" y="1000989"/>
                      <a:pt x="530976" y="1000989"/>
                    </a:cubicBezTo>
                    <a:cubicBezTo>
                      <a:pt x="515987" y="981206"/>
                      <a:pt x="504567" y="960011"/>
                      <a:pt x="496002" y="938108"/>
                    </a:cubicBezTo>
                    <a:cubicBezTo>
                      <a:pt x="471021" y="964250"/>
                      <a:pt x="443898" y="987565"/>
                      <a:pt x="415347" y="1009467"/>
                    </a:cubicBezTo>
                    <a:cubicBezTo>
                      <a:pt x="408210" y="1014413"/>
                      <a:pt x="399645" y="1013000"/>
                      <a:pt x="394648" y="1006641"/>
                    </a:cubicBezTo>
                    <a:cubicBezTo>
                      <a:pt x="388938" y="1000283"/>
                      <a:pt x="390366" y="990391"/>
                      <a:pt x="396790" y="985446"/>
                    </a:cubicBezTo>
                    <a:cubicBezTo>
                      <a:pt x="430336" y="960717"/>
                      <a:pt x="462455" y="931043"/>
                      <a:pt x="491720" y="899249"/>
                    </a:cubicBezTo>
                    <a:cubicBezTo>
                      <a:pt x="491720" y="899249"/>
                      <a:pt x="491720" y="899249"/>
                      <a:pt x="503140" y="887945"/>
                    </a:cubicBezTo>
                    <a:cubicBezTo>
                      <a:pt x="505281" y="885825"/>
                      <a:pt x="507422" y="885825"/>
                      <a:pt x="509564" y="885825"/>
                    </a:cubicBezTo>
                    <a:close/>
                    <a:moveTo>
                      <a:pt x="31750" y="31750"/>
                    </a:moveTo>
                    <a:cubicBezTo>
                      <a:pt x="31750" y="31750"/>
                      <a:pt x="31750" y="31750"/>
                      <a:pt x="31750" y="1154113"/>
                    </a:cubicBezTo>
                    <a:cubicBezTo>
                      <a:pt x="31750" y="1154113"/>
                      <a:pt x="31750" y="1154113"/>
                      <a:pt x="863600" y="1154113"/>
                    </a:cubicBezTo>
                    <a:cubicBezTo>
                      <a:pt x="863600" y="1154113"/>
                      <a:pt x="863600" y="482693"/>
                      <a:pt x="863600" y="31750"/>
                    </a:cubicBezTo>
                    <a:cubicBezTo>
                      <a:pt x="863600" y="31750"/>
                      <a:pt x="863600" y="31750"/>
                      <a:pt x="31750" y="31750"/>
                    </a:cubicBezTo>
                    <a:close/>
                    <a:moveTo>
                      <a:pt x="15708" y="0"/>
                    </a:moveTo>
                    <a:cubicBezTo>
                      <a:pt x="15708" y="0"/>
                      <a:pt x="15708" y="0"/>
                      <a:pt x="879642" y="0"/>
                    </a:cubicBezTo>
                    <a:cubicBezTo>
                      <a:pt x="888924" y="0"/>
                      <a:pt x="895350" y="7135"/>
                      <a:pt x="895350" y="15697"/>
                    </a:cubicBezTo>
                    <a:cubicBezTo>
                      <a:pt x="895350" y="15697"/>
                      <a:pt x="895350" y="775592"/>
                      <a:pt x="895350" y="1170166"/>
                    </a:cubicBezTo>
                    <a:cubicBezTo>
                      <a:pt x="895350" y="1179442"/>
                      <a:pt x="888924" y="1185863"/>
                      <a:pt x="879642" y="1185863"/>
                    </a:cubicBezTo>
                    <a:cubicBezTo>
                      <a:pt x="879642" y="1185863"/>
                      <a:pt x="879642" y="1185863"/>
                      <a:pt x="15708" y="1185863"/>
                    </a:cubicBezTo>
                    <a:cubicBezTo>
                      <a:pt x="6426" y="1185863"/>
                      <a:pt x="0" y="1179442"/>
                      <a:pt x="0" y="1170166"/>
                    </a:cubicBezTo>
                    <a:cubicBezTo>
                      <a:pt x="0" y="1170166"/>
                      <a:pt x="0" y="1170166"/>
                      <a:pt x="0" y="15697"/>
                    </a:cubicBezTo>
                    <a:cubicBezTo>
                      <a:pt x="0" y="7135"/>
                      <a:pt x="6426" y="0"/>
                      <a:pt x="15708"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grpSp>
      <p:sp>
        <p:nvSpPr>
          <p:cNvPr id="321" name="IllustrativeStamp">
            <a:extLst>
              <a:ext uri="{FF2B5EF4-FFF2-40B4-BE49-F238E27FC236}">
                <a16:creationId xmlns:a16="http://schemas.microsoft.com/office/drawing/2014/main" id="{45A89BA6-851D-4055-B048-DEB6CCF7D726}"/>
              </a:ext>
            </a:extLst>
          </p:cNvPr>
          <p:cNvSpPr/>
          <p:nvPr/>
        </p:nvSpPr>
        <p:spPr>
          <a:xfrm>
            <a:off x="10487025" y="1319109"/>
            <a:ext cx="1076325" cy="209892"/>
          </a:xfrm>
          <a:prstGeom prst="rect">
            <a:avLst/>
          </a:prstGeom>
          <a:solidFill>
            <a:srgbClr val="006C67"/>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Trebuchet MS"/>
                <a:ea typeface="+mn-ea"/>
                <a:cs typeface="+mn-cs"/>
              </a:rPr>
              <a:t>Preliminary</a:t>
            </a:r>
          </a:p>
        </p:txBody>
      </p:sp>
      <p:sp>
        <p:nvSpPr>
          <p:cNvPr id="2" name="TextBox 1">
            <a:extLst>
              <a:ext uri="{FF2B5EF4-FFF2-40B4-BE49-F238E27FC236}">
                <a16:creationId xmlns:a16="http://schemas.microsoft.com/office/drawing/2014/main" id="{A90656F2-BCC3-3543-ECF9-4731214DFF1B}"/>
              </a:ext>
            </a:extLst>
          </p:cNvPr>
          <p:cNvSpPr txBox="1"/>
          <p:nvPr/>
        </p:nvSpPr>
        <p:spPr>
          <a:xfrm>
            <a:off x="2049058" y="5650559"/>
            <a:ext cx="1397810" cy="57897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920000"/>
                </a:solidFill>
              </a14:hiddenFill>
            </a:ext>
            <a:ext uri="{91240B29-F687-4F45-9708-019B960494DF}">
              <a14:hiddenLine xmlns:a14="http://schemas.microsoft.com/office/drawing/2010/main" w="9525" cap="rnd" cmpd="sng" algn="ctr">
                <a:solidFill>
                  <a:srgbClr val="C000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000000"/>
                </a:solidFill>
                <a:effectLst/>
                <a:uLnTx/>
                <a:uFillTx/>
                <a:latin typeface="Trebuchet MS"/>
                <a:ea typeface="+mn-ea"/>
                <a:cs typeface="+mn-cs"/>
              </a:rPr>
              <a:t>Deputyship/ sector team, validated by Policy Committee</a:t>
            </a:r>
          </a:p>
        </p:txBody>
      </p:sp>
    </p:spTree>
    <p:extLst>
      <p:ext uri="{BB962C8B-B14F-4D97-AF65-F5344CB8AC3E}">
        <p14:creationId xmlns:p14="http://schemas.microsoft.com/office/powerpoint/2010/main" val="15817880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EE773-3C39-0143-AC7F-721F2602741A}"/>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6102BA7-CD5C-8D8C-48D4-384C8F15472D}"/>
              </a:ext>
            </a:extLst>
          </p:cNvPr>
          <p:cNvGraphicFramePr>
            <a:graphicFrameLocks noChangeAspect="1"/>
          </p:cNvGraphicFramePr>
          <p:nvPr>
            <p:custDataLst>
              <p:tags r:id="rId1"/>
            </p:custDataLst>
            <p:extLst>
              <p:ext uri="{D42A27DB-BD31-4B8C-83A1-F6EECF244321}">
                <p14:modId xmlns:p14="http://schemas.microsoft.com/office/powerpoint/2010/main" val="16763964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4" name="think-cell data - do not delete" hidden="1">
                        <a:extLst>
                          <a:ext uri="{FF2B5EF4-FFF2-40B4-BE49-F238E27FC236}">
                            <a16:creationId xmlns:a16="http://schemas.microsoft.com/office/drawing/2014/main" id="{06102BA7-CD5C-8D8C-48D4-384C8F15472D}"/>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0" name="Isosceles Triangle 29">
            <a:extLst>
              <a:ext uri="{FF2B5EF4-FFF2-40B4-BE49-F238E27FC236}">
                <a16:creationId xmlns:a16="http://schemas.microsoft.com/office/drawing/2014/main" id="{862AAFED-FAED-E87C-B4B7-951D63715744}"/>
              </a:ext>
            </a:extLst>
          </p:cNvPr>
          <p:cNvSpPr/>
          <p:nvPr/>
        </p:nvSpPr>
        <p:spPr>
          <a:xfrm flipV="1">
            <a:off x="7870800" y="2701218"/>
            <a:ext cx="890941" cy="422356"/>
          </a:xfrm>
          <a:prstGeom prst="triangle">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31" name="Isosceles Triangle 30">
            <a:extLst>
              <a:ext uri="{FF2B5EF4-FFF2-40B4-BE49-F238E27FC236}">
                <a16:creationId xmlns:a16="http://schemas.microsoft.com/office/drawing/2014/main" id="{8AA96578-FA74-80CE-2BE3-17890E7B395A}"/>
              </a:ext>
            </a:extLst>
          </p:cNvPr>
          <p:cNvSpPr/>
          <p:nvPr/>
        </p:nvSpPr>
        <p:spPr>
          <a:xfrm flipV="1">
            <a:off x="8851023" y="2701218"/>
            <a:ext cx="890941" cy="422356"/>
          </a:xfrm>
          <a:prstGeom prst="triangle">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29" name="Isosceles Triangle 28">
            <a:extLst>
              <a:ext uri="{FF2B5EF4-FFF2-40B4-BE49-F238E27FC236}">
                <a16:creationId xmlns:a16="http://schemas.microsoft.com/office/drawing/2014/main" id="{7D6C014D-7DF6-1357-366B-D1AD12FE2D61}"/>
              </a:ext>
            </a:extLst>
          </p:cNvPr>
          <p:cNvSpPr/>
          <p:nvPr/>
        </p:nvSpPr>
        <p:spPr>
          <a:xfrm flipV="1">
            <a:off x="6236516" y="2853618"/>
            <a:ext cx="1203450" cy="422356"/>
          </a:xfrm>
          <a:prstGeom prst="triangle">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28" name="Isosceles Triangle 27">
            <a:extLst>
              <a:ext uri="{FF2B5EF4-FFF2-40B4-BE49-F238E27FC236}">
                <a16:creationId xmlns:a16="http://schemas.microsoft.com/office/drawing/2014/main" id="{895B21BC-F62B-3CCA-9AAE-0CD414CF61A3}"/>
              </a:ext>
            </a:extLst>
          </p:cNvPr>
          <p:cNvSpPr/>
          <p:nvPr/>
        </p:nvSpPr>
        <p:spPr>
          <a:xfrm flipV="1">
            <a:off x="4243764" y="2853618"/>
            <a:ext cx="1203450" cy="422356"/>
          </a:xfrm>
          <a:prstGeom prst="triangle">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26" name="Isosceles Triangle 25">
            <a:extLst>
              <a:ext uri="{FF2B5EF4-FFF2-40B4-BE49-F238E27FC236}">
                <a16:creationId xmlns:a16="http://schemas.microsoft.com/office/drawing/2014/main" id="{FD20976D-9ACD-B272-0F62-F917B0FB92BF}"/>
              </a:ext>
            </a:extLst>
          </p:cNvPr>
          <p:cNvSpPr/>
          <p:nvPr/>
        </p:nvSpPr>
        <p:spPr>
          <a:xfrm flipV="1">
            <a:off x="1981799" y="2701218"/>
            <a:ext cx="890941" cy="422356"/>
          </a:xfrm>
          <a:prstGeom prst="triangle">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27" name="Isosceles Triangle 26">
            <a:extLst>
              <a:ext uri="{FF2B5EF4-FFF2-40B4-BE49-F238E27FC236}">
                <a16:creationId xmlns:a16="http://schemas.microsoft.com/office/drawing/2014/main" id="{C2BE0F2A-DD85-CE1D-D82A-EBF634088587}"/>
              </a:ext>
            </a:extLst>
          </p:cNvPr>
          <p:cNvSpPr/>
          <p:nvPr/>
        </p:nvSpPr>
        <p:spPr>
          <a:xfrm flipV="1">
            <a:off x="3006635" y="2701218"/>
            <a:ext cx="890941" cy="422356"/>
          </a:xfrm>
          <a:prstGeom prst="triangle">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3" name="Title 2">
            <a:extLst>
              <a:ext uri="{FF2B5EF4-FFF2-40B4-BE49-F238E27FC236}">
                <a16:creationId xmlns:a16="http://schemas.microsoft.com/office/drawing/2014/main" id="{BD017EE5-0442-3277-D1E7-48EA7CBBDA25}"/>
              </a:ext>
            </a:extLst>
          </p:cNvPr>
          <p:cNvSpPr>
            <a:spLocks noGrp="1"/>
          </p:cNvSpPr>
          <p:nvPr>
            <p:ph type="title"/>
          </p:nvPr>
        </p:nvSpPr>
        <p:spPr>
          <a:xfrm>
            <a:off x="630238" y="622300"/>
            <a:ext cx="10933112" cy="664797"/>
          </a:xfrm>
        </p:spPr>
        <p:txBody>
          <a:bodyPr vert="horz">
            <a:noAutofit/>
          </a:bodyPr>
          <a:lstStyle/>
          <a:p>
            <a:r>
              <a:rPr lang="en-US" dirty="0"/>
              <a:t>Policy development process should be phased out and supported with detailed checklists / guidelines to ensure proper review and approval</a:t>
            </a:r>
          </a:p>
        </p:txBody>
      </p:sp>
      <p:sp>
        <p:nvSpPr>
          <p:cNvPr id="34" name="Rectangle 33">
            <a:extLst>
              <a:ext uri="{FF2B5EF4-FFF2-40B4-BE49-F238E27FC236}">
                <a16:creationId xmlns:a16="http://schemas.microsoft.com/office/drawing/2014/main" id="{6334903F-1792-028F-2352-7DAFA5150602}"/>
              </a:ext>
            </a:extLst>
          </p:cNvPr>
          <p:cNvSpPr/>
          <p:nvPr/>
        </p:nvSpPr>
        <p:spPr>
          <a:xfrm>
            <a:off x="1892300" y="2373515"/>
            <a:ext cx="8004174" cy="194301"/>
          </a:xfrm>
          <a:prstGeom prst="rect">
            <a:avLst/>
          </a:prstGeom>
          <a:solidFill>
            <a:schemeClr val="bg1">
              <a:lumMod val="85000"/>
            </a:schemeClr>
          </a:solidFill>
          <a:ln w="9525" cap="rnd" cmpd="sng" algn="ctr">
            <a:solidFill>
              <a:schemeClr val="bg1">
                <a:lumMod val="8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grpSp>
        <p:nvGrpSpPr>
          <p:cNvPr id="25" name="Group 24">
            <a:extLst>
              <a:ext uri="{FF2B5EF4-FFF2-40B4-BE49-F238E27FC236}">
                <a16:creationId xmlns:a16="http://schemas.microsoft.com/office/drawing/2014/main" id="{95E0B7D1-40F5-DC79-3A83-575527E64BC1}"/>
              </a:ext>
            </a:extLst>
          </p:cNvPr>
          <p:cNvGrpSpPr/>
          <p:nvPr/>
        </p:nvGrpSpPr>
        <p:grpSpPr>
          <a:xfrm>
            <a:off x="9878042" y="2087712"/>
            <a:ext cx="306171" cy="4176018"/>
            <a:chOff x="9970402" y="2087712"/>
            <a:chExt cx="306171" cy="4176018"/>
          </a:xfrm>
        </p:grpSpPr>
        <p:cxnSp>
          <p:nvCxnSpPr>
            <p:cNvPr id="5" name="Straight Connector 4">
              <a:extLst>
                <a:ext uri="{FF2B5EF4-FFF2-40B4-BE49-F238E27FC236}">
                  <a16:creationId xmlns:a16="http://schemas.microsoft.com/office/drawing/2014/main" id="{53221597-E570-CD12-60B0-8138BA65EEE8}"/>
                </a:ext>
              </a:extLst>
            </p:cNvPr>
            <p:cNvCxnSpPr/>
            <p:nvPr/>
          </p:nvCxnSpPr>
          <p:spPr>
            <a:xfrm>
              <a:off x="10123488" y="2087712"/>
              <a:ext cx="0" cy="4176018"/>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426AAAC2-071D-5FEA-C2D0-EE1147DDAC5C}"/>
                </a:ext>
              </a:extLst>
            </p:cNvPr>
            <p:cNvGrpSpPr/>
            <p:nvPr/>
          </p:nvGrpSpPr>
          <p:grpSpPr>
            <a:xfrm>
              <a:off x="9970402" y="4022266"/>
              <a:ext cx="306171" cy="306910"/>
              <a:chOff x="5937564" y="3833745"/>
              <a:chExt cx="306171" cy="306910"/>
            </a:xfrm>
          </p:grpSpPr>
          <p:sp>
            <p:nvSpPr>
              <p:cNvPr id="7" name="Freeform 94">
                <a:extLst>
                  <a:ext uri="{FF2B5EF4-FFF2-40B4-BE49-F238E27FC236}">
                    <a16:creationId xmlns:a16="http://schemas.microsoft.com/office/drawing/2014/main" id="{61035C4F-444C-88A1-31D1-6265055319F4}"/>
                  </a:ext>
                </a:extLst>
              </p:cNvPr>
              <p:cNvSpPr>
                <a:spLocks/>
              </p:cNvSpPr>
              <p:nvPr/>
            </p:nvSpPr>
            <p:spPr bwMode="gray">
              <a:xfrm>
                <a:off x="5937564" y="3833745"/>
                <a:ext cx="306171" cy="306910"/>
              </a:xfrm>
              <a:custGeom>
                <a:avLst/>
                <a:gdLst>
                  <a:gd name="T0" fmla="*/ 0 w 1052"/>
                  <a:gd name="T1" fmla="*/ 526 h 1052"/>
                  <a:gd name="T2" fmla="*/ 0 w 1052"/>
                  <a:gd name="T3" fmla="*/ 526 h 1052"/>
                  <a:gd name="T4" fmla="*/ 526 w 1052"/>
                  <a:gd name="T5" fmla="*/ 0 h 1052"/>
                  <a:gd name="T6" fmla="*/ 1052 w 1052"/>
                  <a:gd name="T7" fmla="*/ 526 h 1052"/>
                  <a:gd name="T8" fmla="*/ 1052 w 1052"/>
                  <a:gd name="T9" fmla="*/ 526 h 1052"/>
                  <a:gd name="T10" fmla="*/ 526 w 1052"/>
                  <a:gd name="T11" fmla="*/ 1052 h 1052"/>
                  <a:gd name="T12" fmla="*/ 526 w 1052"/>
                  <a:gd name="T13" fmla="*/ 1052 h 1052"/>
                  <a:gd name="T14" fmla="*/ 0 w 1052"/>
                  <a:gd name="T15" fmla="*/ 526 h 10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2" h="1052">
                    <a:moveTo>
                      <a:pt x="0" y="526"/>
                    </a:moveTo>
                    <a:cubicBezTo>
                      <a:pt x="0" y="526"/>
                      <a:pt x="0" y="526"/>
                      <a:pt x="0" y="526"/>
                    </a:cubicBezTo>
                    <a:cubicBezTo>
                      <a:pt x="0" y="236"/>
                      <a:pt x="236" y="0"/>
                      <a:pt x="526" y="0"/>
                    </a:cubicBezTo>
                    <a:cubicBezTo>
                      <a:pt x="817" y="0"/>
                      <a:pt x="1052" y="236"/>
                      <a:pt x="1052" y="526"/>
                    </a:cubicBezTo>
                    <a:cubicBezTo>
                      <a:pt x="1052" y="526"/>
                      <a:pt x="1052" y="526"/>
                      <a:pt x="1052" y="526"/>
                    </a:cubicBezTo>
                    <a:cubicBezTo>
                      <a:pt x="1052" y="817"/>
                      <a:pt x="817" y="1052"/>
                      <a:pt x="526" y="1052"/>
                    </a:cubicBezTo>
                    <a:cubicBezTo>
                      <a:pt x="526" y="1052"/>
                      <a:pt x="526" y="1052"/>
                      <a:pt x="526" y="1052"/>
                    </a:cubicBezTo>
                    <a:cubicBezTo>
                      <a:pt x="236" y="1052"/>
                      <a:pt x="0" y="817"/>
                      <a:pt x="0" y="526"/>
                    </a:cubicBezTo>
                    <a:close/>
                  </a:path>
                </a:pathLst>
              </a:custGeom>
              <a:solidFill>
                <a:schemeClr val="tx2"/>
              </a:solidFill>
              <a:ln>
                <a:solidFill>
                  <a:schemeClr val="tx2"/>
                </a:solidFill>
              </a:ln>
            </p:spPr>
            <p:txBody>
              <a:bodyPr vert="horz" wrap="square" lIns="88641" tIns="44321" rIns="88641" bIns="443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E6F73"/>
                  </a:solidFill>
                  <a:effectLst/>
                  <a:uLnTx/>
                  <a:uFillTx/>
                  <a:latin typeface="Trebuchet MS"/>
                  <a:ea typeface="+mn-ea"/>
                  <a:cs typeface="+mn-cs"/>
                </a:endParaRPr>
              </a:p>
            </p:txBody>
          </p:sp>
          <p:sp>
            <p:nvSpPr>
              <p:cNvPr id="8" name="Freeform 95">
                <a:extLst>
                  <a:ext uri="{FF2B5EF4-FFF2-40B4-BE49-F238E27FC236}">
                    <a16:creationId xmlns:a16="http://schemas.microsoft.com/office/drawing/2014/main" id="{9841846A-A48E-B3A7-4595-A3748DCB7452}"/>
                  </a:ext>
                </a:extLst>
              </p:cNvPr>
              <p:cNvSpPr>
                <a:spLocks/>
              </p:cNvSpPr>
              <p:nvPr/>
            </p:nvSpPr>
            <p:spPr bwMode="gray">
              <a:xfrm>
                <a:off x="6053995" y="3876005"/>
                <a:ext cx="120251" cy="224731"/>
              </a:xfrm>
              <a:custGeom>
                <a:avLst/>
                <a:gdLst>
                  <a:gd name="T0" fmla="*/ 66 w 976"/>
                  <a:gd name="T1" fmla="*/ 1824 h 1824"/>
                  <a:gd name="T2" fmla="*/ 0 w 976"/>
                  <a:gd name="T3" fmla="*/ 1758 h 1824"/>
                  <a:gd name="T4" fmla="*/ 843 w 976"/>
                  <a:gd name="T5" fmla="*/ 912 h 1824"/>
                  <a:gd name="T6" fmla="*/ 0 w 976"/>
                  <a:gd name="T7" fmla="*/ 66 h 1824"/>
                  <a:gd name="T8" fmla="*/ 66 w 976"/>
                  <a:gd name="T9" fmla="*/ 0 h 1824"/>
                  <a:gd name="T10" fmla="*/ 976 w 976"/>
                  <a:gd name="T11" fmla="*/ 912 h 1824"/>
                  <a:gd name="T12" fmla="*/ 66 w 976"/>
                  <a:gd name="T13" fmla="*/ 1824 h 1824"/>
                </a:gdLst>
                <a:ahLst/>
                <a:cxnLst>
                  <a:cxn ang="0">
                    <a:pos x="T0" y="T1"/>
                  </a:cxn>
                  <a:cxn ang="0">
                    <a:pos x="T2" y="T3"/>
                  </a:cxn>
                  <a:cxn ang="0">
                    <a:pos x="T4" y="T5"/>
                  </a:cxn>
                  <a:cxn ang="0">
                    <a:pos x="T6" y="T7"/>
                  </a:cxn>
                  <a:cxn ang="0">
                    <a:pos x="T8" y="T9"/>
                  </a:cxn>
                  <a:cxn ang="0">
                    <a:pos x="T10" y="T11"/>
                  </a:cxn>
                  <a:cxn ang="0">
                    <a:pos x="T12" y="T13"/>
                  </a:cxn>
                </a:cxnLst>
                <a:rect l="0" t="0" r="r" b="b"/>
                <a:pathLst>
                  <a:path w="976" h="1824">
                    <a:moveTo>
                      <a:pt x="66" y="1824"/>
                    </a:moveTo>
                    <a:lnTo>
                      <a:pt x="0" y="1758"/>
                    </a:lnTo>
                    <a:lnTo>
                      <a:pt x="843" y="912"/>
                    </a:lnTo>
                    <a:lnTo>
                      <a:pt x="0" y="66"/>
                    </a:lnTo>
                    <a:lnTo>
                      <a:pt x="66" y="0"/>
                    </a:lnTo>
                    <a:lnTo>
                      <a:pt x="976" y="912"/>
                    </a:lnTo>
                    <a:lnTo>
                      <a:pt x="66" y="182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8641" tIns="44321" rIns="88641" bIns="443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E6F73"/>
                  </a:solidFill>
                  <a:effectLst/>
                  <a:uLnTx/>
                  <a:uFillTx/>
                  <a:latin typeface="Trebuchet MS"/>
                  <a:ea typeface="+mn-ea"/>
                  <a:cs typeface="+mn-cs"/>
                </a:endParaRPr>
              </a:p>
            </p:txBody>
          </p:sp>
        </p:grpSp>
      </p:grpSp>
      <p:sp>
        <p:nvSpPr>
          <p:cNvPr id="83" name="TextBox 82">
            <a:extLst>
              <a:ext uri="{FF2B5EF4-FFF2-40B4-BE49-F238E27FC236}">
                <a16:creationId xmlns:a16="http://schemas.microsoft.com/office/drawing/2014/main" id="{507B516A-9EA5-4B6F-8E65-D0F743FF9D5E}"/>
              </a:ext>
            </a:extLst>
          </p:cNvPr>
          <p:cNvSpPr txBox="1"/>
          <p:nvPr/>
        </p:nvSpPr>
        <p:spPr>
          <a:xfrm>
            <a:off x="10184213" y="1692990"/>
            <a:ext cx="1612057" cy="4570741"/>
          </a:xfrm>
          <a:prstGeom prst="rect">
            <a:avLst/>
          </a:prstGeom>
          <a:noFill/>
          <a:ln w="9525" cap="flat" cmpd="sng" algn="ctr">
            <a:solidFill>
              <a:srgbClr val="9A9A9A"/>
            </a:solidFill>
            <a:prstDash val="solid"/>
            <a:round/>
            <a:headEnd type="none" w="med" len="med"/>
            <a:tailEnd type="none" w="med" len="med"/>
          </a:ln>
        </p:spPr>
        <p:txBody>
          <a:bodyPr wrap="square" lIns="0" tIns="0" rIns="0" bIns="0" rtlCol="0" anchor="ctr">
            <a:noAutofit/>
          </a:bodyPr>
          <a:lstStyle>
            <a:defPPr>
              <a:defRPr lang="en-US"/>
            </a:defPPr>
            <a:lvl1pPr marR="0" lvl="0" indent="0" fontAlgn="auto">
              <a:lnSpc>
                <a:spcPct val="100000"/>
              </a:lnSpc>
              <a:spcBef>
                <a:spcPts val="1200"/>
              </a:spcBef>
              <a:spcAft>
                <a:spcPts val="0"/>
              </a:spcAft>
              <a:buClrTx/>
              <a:buSzPct val="100000"/>
              <a:buFont typeface="Trebuchet MS" panose="020B0603020202020204" pitchFamily="34" charset="0"/>
              <a:buChar char="​"/>
              <a:tabLst/>
              <a:defRPr kumimoji="0" sz="1600" b="0" i="0" u="none" strike="noStrike" cap="none" spc="0" normalizeH="0" baseline="0">
                <a:ln>
                  <a:noFill/>
                </a:ln>
                <a:solidFill>
                  <a:srgbClr val="575757"/>
                </a:solidFill>
                <a:effectLst/>
                <a:uLnTx/>
                <a:uFillTx/>
                <a:latin typeface="Trebuchet MS"/>
              </a:defRPr>
            </a:lvl1pPr>
          </a:lstStyle>
          <a:p>
            <a:pPr marL="0" marR="0" lvl="0" indent="0" algn="ctr" defTabSz="914400" rtl="0" eaLnBrk="1" fontAlgn="auto" latinLnBrk="0" hangingPunct="1">
              <a:lnSpc>
                <a:spcPct val="100000"/>
              </a:lnSpc>
              <a:spcBef>
                <a:spcPts val="1200"/>
              </a:spcBef>
              <a:spcAft>
                <a:spcPts val="0"/>
              </a:spcAft>
              <a:buClr>
                <a:srgbClr val="006C67"/>
              </a:buClr>
              <a:buSzPct val="100000"/>
              <a:buFont typeface="Trebuchet MS" panose="020B0603020202020204" pitchFamily="34" charset="0"/>
              <a:buChar char="​"/>
              <a:tabLst/>
              <a:defRPr/>
            </a:pPr>
            <a:endParaRPr kumimoji="0" lang="en-US" b="0" i="0" u="none" strike="noStrike" kern="1200" cap="none" spc="0" normalizeH="0" baseline="0" noProof="0" dirty="0">
              <a:ln>
                <a:noFill/>
              </a:ln>
              <a:solidFill>
                <a:srgbClr val="006C67"/>
              </a:solidFill>
              <a:effectLst/>
              <a:uLnTx/>
              <a:uFillTx/>
              <a:latin typeface="Trebuchet MS"/>
              <a:ea typeface="+mn-ea"/>
              <a:cs typeface="+mn-cs"/>
            </a:endParaRPr>
          </a:p>
          <a:p>
            <a:pPr marL="0" marR="0" lvl="0" indent="0" algn="ctr" defTabSz="914400" rtl="0" eaLnBrk="1" fontAlgn="auto" latinLnBrk="0" hangingPunct="1">
              <a:lnSpc>
                <a:spcPct val="100000"/>
              </a:lnSpc>
              <a:spcBef>
                <a:spcPts val="1200"/>
              </a:spcBef>
              <a:spcAft>
                <a:spcPts val="0"/>
              </a:spcAft>
              <a:buClr>
                <a:srgbClr val="006C67"/>
              </a:buClr>
              <a:buSzPct val="100000"/>
              <a:buFont typeface="Trebuchet MS" panose="020B0603020202020204" pitchFamily="34" charset="0"/>
              <a:buChar char="​"/>
              <a:tabLst/>
              <a:defRPr/>
            </a:pPr>
            <a:endParaRPr lang="en-US" dirty="0">
              <a:solidFill>
                <a:srgbClr val="006C67"/>
              </a:solidFill>
            </a:endParaRPr>
          </a:p>
          <a:p>
            <a:pPr marL="0" marR="0" lvl="0" indent="0" algn="ctr" defTabSz="914400" rtl="0" eaLnBrk="1" fontAlgn="auto" latinLnBrk="0" hangingPunct="1">
              <a:lnSpc>
                <a:spcPct val="100000"/>
              </a:lnSpc>
              <a:spcBef>
                <a:spcPts val="1200"/>
              </a:spcBef>
              <a:spcAft>
                <a:spcPts val="0"/>
              </a:spcAft>
              <a:buClr>
                <a:srgbClr val="006C67"/>
              </a:buClr>
              <a:buSzPct val="100000"/>
              <a:buFont typeface="Trebuchet MS" panose="020B0603020202020204" pitchFamily="34" charset="0"/>
              <a:buChar char="​"/>
              <a:tabLst/>
              <a:defRPr/>
            </a:pPr>
            <a:r>
              <a:rPr kumimoji="0" lang="en-US" b="0" i="0" u="none" strike="noStrike" kern="1200" cap="none" spc="0" normalizeH="0" baseline="0" noProof="0" dirty="0">
                <a:ln>
                  <a:noFill/>
                </a:ln>
                <a:solidFill>
                  <a:srgbClr val="006C67"/>
                </a:solidFill>
                <a:effectLst/>
                <a:uLnTx/>
                <a:uFillTx/>
                <a:latin typeface="Trebuchet MS"/>
                <a:ea typeface="+mn-ea"/>
                <a:cs typeface="+mn-cs"/>
              </a:rPr>
              <a:t>To ensure that policy development efforts are streamlined, each phase should kickstart once the previous phase is completed, reviewed, and approved based on the checklists/ guidelines  </a:t>
            </a:r>
          </a:p>
        </p:txBody>
      </p:sp>
      <p:sp>
        <p:nvSpPr>
          <p:cNvPr id="106" name="Moon 105">
            <a:extLst>
              <a:ext uri="{FF2B5EF4-FFF2-40B4-BE49-F238E27FC236}">
                <a16:creationId xmlns:a16="http://schemas.microsoft.com/office/drawing/2014/main" id="{8F0BDDC1-D6D9-4294-9ECA-B16C43DD98CB}"/>
              </a:ext>
            </a:extLst>
          </p:cNvPr>
          <p:cNvSpPr/>
          <p:nvPr/>
        </p:nvSpPr>
        <p:spPr>
          <a:xfrm rot="5400000">
            <a:off x="9135382" y="1532036"/>
            <a:ext cx="321907" cy="643815"/>
          </a:xfrm>
          <a:prstGeom prst="moon">
            <a:avLst>
              <a:gd name="adj" fmla="val 6667"/>
            </a:avLst>
          </a:prstGeom>
          <a:solidFill>
            <a:schemeClr val="tx2"/>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grpSp>
        <p:nvGrpSpPr>
          <p:cNvPr id="183" name="bcgIcons_Approved ">
            <a:extLst>
              <a:ext uri="{FF2B5EF4-FFF2-40B4-BE49-F238E27FC236}">
                <a16:creationId xmlns:a16="http://schemas.microsoft.com/office/drawing/2014/main" id="{4C3F483B-4077-4C0B-A192-F43AE8B11B58}"/>
              </a:ext>
            </a:extLst>
          </p:cNvPr>
          <p:cNvGrpSpPr>
            <a:grpSpLocks noChangeAspect="1"/>
          </p:cNvGrpSpPr>
          <p:nvPr/>
        </p:nvGrpSpPr>
        <p:grpSpPr>
          <a:xfrm>
            <a:off x="9170804" y="1764648"/>
            <a:ext cx="251072" cy="251070"/>
            <a:chOff x="5273675" y="2606675"/>
            <a:chExt cx="1646238" cy="1644650"/>
          </a:xfrm>
        </p:grpSpPr>
        <p:sp>
          <p:nvSpPr>
            <p:cNvPr id="184" name="AutoShape 3">
              <a:extLst>
                <a:ext uri="{FF2B5EF4-FFF2-40B4-BE49-F238E27FC236}">
                  <a16:creationId xmlns:a16="http://schemas.microsoft.com/office/drawing/2014/main" id="{E792D5FC-8C66-4CDF-8C35-CDCAB192ED13}"/>
                </a:ext>
              </a:extLst>
            </p:cNvPr>
            <p:cNvSpPr>
              <a:spLocks noChangeAspect="1" noChangeArrowheads="1" noTextEdit="1"/>
            </p:cNvSpPr>
            <p:nvPr/>
          </p:nvSpPr>
          <p:spPr bwMode="auto">
            <a:xfrm>
              <a:off x="5273675" y="2606675"/>
              <a:ext cx="1646238"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nvGrpSpPr>
            <p:cNvPr id="185" name="Group 184">
              <a:extLst>
                <a:ext uri="{FF2B5EF4-FFF2-40B4-BE49-F238E27FC236}">
                  <a16:creationId xmlns:a16="http://schemas.microsoft.com/office/drawing/2014/main" id="{A5C5C0F7-7A10-41A1-BE71-2B6AC303D169}"/>
                </a:ext>
              </a:extLst>
            </p:cNvPr>
            <p:cNvGrpSpPr/>
            <p:nvPr/>
          </p:nvGrpSpPr>
          <p:grpSpPr>
            <a:xfrm>
              <a:off x="5646738" y="2774950"/>
              <a:ext cx="999551" cy="1346201"/>
              <a:chOff x="5646738" y="2774950"/>
              <a:chExt cx="999551" cy="1346201"/>
            </a:xfrm>
          </p:grpSpPr>
          <p:sp>
            <p:nvSpPr>
              <p:cNvPr id="186" name="Freeform 26">
                <a:extLst>
                  <a:ext uri="{FF2B5EF4-FFF2-40B4-BE49-F238E27FC236}">
                    <a16:creationId xmlns:a16="http://schemas.microsoft.com/office/drawing/2014/main" id="{594A589B-E168-4908-9C50-B53AAD29CB39}"/>
                  </a:ext>
                </a:extLst>
              </p:cNvPr>
              <p:cNvSpPr>
                <a:spLocks/>
              </p:cNvSpPr>
              <p:nvPr/>
            </p:nvSpPr>
            <p:spPr bwMode="auto">
              <a:xfrm>
                <a:off x="5646738" y="2889250"/>
                <a:ext cx="898525" cy="1192213"/>
              </a:xfrm>
              <a:custGeom>
                <a:avLst/>
                <a:gdLst>
                  <a:gd name="connsiteX0" fmla="*/ 625475 w 898525"/>
                  <a:gd name="connsiteY0" fmla="*/ 0 h 1192213"/>
                  <a:gd name="connsiteX1" fmla="*/ 882800 w 898525"/>
                  <a:gd name="connsiteY1" fmla="*/ 0 h 1192213"/>
                  <a:gd name="connsiteX2" fmla="*/ 898525 w 898525"/>
                  <a:gd name="connsiteY2" fmla="*/ 15701 h 1192213"/>
                  <a:gd name="connsiteX3" fmla="*/ 898525 w 898525"/>
                  <a:gd name="connsiteY3" fmla="*/ 835025 h 1192213"/>
                  <a:gd name="connsiteX4" fmla="*/ 867074 w 898525"/>
                  <a:gd name="connsiteY4" fmla="*/ 823606 h 1192213"/>
                  <a:gd name="connsiteX5" fmla="*/ 867074 w 898525"/>
                  <a:gd name="connsiteY5" fmla="*/ 31403 h 1192213"/>
                  <a:gd name="connsiteX6" fmla="*/ 625475 w 898525"/>
                  <a:gd name="connsiteY6" fmla="*/ 31403 h 1192213"/>
                  <a:gd name="connsiteX7" fmla="*/ 625475 w 898525"/>
                  <a:gd name="connsiteY7" fmla="*/ 0 h 1192213"/>
                  <a:gd name="connsiteX8" fmla="*/ 15734 w 898525"/>
                  <a:gd name="connsiteY8" fmla="*/ 0 h 1192213"/>
                  <a:gd name="connsiteX9" fmla="*/ 273195 w 898525"/>
                  <a:gd name="connsiteY9" fmla="*/ 0 h 1192213"/>
                  <a:gd name="connsiteX10" fmla="*/ 273195 w 898525"/>
                  <a:gd name="connsiteY10" fmla="*/ 31412 h 1192213"/>
                  <a:gd name="connsiteX11" fmla="*/ 31468 w 898525"/>
                  <a:gd name="connsiteY11" fmla="*/ 31412 h 1192213"/>
                  <a:gd name="connsiteX12" fmla="*/ 31468 w 898525"/>
                  <a:gd name="connsiteY12" fmla="*/ 1160802 h 1192213"/>
                  <a:gd name="connsiteX13" fmla="*/ 618622 w 898525"/>
                  <a:gd name="connsiteY13" fmla="*/ 1160802 h 1192213"/>
                  <a:gd name="connsiteX14" fmla="*/ 642938 w 898525"/>
                  <a:gd name="connsiteY14" fmla="*/ 1192213 h 1192213"/>
                  <a:gd name="connsiteX15" fmla="*/ 15734 w 898525"/>
                  <a:gd name="connsiteY15" fmla="*/ 1192213 h 1192213"/>
                  <a:gd name="connsiteX16" fmla="*/ 0 w 898525"/>
                  <a:gd name="connsiteY16" fmla="*/ 1176507 h 1192213"/>
                  <a:gd name="connsiteX17" fmla="*/ 0 w 898525"/>
                  <a:gd name="connsiteY17" fmla="*/ 15706 h 1192213"/>
                  <a:gd name="connsiteX18" fmla="*/ 15734 w 898525"/>
                  <a:gd name="connsiteY18" fmla="*/ 0 h 119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8525" h="1192213">
                    <a:moveTo>
                      <a:pt x="625475" y="0"/>
                    </a:moveTo>
                    <a:cubicBezTo>
                      <a:pt x="625475" y="0"/>
                      <a:pt x="625475" y="0"/>
                      <a:pt x="882800" y="0"/>
                    </a:cubicBezTo>
                    <a:cubicBezTo>
                      <a:pt x="892092" y="0"/>
                      <a:pt x="898525" y="7137"/>
                      <a:pt x="898525" y="15701"/>
                    </a:cubicBezTo>
                    <a:cubicBezTo>
                      <a:pt x="898525" y="15701"/>
                      <a:pt x="898525" y="15701"/>
                      <a:pt x="898525" y="835025"/>
                    </a:cubicBezTo>
                    <a:cubicBezTo>
                      <a:pt x="888518" y="830743"/>
                      <a:pt x="878511" y="826461"/>
                      <a:pt x="867074" y="823606"/>
                    </a:cubicBezTo>
                    <a:cubicBezTo>
                      <a:pt x="867074" y="823606"/>
                      <a:pt x="867074" y="823606"/>
                      <a:pt x="867074" y="31403"/>
                    </a:cubicBezTo>
                    <a:cubicBezTo>
                      <a:pt x="867074" y="31403"/>
                      <a:pt x="867074" y="31403"/>
                      <a:pt x="625475" y="31403"/>
                    </a:cubicBezTo>
                    <a:cubicBezTo>
                      <a:pt x="625475" y="31403"/>
                      <a:pt x="625475" y="31403"/>
                      <a:pt x="625475" y="0"/>
                    </a:cubicBezTo>
                    <a:close/>
                    <a:moveTo>
                      <a:pt x="15734" y="0"/>
                    </a:moveTo>
                    <a:cubicBezTo>
                      <a:pt x="15734" y="0"/>
                      <a:pt x="15734" y="0"/>
                      <a:pt x="273195" y="0"/>
                    </a:cubicBezTo>
                    <a:cubicBezTo>
                      <a:pt x="273195" y="0"/>
                      <a:pt x="273195" y="0"/>
                      <a:pt x="273195" y="31412"/>
                    </a:cubicBezTo>
                    <a:cubicBezTo>
                      <a:pt x="273195" y="31412"/>
                      <a:pt x="273195" y="31412"/>
                      <a:pt x="31468" y="31412"/>
                    </a:cubicBezTo>
                    <a:cubicBezTo>
                      <a:pt x="31468" y="31412"/>
                      <a:pt x="31468" y="31412"/>
                      <a:pt x="31468" y="1160802"/>
                    </a:cubicBezTo>
                    <a:cubicBezTo>
                      <a:pt x="31468" y="1160802"/>
                      <a:pt x="31468" y="1160802"/>
                      <a:pt x="618622" y="1160802"/>
                    </a:cubicBezTo>
                    <a:cubicBezTo>
                      <a:pt x="625774" y="1172224"/>
                      <a:pt x="633641" y="1182932"/>
                      <a:pt x="642938" y="1192213"/>
                    </a:cubicBezTo>
                    <a:cubicBezTo>
                      <a:pt x="642938" y="1192213"/>
                      <a:pt x="642938" y="1192213"/>
                      <a:pt x="15734" y="1192213"/>
                    </a:cubicBezTo>
                    <a:cubicBezTo>
                      <a:pt x="6437" y="1192213"/>
                      <a:pt x="0" y="1185788"/>
                      <a:pt x="0" y="1176507"/>
                    </a:cubicBezTo>
                    <a:cubicBezTo>
                      <a:pt x="0" y="1176507"/>
                      <a:pt x="0" y="1176507"/>
                      <a:pt x="0" y="15706"/>
                    </a:cubicBezTo>
                    <a:cubicBezTo>
                      <a:pt x="0" y="7139"/>
                      <a:pt x="6437" y="0"/>
                      <a:pt x="15734"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87" name="Freeform 25">
                <a:extLst>
                  <a:ext uri="{FF2B5EF4-FFF2-40B4-BE49-F238E27FC236}">
                    <a16:creationId xmlns:a16="http://schemas.microsoft.com/office/drawing/2014/main" id="{24A4EB73-3FD4-4922-8903-1251DD349646}"/>
                  </a:ext>
                </a:extLst>
              </p:cNvPr>
              <p:cNvSpPr>
                <a:spLocks/>
              </p:cNvSpPr>
              <p:nvPr/>
            </p:nvSpPr>
            <p:spPr bwMode="auto">
              <a:xfrm>
                <a:off x="5783263" y="2774950"/>
                <a:ext cx="863026" cy="1346201"/>
              </a:xfrm>
              <a:custGeom>
                <a:avLst/>
                <a:gdLst>
                  <a:gd name="connsiteX0" fmla="*/ 789902 w 863026"/>
                  <a:gd name="connsiteY0" fmla="*/ 1074664 h 1346201"/>
                  <a:gd name="connsiteX1" fmla="*/ 778541 w 863026"/>
                  <a:gd name="connsiteY1" fmla="*/ 1078848 h 1346201"/>
                  <a:gd name="connsiteX2" fmla="*/ 762082 w 863026"/>
                  <a:gd name="connsiteY2" fmla="*/ 1094518 h 1346201"/>
                  <a:gd name="connsiteX3" fmla="*/ 730596 w 863026"/>
                  <a:gd name="connsiteY3" fmla="*/ 1124433 h 1346201"/>
                  <a:gd name="connsiteX4" fmla="*/ 627548 w 863026"/>
                  <a:gd name="connsiteY4" fmla="*/ 1223437 h 1346201"/>
                  <a:gd name="connsiteX5" fmla="*/ 558850 w 863026"/>
                  <a:gd name="connsiteY5" fmla="*/ 1155060 h 1346201"/>
                  <a:gd name="connsiteX6" fmla="*/ 536666 w 863026"/>
                  <a:gd name="connsiteY6" fmla="*/ 1155060 h 1346201"/>
                  <a:gd name="connsiteX7" fmla="*/ 536666 w 863026"/>
                  <a:gd name="connsiteY7" fmla="*/ 1177140 h 1346201"/>
                  <a:gd name="connsiteX8" fmla="*/ 616098 w 863026"/>
                  <a:gd name="connsiteY8" fmla="*/ 1256202 h 1346201"/>
                  <a:gd name="connsiteX9" fmla="*/ 626832 w 863026"/>
                  <a:gd name="connsiteY9" fmla="*/ 1260475 h 1346201"/>
                  <a:gd name="connsiteX10" fmla="*/ 637567 w 863026"/>
                  <a:gd name="connsiteY10" fmla="*/ 1256202 h 1346201"/>
                  <a:gd name="connsiteX11" fmla="*/ 730596 w 863026"/>
                  <a:gd name="connsiteY11" fmla="*/ 1167881 h 1346201"/>
                  <a:gd name="connsiteX12" fmla="*/ 762082 w 863026"/>
                  <a:gd name="connsiteY12" fmla="*/ 1137966 h 1346201"/>
                  <a:gd name="connsiteX13" fmla="*/ 800010 w 863026"/>
                  <a:gd name="connsiteY13" fmla="*/ 1101641 h 1346201"/>
                  <a:gd name="connsiteX14" fmla="*/ 800725 w 863026"/>
                  <a:gd name="connsiteY14" fmla="*/ 1079560 h 1346201"/>
                  <a:gd name="connsiteX15" fmla="*/ 789902 w 863026"/>
                  <a:gd name="connsiteY15" fmla="*/ 1074664 h 1346201"/>
                  <a:gd name="connsiteX16" fmla="*/ 15705 w 863026"/>
                  <a:gd name="connsiteY16" fmla="*/ 1057275 h 1346201"/>
                  <a:gd name="connsiteX17" fmla="*/ 468313 w 863026"/>
                  <a:gd name="connsiteY17" fmla="*/ 1057275 h 1346201"/>
                  <a:gd name="connsiteX18" fmla="*/ 456177 w 863026"/>
                  <a:gd name="connsiteY18" fmla="*/ 1089025 h 1346201"/>
                  <a:gd name="connsiteX19" fmla="*/ 15705 w 863026"/>
                  <a:gd name="connsiteY19" fmla="*/ 1089025 h 1346201"/>
                  <a:gd name="connsiteX20" fmla="*/ 0 w 863026"/>
                  <a:gd name="connsiteY20" fmla="*/ 1073150 h 1346201"/>
                  <a:gd name="connsiteX21" fmla="*/ 15705 w 863026"/>
                  <a:gd name="connsiteY21" fmla="*/ 1057275 h 1346201"/>
                  <a:gd name="connsiteX22" fmla="*/ 670322 w 863026"/>
                  <a:gd name="connsiteY22" fmla="*/ 960438 h 1346201"/>
                  <a:gd name="connsiteX23" fmla="*/ 731044 w 863026"/>
                  <a:gd name="connsiteY23" fmla="*/ 970439 h 1346201"/>
                  <a:gd name="connsiteX24" fmla="*/ 762477 w 863026"/>
                  <a:gd name="connsiteY24" fmla="*/ 984013 h 1346201"/>
                  <a:gd name="connsiteX25" fmla="*/ 808911 w 863026"/>
                  <a:gd name="connsiteY25" fmla="*/ 1019731 h 1346201"/>
                  <a:gd name="connsiteX26" fmla="*/ 820341 w 863026"/>
                  <a:gd name="connsiteY26" fmla="*/ 1274764 h 1346201"/>
                  <a:gd name="connsiteX27" fmla="*/ 803911 w 863026"/>
                  <a:gd name="connsiteY27" fmla="*/ 1292623 h 1346201"/>
                  <a:gd name="connsiteX28" fmla="*/ 788194 w 863026"/>
                  <a:gd name="connsiteY28" fmla="*/ 1306196 h 1346201"/>
                  <a:gd name="connsiteX29" fmla="*/ 787480 w 863026"/>
                  <a:gd name="connsiteY29" fmla="*/ 1306196 h 1346201"/>
                  <a:gd name="connsiteX30" fmla="*/ 670322 w 863026"/>
                  <a:gd name="connsiteY30" fmla="*/ 1346201 h 1346201"/>
                  <a:gd name="connsiteX31" fmla="*/ 552450 w 863026"/>
                  <a:gd name="connsiteY31" fmla="*/ 1306196 h 1346201"/>
                  <a:gd name="connsiteX32" fmla="*/ 531019 w 863026"/>
                  <a:gd name="connsiteY32" fmla="*/ 1287622 h 1346201"/>
                  <a:gd name="connsiteX33" fmla="*/ 520303 w 863026"/>
                  <a:gd name="connsiteY33" fmla="*/ 1274764 h 1346201"/>
                  <a:gd name="connsiteX34" fmla="*/ 488871 w 863026"/>
                  <a:gd name="connsiteY34" fmla="*/ 1088311 h 1346201"/>
                  <a:gd name="connsiteX35" fmla="*/ 503158 w 863026"/>
                  <a:gd name="connsiteY35" fmla="*/ 1056879 h 1346201"/>
                  <a:gd name="connsiteX36" fmla="*/ 536734 w 863026"/>
                  <a:gd name="connsiteY36" fmla="*/ 1014731 h 1346201"/>
                  <a:gd name="connsiteX37" fmla="*/ 603885 w 863026"/>
                  <a:gd name="connsiteY37" fmla="*/ 972583 h 1346201"/>
                  <a:gd name="connsiteX38" fmla="*/ 623888 w 863026"/>
                  <a:gd name="connsiteY38" fmla="*/ 966153 h 1346201"/>
                  <a:gd name="connsiteX39" fmla="*/ 670322 w 863026"/>
                  <a:gd name="connsiteY39" fmla="*/ 960438 h 1346201"/>
                  <a:gd name="connsiteX40" fmla="*/ 15693 w 863026"/>
                  <a:gd name="connsiteY40" fmla="*/ 941388 h 1346201"/>
                  <a:gd name="connsiteX41" fmla="*/ 598488 w 863026"/>
                  <a:gd name="connsiteY41" fmla="*/ 941388 h 1346201"/>
                  <a:gd name="connsiteX42" fmla="*/ 537855 w 863026"/>
                  <a:gd name="connsiteY42" fmla="*/ 973138 h 1346201"/>
                  <a:gd name="connsiteX43" fmla="*/ 15693 w 863026"/>
                  <a:gd name="connsiteY43" fmla="*/ 973138 h 1346201"/>
                  <a:gd name="connsiteX44" fmla="*/ 0 w 863026"/>
                  <a:gd name="connsiteY44" fmla="*/ 957263 h 1346201"/>
                  <a:gd name="connsiteX45" fmla="*/ 15693 w 863026"/>
                  <a:gd name="connsiteY45" fmla="*/ 941388 h 1346201"/>
                  <a:gd name="connsiteX46" fmla="*/ 15712 w 863026"/>
                  <a:gd name="connsiteY46" fmla="*/ 825500 h 1346201"/>
                  <a:gd name="connsiteX47" fmla="*/ 611351 w 863026"/>
                  <a:gd name="connsiteY47" fmla="*/ 825500 h 1346201"/>
                  <a:gd name="connsiteX48" fmla="*/ 627063 w 863026"/>
                  <a:gd name="connsiteY48" fmla="*/ 841375 h 1346201"/>
                  <a:gd name="connsiteX49" fmla="*/ 611351 w 863026"/>
                  <a:gd name="connsiteY49" fmla="*/ 857250 h 1346201"/>
                  <a:gd name="connsiteX50" fmla="*/ 15712 w 863026"/>
                  <a:gd name="connsiteY50" fmla="*/ 857250 h 1346201"/>
                  <a:gd name="connsiteX51" fmla="*/ 0 w 863026"/>
                  <a:gd name="connsiteY51" fmla="*/ 841375 h 1346201"/>
                  <a:gd name="connsiteX52" fmla="*/ 15712 w 863026"/>
                  <a:gd name="connsiteY52" fmla="*/ 825500 h 1346201"/>
                  <a:gd name="connsiteX53" fmla="*/ 15712 w 863026"/>
                  <a:gd name="connsiteY53" fmla="*/ 709613 h 1346201"/>
                  <a:gd name="connsiteX54" fmla="*/ 611351 w 863026"/>
                  <a:gd name="connsiteY54" fmla="*/ 709613 h 1346201"/>
                  <a:gd name="connsiteX55" fmla="*/ 627063 w 863026"/>
                  <a:gd name="connsiteY55" fmla="*/ 725488 h 1346201"/>
                  <a:gd name="connsiteX56" fmla="*/ 611351 w 863026"/>
                  <a:gd name="connsiteY56" fmla="*/ 741363 h 1346201"/>
                  <a:gd name="connsiteX57" fmla="*/ 15712 w 863026"/>
                  <a:gd name="connsiteY57" fmla="*/ 741363 h 1346201"/>
                  <a:gd name="connsiteX58" fmla="*/ 0 w 863026"/>
                  <a:gd name="connsiteY58" fmla="*/ 725488 h 1346201"/>
                  <a:gd name="connsiteX59" fmla="*/ 15712 w 863026"/>
                  <a:gd name="connsiteY59" fmla="*/ 709613 h 1346201"/>
                  <a:gd name="connsiteX60" fmla="*/ 15712 w 863026"/>
                  <a:gd name="connsiteY60" fmla="*/ 593725 h 1346201"/>
                  <a:gd name="connsiteX61" fmla="*/ 611351 w 863026"/>
                  <a:gd name="connsiteY61" fmla="*/ 593725 h 1346201"/>
                  <a:gd name="connsiteX62" fmla="*/ 627063 w 863026"/>
                  <a:gd name="connsiteY62" fmla="*/ 609600 h 1346201"/>
                  <a:gd name="connsiteX63" fmla="*/ 611351 w 863026"/>
                  <a:gd name="connsiteY63" fmla="*/ 625475 h 1346201"/>
                  <a:gd name="connsiteX64" fmla="*/ 15712 w 863026"/>
                  <a:gd name="connsiteY64" fmla="*/ 625475 h 1346201"/>
                  <a:gd name="connsiteX65" fmla="*/ 0 w 863026"/>
                  <a:gd name="connsiteY65" fmla="*/ 609600 h 1346201"/>
                  <a:gd name="connsiteX66" fmla="*/ 15712 w 863026"/>
                  <a:gd name="connsiteY66" fmla="*/ 593725 h 1346201"/>
                  <a:gd name="connsiteX67" fmla="*/ 15712 w 863026"/>
                  <a:gd name="connsiteY67" fmla="*/ 477838 h 1346201"/>
                  <a:gd name="connsiteX68" fmla="*/ 611351 w 863026"/>
                  <a:gd name="connsiteY68" fmla="*/ 477838 h 1346201"/>
                  <a:gd name="connsiteX69" fmla="*/ 627063 w 863026"/>
                  <a:gd name="connsiteY69" fmla="*/ 493713 h 1346201"/>
                  <a:gd name="connsiteX70" fmla="*/ 611351 w 863026"/>
                  <a:gd name="connsiteY70" fmla="*/ 509588 h 1346201"/>
                  <a:gd name="connsiteX71" fmla="*/ 15712 w 863026"/>
                  <a:gd name="connsiteY71" fmla="*/ 509588 h 1346201"/>
                  <a:gd name="connsiteX72" fmla="*/ 0 w 863026"/>
                  <a:gd name="connsiteY72" fmla="*/ 493713 h 1346201"/>
                  <a:gd name="connsiteX73" fmla="*/ 15712 w 863026"/>
                  <a:gd name="connsiteY73" fmla="*/ 477838 h 1346201"/>
                  <a:gd name="connsiteX74" fmla="*/ 15712 w 863026"/>
                  <a:gd name="connsiteY74" fmla="*/ 361950 h 1346201"/>
                  <a:gd name="connsiteX75" fmla="*/ 611351 w 863026"/>
                  <a:gd name="connsiteY75" fmla="*/ 361950 h 1346201"/>
                  <a:gd name="connsiteX76" fmla="*/ 627063 w 863026"/>
                  <a:gd name="connsiteY76" fmla="*/ 377825 h 1346201"/>
                  <a:gd name="connsiteX77" fmla="*/ 611351 w 863026"/>
                  <a:gd name="connsiteY77" fmla="*/ 393700 h 1346201"/>
                  <a:gd name="connsiteX78" fmla="*/ 15712 w 863026"/>
                  <a:gd name="connsiteY78" fmla="*/ 393700 h 1346201"/>
                  <a:gd name="connsiteX79" fmla="*/ 0 w 863026"/>
                  <a:gd name="connsiteY79" fmla="*/ 377825 h 1346201"/>
                  <a:gd name="connsiteX80" fmla="*/ 15712 w 863026"/>
                  <a:gd name="connsiteY80" fmla="*/ 361950 h 1346201"/>
                  <a:gd name="connsiteX81" fmla="*/ 312738 w 863026"/>
                  <a:gd name="connsiteY81" fmla="*/ 31750 h 1346201"/>
                  <a:gd name="connsiteX82" fmla="*/ 290655 w 863026"/>
                  <a:gd name="connsiteY82" fmla="*/ 35314 h 1346201"/>
                  <a:gd name="connsiteX83" fmla="*/ 257175 w 863026"/>
                  <a:gd name="connsiteY83" fmla="*/ 66675 h 1346201"/>
                  <a:gd name="connsiteX84" fmla="*/ 368300 w 863026"/>
                  <a:gd name="connsiteY84" fmla="*/ 66675 h 1346201"/>
                  <a:gd name="connsiteX85" fmla="*/ 334820 w 863026"/>
                  <a:gd name="connsiteY85" fmla="*/ 35314 h 1346201"/>
                  <a:gd name="connsiteX86" fmla="*/ 312738 w 863026"/>
                  <a:gd name="connsiteY86" fmla="*/ 31750 h 1346201"/>
                  <a:gd name="connsiteX87" fmla="*/ 312737 w 863026"/>
                  <a:gd name="connsiteY87" fmla="*/ 0 h 1346201"/>
                  <a:gd name="connsiteX88" fmla="*/ 385762 w 863026"/>
                  <a:gd name="connsiteY88" fmla="*/ 34890 h 1346201"/>
                  <a:gd name="connsiteX89" fmla="*/ 402229 w 863026"/>
                  <a:gd name="connsiteY89" fmla="*/ 66220 h 1346201"/>
                  <a:gd name="connsiteX90" fmla="*/ 451628 w 863026"/>
                  <a:gd name="connsiteY90" fmla="*/ 66220 h 1346201"/>
                  <a:gd name="connsiteX91" fmla="*/ 458787 w 863026"/>
                  <a:gd name="connsiteY91" fmla="*/ 73340 h 1346201"/>
                  <a:gd name="connsiteX92" fmla="*/ 458787 w 863026"/>
                  <a:gd name="connsiteY92" fmla="*/ 113927 h 1346201"/>
                  <a:gd name="connsiteX93" fmla="*/ 458787 w 863026"/>
                  <a:gd name="connsiteY93" fmla="*/ 145256 h 1346201"/>
                  <a:gd name="connsiteX94" fmla="*/ 458787 w 863026"/>
                  <a:gd name="connsiteY94" fmla="*/ 178010 h 1346201"/>
                  <a:gd name="connsiteX95" fmla="*/ 443037 w 863026"/>
                  <a:gd name="connsiteY95" fmla="*/ 193675 h 1346201"/>
                  <a:gd name="connsiteX96" fmla="*/ 182438 w 863026"/>
                  <a:gd name="connsiteY96" fmla="*/ 193675 h 1346201"/>
                  <a:gd name="connsiteX97" fmla="*/ 166687 w 863026"/>
                  <a:gd name="connsiteY97" fmla="*/ 178010 h 1346201"/>
                  <a:gd name="connsiteX98" fmla="*/ 166687 w 863026"/>
                  <a:gd name="connsiteY98" fmla="*/ 145256 h 1346201"/>
                  <a:gd name="connsiteX99" fmla="*/ 166687 w 863026"/>
                  <a:gd name="connsiteY99" fmla="*/ 113927 h 1346201"/>
                  <a:gd name="connsiteX100" fmla="*/ 166687 w 863026"/>
                  <a:gd name="connsiteY100" fmla="*/ 73340 h 1346201"/>
                  <a:gd name="connsiteX101" fmla="*/ 173847 w 863026"/>
                  <a:gd name="connsiteY101" fmla="*/ 66220 h 1346201"/>
                  <a:gd name="connsiteX102" fmla="*/ 223246 w 863026"/>
                  <a:gd name="connsiteY102" fmla="*/ 66220 h 1346201"/>
                  <a:gd name="connsiteX103" fmla="*/ 239712 w 863026"/>
                  <a:gd name="connsiteY103" fmla="*/ 34890 h 1346201"/>
                  <a:gd name="connsiteX104" fmla="*/ 312737 w 863026"/>
                  <a:gd name="connsiteY104" fmla="*/ 0 h 1346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863026" h="1346201">
                    <a:moveTo>
                      <a:pt x="789902" y="1074664"/>
                    </a:moveTo>
                    <a:cubicBezTo>
                      <a:pt x="785876" y="1074575"/>
                      <a:pt x="781761" y="1075999"/>
                      <a:pt x="778541" y="1078848"/>
                    </a:cubicBezTo>
                    <a:cubicBezTo>
                      <a:pt x="778541" y="1078848"/>
                      <a:pt x="778541" y="1078848"/>
                      <a:pt x="762082" y="1094518"/>
                    </a:cubicBezTo>
                    <a:cubicBezTo>
                      <a:pt x="762082" y="1094518"/>
                      <a:pt x="762082" y="1094518"/>
                      <a:pt x="730596" y="1124433"/>
                    </a:cubicBezTo>
                    <a:cubicBezTo>
                      <a:pt x="730596" y="1124433"/>
                      <a:pt x="730596" y="1124433"/>
                      <a:pt x="627548" y="1223437"/>
                    </a:cubicBezTo>
                    <a:cubicBezTo>
                      <a:pt x="627548" y="1223437"/>
                      <a:pt x="627548" y="1223437"/>
                      <a:pt x="558850" y="1155060"/>
                    </a:cubicBezTo>
                    <a:cubicBezTo>
                      <a:pt x="552409" y="1148650"/>
                      <a:pt x="542391" y="1148650"/>
                      <a:pt x="536666" y="1155060"/>
                    </a:cubicBezTo>
                    <a:cubicBezTo>
                      <a:pt x="530225" y="1160758"/>
                      <a:pt x="530225" y="1170730"/>
                      <a:pt x="536666" y="1177140"/>
                    </a:cubicBezTo>
                    <a:cubicBezTo>
                      <a:pt x="536666" y="1177140"/>
                      <a:pt x="536666" y="1177140"/>
                      <a:pt x="616098" y="1256202"/>
                    </a:cubicBezTo>
                    <a:cubicBezTo>
                      <a:pt x="618961" y="1259051"/>
                      <a:pt x="623254" y="1260475"/>
                      <a:pt x="626832" y="1260475"/>
                    </a:cubicBezTo>
                    <a:cubicBezTo>
                      <a:pt x="631126" y="1260475"/>
                      <a:pt x="634704" y="1259051"/>
                      <a:pt x="637567" y="1256202"/>
                    </a:cubicBezTo>
                    <a:cubicBezTo>
                      <a:pt x="637567" y="1256202"/>
                      <a:pt x="637567" y="1256202"/>
                      <a:pt x="730596" y="1167881"/>
                    </a:cubicBezTo>
                    <a:cubicBezTo>
                      <a:pt x="730596" y="1167881"/>
                      <a:pt x="730596" y="1167881"/>
                      <a:pt x="762082" y="1137966"/>
                    </a:cubicBezTo>
                    <a:cubicBezTo>
                      <a:pt x="762082" y="1137966"/>
                      <a:pt x="762082" y="1137966"/>
                      <a:pt x="800010" y="1101641"/>
                    </a:cubicBezTo>
                    <a:cubicBezTo>
                      <a:pt x="806450" y="1095943"/>
                      <a:pt x="806450" y="1085971"/>
                      <a:pt x="800725" y="1079560"/>
                    </a:cubicBezTo>
                    <a:cubicBezTo>
                      <a:pt x="797863" y="1076355"/>
                      <a:pt x="793927" y="1074753"/>
                      <a:pt x="789902" y="1074664"/>
                    </a:cubicBezTo>
                    <a:close/>
                    <a:moveTo>
                      <a:pt x="15705" y="1057275"/>
                    </a:moveTo>
                    <a:cubicBezTo>
                      <a:pt x="15705" y="1057275"/>
                      <a:pt x="15705" y="1057275"/>
                      <a:pt x="468313" y="1057275"/>
                    </a:cubicBezTo>
                    <a:cubicBezTo>
                      <a:pt x="463316" y="1067377"/>
                      <a:pt x="459032" y="1078201"/>
                      <a:pt x="456177" y="1089025"/>
                    </a:cubicBezTo>
                    <a:cubicBezTo>
                      <a:pt x="456177" y="1089025"/>
                      <a:pt x="456177" y="1089025"/>
                      <a:pt x="15705" y="1089025"/>
                    </a:cubicBezTo>
                    <a:cubicBezTo>
                      <a:pt x="6425" y="1089025"/>
                      <a:pt x="0" y="1081809"/>
                      <a:pt x="0" y="1073150"/>
                    </a:cubicBezTo>
                    <a:cubicBezTo>
                      <a:pt x="0" y="1064491"/>
                      <a:pt x="6425" y="1057275"/>
                      <a:pt x="15705" y="1057275"/>
                    </a:cubicBezTo>
                    <a:close/>
                    <a:moveTo>
                      <a:pt x="670322" y="960438"/>
                    </a:moveTo>
                    <a:cubicBezTo>
                      <a:pt x="691039" y="960438"/>
                      <a:pt x="711756" y="964010"/>
                      <a:pt x="731044" y="970439"/>
                    </a:cubicBezTo>
                    <a:cubicBezTo>
                      <a:pt x="742474" y="974011"/>
                      <a:pt x="752476" y="979012"/>
                      <a:pt x="762477" y="984013"/>
                    </a:cubicBezTo>
                    <a:cubicBezTo>
                      <a:pt x="779622" y="993299"/>
                      <a:pt x="795338" y="1005444"/>
                      <a:pt x="808911" y="1019731"/>
                    </a:cubicBezTo>
                    <a:cubicBezTo>
                      <a:pt x="876777" y="1089740"/>
                      <a:pt x="881063" y="1199754"/>
                      <a:pt x="820341" y="1274764"/>
                    </a:cubicBezTo>
                    <a:cubicBezTo>
                      <a:pt x="815341" y="1281193"/>
                      <a:pt x="809626" y="1286908"/>
                      <a:pt x="803911" y="1292623"/>
                    </a:cubicBezTo>
                    <a:cubicBezTo>
                      <a:pt x="797481" y="1298338"/>
                      <a:pt x="793195" y="1302624"/>
                      <a:pt x="788194" y="1306196"/>
                    </a:cubicBezTo>
                    <a:cubicBezTo>
                      <a:pt x="788194" y="1306196"/>
                      <a:pt x="788194" y="1306196"/>
                      <a:pt x="787480" y="1306196"/>
                    </a:cubicBezTo>
                    <a:cubicBezTo>
                      <a:pt x="754619" y="1331914"/>
                      <a:pt x="712471" y="1346201"/>
                      <a:pt x="670322" y="1346201"/>
                    </a:cubicBezTo>
                    <a:cubicBezTo>
                      <a:pt x="626745" y="1346201"/>
                      <a:pt x="586026" y="1332628"/>
                      <a:pt x="552450" y="1306196"/>
                    </a:cubicBezTo>
                    <a:cubicBezTo>
                      <a:pt x="545307" y="1300481"/>
                      <a:pt x="538163" y="1294052"/>
                      <a:pt x="531019" y="1287622"/>
                    </a:cubicBezTo>
                    <a:cubicBezTo>
                      <a:pt x="527447" y="1283336"/>
                      <a:pt x="523875" y="1279050"/>
                      <a:pt x="520303" y="1274764"/>
                    </a:cubicBezTo>
                    <a:cubicBezTo>
                      <a:pt x="476727" y="1221900"/>
                      <a:pt x="466725" y="1150462"/>
                      <a:pt x="488871" y="1088311"/>
                    </a:cubicBezTo>
                    <a:cubicBezTo>
                      <a:pt x="492443" y="1077596"/>
                      <a:pt x="497443" y="1066880"/>
                      <a:pt x="503158" y="1056879"/>
                    </a:cubicBezTo>
                    <a:cubicBezTo>
                      <a:pt x="512445" y="1041877"/>
                      <a:pt x="523161" y="1027589"/>
                      <a:pt x="536734" y="1014731"/>
                    </a:cubicBezTo>
                    <a:cubicBezTo>
                      <a:pt x="556022" y="995443"/>
                      <a:pt x="578882" y="981155"/>
                      <a:pt x="603885" y="972583"/>
                    </a:cubicBezTo>
                    <a:cubicBezTo>
                      <a:pt x="610315" y="969725"/>
                      <a:pt x="616744" y="968296"/>
                      <a:pt x="623888" y="966153"/>
                    </a:cubicBezTo>
                    <a:cubicBezTo>
                      <a:pt x="638890" y="962581"/>
                      <a:pt x="654606" y="960438"/>
                      <a:pt x="670322" y="960438"/>
                    </a:cubicBezTo>
                    <a:close/>
                    <a:moveTo>
                      <a:pt x="15693" y="941388"/>
                    </a:moveTo>
                    <a:cubicBezTo>
                      <a:pt x="15693" y="941388"/>
                      <a:pt x="15693" y="941388"/>
                      <a:pt x="598488" y="941388"/>
                    </a:cubicBezTo>
                    <a:cubicBezTo>
                      <a:pt x="576375" y="948604"/>
                      <a:pt x="556401" y="959428"/>
                      <a:pt x="537855" y="973138"/>
                    </a:cubicBezTo>
                    <a:cubicBezTo>
                      <a:pt x="537855" y="973138"/>
                      <a:pt x="537855" y="973138"/>
                      <a:pt x="15693" y="973138"/>
                    </a:cubicBezTo>
                    <a:cubicBezTo>
                      <a:pt x="6420" y="973138"/>
                      <a:pt x="0" y="965922"/>
                      <a:pt x="0" y="957263"/>
                    </a:cubicBezTo>
                    <a:cubicBezTo>
                      <a:pt x="0" y="948604"/>
                      <a:pt x="6420" y="941388"/>
                      <a:pt x="15693" y="941388"/>
                    </a:cubicBezTo>
                    <a:close/>
                    <a:moveTo>
                      <a:pt x="15712" y="825500"/>
                    </a:moveTo>
                    <a:cubicBezTo>
                      <a:pt x="15712" y="825500"/>
                      <a:pt x="15712" y="825500"/>
                      <a:pt x="611351" y="825500"/>
                    </a:cubicBezTo>
                    <a:cubicBezTo>
                      <a:pt x="620635" y="825500"/>
                      <a:pt x="627063" y="832716"/>
                      <a:pt x="627063" y="841375"/>
                    </a:cubicBezTo>
                    <a:cubicBezTo>
                      <a:pt x="627063" y="850756"/>
                      <a:pt x="620635" y="857250"/>
                      <a:pt x="611351" y="857250"/>
                    </a:cubicBezTo>
                    <a:cubicBezTo>
                      <a:pt x="611351" y="857250"/>
                      <a:pt x="611351" y="857250"/>
                      <a:pt x="15712" y="857250"/>
                    </a:cubicBezTo>
                    <a:cubicBezTo>
                      <a:pt x="6428" y="857250"/>
                      <a:pt x="0" y="850756"/>
                      <a:pt x="0" y="841375"/>
                    </a:cubicBezTo>
                    <a:cubicBezTo>
                      <a:pt x="0" y="832716"/>
                      <a:pt x="6428" y="825500"/>
                      <a:pt x="15712" y="825500"/>
                    </a:cubicBezTo>
                    <a:close/>
                    <a:moveTo>
                      <a:pt x="15712" y="709613"/>
                    </a:moveTo>
                    <a:cubicBezTo>
                      <a:pt x="15712" y="709613"/>
                      <a:pt x="15712" y="709613"/>
                      <a:pt x="611351" y="709613"/>
                    </a:cubicBezTo>
                    <a:cubicBezTo>
                      <a:pt x="620635" y="709613"/>
                      <a:pt x="627063" y="716829"/>
                      <a:pt x="627063" y="725488"/>
                    </a:cubicBezTo>
                    <a:cubicBezTo>
                      <a:pt x="627063" y="734147"/>
                      <a:pt x="620635" y="741363"/>
                      <a:pt x="611351" y="741363"/>
                    </a:cubicBezTo>
                    <a:cubicBezTo>
                      <a:pt x="611351" y="741363"/>
                      <a:pt x="611351" y="741363"/>
                      <a:pt x="15712" y="741363"/>
                    </a:cubicBezTo>
                    <a:cubicBezTo>
                      <a:pt x="6428" y="741363"/>
                      <a:pt x="0" y="734147"/>
                      <a:pt x="0" y="725488"/>
                    </a:cubicBezTo>
                    <a:cubicBezTo>
                      <a:pt x="0" y="716829"/>
                      <a:pt x="6428" y="709613"/>
                      <a:pt x="15712" y="709613"/>
                    </a:cubicBezTo>
                    <a:close/>
                    <a:moveTo>
                      <a:pt x="15712" y="593725"/>
                    </a:moveTo>
                    <a:cubicBezTo>
                      <a:pt x="15712" y="593725"/>
                      <a:pt x="15712" y="593725"/>
                      <a:pt x="611351" y="593725"/>
                    </a:cubicBezTo>
                    <a:cubicBezTo>
                      <a:pt x="620635" y="593725"/>
                      <a:pt x="627063" y="600941"/>
                      <a:pt x="627063" y="609600"/>
                    </a:cubicBezTo>
                    <a:cubicBezTo>
                      <a:pt x="627063" y="618259"/>
                      <a:pt x="620635" y="625475"/>
                      <a:pt x="611351" y="625475"/>
                    </a:cubicBezTo>
                    <a:cubicBezTo>
                      <a:pt x="611351" y="625475"/>
                      <a:pt x="611351" y="625475"/>
                      <a:pt x="15712" y="625475"/>
                    </a:cubicBezTo>
                    <a:cubicBezTo>
                      <a:pt x="6428" y="625475"/>
                      <a:pt x="0" y="618259"/>
                      <a:pt x="0" y="609600"/>
                    </a:cubicBezTo>
                    <a:cubicBezTo>
                      <a:pt x="0" y="600941"/>
                      <a:pt x="6428" y="593725"/>
                      <a:pt x="15712" y="593725"/>
                    </a:cubicBezTo>
                    <a:close/>
                    <a:moveTo>
                      <a:pt x="15712" y="477838"/>
                    </a:moveTo>
                    <a:cubicBezTo>
                      <a:pt x="15712" y="477838"/>
                      <a:pt x="15712" y="477838"/>
                      <a:pt x="611351" y="477838"/>
                    </a:cubicBezTo>
                    <a:cubicBezTo>
                      <a:pt x="620635" y="477838"/>
                      <a:pt x="627063" y="484332"/>
                      <a:pt x="627063" y="493713"/>
                    </a:cubicBezTo>
                    <a:cubicBezTo>
                      <a:pt x="627063" y="502372"/>
                      <a:pt x="620635" y="509588"/>
                      <a:pt x="611351" y="509588"/>
                    </a:cubicBezTo>
                    <a:cubicBezTo>
                      <a:pt x="611351" y="509588"/>
                      <a:pt x="611351" y="509588"/>
                      <a:pt x="15712" y="509588"/>
                    </a:cubicBezTo>
                    <a:cubicBezTo>
                      <a:pt x="6428" y="509588"/>
                      <a:pt x="0" y="502372"/>
                      <a:pt x="0" y="493713"/>
                    </a:cubicBezTo>
                    <a:cubicBezTo>
                      <a:pt x="0" y="484332"/>
                      <a:pt x="6428" y="477838"/>
                      <a:pt x="15712" y="477838"/>
                    </a:cubicBezTo>
                    <a:close/>
                    <a:moveTo>
                      <a:pt x="15712" y="361950"/>
                    </a:moveTo>
                    <a:cubicBezTo>
                      <a:pt x="15712" y="361950"/>
                      <a:pt x="15712" y="361950"/>
                      <a:pt x="611351" y="361950"/>
                    </a:cubicBezTo>
                    <a:cubicBezTo>
                      <a:pt x="620635" y="361950"/>
                      <a:pt x="627063" y="369166"/>
                      <a:pt x="627063" y="377825"/>
                    </a:cubicBezTo>
                    <a:cubicBezTo>
                      <a:pt x="627063" y="386484"/>
                      <a:pt x="620635" y="393700"/>
                      <a:pt x="611351" y="393700"/>
                    </a:cubicBezTo>
                    <a:cubicBezTo>
                      <a:pt x="611351" y="393700"/>
                      <a:pt x="611351" y="393700"/>
                      <a:pt x="15712" y="393700"/>
                    </a:cubicBezTo>
                    <a:cubicBezTo>
                      <a:pt x="6428" y="393700"/>
                      <a:pt x="0" y="386484"/>
                      <a:pt x="0" y="377825"/>
                    </a:cubicBezTo>
                    <a:cubicBezTo>
                      <a:pt x="0" y="369166"/>
                      <a:pt x="6428" y="361950"/>
                      <a:pt x="15712" y="361950"/>
                    </a:cubicBezTo>
                    <a:close/>
                    <a:moveTo>
                      <a:pt x="312738" y="31750"/>
                    </a:moveTo>
                    <a:cubicBezTo>
                      <a:pt x="304902" y="31750"/>
                      <a:pt x="297779" y="33176"/>
                      <a:pt x="290655" y="35314"/>
                    </a:cubicBezTo>
                    <a:cubicBezTo>
                      <a:pt x="276408" y="41016"/>
                      <a:pt x="264299" y="52420"/>
                      <a:pt x="257175" y="66675"/>
                    </a:cubicBezTo>
                    <a:cubicBezTo>
                      <a:pt x="257175" y="66675"/>
                      <a:pt x="257175" y="66675"/>
                      <a:pt x="368300" y="66675"/>
                    </a:cubicBezTo>
                    <a:cubicBezTo>
                      <a:pt x="361177" y="52420"/>
                      <a:pt x="349067" y="41016"/>
                      <a:pt x="334820" y="35314"/>
                    </a:cubicBezTo>
                    <a:cubicBezTo>
                      <a:pt x="327697" y="33176"/>
                      <a:pt x="320573" y="31750"/>
                      <a:pt x="312738" y="31750"/>
                    </a:cubicBezTo>
                    <a:close/>
                    <a:moveTo>
                      <a:pt x="312737" y="0"/>
                    </a:moveTo>
                    <a:cubicBezTo>
                      <a:pt x="342090" y="0"/>
                      <a:pt x="368580" y="13529"/>
                      <a:pt x="385762" y="34890"/>
                    </a:cubicBezTo>
                    <a:cubicBezTo>
                      <a:pt x="392922" y="44147"/>
                      <a:pt x="398649" y="54827"/>
                      <a:pt x="402229" y="66220"/>
                    </a:cubicBezTo>
                    <a:cubicBezTo>
                      <a:pt x="402229" y="66220"/>
                      <a:pt x="402229" y="66220"/>
                      <a:pt x="451628" y="66220"/>
                    </a:cubicBezTo>
                    <a:cubicBezTo>
                      <a:pt x="455208" y="66220"/>
                      <a:pt x="458787" y="69068"/>
                      <a:pt x="458787" y="73340"/>
                    </a:cubicBezTo>
                    <a:cubicBezTo>
                      <a:pt x="458787" y="73340"/>
                      <a:pt x="458787" y="73340"/>
                      <a:pt x="458787" y="113927"/>
                    </a:cubicBezTo>
                    <a:cubicBezTo>
                      <a:pt x="458787" y="113927"/>
                      <a:pt x="458787" y="113927"/>
                      <a:pt x="458787" y="145256"/>
                    </a:cubicBezTo>
                    <a:cubicBezTo>
                      <a:pt x="458787" y="145256"/>
                      <a:pt x="458787" y="145256"/>
                      <a:pt x="458787" y="178010"/>
                    </a:cubicBezTo>
                    <a:cubicBezTo>
                      <a:pt x="458787" y="186555"/>
                      <a:pt x="451628" y="193675"/>
                      <a:pt x="443037" y="193675"/>
                    </a:cubicBezTo>
                    <a:cubicBezTo>
                      <a:pt x="443037" y="193675"/>
                      <a:pt x="443037" y="193675"/>
                      <a:pt x="182438" y="193675"/>
                    </a:cubicBezTo>
                    <a:cubicBezTo>
                      <a:pt x="173847" y="193675"/>
                      <a:pt x="166687" y="186555"/>
                      <a:pt x="166687" y="178010"/>
                    </a:cubicBezTo>
                    <a:cubicBezTo>
                      <a:pt x="166687" y="178010"/>
                      <a:pt x="166687" y="178010"/>
                      <a:pt x="166687" y="145256"/>
                    </a:cubicBezTo>
                    <a:cubicBezTo>
                      <a:pt x="166687" y="145256"/>
                      <a:pt x="166687" y="145256"/>
                      <a:pt x="166687" y="113927"/>
                    </a:cubicBezTo>
                    <a:cubicBezTo>
                      <a:pt x="166687" y="113927"/>
                      <a:pt x="166687" y="113927"/>
                      <a:pt x="166687" y="73340"/>
                    </a:cubicBezTo>
                    <a:cubicBezTo>
                      <a:pt x="166687" y="69068"/>
                      <a:pt x="170267" y="66220"/>
                      <a:pt x="173847" y="66220"/>
                    </a:cubicBezTo>
                    <a:cubicBezTo>
                      <a:pt x="173847" y="66220"/>
                      <a:pt x="173847" y="66220"/>
                      <a:pt x="223246" y="66220"/>
                    </a:cubicBezTo>
                    <a:cubicBezTo>
                      <a:pt x="226825" y="54827"/>
                      <a:pt x="232553" y="44147"/>
                      <a:pt x="239712" y="34890"/>
                    </a:cubicBezTo>
                    <a:cubicBezTo>
                      <a:pt x="256895" y="13529"/>
                      <a:pt x="283384" y="0"/>
                      <a:pt x="312737"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grpSp>
      <p:sp>
        <p:nvSpPr>
          <p:cNvPr id="248" name="Moon 247">
            <a:extLst>
              <a:ext uri="{FF2B5EF4-FFF2-40B4-BE49-F238E27FC236}">
                <a16:creationId xmlns:a16="http://schemas.microsoft.com/office/drawing/2014/main" id="{51FE74A7-077B-48CB-8ECE-3CEBF1F5589B}"/>
              </a:ext>
            </a:extLst>
          </p:cNvPr>
          <p:cNvSpPr/>
          <p:nvPr/>
        </p:nvSpPr>
        <p:spPr>
          <a:xfrm rot="5400000">
            <a:off x="8155158" y="1532036"/>
            <a:ext cx="321907" cy="643815"/>
          </a:xfrm>
          <a:prstGeom prst="moon">
            <a:avLst>
              <a:gd name="adj" fmla="val 6667"/>
            </a:avLst>
          </a:prstGeom>
          <a:solidFill>
            <a:schemeClr val="tx2"/>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grpSp>
        <p:nvGrpSpPr>
          <p:cNvPr id="188" name="bcgIcons_Simplicity ">
            <a:extLst>
              <a:ext uri="{FF2B5EF4-FFF2-40B4-BE49-F238E27FC236}">
                <a16:creationId xmlns:a16="http://schemas.microsoft.com/office/drawing/2014/main" id="{845D4642-C19B-4954-BF7B-7FAB4E19D187}"/>
              </a:ext>
            </a:extLst>
          </p:cNvPr>
          <p:cNvGrpSpPr>
            <a:grpSpLocks/>
          </p:cNvGrpSpPr>
          <p:nvPr/>
        </p:nvGrpSpPr>
        <p:grpSpPr bwMode="auto">
          <a:xfrm>
            <a:off x="8190579" y="1764648"/>
            <a:ext cx="251072" cy="251070"/>
            <a:chOff x="1682" y="0"/>
            <a:chExt cx="4316" cy="4320"/>
          </a:xfrm>
        </p:grpSpPr>
        <p:sp>
          <p:nvSpPr>
            <p:cNvPr id="189" name="AutoShape 23">
              <a:extLst>
                <a:ext uri="{FF2B5EF4-FFF2-40B4-BE49-F238E27FC236}">
                  <a16:creationId xmlns:a16="http://schemas.microsoft.com/office/drawing/2014/main" id="{918783BB-553A-4569-9CC1-5F5D753FE55A}"/>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90" name="Freeform 25">
              <a:extLst>
                <a:ext uri="{FF2B5EF4-FFF2-40B4-BE49-F238E27FC236}">
                  <a16:creationId xmlns:a16="http://schemas.microsoft.com/office/drawing/2014/main" id="{1FC04DBC-FD3E-46B2-A8A9-AB09D1DBF2A2}"/>
                </a:ext>
              </a:extLst>
            </p:cNvPr>
            <p:cNvSpPr>
              <a:spLocks noEditPoints="1"/>
            </p:cNvSpPr>
            <p:nvPr/>
          </p:nvSpPr>
          <p:spPr bwMode="auto">
            <a:xfrm>
              <a:off x="2251" y="351"/>
              <a:ext cx="3178" cy="3615"/>
            </a:xfrm>
            <a:custGeom>
              <a:avLst/>
              <a:gdLst>
                <a:gd name="T0" fmla="*/ 1693 w 1696"/>
                <a:gd name="T1" fmla="*/ 1152 h 1928"/>
                <a:gd name="T2" fmla="*/ 1394 w 1696"/>
                <a:gd name="T3" fmla="*/ 1637 h 1928"/>
                <a:gd name="T4" fmla="*/ 865 w 1696"/>
                <a:gd name="T5" fmla="*/ 1831 h 1928"/>
                <a:gd name="T6" fmla="*/ 924 w 1696"/>
                <a:gd name="T7" fmla="*/ 1891 h 1928"/>
                <a:gd name="T8" fmla="*/ 923 w 1696"/>
                <a:gd name="T9" fmla="*/ 1922 h 1928"/>
                <a:gd name="T10" fmla="*/ 908 w 1696"/>
                <a:gd name="T11" fmla="*/ 1928 h 1928"/>
                <a:gd name="T12" fmla="*/ 892 w 1696"/>
                <a:gd name="T13" fmla="*/ 1922 h 1928"/>
                <a:gd name="T14" fmla="*/ 796 w 1696"/>
                <a:gd name="T15" fmla="*/ 1823 h 1928"/>
                <a:gd name="T16" fmla="*/ 796 w 1696"/>
                <a:gd name="T17" fmla="*/ 1791 h 1928"/>
                <a:gd name="T18" fmla="*/ 895 w 1696"/>
                <a:gd name="T19" fmla="*/ 1695 h 1928"/>
                <a:gd name="T20" fmla="*/ 926 w 1696"/>
                <a:gd name="T21" fmla="*/ 1695 h 1928"/>
                <a:gd name="T22" fmla="*/ 926 w 1696"/>
                <a:gd name="T23" fmla="*/ 1726 h 1928"/>
                <a:gd name="T24" fmla="*/ 864 w 1696"/>
                <a:gd name="T25" fmla="*/ 1787 h 1928"/>
                <a:gd name="T26" fmla="*/ 1650 w 1696"/>
                <a:gd name="T27" fmla="*/ 1143 h 1928"/>
                <a:gd name="T28" fmla="*/ 1677 w 1696"/>
                <a:gd name="T29" fmla="*/ 1126 h 1928"/>
                <a:gd name="T30" fmla="*/ 1693 w 1696"/>
                <a:gd name="T31" fmla="*/ 1152 h 1928"/>
                <a:gd name="T32" fmla="*/ 900 w 1696"/>
                <a:gd name="T33" fmla="*/ 107 h 1928"/>
                <a:gd name="T34" fmla="*/ 804 w 1696"/>
                <a:gd name="T35" fmla="*/ 8 h 1928"/>
                <a:gd name="T36" fmla="*/ 773 w 1696"/>
                <a:gd name="T37" fmla="*/ 8 h 1928"/>
                <a:gd name="T38" fmla="*/ 772 w 1696"/>
                <a:gd name="T39" fmla="*/ 39 h 1928"/>
                <a:gd name="T40" fmla="*/ 831 w 1696"/>
                <a:gd name="T41" fmla="*/ 99 h 1928"/>
                <a:gd name="T42" fmla="*/ 302 w 1696"/>
                <a:gd name="T43" fmla="*/ 293 h 1928"/>
                <a:gd name="T44" fmla="*/ 3 w 1696"/>
                <a:gd name="T45" fmla="*/ 778 h 1928"/>
                <a:gd name="T46" fmla="*/ 19 w 1696"/>
                <a:gd name="T47" fmla="*/ 804 h 1928"/>
                <a:gd name="T48" fmla="*/ 24 w 1696"/>
                <a:gd name="T49" fmla="*/ 804 h 1928"/>
                <a:gd name="T50" fmla="*/ 46 w 1696"/>
                <a:gd name="T51" fmla="*/ 787 h 1928"/>
                <a:gd name="T52" fmla="*/ 832 w 1696"/>
                <a:gd name="T53" fmla="*/ 143 h 1928"/>
                <a:gd name="T54" fmla="*/ 770 w 1696"/>
                <a:gd name="T55" fmla="*/ 204 h 1928"/>
                <a:gd name="T56" fmla="*/ 770 w 1696"/>
                <a:gd name="T57" fmla="*/ 235 h 1928"/>
                <a:gd name="T58" fmla="*/ 786 w 1696"/>
                <a:gd name="T59" fmla="*/ 241 h 1928"/>
                <a:gd name="T60" fmla="*/ 801 w 1696"/>
                <a:gd name="T61" fmla="*/ 235 h 1928"/>
                <a:gd name="T62" fmla="*/ 900 w 1696"/>
                <a:gd name="T63" fmla="*/ 139 h 1928"/>
                <a:gd name="T64" fmla="*/ 900 w 1696"/>
                <a:gd name="T65" fmla="*/ 107 h 1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96" h="1928">
                  <a:moveTo>
                    <a:pt x="1693" y="1152"/>
                  </a:moveTo>
                  <a:cubicBezTo>
                    <a:pt x="1652" y="1342"/>
                    <a:pt x="1545" y="1514"/>
                    <a:pt x="1394" y="1637"/>
                  </a:cubicBezTo>
                  <a:cubicBezTo>
                    <a:pt x="1245" y="1759"/>
                    <a:pt x="1057" y="1827"/>
                    <a:pt x="865" y="1831"/>
                  </a:cubicBezTo>
                  <a:cubicBezTo>
                    <a:pt x="924" y="1891"/>
                    <a:pt x="924" y="1891"/>
                    <a:pt x="924" y="1891"/>
                  </a:cubicBezTo>
                  <a:cubicBezTo>
                    <a:pt x="932" y="1900"/>
                    <a:pt x="932" y="1914"/>
                    <a:pt x="923" y="1922"/>
                  </a:cubicBezTo>
                  <a:cubicBezTo>
                    <a:pt x="919" y="1926"/>
                    <a:pt x="913" y="1928"/>
                    <a:pt x="908" y="1928"/>
                  </a:cubicBezTo>
                  <a:cubicBezTo>
                    <a:pt x="902" y="1928"/>
                    <a:pt x="896" y="1926"/>
                    <a:pt x="892" y="1922"/>
                  </a:cubicBezTo>
                  <a:cubicBezTo>
                    <a:pt x="796" y="1823"/>
                    <a:pt x="796" y="1823"/>
                    <a:pt x="796" y="1823"/>
                  </a:cubicBezTo>
                  <a:cubicBezTo>
                    <a:pt x="787" y="1814"/>
                    <a:pt x="787" y="1800"/>
                    <a:pt x="796" y="1791"/>
                  </a:cubicBezTo>
                  <a:cubicBezTo>
                    <a:pt x="895" y="1695"/>
                    <a:pt x="895" y="1695"/>
                    <a:pt x="895" y="1695"/>
                  </a:cubicBezTo>
                  <a:cubicBezTo>
                    <a:pt x="904" y="1686"/>
                    <a:pt x="918" y="1687"/>
                    <a:pt x="926" y="1695"/>
                  </a:cubicBezTo>
                  <a:cubicBezTo>
                    <a:pt x="935" y="1704"/>
                    <a:pt x="934" y="1718"/>
                    <a:pt x="926" y="1726"/>
                  </a:cubicBezTo>
                  <a:cubicBezTo>
                    <a:pt x="864" y="1787"/>
                    <a:pt x="864" y="1787"/>
                    <a:pt x="864" y="1787"/>
                  </a:cubicBezTo>
                  <a:cubicBezTo>
                    <a:pt x="1240" y="1779"/>
                    <a:pt x="1569" y="1511"/>
                    <a:pt x="1650" y="1143"/>
                  </a:cubicBezTo>
                  <a:cubicBezTo>
                    <a:pt x="1653" y="1131"/>
                    <a:pt x="1665" y="1124"/>
                    <a:pt x="1677" y="1126"/>
                  </a:cubicBezTo>
                  <a:cubicBezTo>
                    <a:pt x="1689" y="1129"/>
                    <a:pt x="1696" y="1141"/>
                    <a:pt x="1693" y="1152"/>
                  </a:cubicBezTo>
                  <a:close/>
                  <a:moveTo>
                    <a:pt x="900" y="107"/>
                  </a:moveTo>
                  <a:cubicBezTo>
                    <a:pt x="804" y="8"/>
                    <a:pt x="804" y="8"/>
                    <a:pt x="804" y="8"/>
                  </a:cubicBezTo>
                  <a:cubicBezTo>
                    <a:pt x="795" y="0"/>
                    <a:pt x="782" y="0"/>
                    <a:pt x="773" y="8"/>
                  </a:cubicBezTo>
                  <a:cubicBezTo>
                    <a:pt x="764" y="17"/>
                    <a:pt x="764" y="30"/>
                    <a:pt x="772" y="39"/>
                  </a:cubicBezTo>
                  <a:cubicBezTo>
                    <a:pt x="831" y="99"/>
                    <a:pt x="831" y="99"/>
                    <a:pt x="831" y="99"/>
                  </a:cubicBezTo>
                  <a:cubicBezTo>
                    <a:pt x="639" y="103"/>
                    <a:pt x="451" y="172"/>
                    <a:pt x="302" y="293"/>
                  </a:cubicBezTo>
                  <a:cubicBezTo>
                    <a:pt x="151" y="416"/>
                    <a:pt x="44" y="588"/>
                    <a:pt x="3" y="778"/>
                  </a:cubicBezTo>
                  <a:cubicBezTo>
                    <a:pt x="0" y="789"/>
                    <a:pt x="7" y="801"/>
                    <a:pt x="19" y="804"/>
                  </a:cubicBezTo>
                  <a:cubicBezTo>
                    <a:pt x="21" y="804"/>
                    <a:pt x="23" y="804"/>
                    <a:pt x="24" y="804"/>
                  </a:cubicBezTo>
                  <a:cubicBezTo>
                    <a:pt x="34" y="804"/>
                    <a:pt x="43" y="797"/>
                    <a:pt x="46" y="787"/>
                  </a:cubicBezTo>
                  <a:cubicBezTo>
                    <a:pt x="127" y="419"/>
                    <a:pt x="456" y="151"/>
                    <a:pt x="832" y="143"/>
                  </a:cubicBezTo>
                  <a:cubicBezTo>
                    <a:pt x="770" y="204"/>
                    <a:pt x="770" y="204"/>
                    <a:pt x="770" y="204"/>
                  </a:cubicBezTo>
                  <a:cubicBezTo>
                    <a:pt x="762" y="212"/>
                    <a:pt x="761" y="226"/>
                    <a:pt x="770" y="235"/>
                  </a:cubicBezTo>
                  <a:cubicBezTo>
                    <a:pt x="774" y="239"/>
                    <a:pt x="780" y="241"/>
                    <a:pt x="786" y="241"/>
                  </a:cubicBezTo>
                  <a:cubicBezTo>
                    <a:pt x="791" y="241"/>
                    <a:pt x="797" y="239"/>
                    <a:pt x="801" y="235"/>
                  </a:cubicBezTo>
                  <a:cubicBezTo>
                    <a:pt x="900" y="139"/>
                    <a:pt x="900" y="139"/>
                    <a:pt x="900" y="139"/>
                  </a:cubicBezTo>
                  <a:cubicBezTo>
                    <a:pt x="909" y="130"/>
                    <a:pt x="909" y="116"/>
                    <a:pt x="900" y="10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91" name="Freeform 26">
              <a:extLst>
                <a:ext uri="{FF2B5EF4-FFF2-40B4-BE49-F238E27FC236}">
                  <a16:creationId xmlns:a16="http://schemas.microsoft.com/office/drawing/2014/main" id="{DB16DA87-6C6A-47F4-A833-A1C368E0FA8C}"/>
                </a:ext>
              </a:extLst>
            </p:cNvPr>
            <p:cNvSpPr>
              <a:spLocks noEditPoints="1"/>
            </p:cNvSpPr>
            <p:nvPr/>
          </p:nvSpPr>
          <p:spPr bwMode="auto">
            <a:xfrm>
              <a:off x="2032" y="570"/>
              <a:ext cx="3616" cy="3176"/>
            </a:xfrm>
            <a:custGeom>
              <a:avLst/>
              <a:gdLst>
                <a:gd name="T0" fmla="*/ 1922 w 1930"/>
                <a:gd name="T1" fmla="*/ 804 h 1694"/>
                <a:gd name="T2" fmla="*/ 1823 w 1930"/>
                <a:gd name="T3" fmla="*/ 900 h 1694"/>
                <a:gd name="T4" fmla="*/ 1807 w 1930"/>
                <a:gd name="T5" fmla="*/ 907 h 1694"/>
                <a:gd name="T6" fmla="*/ 1791 w 1930"/>
                <a:gd name="T7" fmla="*/ 900 h 1694"/>
                <a:gd name="T8" fmla="*/ 1695 w 1930"/>
                <a:gd name="T9" fmla="*/ 801 h 1694"/>
                <a:gd name="T10" fmla="*/ 1695 w 1930"/>
                <a:gd name="T11" fmla="*/ 770 h 1694"/>
                <a:gd name="T12" fmla="*/ 1726 w 1930"/>
                <a:gd name="T13" fmla="*/ 770 h 1694"/>
                <a:gd name="T14" fmla="*/ 1787 w 1930"/>
                <a:gd name="T15" fmla="*/ 832 h 1694"/>
                <a:gd name="T16" fmla="*/ 1143 w 1930"/>
                <a:gd name="T17" fmla="*/ 46 h 1694"/>
                <a:gd name="T18" fmla="*/ 1126 w 1930"/>
                <a:gd name="T19" fmla="*/ 19 h 1694"/>
                <a:gd name="T20" fmla="*/ 1152 w 1930"/>
                <a:gd name="T21" fmla="*/ 3 h 1694"/>
                <a:gd name="T22" fmla="*/ 1637 w 1930"/>
                <a:gd name="T23" fmla="*/ 302 h 1694"/>
                <a:gd name="T24" fmla="*/ 1831 w 1930"/>
                <a:gd name="T25" fmla="*/ 831 h 1694"/>
                <a:gd name="T26" fmla="*/ 1891 w 1930"/>
                <a:gd name="T27" fmla="*/ 772 h 1694"/>
                <a:gd name="T28" fmla="*/ 1922 w 1930"/>
                <a:gd name="T29" fmla="*/ 773 h 1694"/>
                <a:gd name="T30" fmla="*/ 1922 w 1930"/>
                <a:gd name="T31" fmla="*/ 804 h 1694"/>
                <a:gd name="T32" fmla="*/ 787 w 1930"/>
                <a:gd name="T33" fmla="*/ 1651 h 1694"/>
                <a:gd name="T34" fmla="*/ 143 w 1930"/>
                <a:gd name="T35" fmla="*/ 864 h 1694"/>
                <a:gd name="T36" fmla="*/ 204 w 1930"/>
                <a:gd name="T37" fmla="*/ 926 h 1694"/>
                <a:gd name="T38" fmla="*/ 219 w 1930"/>
                <a:gd name="T39" fmla="*/ 932 h 1694"/>
                <a:gd name="T40" fmla="*/ 235 w 1930"/>
                <a:gd name="T41" fmla="*/ 926 h 1694"/>
                <a:gd name="T42" fmla="*/ 235 w 1930"/>
                <a:gd name="T43" fmla="*/ 895 h 1694"/>
                <a:gd name="T44" fmla="*/ 139 w 1930"/>
                <a:gd name="T45" fmla="*/ 796 h 1694"/>
                <a:gd name="T46" fmla="*/ 107 w 1930"/>
                <a:gd name="T47" fmla="*/ 796 h 1694"/>
                <a:gd name="T48" fmla="*/ 8 w 1930"/>
                <a:gd name="T49" fmla="*/ 892 h 1694"/>
                <a:gd name="T50" fmla="*/ 8 w 1930"/>
                <a:gd name="T51" fmla="*/ 923 h 1694"/>
                <a:gd name="T52" fmla="*/ 39 w 1930"/>
                <a:gd name="T53" fmla="*/ 924 h 1694"/>
                <a:gd name="T54" fmla="*/ 99 w 1930"/>
                <a:gd name="T55" fmla="*/ 865 h 1694"/>
                <a:gd name="T56" fmla="*/ 293 w 1930"/>
                <a:gd name="T57" fmla="*/ 1394 h 1694"/>
                <a:gd name="T58" fmla="*/ 778 w 1930"/>
                <a:gd name="T59" fmla="*/ 1693 h 1694"/>
                <a:gd name="T60" fmla="*/ 782 w 1930"/>
                <a:gd name="T61" fmla="*/ 1694 h 1694"/>
                <a:gd name="T62" fmla="*/ 804 w 1930"/>
                <a:gd name="T63" fmla="*/ 1677 h 1694"/>
                <a:gd name="T64" fmla="*/ 787 w 1930"/>
                <a:gd name="T65" fmla="*/ 1651 h 1694"/>
                <a:gd name="T66" fmla="*/ 1473 w 1930"/>
                <a:gd name="T67" fmla="*/ 848 h 1694"/>
                <a:gd name="T68" fmla="*/ 965 w 1930"/>
                <a:gd name="T69" fmla="*/ 1356 h 1694"/>
                <a:gd name="T70" fmla="*/ 457 w 1930"/>
                <a:gd name="T71" fmla="*/ 848 h 1694"/>
                <a:gd name="T72" fmla="*/ 965 w 1930"/>
                <a:gd name="T73" fmla="*/ 340 h 1694"/>
                <a:gd name="T74" fmla="*/ 1473 w 1930"/>
                <a:gd name="T75" fmla="*/ 848 h 1694"/>
                <a:gd name="T76" fmla="*/ 1290 w 1930"/>
                <a:gd name="T77" fmla="*/ 639 h 1694"/>
                <a:gd name="T78" fmla="*/ 1259 w 1930"/>
                <a:gd name="T79" fmla="*/ 640 h 1694"/>
                <a:gd name="T80" fmla="*/ 921 w 1930"/>
                <a:gd name="T81" fmla="*/ 988 h 1694"/>
                <a:gd name="T82" fmla="*/ 735 w 1930"/>
                <a:gd name="T83" fmla="*/ 819 h 1694"/>
                <a:gd name="T84" fmla="*/ 704 w 1930"/>
                <a:gd name="T85" fmla="*/ 820 h 1694"/>
                <a:gd name="T86" fmla="*/ 705 w 1930"/>
                <a:gd name="T87" fmla="*/ 851 h 1694"/>
                <a:gd name="T88" fmla="*/ 907 w 1930"/>
                <a:gd name="T89" fmla="*/ 1035 h 1694"/>
                <a:gd name="T90" fmla="*/ 922 w 1930"/>
                <a:gd name="T91" fmla="*/ 1041 h 1694"/>
                <a:gd name="T92" fmla="*/ 937 w 1930"/>
                <a:gd name="T93" fmla="*/ 1034 h 1694"/>
                <a:gd name="T94" fmla="*/ 1290 w 1930"/>
                <a:gd name="T95" fmla="*/ 671 h 1694"/>
                <a:gd name="T96" fmla="*/ 1290 w 1930"/>
                <a:gd name="T97" fmla="*/ 639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30" h="1694">
                  <a:moveTo>
                    <a:pt x="1922" y="804"/>
                  </a:moveTo>
                  <a:cubicBezTo>
                    <a:pt x="1823" y="900"/>
                    <a:pt x="1823" y="900"/>
                    <a:pt x="1823" y="900"/>
                  </a:cubicBezTo>
                  <a:cubicBezTo>
                    <a:pt x="1818" y="905"/>
                    <a:pt x="1813" y="907"/>
                    <a:pt x="1807" y="907"/>
                  </a:cubicBezTo>
                  <a:cubicBezTo>
                    <a:pt x="1801" y="907"/>
                    <a:pt x="1796" y="904"/>
                    <a:pt x="1791" y="900"/>
                  </a:cubicBezTo>
                  <a:cubicBezTo>
                    <a:pt x="1695" y="801"/>
                    <a:pt x="1695" y="801"/>
                    <a:pt x="1695" y="801"/>
                  </a:cubicBezTo>
                  <a:cubicBezTo>
                    <a:pt x="1686" y="792"/>
                    <a:pt x="1687" y="778"/>
                    <a:pt x="1695" y="770"/>
                  </a:cubicBezTo>
                  <a:cubicBezTo>
                    <a:pt x="1704" y="761"/>
                    <a:pt x="1718" y="762"/>
                    <a:pt x="1726" y="770"/>
                  </a:cubicBezTo>
                  <a:cubicBezTo>
                    <a:pt x="1787" y="832"/>
                    <a:pt x="1787" y="832"/>
                    <a:pt x="1787" y="832"/>
                  </a:cubicBezTo>
                  <a:cubicBezTo>
                    <a:pt x="1779" y="456"/>
                    <a:pt x="1511" y="127"/>
                    <a:pt x="1143" y="46"/>
                  </a:cubicBezTo>
                  <a:cubicBezTo>
                    <a:pt x="1131" y="43"/>
                    <a:pt x="1124" y="31"/>
                    <a:pt x="1126" y="19"/>
                  </a:cubicBezTo>
                  <a:cubicBezTo>
                    <a:pt x="1129" y="8"/>
                    <a:pt x="1141" y="0"/>
                    <a:pt x="1152" y="3"/>
                  </a:cubicBezTo>
                  <a:cubicBezTo>
                    <a:pt x="1342" y="44"/>
                    <a:pt x="1514" y="151"/>
                    <a:pt x="1637" y="302"/>
                  </a:cubicBezTo>
                  <a:cubicBezTo>
                    <a:pt x="1759" y="451"/>
                    <a:pt x="1827" y="639"/>
                    <a:pt x="1831" y="831"/>
                  </a:cubicBezTo>
                  <a:cubicBezTo>
                    <a:pt x="1891" y="772"/>
                    <a:pt x="1891" y="772"/>
                    <a:pt x="1891" y="772"/>
                  </a:cubicBezTo>
                  <a:cubicBezTo>
                    <a:pt x="1900" y="764"/>
                    <a:pt x="1914" y="764"/>
                    <a:pt x="1922" y="773"/>
                  </a:cubicBezTo>
                  <a:cubicBezTo>
                    <a:pt x="1930" y="781"/>
                    <a:pt x="1930" y="795"/>
                    <a:pt x="1922" y="804"/>
                  </a:cubicBezTo>
                  <a:close/>
                  <a:moveTo>
                    <a:pt x="787" y="1651"/>
                  </a:moveTo>
                  <a:cubicBezTo>
                    <a:pt x="419" y="1569"/>
                    <a:pt x="151" y="1240"/>
                    <a:pt x="143" y="864"/>
                  </a:cubicBezTo>
                  <a:cubicBezTo>
                    <a:pt x="204" y="926"/>
                    <a:pt x="204" y="926"/>
                    <a:pt x="204" y="926"/>
                  </a:cubicBezTo>
                  <a:cubicBezTo>
                    <a:pt x="208" y="930"/>
                    <a:pt x="214" y="932"/>
                    <a:pt x="219" y="932"/>
                  </a:cubicBezTo>
                  <a:cubicBezTo>
                    <a:pt x="225" y="932"/>
                    <a:pt x="230" y="930"/>
                    <a:pt x="235" y="926"/>
                  </a:cubicBezTo>
                  <a:cubicBezTo>
                    <a:pt x="243" y="918"/>
                    <a:pt x="244" y="904"/>
                    <a:pt x="235" y="895"/>
                  </a:cubicBezTo>
                  <a:cubicBezTo>
                    <a:pt x="139" y="796"/>
                    <a:pt x="139" y="796"/>
                    <a:pt x="139" y="796"/>
                  </a:cubicBezTo>
                  <a:cubicBezTo>
                    <a:pt x="130" y="787"/>
                    <a:pt x="116" y="787"/>
                    <a:pt x="107" y="796"/>
                  </a:cubicBezTo>
                  <a:cubicBezTo>
                    <a:pt x="8" y="892"/>
                    <a:pt x="8" y="892"/>
                    <a:pt x="8" y="892"/>
                  </a:cubicBezTo>
                  <a:cubicBezTo>
                    <a:pt x="0" y="901"/>
                    <a:pt x="0" y="915"/>
                    <a:pt x="8" y="923"/>
                  </a:cubicBezTo>
                  <a:cubicBezTo>
                    <a:pt x="16" y="932"/>
                    <a:pt x="30" y="932"/>
                    <a:pt x="39" y="924"/>
                  </a:cubicBezTo>
                  <a:cubicBezTo>
                    <a:pt x="99" y="865"/>
                    <a:pt x="99" y="865"/>
                    <a:pt x="99" y="865"/>
                  </a:cubicBezTo>
                  <a:cubicBezTo>
                    <a:pt x="103" y="1057"/>
                    <a:pt x="172" y="1245"/>
                    <a:pt x="293" y="1394"/>
                  </a:cubicBezTo>
                  <a:cubicBezTo>
                    <a:pt x="416" y="1545"/>
                    <a:pt x="588" y="1652"/>
                    <a:pt x="778" y="1693"/>
                  </a:cubicBezTo>
                  <a:cubicBezTo>
                    <a:pt x="779" y="1694"/>
                    <a:pt x="781" y="1694"/>
                    <a:pt x="782" y="1694"/>
                  </a:cubicBezTo>
                  <a:cubicBezTo>
                    <a:pt x="792" y="1694"/>
                    <a:pt x="802" y="1687"/>
                    <a:pt x="804" y="1677"/>
                  </a:cubicBezTo>
                  <a:cubicBezTo>
                    <a:pt x="806" y="1665"/>
                    <a:pt x="799" y="1653"/>
                    <a:pt x="787" y="1651"/>
                  </a:cubicBezTo>
                  <a:close/>
                  <a:moveTo>
                    <a:pt x="1473" y="848"/>
                  </a:moveTo>
                  <a:cubicBezTo>
                    <a:pt x="1473" y="1129"/>
                    <a:pt x="1246" y="1356"/>
                    <a:pt x="965" y="1356"/>
                  </a:cubicBezTo>
                  <a:cubicBezTo>
                    <a:pt x="684" y="1356"/>
                    <a:pt x="457" y="1129"/>
                    <a:pt x="457" y="848"/>
                  </a:cubicBezTo>
                  <a:cubicBezTo>
                    <a:pt x="457" y="567"/>
                    <a:pt x="684" y="340"/>
                    <a:pt x="965" y="340"/>
                  </a:cubicBezTo>
                  <a:cubicBezTo>
                    <a:pt x="1246" y="340"/>
                    <a:pt x="1473" y="567"/>
                    <a:pt x="1473" y="848"/>
                  </a:cubicBezTo>
                  <a:close/>
                  <a:moveTo>
                    <a:pt x="1290" y="639"/>
                  </a:moveTo>
                  <a:cubicBezTo>
                    <a:pt x="1281" y="631"/>
                    <a:pt x="1267" y="631"/>
                    <a:pt x="1259" y="640"/>
                  </a:cubicBezTo>
                  <a:cubicBezTo>
                    <a:pt x="921" y="988"/>
                    <a:pt x="921" y="988"/>
                    <a:pt x="921" y="988"/>
                  </a:cubicBezTo>
                  <a:cubicBezTo>
                    <a:pt x="735" y="819"/>
                    <a:pt x="735" y="819"/>
                    <a:pt x="735" y="819"/>
                  </a:cubicBezTo>
                  <a:cubicBezTo>
                    <a:pt x="726" y="810"/>
                    <a:pt x="712" y="811"/>
                    <a:pt x="704" y="820"/>
                  </a:cubicBezTo>
                  <a:cubicBezTo>
                    <a:pt x="696" y="829"/>
                    <a:pt x="696" y="843"/>
                    <a:pt x="705" y="851"/>
                  </a:cubicBezTo>
                  <a:cubicBezTo>
                    <a:pt x="907" y="1035"/>
                    <a:pt x="907" y="1035"/>
                    <a:pt x="907" y="1035"/>
                  </a:cubicBezTo>
                  <a:cubicBezTo>
                    <a:pt x="911" y="1039"/>
                    <a:pt x="916" y="1041"/>
                    <a:pt x="922" y="1041"/>
                  </a:cubicBezTo>
                  <a:cubicBezTo>
                    <a:pt x="927" y="1041"/>
                    <a:pt x="933" y="1039"/>
                    <a:pt x="937" y="1034"/>
                  </a:cubicBezTo>
                  <a:cubicBezTo>
                    <a:pt x="1290" y="671"/>
                    <a:pt x="1290" y="671"/>
                    <a:pt x="1290" y="671"/>
                  </a:cubicBezTo>
                  <a:cubicBezTo>
                    <a:pt x="1299" y="662"/>
                    <a:pt x="1299" y="648"/>
                    <a:pt x="1290" y="63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sp>
        <p:nvSpPr>
          <p:cNvPr id="258" name="Moon 257">
            <a:extLst>
              <a:ext uri="{FF2B5EF4-FFF2-40B4-BE49-F238E27FC236}">
                <a16:creationId xmlns:a16="http://schemas.microsoft.com/office/drawing/2014/main" id="{5052E739-FAE0-4307-BF17-D9EE49A07533}"/>
              </a:ext>
            </a:extLst>
          </p:cNvPr>
          <p:cNvSpPr/>
          <p:nvPr/>
        </p:nvSpPr>
        <p:spPr>
          <a:xfrm rot="5400000">
            <a:off x="7174934" y="1532036"/>
            <a:ext cx="321907" cy="643815"/>
          </a:xfrm>
          <a:prstGeom prst="moon">
            <a:avLst>
              <a:gd name="adj" fmla="val 6667"/>
            </a:avLst>
          </a:prstGeom>
          <a:solidFill>
            <a:schemeClr val="tx2"/>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grpSp>
        <p:nvGrpSpPr>
          <p:cNvPr id="192" name="bcgIcons_Financial Statement">
            <a:extLst>
              <a:ext uri="{FF2B5EF4-FFF2-40B4-BE49-F238E27FC236}">
                <a16:creationId xmlns:a16="http://schemas.microsoft.com/office/drawing/2014/main" id="{00E96A41-621A-4753-9AEC-FF3A5DFEBE87}"/>
              </a:ext>
            </a:extLst>
          </p:cNvPr>
          <p:cNvGrpSpPr>
            <a:grpSpLocks/>
          </p:cNvGrpSpPr>
          <p:nvPr/>
        </p:nvGrpSpPr>
        <p:grpSpPr>
          <a:xfrm>
            <a:off x="7210354" y="1764648"/>
            <a:ext cx="251072" cy="251070"/>
            <a:chOff x="5273675" y="2606675"/>
            <a:chExt cx="1644650" cy="1644650"/>
          </a:xfrm>
        </p:grpSpPr>
        <p:sp>
          <p:nvSpPr>
            <p:cNvPr id="193" name="AutoShape 22">
              <a:extLst>
                <a:ext uri="{FF2B5EF4-FFF2-40B4-BE49-F238E27FC236}">
                  <a16:creationId xmlns:a16="http://schemas.microsoft.com/office/drawing/2014/main" id="{4159CF50-0B52-48B1-A8DE-E545CD53ABE3}"/>
                </a:ext>
              </a:extLst>
            </p:cNvPr>
            <p:cNvSpPr>
              <a:spLocks noChangeAspect="1" noChangeArrowheads="1" noTextEdi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nvGrpSpPr>
            <p:cNvPr id="194" name="Group 193">
              <a:extLst>
                <a:ext uri="{FF2B5EF4-FFF2-40B4-BE49-F238E27FC236}">
                  <a16:creationId xmlns:a16="http://schemas.microsoft.com/office/drawing/2014/main" id="{06C23257-34E4-48FE-9FF2-EBC32D1A47A4}"/>
                </a:ext>
              </a:extLst>
            </p:cNvPr>
            <p:cNvGrpSpPr/>
            <p:nvPr/>
          </p:nvGrpSpPr>
          <p:grpSpPr>
            <a:xfrm>
              <a:off x="5646738" y="2890838"/>
              <a:ext cx="895350" cy="1190625"/>
              <a:chOff x="5646738" y="2890838"/>
              <a:chExt cx="895350" cy="1190625"/>
            </a:xfrm>
          </p:grpSpPr>
          <p:sp>
            <p:nvSpPr>
              <p:cNvPr id="195" name="Freeform 5">
                <a:extLst>
                  <a:ext uri="{FF2B5EF4-FFF2-40B4-BE49-F238E27FC236}">
                    <a16:creationId xmlns:a16="http://schemas.microsoft.com/office/drawing/2014/main" id="{C4EB74EA-4D66-4EFD-8C67-98D1285C200A}"/>
                  </a:ext>
                </a:extLst>
              </p:cNvPr>
              <p:cNvSpPr>
                <a:spLocks/>
              </p:cNvSpPr>
              <p:nvPr/>
            </p:nvSpPr>
            <p:spPr bwMode="auto">
              <a:xfrm>
                <a:off x="5646738" y="2890838"/>
                <a:ext cx="895350" cy="1190625"/>
              </a:xfrm>
              <a:custGeom>
                <a:avLst/>
                <a:gdLst>
                  <a:gd name="connsiteX0" fmla="*/ 415018 w 895350"/>
                  <a:gd name="connsiteY0" fmla="*/ 361950 h 1190625"/>
                  <a:gd name="connsiteX1" fmla="*/ 473943 w 895350"/>
                  <a:gd name="connsiteY1" fmla="*/ 361950 h 1190625"/>
                  <a:gd name="connsiteX2" fmla="*/ 473943 w 895350"/>
                  <a:gd name="connsiteY2" fmla="*/ 363380 h 1190625"/>
                  <a:gd name="connsiteX3" fmla="*/ 473943 w 895350"/>
                  <a:gd name="connsiteY3" fmla="*/ 406263 h 1190625"/>
                  <a:gd name="connsiteX4" fmla="*/ 512280 w 895350"/>
                  <a:gd name="connsiteY4" fmla="*/ 414125 h 1190625"/>
                  <a:gd name="connsiteX5" fmla="*/ 544227 w 895350"/>
                  <a:gd name="connsiteY5" fmla="*/ 429848 h 1190625"/>
                  <a:gd name="connsiteX6" fmla="*/ 538547 w 895350"/>
                  <a:gd name="connsiteY6" fmla="*/ 445572 h 1190625"/>
                  <a:gd name="connsiteX7" fmla="*/ 527188 w 895350"/>
                  <a:gd name="connsiteY7" fmla="*/ 478449 h 1190625"/>
                  <a:gd name="connsiteX8" fmla="*/ 523639 w 895350"/>
                  <a:gd name="connsiteY8" fmla="*/ 488455 h 1190625"/>
                  <a:gd name="connsiteX9" fmla="*/ 510150 w 895350"/>
                  <a:gd name="connsiteY9" fmla="*/ 479879 h 1190625"/>
                  <a:gd name="connsiteX10" fmla="*/ 449095 w 895350"/>
                  <a:gd name="connsiteY10" fmla="*/ 463440 h 1190625"/>
                  <a:gd name="connsiteX11" fmla="*/ 413598 w 895350"/>
                  <a:gd name="connsiteY11" fmla="*/ 475590 h 1190625"/>
                  <a:gd name="connsiteX12" fmla="*/ 400819 w 895350"/>
                  <a:gd name="connsiteY12" fmla="*/ 507038 h 1190625"/>
                  <a:gd name="connsiteX13" fmla="*/ 412178 w 895350"/>
                  <a:gd name="connsiteY13" fmla="*/ 533483 h 1190625"/>
                  <a:gd name="connsiteX14" fmla="*/ 451935 w 895350"/>
                  <a:gd name="connsiteY14" fmla="*/ 564930 h 1190625"/>
                  <a:gd name="connsiteX15" fmla="*/ 472523 w 895350"/>
                  <a:gd name="connsiteY15" fmla="*/ 576366 h 1190625"/>
                  <a:gd name="connsiteX16" fmla="*/ 508730 w 895350"/>
                  <a:gd name="connsiteY16" fmla="*/ 596378 h 1190625"/>
                  <a:gd name="connsiteX17" fmla="*/ 526478 w 895350"/>
                  <a:gd name="connsiteY17" fmla="*/ 610672 h 1190625"/>
                  <a:gd name="connsiteX18" fmla="*/ 539257 w 895350"/>
                  <a:gd name="connsiteY18" fmla="*/ 624967 h 1190625"/>
                  <a:gd name="connsiteX19" fmla="*/ 552036 w 895350"/>
                  <a:gd name="connsiteY19" fmla="*/ 648552 h 1190625"/>
                  <a:gd name="connsiteX20" fmla="*/ 554166 w 895350"/>
                  <a:gd name="connsiteY20" fmla="*/ 653555 h 1190625"/>
                  <a:gd name="connsiteX21" fmla="*/ 561265 w 895350"/>
                  <a:gd name="connsiteY21" fmla="*/ 685003 h 1190625"/>
                  <a:gd name="connsiteX22" fmla="*/ 561975 w 895350"/>
                  <a:gd name="connsiteY22" fmla="*/ 695009 h 1190625"/>
                  <a:gd name="connsiteX23" fmla="*/ 560555 w 895350"/>
                  <a:gd name="connsiteY23" fmla="*/ 709303 h 1190625"/>
                  <a:gd name="connsiteX24" fmla="*/ 550616 w 895350"/>
                  <a:gd name="connsiteY24" fmla="*/ 740751 h 1190625"/>
                  <a:gd name="connsiteX25" fmla="*/ 538547 w 895350"/>
                  <a:gd name="connsiteY25" fmla="*/ 758619 h 1190625"/>
                  <a:gd name="connsiteX26" fmla="*/ 522219 w 895350"/>
                  <a:gd name="connsiteY26" fmla="*/ 772913 h 1190625"/>
                  <a:gd name="connsiteX27" fmla="*/ 473943 w 895350"/>
                  <a:gd name="connsiteY27" fmla="*/ 795784 h 1190625"/>
                  <a:gd name="connsiteX28" fmla="*/ 473943 w 895350"/>
                  <a:gd name="connsiteY28" fmla="*/ 804361 h 1190625"/>
                  <a:gd name="connsiteX29" fmla="*/ 473943 w 895350"/>
                  <a:gd name="connsiteY29" fmla="*/ 855821 h 1190625"/>
                  <a:gd name="connsiteX30" fmla="*/ 473943 w 895350"/>
                  <a:gd name="connsiteY30" fmla="*/ 857250 h 1190625"/>
                  <a:gd name="connsiteX31" fmla="*/ 415018 w 895350"/>
                  <a:gd name="connsiteY31" fmla="*/ 857250 h 1190625"/>
                  <a:gd name="connsiteX32" fmla="*/ 415018 w 895350"/>
                  <a:gd name="connsiteY32" fmla="*/ 855821 h 1190625"/>
                  <a:gd name="connsiteX33" fmla="*/ 415018 w 895350"/>
                  <a:gd name="connsiteY33" fmla="*/ 804361 h 1190625"/>
                  <a:gd name="connsiteX34" fmla="*/ 415018 w 895350"/>
                  <a:gd name="connsiteY34" fmla="*/ 800073 h 1190625"/>
                  <a:gd name="connsiteX35" fmla="*/ 333375 w 895350"/>
                  <a:gd name="connsiteY35" fmla="*/ 773628 h 1190625"/>
                  <a:gd name="connsiteX36" fmla="*/ 333375 w 895350"/>
                  <a:gd name="connsiteY36" fmla="*/ 772913 h 1190625"/>
                  <a:gd name="connsiteX37" fmla="*/ 346864 w 895350"/>
                  <a:gd name="connsiteY37" fmla="*/ 740751 h 1190625"/>
                  <a:gd name="connsiteX38" fmla="*/ 358223 w 895350"/>
                  <a:gd name="connsiteY38" fmla="*/ 712877 h 1190625"/>
                  <a:gd name="connsiteX39" fmla="*/ 391590 w 895350"/>
                  <a:gd name="connsiteY39" fmla="*/ 731460 h 1190625"/>
                  <a:gd name="connsiteX40" fmla="*/ 435606 w 895350"/>
                  <a:gd name="connsiteY40" fmla="*/ 740751 h 1190625"/>
                  <a:gd name="connsiteX41" fmla="*/ 495241 w 895350"/>
                  <a:gd name="connsiteY41" fmla="*/ 698583 h 1190625"/>
                  <a:gd name="connsiteX42" fmla="*/ 493821 w 895350"/>
                  <a:gd name="connsiteY42" fmla="*/ 685003 h 1190625"/>
                  <a:gd name="connsiteX43" fmla="*/ 480332 w 895350"/>
                  <a:gd name="connsiteY43" fmla="*/ 660703 h 1190625"/>
                  <a:gd name="connsiteX44" fmla="*/ 473233 w 895350"/>
                  <a:gd name="connsiteY44" fmla="*/ 653555 h 1190625"/>
                  <a:gd name="connsiteX45" fmla="*/ 422827 w 895350"/>
                  <a:gd name="connsiteY45" fmla="*/ 622108 h 1190625"/>
                  <a:gd name="connsiteX46" fmla="*/ 392300 w 895350"/>
                  <a:gd name="connsiteY46" fmla="*/ 604240 h 1190625"/>
                  <a:gd name="connsiteX47" fmla="*/ 375972 w 895350"/>
                  <a:gd name="connsiteY47" fmla="*/ 593519 h 1190625"/>
                  <a:gd name="connsiteX48" fmla="*/ 366032 w 895350"/>
                  <a:gd name="connsiteY48" fmla="*/ 585657 h 1190625"/>
                  <a:gd name="connsiteX49" fmla="*/ 348284 w 895350"/>
                  <a:gd name="connsiteY49" fmla="*/ 564930 h 1190625"/>
                  <a:gd name="connsiteX50" fmla="*/ 341895 w 895350"/>
                  <a:gd name="connsiteY50" fmla="*/ 551351 h 1190625"/>
                  <a:gd name="connsiteX51" fmla="*/ 336215 w 895350"/>
                  <a:gd name="connsiteY51" fmla="*/ 533483 h 1190625"/>
                  <a:gd name="connsiteX52" fmla="*/ 333375 w 895350"/>
                  <a:gd name="connsiteY52" fmla="*/ 509182 h 1190625"/>
                  <a:gd name="connsiteX53" fmla="*/ 333375 w 895350"/>
                  <a:gd name="connsiteY53" fmla="*/ 508467 h 1190625"/>
                  <a:gd name="connsiteX54" fmla="*/ 338345 w 895350"/>
                  <a:gd name="connsiteY54" fmla="*/ 478449 h 1190625"/>
                  <a:gd name="connsiteX55" fmla="*/ 356093 w 895350"/>
                  <a:gd name="connsiteY55" fmla="*/ 445572 h 1190625"/>
                  <a:gd name="connsiteX56" fmla="*/ 356803 w 895350"/>
                  <a:gd name="connsiteY56" fmla="*/ 444857 h 1190625"/>
                  <a:gd name="connsiteX57" fmla="*/ 399399 w 895350"/>
                  <a:gd name="connsiteY57" fmla="*/ 414125 h 1190625"/>
                  <a:gd name="connsiteX58" fmla="*/ 415018 w 895350"/>
                  <a:gd name="connsiteY58" fmla="*/ 409122 h 1190625"/>
                  <a:gd name="connsiteX59" fmla="*/ 415018 w 895350"/>
                  <a:gd name="connsiteY59" fmla="*/ 363380 h 1190625"/>
                  <a:gd name="connsiteX60" fmla="*/ 415018 w 895350"/>
                  <a:gd name="connsiteY60" fmla="*/ 361950 h 1190625"/>
                  <a:gd name="connsiteX61" fmla="*/ 30162 w 895350"/>
                  <a:gd name="connsiteY61" fmla="*/ 31750 h 1190625"/>
                  <a:gd name="connsiteX62" fmla="*/ 30162 w 895350"/>
                  <a:gd name="connsiteY62" fmla="*/ 1158875 h 1190625"/>
                  <a:gd name="connsiteX63" fmla="*/ 865187 w 895350"/>
                  <a:gd name="connsiteY63" fmla="*/ 1158875 h 1190625"/>
                  <a:gd name="connsiteX64" fmla="*/ 865187 w 895350"/>
                  <a:gd name="connsiteY64" fmla="*/ 31750 h 1190625"/>
                  <a:gd name="connsiteX65" fmla="*/ 30162 w 895350"/>
                  <a:gd name="connsiteY65" fmla="*/ 31750 h 1190625"/>
                  <a:gd name="connsiteX66" fmla="*/ 15683 w 895350"/>
                  <a:gd name="connsiteY66" fmla="*/ 0 h 1190625"/>
                  <a:gd name="connsiteX67" fmla="*/ 879667 w 895350"/>
                  <a:gd name="connsiteY67" fmla="*/ 0 h 1190625"/>
                  <a:gd name="connsiteX68" fmla="*/ 895350 w 895350"/>
                  <a:gd name="connsiteY68" fmla="*/ 15704 h 1190625"/>
                  <a:gd name="connsiteX69" fmla="*/ 895350 w 895350"/>
                  <a:gd name="connsiteY69" fmla="*/ 1174922 h 1190625"/>
                  <a:gd name="connsiteX70" fmla="*/ 879667 w 895350"/>
                  <a:gd name="connsiteY70" fmla="*/ 1190625 h 1190625"/>
                  <a:gd name="connsiteX71" fmla="*/ 15683 w 895350"/>
                  <a:gd name="connsiteY71" fmla="*/ 1190625 h 1190625"/>
                  <a:gd name="connsiteX72" fmla="*/ 0 w 895350"/>
                  <a:gd name="connsiteY72" fmla="*/ 1174922 h 1190625"/>
                  <a:gd name="connsiteX73" fmla="*/ 0 w 895350"/>
                  <a:gd name="connsiteY73" fmla="*/ 15704 h 1190625"/>
                  <a:gd name="connsiteX74" fmla="*/ 15683 w 895350"/>
                  <a:gd name="connsiteY74" fmla="*/ 0 h 119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895350" h="1190625">
                    <a:moveTo>
                      <a:pt x="415018" y="361950"/>
                    </a:moveTo>
                    <a:cubicBezTo>
                      <a:pt x="415018" y="361950"/>
                      <a:pt x="415018" y="361950"/>
                      <a:pt x="473943" y="361950"/>
                    </a:cubicBezTo>
                    <a:cubicBezTo>
                      <a:pt x="473943" y="361950"/>
                      <a:pt x="473943" y="361950"/>
                      <a:pt x="473943" y="363380"/>
                    </a:cubicBezTo>
                    <a:cubicBezTo>
                      <a:pt x="473943" y="363380"/>
                      <a:pt x="473943" y="363380"/>
                      <a:pt x="473943" y="406263"/>
                    </a:cubicBezTo>
                    <a:cubicBezTo>
                      <a:pt x="488142" y="408407"/>
                      <a:pt x="500921" y="410551"/>
                      <a:pt x="512280" y="414125"/>
                    </a:cubicBezTo>
                    <a:cubicBezTo>
                      <a:pt x="525058" y="418413"/>
                      <a:pt x="536417" y="423416"/>
                      <a:pt x="544227" y="429848"/>
                    </a:cubicBezTo>
                    <a:cubicBezTo>
                      <a:pt x="544227" y="429848"/>
                      <a:pt x="544227" y="429848"/>
                      <a:pt x="538547" y="445572"/>
                    </a:cubicBezTo>
                    <a:cubicBezTo>
                      <a:pt x="536417" y="453434"/>
                      <a:pt x="532158" y="463440"/>
                      <a:pt x="527188" y="478449"/>
                    </a:cubicBezTo>
                    <a:cubicBezTo>
                      <a:pt x="525768" y="482023"/>
                      <a:pt x="525058" y="485596"/>
                      <a:pt x="523639" y="488455"/>
                    </a:cubicBezTo>
                    <a:cubicBezTo>
                      <a:pt x="519379" y="485596"/>
                      <a:pt x="514409" y="482738"/>
                      <a:pt x="510150" y="479879"/>
                    </a:cubicBezTo>
                    <a:cubicBezTo>
                      <a:pt x="490981" y="468443"/>
                      <a:pt x="470393" y="463440"/>
                      <a:pt x="449095" y="463440"/>
                    </a:cubicBezTo>
                    <a:cubicBezTo>
                      <a:pt x="434186" y="463440"/>
                      <a:pt x="421408" y="467014"/>
                      <a:pt x="413598" y="475590"/>
                    </a:cubicBezTo>
                    <a:cubicBezTo>
                      <a:pt x="405079" y="484167"/>
                      <a:pt x="400819" y="494173"/>
                      <a:pt x="400819" y="507038"/>
                    </a:cubicBezTo>
                    <a:cubicBezTo>
                      <a:pt x="400819" y="515615"/>
                      <a:pt x="405079" y="524906"/>
                      <a:pt x="412178" y="533483"/>
                    </a:cubicBezTo>
                    <a:cubicBezTo>
                      <a:pt x="420698" y="544203"/>
                      <a:pt x="433476" y="554209"/>
                      <a:pt x="451935" y="564930"/>
                    </a:cubicBezTo>
                    <a:cubicBezTo>
                      <a:pt x="458324" y="568504"/>
                      <a:pt x="464714" y="572792"/>
                      <a:pt x="472523" y="576366"/>
                    </a:cubicBezTo>
                    <a:cubicBezTo>
                      <a:pt x="487432" y="583513"/>
                      <a:pt x="499501" y="589945"/>
                      <a:pt x="508730" y="596378"/>
                    </a:cubicBezTo>
                    <a:cubicBezTo>
                      <a:pt x="515829" y="601381"/>
                      <a:pt x="521509" y="605669"/>
                      <a:pt x="526478" y="610672"/>
                    </a:cubicBezTo>
                    <a:cubicBezTo>
                      <a:pt x="531448" y="614961"/>
                      <a:pt x="535708" y="619964"/>
                      <a:pt x="539257" y="624967"/>
                    </a:cubicBezTo>
                    <a:cubicBezTo>
                      <a:pt x="544937" y="632114"/>
                      <a:pt x="549196" y="639976"/>
                      <a:pt x="552036" y="648552"/>
                    </a:cubicBezTo>
                    <a:cubicBezTo>
                      <a:pt x="552746" y="649982"/>
                      <a:pt x="553456" y="652126"/>
                      <a:pt x="554166" y="653555"/>
                    </a:cubicBezTo>
                    <a:cubicBezTo>
                      <a:pt x="557716" y="663561"/>
                      <a:pt x="560555" y="673567"/>
                      <a:pt x="561265" y="685003"/>
                    </a:cubicBezTo>
                    <a:cubicBezTo>
                      <a:pt x="561975" y="687862"/>
                      <a:pt x="561975" y="691435"/>
                      <a:pt x="561975" y="695009"/>
                    </a:cubicBezTo>
                    <a:cubicBezTo>
                      <a:pt x="561975" y="700012"/>
                      <a:pt x="561265" y="705015"/>
                      <a:pt x="560555" y="709303"/>
                    </a:cubicBezTo>
                    <a:cubicBezTo>
                      <a:pt x="559135" y="720739"/>
                      <a:pt x="555586" y="731460"/>
                      <a:pt x="550616" y="740751"/>
                    </a:cubicBezTo>
                    <a:cubicBezTo>
                      <a:pt x="547067" y="747183"/>
                      <a:pt x="542807" y="753616"/>
                      <a:pt x="538547" y="758619"/>
                    </a:cubicBezTo>
                    <a:cubicBezTo>
                      <a:pt x="533578" y="763622"/>
                      <a:pt x="527898" y="768625"/>
                      <a:pt x="522219" y="772913"/>
                    </a:cubicBezTo>
                    <a:cubicBezTo>
                      <a:pt x="508730" y="783634"/>
                      <a:pt x="493111" y="790781"/>
                      <a:pt x="473943" y="795784"/>
                    </a:cubicBezTo>
                    <a:cubicBezTo>
                      <a:pt x="473943" y="795784"/>
                      <a:pt x="473943" y="795784"/>
                      <a:pt x="473943" y="804361"/>
                    </a:cubicBezTo>
                    <a:cubicBezTo>
                      <a:pt x="473943" y="812223"/>
                      <a:pt x="473943" y="827232"/>
                      <a:pt x="473943" y="855821"/>
                    </a:cubicBezTo>
                    <a:cubicBezTo>
                      <a:pt x="473943" y="855821"/>
                      <a:pt x="473943" y="855821"/>
                      <a:pt x="473943" y="857250"/>
                    </a:cubicBezTo>
                    <a:cubicBezTo>
                      <a:pt x="473943" y="857250"/>
                      <a:pt x="473943" y="857250"/>
                      <a:pt x="415018" y="857250"/>
                    </a:cubicBezTo>
                    <a:cubicBezTo>
                      <a:pt x="415018" y="857250"/>
                      <a:pt x="415018" y="857250"/>
                      <a:pt x="415018" y="855821"/>
                    </a:cubicBezTo>
                    <a:cubicBezTo>
                      <a:pt x="415018" y="855821"/>
                      <a:pt x="415018" y="855821"/>
                      <a:pt x="415018" y="804361"/>
                    </a:cubicBezTo>
                    <a:cubicBezTo>
                      <a:pt x="415018" y="802932"/>
                      <a:pt x="415018" y="801502"/>
                      <a:pt x="415018" y="800073"/>
                    </a:cubicBezTo>
                    <a:cubicBezTo>
                      <a:pt x="384491" y="798643"/>
                      <a:pt x="358223" y="789352"/>
                      <a:pt x="333375" y="773628"/>
                    </a:cubicBezTo>
                    <a:cubicBezTo>
                      <a:pt x="333375" y="773628"/>
                      <a:pt x="333375" y="773628"/>
                      <a:pt x="333375" y="772913"/>
                    </a:cubicBezTo>
                    <a:cubicBezTo>
                      <a:pt x="334795" y="771484"/>
                      <a:pt x="336925" y="765051"/>
                      <a:pt x="346864" y="740751"/>
                    </a:cubicBezTo>
                    <a:cubicBezTo>
                      <a:pt x="349704" y="733604"/>
                      <a:pt x="353963" y="724312"/>
                      <a:pt x="358223" y="712877"/>
                    </a:cubicBezTo>
                    <a:cubicBezTo>
                      <a:pt x="369582" y="720739"/>
                      <a:pt x="380231" y="727171"/>
                      <a:pt x="391590" y="731460"/>
                    </a:cubicBezTo>
                    <a:cubicBezTo>
                      <a:pt x="406499" y="737892"/>
                      <a:pt x="421408" y="740751"/>
                      <a:pt x="435606" y="740751"/>
                    </a:cubicBezTo>
                    <a:cubicBezTo>
                      <a:pt x="475363" y="740751"/>
                      <a:pt x="495241" y="726457"/>
                      <a:pt x="495241" y="698583"/>
                    </a:cubicBezTo>
                    <a:cubicBezTo>
                      <a:pt x="495241" y="693580"/>
                      <a:pt x="494531" y="689291"/>
                      <a:pt x="493821" y="685003"/>
                    </a:cubicBezTo>
                    <a:cubicBezTo>
                      <a:pt x="490981" y="677141"/>
                      <a:pt x="486722" y="668564"/>
                      <a:pt x="480332" y="660703"/>
                    </a:cubicBezTo>
                    <a:cubicBezTo>
                      <a:pt x="478203" y="658558"/>
                      <a:pt x="476073" y="656414"/>
                      <a:pt x="473233" y="653555"/>
                    </a:cubicBezTo>
                    <a:cubicBezTo>
                      <a:pt x="461874" y="643549"/>
                      <a:pt x="445545" y="633543"/>
                      <a:pt x="422827" y="622108"/>
                    </a:cubicBezTo>
                    <a:cubicBezTo>
                      <a:pt x="410758" y="614961"/>
                      <a:pt x="400819" y="609243"/>
                      <a:pt x="392300" y="604240"/>
                    </a:cubicBezTo>
                    <a:cubicBezTo>
                      <a:pt x="385201" y="600666"/>
                      <a:pt x="380231" y="597093"/>
                      <a:pt x="375972" y="593519"/>
                    </a:cubicBezTo>
                    <a:cubicBezTo>
                      <a:pt x="372422" y="590660"/>
                      <a:pt x="368872" y="587801"/>
                      <a:pt x="366032" y="585657"/>
                    </a:cubicBezTo>
                    <a:cubicBezTo>
                      <a:pt x="358933" y="579939"/>
                      <a:pt x="353254" y="572792"/>
                      <a:pt x="348284" y="564930"/>
                    </a:cubicBezTo>
                    <a:cubicBezTo>
                      <a:pt x="346154" y="560642"/>
                      <a:pt x="343314" y="556354"/>
                      <a:pt x="341895" y="551351"/>
                    </a:cubicBezTo>
                    <a:cubicBezTo>
                      <a:pt x="339055" y="545633"/>
                      <a:pt x="337635" y="539915"/>
                      <a:pt x="336215" y="533483"/>
                    </a:cubicBezTo>
                    <a:cubicBezTo>
                      <a:pt x="334085" y="525621"/>
                      <a:pt x="333375" y="517044"/>
                      <a:pt x="333375" y="509182"/>
                    </a:cubicBezTo>
                    <a:cubicBezTo>
                      <a:pt x="333375" y="509182"/>
                      <a:pt x="333375" y="509182"/>
                      <a:pt x="333375" y="508467"/>
                    </a:cubicBezTo>
                    <a:cubicBezTo>
                      <a:pt x="333375" y="497747"/>
                      <a:pt x="335505" y="487026"/>
                      <a:pt x="338345" y="478449"/>
                    </a:cubicBezTo>
                    <a:cubicBezTo>
                      <a:pt x="341895" y="467014"/>
                      <a:pt x="348284" y="456293"/>
                      <a:pt x="356093" y="445572"/>
                    </a:cubicBezTo>
                    <a:cubicBezTo>
                      <a:pt x="356093" y="445572"/>
                      <a:pt x="356803" y="445572"/>
                      <a:pt x="356803" y="444857"/>
                    </a:cubicBezTo>
                    <a:cubicBezTo>
                      <a:pt x="367452" y="431278"/>
                      <a:pt x="381651" y="421272"/>
                      <a:pt x="399399" y="414125"/>
                    </a:cubicBezTo>
                    <a:cubicBezTo>
                      <a:pt x="404369" y="412695"/>
                      <a:pt x="409339" y="410551"/>
                      <a:pt x="415018" y="409122"/>
                    </a:cubicBezTo>
                    <a:cubicBezTo>
                      <a:pt x="415018" y="409122"/>
                      <a:pt x="415018" y="409122"/>
                      <a:pt x="415018" y="363380"/>
                    </a:cubicBezTo>
                    <a:cubicBezTo>
                      <a:pt x="415018" y="363380"/>
                      <a:pt x="415018" y="363380"/>
                      <a:pt x="415018" y="361950"/>
                    </a:cubicBezTo>
                    <a:close/>
                    <a:moveTo>
                      <a:pt x="30162" y="31750"/>
                    </a:moveTo>
                    <a:cubicBezTo>
                      <a:pt x="30162" y="31750"/>
                      <a:pt x="30162" y="31750"/>
                      <a:pt x="30162" y="1158875"/>
                    </a:cubicBezTo>
                    <a:cubicBezTo>
                      <a:pt x="30162" y="1158875"/>
                      <a:pt x="30162" y="1158875"/>
                      <a:pt x="865187" y="1158875"/>
                    </a:cubicBezTo>
                    <a:cubicBezTo>
                      <a:pt x="865187" y="1158875"/>
                      <a:pt x="865187" y="1158875"/>
                      <a:pt x="865187" y="31750"/>
                    </a:cubicBezTo>
                    <a:cubicBezTo>
                      <a:pt x="865187" y="31750"/>
                      <a:pt x="865187" y="31750"/>
                      <a:pt x="30162" y="31750"/>
                    </a:cubicBezTo>
                    <a:close/>
                    <a:moveTo>
                      <a:pt x="15683" y="0"/>
                    </a:moveTo>
                    <a:cubicBezTo>
                      <a:pt x="15683" y="0"/>
                      <a:pt x="15683" y="0"/>
                      <a:pt x="879667" y="0"/>
                    </a:cubicBezTo>
                    <a:cubicBezTo>
                      <a:pt x="888934" y="0"/>
                      <a:pt x="895350" y="7138"/>
                      <a:pt x="895350" y="15704"/>
                    </a:cubicBezTo>
                    <a:cubicBezTo>
                      <a:pt x="895350" y="15704"/>
                      <a:pt x="895350" y="15704"/>
                      <a:pt x="895350" y="1174922"/>
                    </a:cubicBezTo>
                    <a:cubicBezTo>
                      <a:pt x="895350" y="1184201"/>
                      <a:pt x="888934" y="1190625"/>
                      <a:pt x="879667" y="1190625"/>
                    </a:cubicBezTo>
                    <a:cubicBezTo>
                      <a:pt x="879667" y="1190625"/>
                      <a:pt x="879667" y="1190625"/>
                      <a:pt x="15683" y="1190625"/>
                    </a:cubicBezTo>
                    <a:cubicBezTo>
                      <a:pt x="6416" y="1190625"/>
                      <a:pt x="0" y="1184201"/>
                      <a:pt x="0" y="1174922"/>
                    </a:cubicBezTo>
                    <a:cubicBezTo>
                      <a:pt x="0" y="1174922"/>
                      <a:pt x="0" y="1174922"/>
                      <a:pt x="0" y="15704"/>
                    </a:cubicBezTo>
                    <a:cubicBezTo>
                      <a:pt x="0" y="7138"/>
                      <a:pt x="6416" y="0"/>
                      <a:pt x="15683"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96" name="Freeform 6">
                <a:extLst>
                  <a:ext uri="{FF2B5EF4-FFF2-40B4-BE49-F238E27FC236}">
                    <a16:creationId xmlns:a16="http://schemas.microsoft.com/office/drawing/2014/main" id="{CB6454FB-BA8F-4059-B454-61C5FB454440}"/>
                  </a:ext>
                </a:extLst>
              </p:cNvPr>
              <p:cNvSpPr>
                <a:spLocks/>
              </p:cNvSpPr>
              <p:nvPr/>
            </p:nvSpPr>
            <p:spPr bwMode="auto">
              <a:xfrm>
                <a:off x="5780088" y="3138488"/>
                <a:ext cx="628650" cy="725487"/>
              </a:xfrm>
              <a:custGeom>
                <a:avLst/>
                <a:gdLst>
                  <a:gd name="connsiteX0" fmla="*/ 384092 w 628650"/>
                  <a:gd name="connsiteY0" fmla="*/ 693737 h 725487"/>
                  <a:gd name="connsiteX1" fmla="*/ 517608 w 628650"/>
                  <a:gd name="connsiteY1" fmla="*/ 693737 h 725487"/>
                  <a:gd name="connsiteX2" fmla="*/ 533400 w 628650"/>
                  <a:gd name="connsiteY2" fmla="*/ 709981 h 725487"/>
                  <a:gd name="connsiteX3" fmla="*/ 517608 w 628650"/>
                  <a:gd name="connsiteY3" fmla="*/ 725487 h 725487"/>
                  <a:gd name="connsiteX4" fmla="*/ 384092 w 628650"/>
                  <a:gd name="connsiteY4" fmla="*/ 725487 h 725487"/>
                  <a:gd name="connsiteX5" fmla="*/ 368300 w 628650"/>
                  <a:gd name="connsiteY5" fmla="*/ 709981 h 725487"/>
                  <a:gd name="connsiteX6" fmla="*/ 384092 w 628650"/>
                  <a:gd name="connsiteY6" fmla="*/ 693737 h 725487"/>
                  <a:gd name="connsiteX7" fmla="*/ 15692 w 628650"/>
                  <a:gd name="connsiteY7" fmla="*/ 693737 h 725487"/>
                  <a:gd name="connsiteX8" fmla="*/ 244657 w 628650"/>
                  <a:gd name="connsiteY8" fmla="*/ 693737 h 725487"/>
                  <a:gd name="connsiteX9" fmla="*/ 260350 w 628650"/>
                  <a:gd name="connsiteY9" fmla="*/ 709981 h 725487"/>
                  <a:gd name="connsiteX10" fmla="*/ 244657 w 628650"/>
                  <a:gd name="connsiteY10" fmla="*/ 725487 h 725487"/>
                  <a:gd name="connsiteX11" fmla="*/ 15692 w 628650"/>
                  <a:gd name="connsiteY11" fmla="*/ 725487 h 725487"/>
                  <a:gd name="connsiteX12" fmla="*/ 0 w 628650"/>
                  <a:gd name="connsiteY12" fmla="*/ 709981 h 725487"/>
                  <a:gd name="connsiteX13" fmla="*/ 15692 w 628650"/>
                  <a:gd name="connsiteY13" fmla="*/ 693737 h 725487"/>
                  <a:gd name="connsiteX14" fmla="*/ 385913 w 628650"/>
                  <a:gd name="connsiteY14" fmla="*/ 579437 h 725487"/>
                  <a:gd name="connsiteX15" fmla="*/ 613658 w 628650"/>
                  <a:gd name="connsiteY15" fmla="*/ 579437 h 725487"/>
                  <a:gd name="connsiteX16" fmla="*/ 628650 w 628650"/>
                  <a:gd name="connsiteY16" fmla="*/ 594869 h 725487"/>
                  <a:gd name="connsiteX17" fmla="*/ 613658 w 628650"/>
                  <a:gd name="connsiteY17" fmla="*/ 609600 h 725487"/>
                  <a:gd name="connsiteX18" fmla="*/ 385913 w 628650"/>
                  <a:gd name="connsiteY18" fmla="*/ 609600 h 725487"/>
                  <a:gd name="connsiteX19" fmla="*/ 373062 w 628650"/>
                  <a:gd name="connsiteY19" fmla="*/ 602585 h 725487"/>
                  <a:gd name="connsiteX20" fmla="*/ 373062 w 628650"/>
                  <a:gd name="connsiteY20" fmla="*/ 586452 h 725487"/>
                  <a:gd name="connsiteX21" fmla="*/ 385913 w 628650"/>
                  <a:gd name="connsiteY21" fmla="*/ 579437 h 725487"/>
                  <a:gd name="connsiteX22" fmla="*/ 15666 w 628650"/>
                  <a:gd name="connsiteY22" fmla="*/ 579437 h 725487"/>
                  <a:gd name="connsiteX23" fmla="*/ 238556 w 628650"/>
                  <a:gd name="connsiteY23" fmla="*/ 579437 h 725487"/>
                  <a:gd name="connsiteX24" fmla="*/ 249238 w 628650"/>
                  <a:gd name="connsiteY24" fmla="*/ 581541 h 725487"/>
                  <a:gd name="connsiteX25" fmla="*/ 249238 w 628650"/>
                  <a:gd name="connsiteY25" fmla="*/ 608197 h 725487"/>
                  <a:gd name="connsiteX26" fmla="*/ 242829 w 628650"/>
                  <a:gd name="connsiteY26" fmla="*/ 609600 h 725487"/>
                  <a:gd name="connsiteX27" fmla="*/ 15666 w 628650"/>
                  <a:gd name="connsiteY27" fmla="*/ 609600 h 725487"/>
                  <a:gd name="connsiteX28" fmla="*/ 0 w 628650"/>
                  <a:gd name="connsiteY28" fmla="*/ 594869 h 725487"/>
                  <a:gd name="connsiteX29" fmla="*/ 15666 w 628650"/>
                  <a:gd name="connsiteY29" fmla="*/ 579437 h 725487"/>
                  <a:gd name="connsiteX30" fmla="*/ 461866 w 628650"/>
                  <a:gd name="connsiteY30" fmla="*/ 463550 h 725487"/>
                  <a:gd name="connsiteX31" fmla="*/ 613682 w 628650"/>
                  <a:gd name="connsiteY31" fmla="*/ 463550 h 725487"/>
                  <a:gd name="connsiteX32" fmla="*/ 628650 w 628650"/>
                  <a:gd name="connsiteY32" fmla="*/ 478982 h 725487"/>
                  <a:gd name="connsiteX33" fmla="*/ 613682 w 628650"/>
                  <a:gd name="connsiteY33" fmla="*/ 493713 h 725487"/>
                  <a:gd name="connsiteX34" fmla="*/ 454025 w 628650"/>
                  <a:gd name="connsiteY34" fmla="*/ 493713 h 725487"/>
                  <a:gd name="connsiteX35" fmla="*/ 461866 w 628650"/>
                  <a:gd name="connsiteY35" fmla="*/ 463550 h 725487"/>
                  <a:gd name="connsiteX36" fmla="*/ 15710 w 628650"/>
                  <a:gd name="connsiteY36" fmla="*/ 463550 h 725487"/>
                  <a:gd name="connsiteX37" fmla="*/ 192088 w 628650"/>
                  <a:gd name="connsiteY37" fmla="*/ 463550 h 725487"/>
                  <a:gd name="connsiteX38" fmla="*/ 178520 w 628650"/>
                  <a:gd name="connsiteY38" fmla="*/ 493713 h 725487"/>
                  <a:gd name="connsiteX39" fmla="*/ 15710 w 628650"/>
                  <a:gd name="connsiteY39" fmla="*/ 493713 h 725487"/>
                  <a:gd name="connsiteX40" fmla="*/ 0 w 628650"/>
                  <a:gd name="connsiteY40" fmla="*/ 478982 h 725487"/>
                  <a:gd name="connsiteX41" fmla="*/ 15710 w 628650"/>
                  <a:gd name="connsiteY41" fmla="*/ 463550 h 725487"/>
                  <a:gd name="connsiteX42" fmla="*/ 422275 w 628650"/>
                  <a:gd name="connsiteY42" fmla="*/ 347662 h 725487"/>
                  <a:gd name="connsiteX43" fmla="*/ 612994 w 628650"/>
                  <a:gd name="connsiteY43" fmla="*/ 347662 h 725487"/>
                  <a:gd name="connsiteX44" fmla="*/ 628650 w 628650"/>
                  <a:gd name="connsiteY44" fmla="*/ 362393 h 725487"/>
                  <a:gd name="connsiteX45" fmla="*/ 612994 w 628650"/>
                  <a:gd name="connsiteY45" fmla="*/ 377825 h 725487"/>
                  <a:gd name="connsiteX46" fmla="*/ 444336 w 628650"/>
                  <a:gd name="connsiteY46" fmla="*/ 377825 h 725487"/>
                  <a:gd name="connsiteX47" fmla="*/ 422275 w 628650"/>
                  <a:gd name="connsiteY47" fmla="*/ 347662 h 725487"/>
                  <a:gd name="connsiteX48" fmla="*/ 15700 w 628650"/>
                  <a:gd name="connsiteY48" fmla="*/ 347662 h 725487"/>
                  <a:gd name="connsiteX49" fmla="*/ 196967 w 628650"/>
                  <a:gd name="connsiteY49" fmla="*/ 347662 h 725487"/>
                  <a:gd name="connsiteX50" fmla="*/ 211953 w 628650"/>
                  <a:gd name="connsiteY50" fmla="*/ 362393 h 725487"/>
                  <a:gd name="connsiteX51" fmla="*/ 233363 w 628650"/>
                  <a:gd name="connsiteY51" fmla="*/ 377825 h 725487"/>
                  <a:gd name="connsiteX52" fmla="*/ 15700 w 628650"/>
                  <a:gd name="connsiteY52" fmla="*/ 377825 h 725487"/>
                  <a:gd name="connsiteX53" fmla="*/ 0 w 628650"/>
                  <a:gd name="connsiteY53" fmla="*/ 362393 h 725487"/>
                  <a:gd name="connsiteX54" fmla="*/ 15700 w 628650"/>
                  <a:gd name="connsiteY54" fmla="*/ 347662 h 725487"/>
                  <a:gd name="connsiteX55" fmla="*/ 428925 w 628650"/>
                  <a:gd name="connsiteY55" fmla="*/ 230187 h 725487"/>
                  <a:gd name="connsiteX56" fmla="*/ 613671 w 628650"/>
                  <a:gd name="connsiteY56" fmla="*/ 230187 h 725487"/>
                  <a:gd name="connsiteX57" fmla="*/ 628650 w 628650"/>
                  <a:gd name="connsiteY57" fmla="*/ 245709 h 725487"/>
                  <a:gd name="connsiteX58" fmla="*/ 613671 w 628650"/>
                  <a:gd name="connsiteY58" fmla="*/ 261937 h 725487"/>
                  <a:gd name="connsiteX59" fmla="*/ 417512 w 628650"/>
                  <a:gd name="connsiteY59" fmla="*/ 261937 h 725487"/>
                  <a:gd name="connsiteX60" fmla="*/ 421079 w 628650"/>
                  <a:gd name="connsiteY60" fmla="*/ 250648 h 725487"/>
                  <a:gd name="connsiteX61" fmla="*/ 428212 w 628650"/>
                  <a:gd name="connsiteY61" fmla="*/ 231598 h 725487"/>
                  <a:gd name="connsiteX62" fmla="*/ 428925 w 628650"/>
                  <a:gd name="connsiteY62" fmla="*/ 230187 h 725487"/>
                  <a:gd name="connsiteX63" fmla="*/ 15636 w 628650"/>
                  <a:gd name="connsiteY63" fmla="*/ 230187 h 725487"/>
                  <a:gd name="connsiteX64" fmla="*/ 169863 w 628650"/>
                  <a:gd name="connsiteY64" fmla="*/ 230187 h 725487"/>
                  <a:gd name="connsiteX65" fmla="*/ 166309 w 628650"/>
                  <a:gd name="connsiteY65" fmla="*/ 261231 h 725487"/>
                  <a:gd name="connsiteX66" fmla="*/ 166309 w 628650"/>
                  <a:gd name="connsiteY66" fmla="*/ 261937 h 725487"/>
                  <a:gd name="connsiteX67" fmla="*/ 15636 w 628650"/>
                  <a:gd name="connsiteY67" fmla="*/ 261937 h 725487"/>
                  <a:gd name="connsiteX68" fmla="*/ 0 w 628650"/>
                  <a:gd name="connsiteY68" fmla="*/ 245709 h 725487"/>
                  <a:gd name="connsiteX69" fmla="*/ 15636 w 628650"/>
                  <a:gd name="connsiteY69" fmla="*/ 230187 h 725487"/>
                  <a:gd name="connsiteX70" fmla="*/ 385913 w 628650"/>
                  <a:gd name="connsiteY70" fmla="*/ 114300 h 725487"/>
                  <a:gd name="connsiteX71" fmla="*/ 613658 w 628650"/>
                  <a:gd name="connsiteY71" fmla="*/ 114300 h 725487"/>
                  <a:gd name="connsiteX72" fmla="*/ 628650 w 628650"/>
                  <a:gd name="connsiteY72" fmla="*/ 130175 h 725487"/>
                  <a:gd name="connsiteX73" fmla="*/ 613658 w 628650"/>
                  <a:gd name="connsiteY73" fmla="*/ 146050 h 725487"/>
                  <a:gd name="connsiteX74" fmla="*/ 414470 w 628650"/>
                  <a:gd name="connsiteY74" fmla="*/ 146050 h 725487"/>
                  <a:gd name="connsiteX75" fmla="*/ 390911 w 628650"/>
                  <a:gd name="connsiteY75" fmla="*/ 135948 h 725487"/>
                  <a:gd name="connsiteX76" fmla="*/ 390197 w 628650"/>
                  <a:gd name="connsiteY76" fmla="*/ 135948 h 725487"/>
                  <a:gd name="connsiteX77" fmla="*/ 373062 w 628650"/>
                  <a:gd name="connsiteY77" fmla="*/ 131618 h 725487"/>
                  <a:gd name="connsiteX78" fmla="*/ 373062 w 628650"/>
                  <a:gd name="connsiteY78" fmla="*/ 120794 h 725487"/>
                  <a:gd name="connsiteX79" fmla="*/ 385913 w 628650"/>
                  <a:gd name="connsiteY79" fmla="*/ 114300 h 725487"/>
                  <a:gd name="connsiteX80" fmla="*/ 15666 w 628650"/>
                  <a:gd name="connsiteY80" fmla="*/ 114300 h 725487"/>
                  <a:gd name="connsiteX81" fmla="*/ 242829 w 628650"/>
                  <a:gd name="connsiteY81" fmla="*/ 114300 h 725487"/>
                  <a:gd name="connsiteX82" fmla="*/ 249238 w 628650"/>
                  <a:gd name="connsiteY82" fmla="*/ 115743 h 725487"/>
                  <a:gd name="connsiteX83" fmla="*/ 249238 w 628650"/>
                  <a:gd name="connsiteY83" fmla="*/ 138834 h 725487"/>
                  <a:gd name="connsiteX84" fmla="*/ 234996 w 628650"/>
                  <a:gd name="connsiteY84" fmla="*/ 146050 h 725487"/>
                  <a:gd name="connsiteX85" fmla="*/ 15666 w 628650"/>
                  <a:gd name="connsiteY85" fmla="*/ 146050 h 725487"/>
                  <a:gd name="connsiteX86" fmla="*/ 0 w 628650"/>
                  <a:gd name="connsiteY86" fmla="*/ 130175 h 725487"/>
                  <a:gd name="connsiteX87" fmla="*/ 15666 w 628650"/>
                  <a:gd name="connsiteY87" fmla="*/ 114300 h 725487"/>
                  <a:gd name="connsiteX88" fmla="*/ 384036 w 628650"/>
                  <a:gd name="connsiteY88" fmla="*/ 0 h 725487"/>
                  <a:gd name="connsiteX89" fmla="*/ 612915 w 628650"/>
                  <a:gd name="connsiteY89" fmla="*/ 0 h 725487"/>
                  <a:gd name="connsiteX90" fmla="*/ 628650 w 628650"/>
                  <a:gd name="connsiteY90" fmla="*/ 15081 h 725487"/>
                  <a:gd name="connsiteX91" fmla="*/ 612915 w 628650"/>
                  <a:gd name="connsiteY91" fmla="*/ 30163 h 725487"/>
                  <a:gd name="connsiteX92" fmla="*/ 384036 w 628650"/>
                  <a:gd name="connsiteY92" fmla="*/ 30163 h 725487"/>
                  <a:gd name="connsiteX93" fmla="*/ 368300 w 628650"/>
                  <a:gd name="connsiteY93" fmla="*/ 15081 h 725487"/>
                  <a:gd name="connsiteX94" fmla="*/ 384036 w 628650"/>
                  <a:gd name="connsiteY94" fmla="*/ 0 h 725487"/>
                  <a:gd name="connsiteX95" fmla="*/ 15692 w 628650"/>
                  <a:gd name="connsiteY95" fmla="*/ 0 h 725487"/>
                  <a:gd name="connsiteX96" fmla="*/ 244657 w 628650"/>
                  <a:gd name="connsiteY96" fmla="*/ 0 h 725487"/>
                  <a:gd name="connsiteX97" fmla="*/ 260350 w 628650"/>
                  <a:gd name="connsiteY97" fmla="*/ 15081 h 725487"/>
                  <a:gd name="connsiteX98" fmla="*/ 244657 w 628650"/>
                  <a:gd name="connsiteY98" fmla="*/ 30163 h 725487"/>
                  <a:gd name="connsiteX99" fmla="*/ 15692 w 628650"/>
                  <a:gd name="connsiteY99" fmla="*/ 30163 h 725487"/>
                  <a:gd name="connsiteX100" fmla="*/ 0 w 628650"/>
                  <a:gd name="connsiteY100" fmla="*/ 15081 h 725487"/>
                  <a:gd name="connsiteX101" fmla="*/ 15692 w 628650"/>
                  <a:gd name="connsiteY101" fmla="*/ 0 h 72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628650" h="725487">
                    <a:moveTo>
                      <a:pt x="384092" y="693737"/>
                    </a:moveTo>
                    <a:cubicBezTo>
                      <a:pt x="384092" y="693737"/>
                      <a:pt x="384092" y="693737"/>
                      <a:pt x="517608" y="693737"/>
                    </a:cubicBezTo>
                    <a:cubicBezTo>
                      <a:pt x="526222" y="693737"/>
                      <a:pt x="533400" y="701121"/>
                      <a:pt x="533400" y="709981"/>
                    </a:cubicBezTo>
                    <a:cubicBezTo>
                      <a:pt x="533400" y="718103"/>
                      <a:pt x="526222" y="725487"/>
                      <a:pt x="517608" y="725487"/>
                    </a:cubicBezTo>
                    <a:cubicBezTo>
                      <a:pt x="517608" y="725487"/>
                      <a:pt x="517608" y="725487"/>
                      <a:pt x="384092" y="725487"/>
                    </a:cubicBezTo>
                    <a:cubicBezTo>
                      <a:pt x="375479" y="725487"/>
                      <a:pt x="368300" y="718103"/>
                      <a:pt x="368300" y="709981"/>
                    </a:cubicBezTo>
                    <a:cubicBezTo>
                      <a:pt x="368300" y="701121"/>
                      <a:pt x="375479" y="693737"/>
                      <a:pt x="384092" y="693737"/>
                    </a:cubicBezTo>
                    <a:close/>
                    <a:moveTo>
                      <a:pt x="15692" y="693737"/>
                    </a:moveTo>
                    <a:cubicBezTo>
                      <a:pt x="15692" y="693737"/>
                      <a:pt x="15692" y="693737"/>
                      <a:pt x="244657" y="693737"/>
                    </a:cubicBezTo>
                    <a:cubicBezTo>
                      <a:pt x="253217" y="693737"/>
                      <a:pt x="260350" y="701121"/>
                      <a:pt x="260350" y="709981"/>
                    </a:cubicBezTo>
                    <a:cubicBezTo>
                      <a:pt x="260350" y="718103"/>
                      <a:pt x="253217" y="725487"/>
                      <a:pt x="244657" y="725487"/>
                    </a:cubicBezTo>
                    <a:cubicBezTo>
                      <a:pt x="244657" y="725487"/>
                      <a:pt x="244657" y="725487"/>
                      <a:pt x="15692" y="725487"/>
                    </a:cubicBezTo>
                    <a:cubicBezTo>
                      <a:pt x="7133" y="725487"/>
                      <a:pt x="0" y="718103"/>
                      <a:pt x="0" y="709981"/>
                    </a:cubicBezTo>
                    <a:cubicBezTo>
                      <a:pt x="0" y="701121"/>
                      <a:pt x="7133" y="693737"/>
                      <a:pt x="15692" y="693737"/>
                    </a:cubicBezTo>
                    <a:close/>
                    <a:moveTo>
                      <a:pt x="385913" y="579437"/>
                    </a:moveTo>
                    <a:cubicBezTo>
                      <a:pt x="385913" y="579437"/>
                      <a:pt x="385913" y="579437"/>
                      <a:pt x="613658" y="579437"/>
                    </a:cubicBezTo>
                    <a:cubicBezTo>
                      <a:pt x="622225" y="579437"/>
                      <a:pt x="628650" y="586452"/>
                      <a:pt x="628650" y="594869"/>
                    </a:cubicBezTo>
                    <a:cubicBezTo>
                      <a:pt x="628650" y="602585"/>
                      <a:pt x="622225" y="609600"/>
                      <a:pt x="613658" y="609600"/>
                    </a:cubicBezTo>
                    <a:cubicBezTo>
                      <a:pt x="613658" y="609600"/>
                      <a:pt x="613658" y="609600"/>
                      <a:pt x="385913" y="609600"/>
                    </a:cubicBezTo>
                    <a:cubicBezTo>
                      <a:pt x="380916" y="609600"/>
                      <a:pt x="375918" y="606794"/>
                      <a:pt x="373062" y="602585"/>
                    </a:cubicBezTo>
                    <a:cubicBezTo>
                      <a:pt x="373062" y="602585"/>
                      <a:pt x="373062" y="602585"/>
                      <a:pt x="373062" y="586452"/>
                    </a:cubicBezTo>
                    <a:cubicBezTo>
                      <a:pt x="375918" y="582243"/>
                      <a:pt x="380916" y="579437"/>
                      <a:pt x="385913" y="579437"/>
                    </a:cubicBezTo>
                    <a:close/>
                    <a:moveTo>
                      <a:pt x="15666" y="579437"/>
                    </a:moveTo>
                    <a:cubicBezTo>
                      <a:pt x="15666" y="579437"/>
                      <a:pt x="15666" y="579437"/>
                      <a:pt x="238556" y="579437"/>
                    </a:cubicBezTo>
                    <a:cubicBezTo>
                      <a:pt x="242117" y="580138"/>
                      <a:pt x="245677" y="580840"/>
                      <a:pt x="249238" y="581541"/>
                    </a:cubicBezTo>
                    <a:cubicBezTo>
                      <a:pt x="249238" y="581541"/>
                      <a:pt x="249238" y="581541"/>
                      <a:pt x="249238" y="608197"/>
                    </a:cubicBezTo>
                    <a:cubicBezTo>
                      <a:pt x="247101" y="608898"/>
                      <a:pt x="244965" y="609600"/>
                      <a:pt x="242829" y="609600"/>
                    </a:cubicBezTo>
                    <a:cubicBezTo>
                      <a:pt x="242829" y="609600"/>
                      <a:pt x="242829" y="609600"/>
                      <a:pt x="15666" y="609600"/>
                    </a:cubicBezTo>
                    <a:cubicBezTo>
                      <a:pt x="7121" y="609600"/>
                      <a:pt x="0" y="602585"/>
                      <a:pt x="0" y="594869"/>
                    </a:cubicBezTo>
                    <a:cubicBezTo>
                      <a:pt x="0" y="586452"/>
                      <a:pt x="7121" y="579437"/>
                      <a:pt x="15666" y="579437"/>
                    </a:cubicBezTo>
                    <a:close/>
                    <a:moveTo>
                      <a:pt x="461866" y="463550"/>
                    </a:moveTo>
                    <a:cubicBezTo>
                      <a:pt x="461866" y="463550"/>
                      <a:pt x="461866" y="463550"/>
                      <a:pt x="613682" y="463550"/>
                    </a:cubicBezTo>
                    <a:cubicBezTo>
                      <a:pt x="622235" y="463550"/>
                      <a:pt x="628650" y="470565"/>
                      <a:pt x="628650" y="478982"/>
                    </a:cubicBezTo>
                    <a:cubicBezTo>
                      <a:pt x="628650" y="487400"/>
                      <a:pt x="622235" y="493713"/>
                      <a:pt x="613682" y="493713"/>
                    </a:cubicBezTo>
                    <a:cubicBezTo>
                      <a:pt x="613682" y="493713"/>
                      <a:pt x="613682" y="493713"/>
                      <a:pt x="454025" y="493713"/>
                    </a:cubicBezTo>
                    <a:cubicBezTo>
                      <a:pt x="457589" y="483892"/>
                      <a:pt x="460440" y="474072"/>
                      <a:pt x="461866" y="463550"/>
                    </a:cubicBezTo>
                    <a:close/>
                    <a:moveTo>
                      <a:pt x="15710" y="463550"/>
                    </a:moveTo>
                    <a:cubicBezTo>
                      <a:pt x="15710" y="463550"/>
                      <a:pt x="15710" y="463550"/>
                      <a:pt x="192088" y="463550"/>
                    </a:cubicBezTo>
                    <a:cubicBezTo>
                      <a:pt x="186375" y="477579"/>
                      <a:pt x="182091" y="486698"/>
                      <a:pt x="178520" y="493713"/>
                    </a:cubicBezTo>
                    <a:cubicBezTo>
                      <a:pt x="178520" y="493713"/>
                      <a:pt x="178520" y="493713"/>
                      <a:pt x="15710" y="493713"/>
                    </a:cubicBezTo>
                    <a:cubicBezTo>
                      <a:pt x="7141" y="493713"/>
                      <a:pt x="0" y="487400"/>
                      <a:pt x="0" y="478982"/>
                    </a:cubicBezTo>
                    <a:cubicBezTo>
                      <a:pt x="0" y="470565"/>
                      <a:pt x="7141" y="463550"/>
                      <a:pt x="15710" y="463550"/>
                    </a:cubicBezTo>
                    <a:close/>
                    <a:moveTo>
                      <a:pt x="422275" y="347662"/>
                    </a:moveTo>
                    <a:cubicBezTo>
                      <a:pt x="422275" y="347662"/>
                      <a:pt x="422275" y="347662"/>
                      <a:pt x="612994" y="347662"/>
                    </a:cubicBezTo>
                    <a:cubicBezTo>
                      <a:pt x="621534" y="347662"/>
                      <a:pt x="628650" y="354677"/>
                      <a:pt x="628650" y="362393"/>
                    </a:cubicBezTo>
                    <a:cubicBezTo>
                      <a:pt x="628650" y="370810"/>
                      <a:pt x="621534" y="377825"/>
                      <a:pt x="612994" y="377825"/>
                    </a:cubicBezTo>
                    <a:cubicBezTo>
                      <a:pt x="612994" y="377825"/>
                      <a:pt x="612994" y="377825"/>
                      <a:pt x="444336" y="377825"/>
                    </a:cubicBezTo>
                    <a:cubicBezTo>
                      <a:pt x="438643" y="367303"/>
                      <a:pt x="431527" y="357482"/>
                      <a:pt x="422275" y="347662"/>
                    </a:cubicBezTo>
                    <a:close/>
                    <a:moveTo>
                      <a:pt x="15700" y="347662"/>
                    </a:moveTo>
                    <a:cubicBezTo>
                      <a:pt x="15700" y="347662"/>
                      <a:pt x="15700" y="347662"/>
                      <a:pt x="196967" y="347662"/>
                    </a:cubicBezTo>
                    <a:cubicBezTo>
                      <a:pt x="201962" y="353274"/>
                      <a:pt x="206244" y="358184"/>
                      <a:pt x="211953" y="362393"/>
                    </a:cubicBezTo>
                    <a:cubicBezTo>
                      <a:pt x="217662" y="367303"/>
                      <a:pt x="224085" y="372213"/>
                      <a:pt x="233363" y="377825"/>
                    </a:cubicBezTo>
                    <a:cubicBezTo>
                      <a:pt x="233363" y="377825"/>
                      <a:pt x="233363" y="377825"/>
                      <a:pt x="15700" y="377825"/>
                    </a:cubicBezTo>
                    <a:cubicBezTo>
                      <a:pt x="7136" y="377825"/>
                      <a:pt x="0" y="370810"/>
                      <a:pt x="0" y="362393"/>
                    </a:cubicBezTo>
                    <a:cubicBezTo>
                      <a:pt x="0" y="354677"/>
                      <a:pt x="7136" y="347662"/>
                      <a:pt x="15700" y="347662"/>
                    </a:cubicBezTo>
                    <a:close/>
                    <a:moveTo>
                      <a:pt x="428925" y="230187"/>
                    </a:moveTo>
                    <a:cubicBezTo>
                      <a:pt x="428925" y="230187"/>
                      <a:pt x="428925" y="230187"/>
                      <a:pt x="613671" y="230187"/>
                    </a:cubicBezTo>
                    <a:cubicBezTo>
                      <a:pt x="621517" y="230187"/>
                      <a:pt x="628650" y="237242"/>
                      <a:pt x="628650" y="245709"/>
                    </a:cubicBezTo>
                    <a:cubicBezTo>
                      <a:pt x="628650" y="254176"/>
                      <a:pt x="621517" y="261937"/>
                      <a:pt x="613671" y="261937"/>
                    </a:cubicBezTo>
                    <a:cubicBezTo>
                      <a:pt x="613671" y="261937"/>
                      <a:pt x="613671" y="261937"/>
                      <a:pt x="417512" y="261937"/>
                    </a:cubicBezTo>
                    <a:cubicBezTo>
                      <a:pt x="417512" y="261937"/>
                      <a:pt x="417512" y="261937"/>
                      <a:pt x="421079" y="250648"/>
                    </a:cubicBezTo>
                    <a:cubicBezTo>
                      <a:pt x="423932" y="243592"/>
                      <a:pt x="426072" y="237242"/>
                      <a:pt x="428212" y="231598"/>
                    </a:cubicBezTo>
                    <a:cubicBezTo>
                      <a:pt x="428212" y="230892"/>
                      <a:pt x="428212" y="230187"/>
                      <a:pt x="428925" y="230187"/>
                    </a:cubicBezTo>
                    <a:close/>
                    <a:moveTo>
                      <a:pt x="15636" y="230187"/>
                    </a:moveTo>
                    <a:cubicBezTo>
                      <a:pt x="15636" y="230187"/>
                      <a:pt x="15636" y="230187"/>
                      <a:pt x="169863" y="230187"/>
                    </a:cubicBezTo>
                    <a:cubicBezTo>
                      <a:pt x="167731" y="240065"/>
                      <a:pt x="166309" y="249942"/>
                      <a:pt x="166309" y="261231"/>
                    </a:cubicBezTo>
                    <a:cubicBezTo>
                      <a:pt x="166309" y="261231"/>
                      <a:pt x="166309" y="261231"/>
                      <a:pt x="166309" y="261937"/>
                    </a:cubicBezTo>
                    <a:cubicBezTo>
                      <a:pt x="166309" y="261937"/>
                      <a:pt x="166309" y="261937"/>
                      <a:pt x="15636" y="261937"/>
                    </a:cubicBezTo>
                    <a:cubicBezTo>
                      <a:pt x="7107" y="261937"/>
                      <a:pt x="0" y="254176"/>
                      <a:pt x="0" y="245709"/>
                    </a:cubicBezTo>
                    <a:cubicBezTo>
                      <a:pt x="0" y="237242"/>
                      <a:pt x="7107" y="230187"/>
                      <a:pt x="15636" y="230187"/>
                    </a:cubicBezTo>
                    <a:close/>
                    <a:moveTo>
                      <a:pt x="385913" y="114300"/>
                    </a:moveTo>
                    <a:cubicBezTo>
                      <a:pt x="385913" y="114300"/>
                      <a:pt x="385913" y="114300"/>
                      <a:pt x="613658" y="114300"/>
                    </a:cubicBezTo>
                    <a:cubicBezTo>
                      <a:pt x="622225" y="114300"/>
                      <a:pt x="628650" y="120794"/>
                      <a:pt x="628650" y="130175"/>
                    </a:cubicBezTo>
                    <a:cubicBezTo>
                      <a:pt x="628650" y="138834"/>
                      <a:pt x="622225" y="146050"/>
                      <a:pt x="613658" y="146050"/>
                    </a:cubicBezTo>
                    <a:cubicBezTo>
                      <a:pt x="613658" y="146050"/>
                      <a:pt x="613658" y="146050"/>
                      <a:pt x="414470" y="146050"/>
                    </a:cubicBezTo>
                    <a:cubicBezTo>
                      <a:pt x="407331" y="142442"/>
                      <a:pt x="399478" y="138834"/>
                      <a:pt x="390911" y="135948"/>
                    </a:cubicBezTo>
                    <a:cubicBezTo>
                      <a:pt x="390911" y="135948"/>
                      <a:pt x="390911" y="135948"/>
                      <a:pt x="390197" y="135948"/>
                    </a:cubicBezTo>
                    <a:cubicBezTo>
                      <a:pt x="384485" y="134504"/>
                      <a:pt x="378774" y="133061"/>
                      <a:pt x="373062" y="131618"/>
                    </a:cubicBezTo>
                    <a:cubicBezTo>
                      <a:pt x="373062" y="131618"/>
                      <a:pt x="373062" y="131618"/>
                      <a:pt x="373062" y="120794"/>
                    </a:cubicBezTo>
                    <a:cubicBezTo>
                      <a:pt x="375918" y="117186"/>
                      <a:pt x="380916" y="114300"/>
                      <a:pt x="385913" y="114300"/>
                    </a:cubicBezTo>
                    <a:close/>
                    <a:moveTo>
                      <a:pt x="15666" y="114300"/>
                    </a:moveTo>
                    <a:cubicBezTo>
                      <a:pt x="15666" y="114300"/>
                      <a:pt x="15666" y="114300"/>
                      <a:pt x="242829" y="114300"/>
                    </a:cubicBezTo>
                    <a:cubicBezTo>
                      <a:pt x="244965" y="114300"/>
                      <a:pt x="247101" y="114300"/>
                      <a:pt x="249238" y="115743"/>
                    </a:cubicBezTo>
                    <a:cubicBezTo>
                      <a:pt x="249238" y="115743"/>
                      <a:pt x="249238" y="115743"/>
                      <a:pt x="249238" y="138834"/>
                    </a:cubicBezTo>
                    <a:cubicBezTo>
                      <a:pt x="244253" y="140999"/>
                      <a:pt x="239268" y="143164"/>
                      <a:pt x="234996" y="146050"/>
                    </a:cubicBezTo>
                    <a:cubicBezTo>
                      <a:pt x="234996" y="146050"/>
                      <a:pt x="234996" y="146050"/>
                      <a:pt x="15666" y="146050"/>
                    </a:cubicBezTo>
                    <a:cubicBezTo>
                      <a:pt x="7121" y="146050"/>
                      <a:pt x="0" y="138834"/>
                      <a:pt x="0" y="130175"/>
                    </a:cubicBezTo>
                    <a:cubicBezTo>
                      <a:pt x="0" y="120794"/>
                      <a:pt x="7121" y="114300"/>
                      <a:pt x="15666" y="114300"/>
                    </a:cubicBezTo>
                    <a:close/>
                    <a:moveTo>
                      <a:pt x="384036" y="0"/>
                    </a:moveTo>
                    <a:cubicBezTo>
                      <a:pt x="384036" y="0"/>
                      <a:pt x="384036" y="0"/>
                      <a:pt x="612915" y="0"/>
                    </a:cubicBezTo>
                    <a:cubicBezTo>
                      <a:pt x="621498" y="0"/>
                      <a:pt x="628650" y="6855"/>
                      <a:pt x="628650" y="15081"/>
                    </a:cubicBezTo>
                    <a:cubicBezTo>
                      <a:pt x="628650" y="23308"/>
                      <a:pt x="621498" y="30163"/>
                      <a:pt x="612915" y="30163"/>
                    </a:cubicBezTo>
                    <a:cubicBezTo>
                      <a:pt x="612915" y="30163"/>
                      <a:pt x="612915" y="30163"/>
                      <a:pt x="384036" y="30163"/>
                    </a:cubicBezTo>
                    <a:cubicBezTo>
                      <a:pt x="375453" y="30163"/>
                      <a:pt x="368300" y="23308"/>
                      <a:pt x="368300" y="15081"/>
                    </a:cubicBezTo>
                    <a:cubicBezTo>
                      <a:pt x="368300" y="6855"/>
                      <a:pt x="375453" y="0"/>
                      <a:pt x="384036" y="0"/>
                    </a:cubicBezTo>
                    <a:close/>
                    <a:moveTo>
                      <a:pt x="15692" y="0"/>
                    </a:moveTo>
                    <a:cubicBezTo>
                      <a:pt x="15692" y="0"/>
                      <a:pt x="15692" y="0"/>
                      <a:pt x="244657" y="0"/>
                    </a:cubicBezTo>
                    <a:cubicBezTo>
                      <a:pt x="253217" y="0"/>
                      <a:pt x="260350" y="6855"/>
                      <a:pt x="260350" y="15081"/>
                    </a:cubicBezTo>
                    <a:cubicBezTo>
                      <a:pt x="260350" y="23308"/>
                      <a:pt x="253217" y="30163"/>
                      <a:pt x="244657" y="30163"/>
                    </a:cubicBezTo>
                    <a:cubicBezTo>
                      <a:pt x="244657" y="30163"/>
                      <a:pt x="244657" y="30163"/>
                      <a:pt x="15692" y="30163"/>
                    </a:cubicBezTo>
                    <a:cubicBezTo>
                      <a:pt x="7133" y="30163"/>
                      <a:pt x="0" y="23308"/>
                      <a:pt x="0" y="15081"/>
                    </a:cubicBezTo>
                    <a:cubicBezTo>
                      <a:pt x="0" y="6855"/>
                      <a:pt x="7133" y="0"/>
                      <a:pt x="15692"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grpSp>
      <p:sp>
        <p:nvSpPr>
          <p:cNvPr id="268" name="Moon 267">
            <a:extLst>
              <a:ext uri="{FF2B5EF4-FFF2-40B4-BE49-F238E27FC236}">
                <a16:creationId xmlns:a16="http://schemas.microsoft.com/office/drawing/2014/main" id="{CD2FEE67-B019-45E6-8B49-85C50D9DACAE}"/>
              </a:ext>
            </a:extLst>
          </p:cNvPr>
          <p:cNvSpPr/>
          <p:nvPr/>
        </p:nvSpPr>
        <p:spPr>
          <a:xfrm rot="5400000">
            <a:off x="6194714" y="1532036"/>
            <a:ext cx="321907" cy="643815"/>
          </a:xfrm>
          <a:prstGeom prst="moon">
            <a:avLst>
              <a:gd name="adj" fmla="val 6667"/>
            </a:avLst>
          </a:prstGeom>
          <a:solidFill>
            <a:schemeClr val="tx2"/>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grpSp>
        <p:nvGrpSpPr>
          <p:cNvPr id="197" name="bcgIcons_Gavel ">
            <a:extLst>
              <a:ext uri="{FF2B5EF4-FFF2-40B4-BE49-F238E27FC236}">
                <a16:creationId xmlns:a16="http://schemas.microsoft.com/office/drawing/2014/main" id="{51785AC2-D244-4B70-9BDD-53AF1CA6903C}"/>
              </a:ext>
            </a:extLst>
          </p:cNvPr>
          <p:cNvGrpSpPr>
            <a:grpSpLocks/>
          </p:cNvGrpSpPr>
          <p:nvPr/>
        </p:nvGrpSpPr>
        <p:grpSpPr>
          <a:xfrm>
            <a:off x="6230133" y="1764648"/>
            <a:ext cx="251072" cy="251070"/>
            <a:chOff x="5273675" y="2514600"/>
            <a:chExt cx="1644650" cy="1646238"/>
          </a:xfrm>
        </p:grpSpPr>
        <p:sp>
          <p:nvSpPr>
            <p:cNvPr id="198" name="AutoShape 3">
              <a:extLst>
                <a:ext uri="{FF2B5EF4-FFF2-40B4-BE49-F238E27FC236}">
                  <a16:creationId xmlns:a16="http://schemas.microsoft.com/office/drawing/2014/main" id="{0CD393BF-EE6C-4D03-AE6D-8F2827F3D350}"/>
                </a:ext>
              </a:extLst>
            </p:cNvPr>
            <p:cNvSpPr>
              <a:spLocks noChangeAspect="1" noChangeArrowheads="1" noTextEdit="1"/>
            </p:cNvSpPr>
            <p:nvPr/>
          </p:nvSpPr>
          <p:spPr bwMode="auto">
            <a:xfrm>
              <a:off x="5273675" y="2514600"/>
              <a:ext cx="1644650" cy="1646238"/>
            </a:xfrm>
            <a:prstGeom prst="rect">
              <a:avLst/>
            </a:prstGeom>
            <a:noFill/>
            <a:ln>
              <a:noFill/>
            </a:ln>
            <a:extLst>
              <a:ext uri="{909E8E84-426E-40DD-AFC4-6F175D3DCCD1}">
                <a14:hiddenFill xmlns:a14="http://schemas.microsoft.com/office/drawing/2010/main">
                  <a:solidFill>
                    <a:srgbClr val="D4DF33"/>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srgbClr val="000000"/>
                </a:solidFill>
                <a:effectLst/>
                <a:uLnTx/>
                <a:uFillTx/>
                <a:latin typeface="Trebuchet MS"/>
                <a:ea typeface="+mn-ea"/>
                <a:cs typeface="+mn-cs"/>
              </a:endParaRPr>
            </a:p>
          </p:txBody>
        </p:sp>
        <p:grpSp>
          <p:nvGrpSpPr>
            <p:cNvPr id="201" name="Group 200">
              <a:extLst>
                <a:ext uri="{FF2B5EF4-FFF2-40B4-BE49-F238E27FC236}">
                  <a16:creationId xmlns:a16="http://schemas.microsoft.com/office/drawing/2014/main" id="{97F269BD-143A-4AA7-A6E5-58D22C5D7B72}"/>
                </a:ext>
              </a:extLst>
            </p:cNvPr>
            <p:cNvGrpSpPr/>
            <p:nvPr/>
          </p:nvGrpSpPr>
          <p:grpSpPr>
            <a:xfrm>
              <a:off x="5439085" y="2789764"/>
              <a:ext cx="1313830" cy="1095911"/>
              <a:chOff x="5437188" y="2790289"/>
              <a:chExt cx="1313830" cy="1095911"/>
            </a:xfrm>
          </p:grpSpPr>
          <p:sp>
            <p:nvSpPr>
              <p:cNvPr id="206" name="Freeform 5">
                <a:extLst>
                  <a:ext uri="{FF2B5EF4-FFF2-40B4-BE49-F238E27FC236}">
                    <a16:creationId xmlns:a16="http://schemas.microsoft.com/office/drawing/2014/main" id="{075AC059-D5C0-4E94-92D7-552E59DE5D98}"/>
                  </a:ext>
                </a:extLst>
              </p:cNvPr>
              <p:cNvSpPr>
                <a:spLocks/>
              </p:cNvSpPr>
              <p:nvPr/>
            </p:nvSpPr>
            <p:spPr bwMode="auto">
              <a:xfrm>
                <a:off x="5437188" y="2790289"/>
                <a:ext cx="741363" cy="1095911"/>
              </a:xfrm>
              <a:custGeom>
                <a:avLst/>
                <a:gdLst>
                  <a:gd name="connsiteX0" fmla="*/ 59994 w 741363"/>
                  <a:gd name="connsiteY0" fmla="*/ 940336 h 1095911"/>
                  <a:gd name="connsiteX1" fmla="*/ 681369 w 741363"/>
                  <a:gd name="connsiteY1" fmla="*/ 940336 h 1095911"/>
                  <a:gd name="connsiteX2" fmla="*/ 697081 w 741363"/>
                  <a:gd name="connsiteY2" fmla="*/ 956182 h 1095911"/>
                  <a:gd name="connsiteX3" fmla="*/ 697081 w 741363"/>
                  <a:gd name="connsiteY3" fmla="*/ 1006600 h 1095911"/>
                  <a:gd name="connsiteX4" fmla="*/ 725650 w 741363"/>
                  <a:gd name="connsiteY4" fmla="*/ 1006600 h 1095911"/>
                  <a:gd name="connsiteX5" fmla="*/ 741363 w 741363"/>
                  <a:gd name="connsiteY5" fmla="*/ 1022445 h 1095911"/>
                  <a:gd name="connsiteX6" fmla="*/ 741363 w 741363"/>
                  <a:gd name="connsiteY6" fmla="*/ 1079345 h 1095911"/>
                  <a:gd name="connsiteX7" fmla="*/ 725650 w 741363"/>
                  <a:gd name="connsiteY7" fmla="*/ 1095911 h 1095911"/>
                  <a:gd name="connsiteX8" fmla="*/ 15713 w 741363"/>
                  <a:gd name="connsiteY8" fmla="*/ 1095911 h 1095911"/>
                  <a:gd name="connsiteX9" fmla="*/ 0 w 741363"/>
                  <a:gd name="connsiteY9" fmla="*/ 1079345 h 1095911"/>
                  <a:gd name="connsiteX10" fmla="*/ 0 w 741363"/>
                  <a:gd name="connsiteY10" fmla="*/ 1022445 h 1095911"/>
                  <a:gd name="connsiteX11" fmla="*/ 15713 w 741363"/>
                  <a:gd name="connsiteY11" fmla="*/ 1006600 h 1095911"/>
                  <a:gd name="connsiteX12" fmla="*/ 44282 w 741363"/>
                  <a:gd name="connsiteY12" fmla="*/ 1006600 h 1095911"/>
                  <a:gd name="connsiteX13" fmla="*/ 44282 w 741363"/>
                  <a:gd name="connsiteY13" fmla="*/ 956182 h 1095911"/>
                  <a:gd name="connsiteX14" fmla="*/ 59994 w 741363"/>
                  <a:gd name="connsiteY14" fmla="*/ 940336 h 1095911"/>
                  <a:gd name="connsiteX15" fmla="*/ 243001 w 741363"/>
                  <a:gd name="connsiteY15" fmla="*/ 537111 h 1095911"/>
                  <a:gd name="connsiteX16" fmla="*/ 257312 w 741363"/>
                  <a:gd name="connsiteY16" fmla="*/ 544981 h 1095911"/>
                  <a:gd name="connsiteX17" fmla="*/ 497021 w 741363"/>
                  <a:gd name="connsiteY17" fmla="*/ 632975 h 1095911"/>
                  <a:gd name="connsiteX18" fmla="*/ 512763 w 741363"/>
                  <a:gd name="connsiteY18" fmla="*/ 635836 h 1095911"/>
                  <a:gd name="connsiteX19" fmla="*/ 501314 w 741363"/>
                  <a:gd name="connsiteY19" fmla="*/ 667314 h 1095911"/>
                  <a:gd name="connsiteX20" fmla="*/ 441208 w 741363"/>
                  <a:gd name="connsiteY20" fmla="*/ 695214 h 1095911"/>
                  <a:gd name="connsiteX21" fmla="*/ 259458 w 741363"/>
                  <a:gd name="connsiteY21" fmla="*/ 628682 h 1095911"/>
                  <a:gd name="connsiteX22" fmla="*/ 231552 w 741363"/>
                  <a:gd name="connsiteY22" fmla="*/ 568589 h 1095911"/>
                  <a:gd name="connsiteX23" fmla="*/ 243001 w 741363"/>
                  <a:gd name="connsiteY23" fmla="*/ 537111 h 1095911"/>
                  <a:gd name="connsiteX24" fmla="*/ 488852 w 741363"/>
                  <a:gd name="connsiteY24" fmla="*/ 2734 h 1095911"/>
                  <a:gd name="connsiteX25" fmla="*/ 670054 w 741363"/>
                  <a:gd name="connsiteY25" fmla="*/ 69694 h 1095911"/>
                  <a:gd name="connsiteX26" fmla="*/ 697876 w 741363"/>
                  <a:gd name="connsiteY26" fmla="*/ 128819 h 1095911"/>
                  <a:gd name="connsiteX27" fmla="*/ 685749 w 741363"/>
                  <a:gd name="connsiteY27" fmla="*/ 160874 h 1095911"/>
                  <a:gd name="connsiteX28" fmla="*/ 672194 w 741363"/>
                  <a:gd name="connsiteY28" fmla="*/ 152326 h 1095911"/>
                  <a:gd name="connsiteX29" fmla="*/ 433207 w 741363"/>
                  <a:gd name="connsiteY29" fmla="*/ 65420 h 1095911"/>
                  <a:gd name="connsiteX30" fmla="*/ 417512 w 741363"/>
                  <a:gd name="connsiteY30" fmla="*/ 62571 h 1095911"/>
                  <a:gd name="connsiteX31" fmla="*/ 428927 w 741363"/>
                  <a:gd name="connsiteY31" fmla="*/ 30516 h 1095911"/>
                  <a:gd name="connsiteX32" fmla="*/ 488852 w 741363"/>
                  <a:gd name="connsiteY32" fmla="*/ 2734 h 1095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741363" h="1095911">
                    <a:moveTo>
                      <a:pt x="59994" y="940336"/>
                    </a:moveTo>
                    <a:cubicBezTo>
                      <a:pt x="59994" y="940336"/>
                      <a:pt x="59994" y="940336"/>
                      <a:pt x="681369" y="940336"/>
                    </a:cubicBezTo>
                    <a:cubicBezTo>
                      <a:pt x="690653" y="940336"/>
                      <a:pt x="697081" y="947539"/>
                      <a:pt x="697081" y="956182"/>
                    </a:cubicBezTo>
                    <a:cubicBezTo>
                      <a:pt x="697081" y="956182"/>
                      <a:pt x="697081" y="956182"/>
                      <a:pt x="697081" y="1006600"/>
                    </a:cubicBezTo>
                    <a:cubicBezTo>
                      <a:pt x="697081" y="1006600"/>
                      <a:pt x="697081" y="1006600"/>
                      <a:pt x="725650" y="1006600"/>
                    </a:cubicBezTo>
                    <a:cubicBezTo>
                      <a:pt x="734221" y="1006600"/>
                      <a:pt x="741363" y="1013802"/>
                      <a:pt x="741363" y="1022445"/>
                    </a:cubicBezTo>
                    <a:cubicBezTo>
                      <a:pt x="741363" y="1022445"/>
                      <a:pt x="741363" y="1022445"/>
                      <a:pt x="741363" y="1079345"/>
                    </a:cubicBezTo>
                    <a:cubicBezTo>
                      <a:pt x="741363" y="1088709"/>
                      <a:pt x="734221" y="1095911"/>
                      <a:pt x="725650" y="1095911"/>
                    </a:cubicBezTo>
                    <a:cubicBezTo>
                      <a:pt x="725650" y="1095911"/>
                      <a:pt x="725650" y="1095911"/>
                      <a:pt x="15713" y="1095911"/>
                    </a:cubicBezTo>
                    <a:cubicBezTo>
                      <a:pt x="7142" y="1095911"/>
                      <a:pt x="0" y="1088709"/>
                      <a:pt x="0" y="1079345"/>
                    </a:cubicBezTo>
                    <a:cubicBezTo>
                      <a:pt x="0" y="1079345"/>
                      <a:pt x="0" y="1079345"/>
                      <a:pt x="0" y="1022445"/>
                    </a:cubicBezTo>
                    <a:cubicBezTo>
                      <a:pt x="0" y="1013802"/>
                      <a:pt x="7142" y="1006600"/>
                      <a:pt x="15713" y="1006600"/>
                    </a:cubicBezTo>
                    <a:cubicBezTo>
                      <a:pt x="15713" y="1006600"/>
                      <a:pt x="15713" y="1006600"/>
                      <a:pt x="44282" y="1006600"/>
                    </a:cubicBezTo>
                    <a:cubicBezTo>
                      <a:pt x="44282" y="1006600"/>
                      <a:pt x="44282" y="1006600"/>
                      <a:pt x="44282" y="956182"/>
                    </a:cubicBezTo>
                    <a:cubicBezTo>
                      <a:pt x="44282" y="947539"/>
                      <a:pt x="51424" y="940336"/>
                      <a:pt x="59994" y="940336"/>
                    </a:cubicBezTo>
                    <a:close/>
                    <a:moveTo>
                      <a:pt x="243001" y="537111"/>
                    </a:moveTo>
                    <a:cubicBezTo>
                      <a:pt x="247294" y="539973"/>
                      <a:pt x="251587" y="542834"/>
                      <a:pt x="257312" y="544981"/>
                    </a:cubicBezTo>
                    <a:cubicBezTo>
                      <a:pt x="257312" y="544981"/>
                      <a:pt x="257312" y="544981"/>
                      <a:pt x="497021" y="632975"/>
                    </a:cubicBezTo>
                    <a:cubicBezTo>
                      <a:pt x="502030" y="634405"/>
                      <a:pt x="507039" y="635836"/>
                      <a:pt x="512763" y="635836"/>
                    </a:cubicBezTo>
                    <a:cubicBezTo>
                      <a:pt x="512763" y="635836"/>
                      <a:pt x="512763" y="635836"/>
                      <a:pt x="501314" y="667314"/>
                    </a:cubicBezTo>
                    <a:cubicBezTo>
                      <a:pt x="492012" y="691637"/>
                      <a:pt x="465537" y="703799"/>
                      <a:pt x="441208" y="695214"/>
                    </a:cubicBezTo>
                    <a:cubicBezTo>
                      <a:pt x="441208" y="695214"/>
                      <a:pt x="441208" y="695214"/>
                      <a:pt x="259458" y="628682"/>
                    </a:cubicBezTo>
                    <a:cubicBezTo>
                      <a:pt x="235130" y="619382"/>
                      <a:pt x="222250" y="592912"/>
                      <a:pt x="231552" y="568589"/>
                    </a:cubicBezTo>
                    <a:cubicBezTo>
                      <a:pt x="231552" y="568589"/>
                      <a:pt x="231552" y="568589"/>
                      <a:pt x="243001" y="537111"/>
                    </a:cubicBezTo>
                    <a:close/>
                    <a:moveTo>
                      <a:pt x="488852" y="2734"/>
                    </a:moveTo>
                    <a:cubicBezTo>
                      <a:pt x="488852" y="2734"/>
                      <a:pt x="488852" y="2734"/>
                      <a:pt x="670054" y="69694"/>
                    </a:cubicBezTo>
                    <a:cubicBezTo>
                      <a:pt x="694310" y="78242"/>
                      <a:pt x="706437" y="104599"/>
                      <a:pt x="697876" y="128819"/>
                    </a:cubicBezTo>
                    <a:cubicBezTo>
                      <a:pt x="697876" y="128819"/>
                      <a:pt x="697876" y="128819"/>
                      <a:pt x="685749" y="160874"/>
                    </a:cubicBezTo>
                    <a:cubicBezTo>
                      <a:pt x="682182" y="157312"/>
                      <a:pt x="677188" y="154463"/>
                      <a:pt x="672194" y="152326"/>
                    </a:cubicBezTo>
                    <a:lnTo>
                      <a:pt x="433207" y="65420"/>
                    </a:lnTo>
                    <a:cubicBezTo>
                      <a:pt x="428213" y="63283"/>
                      <a:pt x="422506" y="62571"/>
                      <a:pt x="417512" y="62571"/>
                    </a:cubicBezTo>
                    <a:cubicBezTo>
                      <a:pt x="417512" y="62571"/>
                      <a:pt x="417512" y="62571"/>
                      <a:pt x="428927" y="30516"/>
                    </a:cubicBezTo>
                    <a:cubicBezTo>
                      <a:pt x="437487" y="6296"/>
                      <a:pt x="464596" y="-5814"/>
                      <a:pt x="488852" y="273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07" name="Freeform 6">
                <a:extLst>
                  <a:ext uri="{FF2B5EF4-FFF2-40B4-BE49-F238E27FC236}">
                    <a16:creationId xmlns:a16="http://schemas.microsoft.com/office/drawing/2014/main" id="{79FB0C76-F347-4DA7-BFEC-E71DD3EC048E}"/>
                  </a:ext>
                </a:extLst>
              </p:cNvPr>
              <p:cNvSpPr>
                <a:spLocks/>
              </p:cNvSpPr>
              <p:nvPr/>
            </p:nvSpPr>
            <p:spPr bwMode="auto">
              <a:xfrm>
                <a:off x="5695077" y="2883282"/>
                <a:ext cx="1055941" cy="616303"/>
              </a:xfrm>
              <a:custGeom>
                <a:avLst/>
                <a:gdLst>
                  <a:gd name="connsiteX0" fmla="*/ 387558 w 1055941"/>
                  <a:gd name="connsiteY0" fmla="*/ 269493 h 616303"/>
                  <a:gd name="connsiteX1" fmla="*/ 393981 w 1055941"/>
                  <a:gd name="connsiteY1" fmla="*/ 270920 h 616303"/>
                  <a:gd name="connsiteX2" fmla="*/ 1027064 w 1055941"/>
                  <a:gd name="connsiteY2" fmla="*/ 482090 h 616303"/>
                  <a:gd name="connsiteX3" fmla="*/ 1053472 w 1055941"/>
                  <a:gd name="connsiteY3" fmla="*/ 537022 h 616303"/>
                  <a:gd name="connsiteX4" fmla="*/ 1034201 w 1055941"/>
                  <a:gd name="connsiteY4" fmla="*/ 589101 h 616303"/>
                  <a:gd name="connsiteX5" fmla="*/ 979244 w 1055941"/>
                  <a:gd name="connsiteY5" fmla="*/ 613357 h 616303"/>
                  <a:gd name="connsiteX6" fmla="*/ 359008 w 1055941"/>
                  <a:gd name="connsiteY6" fmla="*/ 365090 h 616303"/>
                  <a:gd name="connsiteX7" fmla="*/ 353298 w 1055941"/>
                  <a:gd name="connsiteY7" fmla="*/ 361523 h 616303"/>
                  <a:gd name="connsiteX8" fmla="*/ 387558 w 1055941"/>
                  <a:gd name="connsiteY8" fmla="*/ 269493 h 616303"/>
                  <a:gd name="connsiteX9" fmla="*/ 164418 w 1055941"/>
                  <a:gd name="connsiteY9" fmla="*/ 889 h 616303"/>
                  <a:gd name="connsiteX10" fmla="*/ 403099 w 1055941"/>
                  <a:gd name="connsiteY10" fmla="*/ 88757 h 616303"/>
                  <a:gd name="connsiteX11" fmla="*/ 412361 w 1055941"/>
                  <a:gd name="connsiteY11" fmla="*/ 108759 h 616303"/>
                  <a:gd name="connsiteX12" fmla="*/ 326151 w 1055941"/>
                  <a:gd name="connsiteY12" fmla="*/ 343789 h 616303"/>
                  <a:gd name="connsiteX13" fmla="*/ 269153 w 1055941"/>
                  <a:gd name="connsiteY13" fmla="*/ 499522 h 616303"/>
                  <a:gd name="connsiteX14" fmla="*/ 249204 w 1055941"/>
                  <a:gd name="connsiteY14" fmla="*/ 508809 h 616303"/>
                  <a:gd name="connsiteX15" fmla="*/ 10523 w 1055941"/>
                  <a:gd name="connsiteY15" fmla="*/ 421656 h 616303"/>
                  <a:gd name="connsiteX16" fmla="*/ 1261 w 1055941"/>
                  <a:gd name="connsiteY16" fmla="*/ 400939 h 616303"/>
                  <a:gd name="connsiteX17" fmla="*/ 143757 w 1055941"/>
                  <a:gd name="connsiteY17" fmla="*/ 10176 h 616303"/>
                  <a:gd name="connsiteX18" fmla="*/ 164418 w 1055941"/>
                  <a:gd name="connsiteY18" fmla="*/ 889 h 61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55941" h="616303">
                    <a:moveTo>
                      <a:pt x="387558" y="269493"/>
                    </a:moveTo>
                    <a:cubicBezTo>
                      <a:pt x="389699" y="269493"/>
                      <a:pt x="391840" y="270207"/>
                      <a:pt x="393981" y="270920"/>
                    </a:cubicBezTo>
                    <a:cubicBezTo>
                      <a:pt x="393981" y="270920"/>
                      <a:pt x="393981" y="270920"/>
                      <a:pt x="1027064" y="482090"/>
                    </a:cubicBezTo>
                    <a:cubicBezTo>
                      <a:pt x="1049903" y="489937"/>
                      <a:pt x="1061323" y="514193"/>
                      <a:pt x="1053472" y="537022"/>
                    </a:cubicBezTo>
                    <a:cubicBezTo>
                      <a:pt x="1053472" y="537022"/>
                      <a:pt x="1053472" y="537022"/>
                      <a:pt x="1034201" y="589101"/>
                    </a:cubicBezTo>
                    <a:cubicBezTo>
                      <a:pt x="1026350" y="611217"/>
                      <a:pt x="1001369" y="621918"/>
                      <a:pt x="979244" y="613357"/>
                    </a:cubicBezTo>
                    <a:cubicBezTo>
                      <a:pt x="979244" y="613357"/>
                      <a:pt x="979244" y="613357"/>
                      <a:pt x="359008" y="365090"/>
                    </a:cubicBezTo>
                    <a:cubicBezTo>
                      <a:pt x="356867" y="364377"/>
                      <a:pt x="355439" y="362950"/>
                      <a:pt x="353298" y="361523"/>
                    </a:cubicBezTo>
                    <a:cubicBezTo>
                      <a:pt x="353298" y="361523"/>
                      <a:pt x="353298" y="361523"/>
                      <a:pt x="387558" y="269493"/>
                    </a:cubicBezTo>
                    <a:close/>
                    <a:moveTo>
                      <a:pt x="164418" y="889"/>
                    </a:moveTo>
                    <a:cubicBezTo>
                      <a:pt x="164418" y="889"/>
                      <a:pt x="164418" y="889"/>
                      <a:pt x="403099" y="88757"/>
                    </a:cubicBezTo>
                    <a:cubicBezTo>
                      <a:pt x="410936" y="91614"/>
                      <a:pt x="415211" y="100901"/>
                      <a:pt x="412361" y="108759"/>
                    </a:cubicBezTo>
                    <a:cubicBezTo>
                      <a:pt x="412361" y="108759"/>
                      <a:pt x="412361" y="108759"/>
                      <a:pt x="326151" y="343789"/>
                    </a:cubicBezTo>
                    <a:cubicBezTo>
                      <a:pt x="326151" y="343789"/>
                      <a:pt x="326151" y="343789"/>
                      <a:pt x="269153" y="499522"/>
                    </a:cubicBezTo>
                    <a:cubicBezTo>
                      <a:pt x="266303" y="508095"/>
                      <a:pt x="257041" y="512381"/>
                      <a:pt x="249204" y="508809"/>
                    </a:cubicBezTo>
                    <a:cubicBezTo>
                      <a:pt x="249204" y="508809"/>
                      <a:pt x="249204" y="508809"/>
                      <a:pt x="10523" y="421656"/>
                    </a:cubicBezTo>
                    <a:cubicBezTo>
                      <a:pt x="1973" y="418084"/>
                      <a:pt x="-2302" y="409511"/>
                      <a:pt x="1261" y="400939"/>
                    </a:cubicBezTo>
                    <a:cubicBezTo>
                      <a:pt x="1261" y="400939"/>
                      <a:pt x="1261" y="400939"/>
                      <a:pt x="143757" y="10176"/>
                    </a:cubicBezTo>
                    <a:cubicBezTo>
                      <a:pt x="147319" y="2317"/>
                      <a:pt x="155869" y="-1969"/>
                      <a:pt x="164418" y="88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grpSp>
      <p:sp>
        <p:nvSpPr>
          <p:cNvPr id="278" name="Moon 277">
            <a:extLst>
              <a:ext uri="{FF2B5EF4-FFF2-40B4-BE49-F238E27FC236}">
                <a16:creationId xmlns:a16="http://schemas.microsoft.com/office/drawing/2014/main" id="{CB182673-B038-4515-9649-FDC0ACC6EE3D}"/>
              </a:ext>
            </a:extLst>
          </p:cNvPr>
          <p:cNvSpPr/>
          <p:nvPr/>
        </p:nvSpPr>
        <p:spPr>
          <a:xfrm rot="5400000">
            <a:off x="5214492" y="1532036"/>
            <a:ext cx="321907" cy="643815"/>
          </a:xfrm>
          <a:prstGeom prst="moon">
            <a:avLst>
              <a:gd name="adj" fmla="val 6667"/>
            </a:avLst>
          </a:prstGeom>
          <a:solidFill>
            <a:schemeClr val="tx2"/>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grpSp>
        <p:nvGrpSpPr>
          <p:cNvPr id="208" name="bcgIcons_Strategy Operating Model ">
            <a:extLst>
              <a:ext uri="{FF2B5EF4-FFF2-40B4-BE49-F238E27FC236}">
                <a16:creationId xmlns:a16="http://schemas.microsoft.com/office/drawing/2014/main" id="{E3FDD057-96A2-4A9A-A9A4-A67241BEE6E5}"/>
              </a:ext>
            </a:extLst>
          </p:cNvPr>
          <p:cNvGrpSpPr>
            <a:grpSpLocks/>
          </p:cNvGrpSpPr>
          <p:nvPr/>
        </p:nvGrpSpPr>
        <p:grpSpPr>
          <a:xfrm>
            <a:off x="5249910" y="1764648"/>
            <a:ext cx="251072" cy="251070"/>
            <a:chOff x="6464300" y="2606675"/>
            <a:chExt cx="1646238" cy="1644650"/>
          </a:xfrm>
        </p:grpSpPr>
        <p:sp>
          <p:nvSpPr>
            <p:cNvPr id="209" name="AutoShape 3">
              <a:extLst>
                <a:ext uri="{FF2B5EF4-FFF2-40B4-BE49-F238E27FC236}">
                  <a16:creationId xmlns:a16="http://schemas.microsoft.com/office/drawing/2014/main" id="{ADB4BF06-6084-4DE1-B377-47102815FFF4}"/>
                </a:ext>
              </a:extLst>
            </p:cNvPr>
            <p:cNvSpPr>
              <a:spLocks noChangeAspect="1" noChangeArrowheads="1" noTextEdit="1"/>
            </p:cNvSpPr>
            <p:nvPr/>
          </p:nvSpPr>
          <p:spPr bwMode="auto">
            <a:xfrm>
              <a:off x="6464300" y="2606675"/>
              <a:ext cx="1646238"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nvGrpSpPr>
            <p:cNvPr id="210" name="Group 209">
              <a:extLst>
                <a:ext uri="{FF2B5EF4-FFF2-40B4-BE49-F238E27FC236}">
                  <a16:creationId xmlns:a16="http://schemas.microsoft.com/office/drawing/2014/main" id="{EAB02A35-C359-47B5-A43D-B65246CD80AB}"/>
                </a:ext>
              </a:extLst>
            </p:cNvPr>
            <p:cNvGrpSpPr/>
            <p:nvPr/>
          </p:nvGrpSpPr>
          <p:grpSpPr>
            <a:xfrm>
              <a:off x="6634163" y="2962275"/>
              <a:ext cx="1304925" cy="933450"/>
              <a:chOff x="6634163" y="2962275"/>
              <a:chExt cx="1304925" cy="933450"/>
            </a:xfrm>
          </p:grpSpPr>
          <p:sp>
            <p:nvSpPr>
              <p:cNvPr id="211" name="Freeform 13">
                <a:extLst>
                  <a:ext uri="{FF2B5EF4-FFF2-40B4-BE49-F238E27FC236}">
                    <a16:creationId xmlns:a16="http://schemas.microsoft.com/office/drawing/2014/main" id="{45981079-3FD8-4E3C-8ED7-060F573662D7}"/>
                  </a:ext>
                </a:extLst>
              </p:cNvPr>
              <p:cNvSpPr>
                <a:spLocks/>
              </p:cNvSpPr>
              <p:nvPr/>
            </p:nvSpPr>
            <p:spPr bwMode="auto">
              <a:xfrm>
                <a:off x="6634163" y="2962275"/>
                <a:ext cx="1304925" cy="933450"/>
              </a:xfrm>
              <a:custGeom>
                <a:avLst/>
                <a:gdLst>
                  <a:gd name="connsiteX0" fmla="*/ 689333 w 1304925"/>
                  <a:gd name="connsiteY0" fmla="*/ 635000 h 933450"/>
                  <a:gd name="connsiteX1" fmla="*/ 723721 w 1304925"/>
                  <a:gd name="connsiteY1" fmla="*/ 645612 h 933450"/>
                  <a:gd name="connsiteX2" fmla="*/ 740199 w 1304925"/>
                  <a:gd name="connsiteY2" fmla="*/ 729801 h 933450"/>
                  <a:gd name="connsiteX3" fmla="*/ 654229 w 1304925"/>
                  <a:gd name="connsiteY3" fmla="*/ 746073 h 933450"/>
                  <a:gd name="connsiteX4" fmla="*/ 638468 w 1304925"/>
                  <a:gd name="connsiteY4" fmla="*/ 661177 h 933450"/>
                  <a:gd name="connsiteX5" fmla="*/ 689333 w 1304925"/>
                  <a:gd name="connsiteY5" fmla="*/ 635000 h 933450"/>
                  <a:gd name="connsiteX6" fmla="*/ 1083033 w 1304925"/>
                  <a:gd name="connsiteY6" fmla="*/ 274638 h 933450"/>
                  <a:gd name="connsiteX7" fmla="*/ 1117421 w 1304925"/>
                  <a:gd name="connsiteY7" fmla="*/ 285380 h 933450"/>
                  <a:gd name="connsiteX8" fmla="*/ 1133899 w 1304925"/>
                  <a:gd name="connsiteY8" fmla="*/ 370596 h 933450"/>
                  <a:gd name="connsiteX9" fmla="*/ 1047929 w 1304925"/>
                  <a:gd name="connsiteY9" fmla="*/ 387066 h 933450"/>
                  <a:gd name="connsiteX10" fmla="*/ 1032168 w 1304925"/>
                  <a:gd name="connsiteY10" fmla="*/ 301134 h 933450"/>
                  <a:gd name="connsiteX11" fmla="*/ 1083033 w 1304925"/>
                  <a:gd name="connsiteY11" fmla="*/ 274638 h 933450"/>
                  <a:gd name="connsiteX12" fmla="*/ 368300 w 1304925"/>
                  <a:gd name="connsiteY12" fmla="*/ 180975 h 933450"/>
                  <a:gd name="connsiteX13" fmla="*/ 430213 w 1304925"/>
                  <a:gd name="connsiteY13" fmla="*/ 242094 h 933450"/>
                  <a:gd name="connsiteX14" fmla="*/ 368300 w 1304925"/>
                  <a:gd name="connsiteY14" fmla="*/ 303213 h 933450"/>
                  <a:gd name="connsiteX15" fmla="*/ 306387 w 1304925"/>
                  <a:gd name="connsiteY15" fmla="*/ 242094 h 933450"/>
                  <a:gd name="connsiteX16" fmla="*/ 368300 w 1304925"/>
                  <a:gd name="connsiteY16" fmla="*/ 180975 h 933450"/>
                  <a:gd name="connsiteX17" fmla="*/ 30162 w 1304925"/>
                  <a:gd name="connsiteY17" fmla="*/ 31750 h 933450"/>
                  <a:gd name="connsiteX18" fmla="*/ 30162 w 1304925"/>
                  <a:gd name="connsiteY18" fmla="*/ 901700 h 933450"/>
                  <a:gd name="connsiteX19" fmla="*/ 1274762 w 1304925"/>
                  <a:gd name="connsiteY19" fmla="*/ 901700 h 933450"/>
                  <a:gd name="connsiteX20" fmla="*/ 1274762 w 1304925"/>
                  <a:gd name="connsiteY20" fmla="*/ 31750 h 933450"/>
                  <a:gd name="connsiteX21" fmla="*/ 30162 w 1304925"/>
                  <a:gd name="connsiteY21" fmla="*/ 31750 h 933450"/>
                  <a:gd name="connsiteX22" fmla="*/ 15705 w 1304925"/>
                  <a:gd name="connsiteY22" fmla="*/ 0 h 933450"/>
                  <a:gd name="connsiteX23" fmla="*/ 1289220 w 1304925"/>
                  <a:gd name="connsiteY23" fmla="*/ 0 h 933450"/>
                  <a:gd name="connsiteX24" fmla="*/ 1304925 w 1304925"/>
                  <a:gd name="connsiteY24" fmla="*/ 15724 h 933450"/>
                  <a:gd name="connsiteX25" fmla="*/ 1304925 w 1304925"/>
                  <a:gd name="connsiteY25" fmla="*/ 917726 h 933450"/>
                  <a:gd name="connsiteX26" fmla="*/ 1289220 w 1304925"/>
                  <a:gd name="connsiteY26" fmla="*/ 933450 h 933450"/>
                  <a:gd name="connsiteX27" fmla="*/ 15705 w 1304925"/>
                  <a:gd name="connsiteY27" fmla="*/ 933450 h 933450"/>
                  <a:gd name="connsiteX28" fmla="*/ 0 w 1304925"/>
                  <a:gd name="connsiteY28" fmla="*/ 917726 h 933450"/>
                  <a:gd name="connsiteX29" fmla="*/ 0 w 1304925"/>
                  <a:gd name="connsiteY29" fmla="*/ 15724 h 933450"/>
                  <a:gd name="connsiteX30" fmla="*/ 15705 w 1304925"/>
                  <a:gd name="connsiteY30" fmla="*/ 0 h 933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304925" h="933450">
                    <a:moveTo>
                      <a:pt x="689333" y="635000"/>
                    </a:moveTo>
                    <a:cubicBezTo>
                      <a:pt x="701512" y="635000"/>
                      <a:pt x="712975" y="638537"/>
                      <a:pt x="723721" y="645612"/>
                    </a:cubicBezTo>
                    <a:cubicBezTo>
                      <a:pt x="751661" y="664007"/>
                      <a:pt x="758825" y="702210"/>
                      <a:pt x="740199" y="729801"/>
                    </a:cubicBezTo>
                    <a:cubicBezTo>
                      <a:pt x="720856" y="757393"/>
                      <a:pt x="682169" y="765175"/>
                      <a:pt x="654229" y="746073"/>
                    </a:cubicBezTo>
                    <a:cubicBezTo>
                      <a:pt x="626289" y="726972"/>
                      <a:pt x="619125" y="688768"/>
                      <a:pt x="638468" y="661177"/>
                    </a:cubicBezTo>
                    <a:cubicBezTo>
                      <a:pt x="649931" y="644197"/>
                      <a:pt x="669274" y="635000"/>
                      <a:pt x="689333" y="635000"/>
                    </a:cubicBezTo>
                    <a:close/>
                    <a:moveTo>
                      <a:pt x="1083033" y="274638"/>
                    </a:moveTo>
                    <a:cubicBezTo>
                      <a:pt x="1095212" y="274638"/>
                      <a:pt x="1106675" y="278219"/>
                      <a:pt x="1117421" y="285380"/>
                    </a:cubicBezTo>
                    <a:cubicBezTo>
                      <a:pt x="1145361" y="303998"/>
                      <a:pt x="1152525" y="342668"/>
                      <a:pt x="1133899" y="370596"/>
                    </a:cubicBezTo>
                    <a:cubicBezTo>
                      <a:pt x="1114556" y="398524"/>
                      <a:pt x="1075869" y="406401"/>
                      <a:pt x="1047929" y="387066"/>
                    </a:cubicBezTo>
                    <a:cubicBezTo>
                      <a:pt x="1019989" y="367732"/>
                      <a:pt x="1012825" y="329062"/>
                      <a:pt x="1032168" y="301134"/>
                    </a:cubicBezTo>
                    <a:cubicBezTo>
                      <a:pt x="1043631" y="283947"/>
                      <a:pt x="1062974" y="274638"/>
                      <a:pt x="1083033" y="274638"/>
                    </a:cubicBezTo>
                    <a:close/>
                    <a:moveTo>
                      <a:pt x="368300" y="180975"/>
                    </a:moveTo>
                    <a:cubicBezTo>
                      <a:pt x="402494" y="180975"/>
                      <a:pt x="430213" y="208339"/>
                      <a:pt x="430213" y="242094"/>
                    </a:cubicBezTo>
                    <a:cubicBezTo>
                      <a:pt x="430213" y="275849"/>
                      <a:pt x="402494" y="303213"/>
                      <a:pt x="368300" y="303213"/>
                    </a:cubicBezTo>
                    <a:cubicBezTo>
                      <a:pt x="334106" y="303213"/>
                      <a:pt x="306387" y="275849"/>
                      <a:pt x="306387" y="242094"/>
                    </a:cubicBezTo>
                    <a:cubicBezTo>
                      <a:pt x="306387" y="208339"/>
                      <a:pt x="334106" y="180975"/>
                      <a:pt x="368300" y="180975"/>
                    </a:cubicBezTo>
                    <a:close/>
                    <a:moveTo>
                      <a:pt x="30162" y="31750"/>
                    </a:moveTo>
                    <a:cubicBezTo>
                      <a:pt x="30162" y="31750"/>
                      <a:pt x="30162" y="31750"/>
                      <a:pt x="30162" y="901700"/>
                    </a:cubicBezTo>
                    <a:cubicBezTo>
                      <a:pt x="30162" y="901700"/>
                      <a:pt x="30162" y="901700"/>
                      <a:pt x="1274762" y="901700"/>
                    </a:cubicBezTo>
                    <a:cubicBezTo>
                      <a:pt x="1274762" y="901700"/>
                      <a:pt x="1274762" y="901700"/>
                      <a:pt x="1274762" y="31750"/>
                    </a:cubicBezTo>
                    <a:cubicBezTo>
                      <a:pt x="1274762" y="31750"/>
                      <a:pt x="1274762" y="31750"/>
                      <a:pt x="30162" y="31750"/>
                    </a:cubicBezTo>
                    <a:close/>
                    <a:moveTo>
                      <a:pt x="15705" y="0"/>
                    </a:moveTo>
                    <a:cubicBezTo>
                      <a:pt x="15705" y="0"/>
                      <a:pt x="15705" y="0"/>
                      <a:pt x="1289220" y="0"/>
                    </a:cubicBezTo>
                    <a:cubicBezTo>
                      <a:pt x="1297787" y="0"/>
                      <a:pt x="1304925" y="6433"/>
                      <a:pt x="1304925" y="15724"/>
                    </a:cubicBezTo>
                    <a:cubicBezTo>
                      <a:pt x="1304925" y="15724"/>
                      <a:pt x="1304925" y="15724"/>
                      <a:pt x="1304925" y="917726"/>
                    </a:cubicBezTo>
                    <a:cubicBezTo>
                      <a:pt x="1304925" y="927017"/>
                      <a:pt x="1297787" y="933450"/>
                      <a:pt x="1289220" y="933450"/>
                    </a:cubicBezTo>
                    <a:cubicBezTo>
                      <a:pt x="1289220" y="933450"/>
                      <a:pt x="1289220" y="933450"/>
                      <a:pt x="15705" y="933450"/>
                    </a:cubicBezTo>
                    <a:cubicBezTo>
                      <a:pt x="7139" y="933450"/>
                      <a:pt x="0" y="927017"/>
                      <a:pt x="0" y="917726"/>
                    </a:cubicBezTo>
                    <a:cubicBezTo>
                      <a:pt x="0" y="917726"/>
                      <a:pt x="0" y="917726"/>
                      <a:pt x="0" y="15724"/>
                    </a:cubicBezTo>
                    <a:cubicBezTo>
                      <a:pt x="0" y="6433"/>
                      <a:pt x="7139" y="0"/>
                      <a:pt x="15705"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12" name="Freeform 14">
                <a:extLst>
                  <a:ext uri="{FF2B5EF4-FFF2-40B4-BE49-F238E27FC236}">
                    <a16:creationId xmlns:a16="http://schemas.microsoft.com/office/drawing/2014/main" id="{ECB74ABE-6F57-4542-BA9D-435360609786}"/>
                  </a:ext>
                </a:extLst>
              </p:cNvPr>
              <p:cNvSpPr>
                <a:spLocks noChangeArrowheads="1"/>
              </p:cNvSpPr>
              <p:nvPr/>
            </p:nvSpPr>
            <p:spPr bwMode="auto">
              <a:xfrm>
                <a:off x="6696075" y="3025775"/>
                <a:ext cx="1181100" cy="806450"/>
              </a:xfrm>
              <a:custGeom>
                <a:avLst/>
                <a:gdLst>
                  <a:gd name="connsiteX0" fmla="*/ 83732 w 1181100"/>
                  <a:gd name="connsiteY0" fmla="*/ 401488 h 806450"/>
                  <a:gd name="connsiteX1" fmla="*/ 72361 w 1181100"/>
                  <a:gd name="connsiteY1" fmla="*/ 405803 h 806450"/>
                  <a:gd name="connsiteX2" fmla="*/ 72361 w 1181100"/>
                  <a:gd name="connsiteY2" fmla="*/ 428812 h 806450"/>
                  <a:gd name="connsiteX3" fmla="*/ 105763 w 1181100"/>
                  <a:gd name="connsiteY3" fmla="*/ 461888 h 806450"/>
                  <a:gd name="connsiteX4" fmla="*/ 72361 w 1181100"/>
                  <a:gd name="connsiteY4" fmla="*/ 494964 h 806450"/>
                  <a:gd name="connsiteX5" fmla="*/ 72361 w 1181100"/>
                  <a:gd name="connsiteY5" fmla="*/ 517974 h 806450"/>
                  <a:gd name="connsiteX6" fmla="*/ 83732 w 1181100"/>
                  <a:gd name="connsiteY6" fmla="*/ 522288 h 806450"/>
                  <a:gd name="connsiteX7" fmla="*/ 95103 w 1181100"/>
                  <a:gd name="connsiteY7" fmla="*/ 517974 h 806450"/>
                  <a:gd name="connsiteX8" fmla="*/ 127794 w 1181100"/>
                  <a:gd name="connsiteY8" fmla="*/ 484179 h 806450"/>
                  <a:gd name="connsiteX9" fmla="*/ 160486 w 1181100"/>
                  <a:gd name="connsiteY9" fmla="*/ 517974 h 806450"/>
                  <a:gd name="connsiteX10" fmla="*/ 171857 w 1181100"/>
                  <a:gd name="connsiteY10" fmla="*/ 522288 h 806450"/>
                  <a:gd name="connsiteX11" fmla="*/ 183228 w 1181100"/>
                  <a:gd name="connsiteY11" fmla="*/ 517974 h 806450"/>
                  <a:gd name="connsiteX12" fmla="*/ 183228 w 1181100"/>
                  <a:gd name="connsiteY12" fmla="*/ 494964 h 806450"/>
                  <a:gd name="connsiteX13" fmla="*/ 149826 w 1181100"/>
                  <a:gd name="connsiteY13" fmla="*/ 461888 h 806450"/>
                  <a:gd name="connsiteX14" fmla="*/ 183228 w 1181100"/>
                  <a:gd name="connsiteY14" fmla="*/ 428812 h 806450"/>
                  <a:gd name="connsiteX15" fmla="*/ 183228 w 1181100"/>
                  <a:gd name="connsiteY15" fmla="*/ 405803 h 806450"/>
                  <a:gd name="connsiteX16" fmla="*/ 171857 w 1181100"/>
                  <a:gd name="connsiteY16" fmla="*/ 401488 h 806450"/>
                  <a:gd name="connsiteX17" fmla="*/ 160486 w 1181100"/>
                  <a:gd name="connsiteY17" fmla="*/ 405803 h 806450"/>
                  <a:gd name="connsiteX18" fmla="*/ 127794 w 1181100"/>
                  <a:gd name="connsiteY18" fmla="*/ 439598 h 806450"/>
                  <a:gd name="connsiteX19" fmla="*/ 95103 w 1181100"/>
                  <a:gd name="connsiteY19" fmla="*/ 405803 h 806450"/>
                  <a:gd name="connsiteX20" fmla="*/ 83732 w 1181100"/>
                  <a:gd name="connsiteY20" fmla="*/ 401488 h 806450"/>
                  <a:gd name="connsiteX21" fmla="*/ 1002874 w 1181100"/>
                  <a:gd name="connsiteY21" fmla="*/ 182462 h 806450"/>
                  <a:gd name="connsiteX22" fmla="*/ 942998 w 1181100"/>
                  <a:gd name="connsiteY22" fmla="*/ 221097 h 806450"/>
                  <a:gd name="connsiteX23" fmla="*/ 967306 w 1181100"/>
                  <a:gd name="connsiteY23" fmla="*/ 350296 h 806450"/>
                  <a:gd name="connsiteX24" fmla="*/ 1020211 w 1181100"/>
                  <a:gd name="connsiteY24" fmla="*/ 366713 h 806450"/>
                  <a:gd name="connsiteX25" fmla="*/ 1096710 w 1181100"/>
                  <a:gd name="connsiteY25" fmla="*/ 326026 h 806450"/>
                  <a:gd name="connsiteX26" fmla="*/ 1111009 w 1181100"/>
                  <a:gd name="connsiteY26" fmla="*/ 256787 h 806450"/>
                  <a:gd name="connsiteX27" fmla="*/ 1072402 w 1181100"/>
                  <a:gd name="connsiteY27" fmla="*/ 196827 h 806450"/>
                  <a:gd name="connsiteX28" fmla="*/ 1002874 w 1181100"/>
                  <a:gd name="connsiteY28" fmla="*/ 182462 h 806450"/>
                  <a:gd name="connsiteX29" fmla="*/ 824460 w 1181100"/>
                  <a:gd name="connsiteY29" fmla="*/ 181262 h 806450"/>
                  <a:gd name="connsiteX30" fmla="*/ 813653 w 1181100"/>
                  <a:gd name="connsiteY30" fmla="*/ 186527 h 806450"/>
                  <a:gd name="connsiteX31" fmla="*/ 815082 w 1181100"/>
                  <a:gd name="connsiteY31" fmla="*/ 208656 h 806450"/>
                  <a:gd name="connsiteX32" fmla="*/ 857239 w 1181100"/>
                  <a:gd name="connsiteY32" fmla="*/ 246491 h 806450"/>
                  <a:gd name="connsiteX33" fmla="*/ 637881 w 1181100"/>
                  <a:gd name="connsiteY33" fmla="*/ 350714 h 806450"/>
                  <a:gd name="connsiteX34" fmla="*/ 590723 w 1181100"/>
                  <a:gd name="connsiteY34" fmla="*/ 547024 h 806450"/>
                  <a:gd name="connsiteX35" fmla="*/ 549281 w 1181100"/>
                  <a:gd name="connsiteY35" fmla="*/ 579861 h 806450"/>
                  <a:gd name="connsiteX36" fmla="*/ 573575 w 1181100"/>
                  <a:gd name="connsiteY36" fmla="*/ 709069 h 806450"/>
                  <a:gd name="connsiteX37" fmla="*/ 626449 w 1181100"/>
                  <a:gd name="connsiteY37" fmla="*/ 725488 h 806450"/>
                  <a:gd name="connsiteX38" fmla="*/ 702903 w 1181100"/>
                  <a:gd name="connsiteY38" fmla="*/ 684798 h 806450"/>
                  <a:gd name="connsiteX39" fmla="*/ 717193 w 1181100"/>
                  <a:gd name="connsiteY39" fmla="*/ 615554 h 806450"/>
                  <a:gd name="connsiteX40" fmla="*/ 678609 w 1181100"/>
                  <a:gd name="connsiteY40" fmla="*/ 555590 h 806450"/>
                  <a:gd name="connsiteX41" fmla="*/ 622162 w 1181100"/>
                  <a:gd name="connsiteY41" fmla="*/ 539886 h 806450"/>
                  <a:gd name="connsiteX42" fmla="*/ 662890 w 1181100"/>
                  <a:gd name="connsiteY42" fmla="*/ 369988 h 806450"/>
                  <a:gd name="connsiteX43" fmla="*/ 864384 w 1181100"/>
                  <a:gd name="connsiteY43" fmla="*/ 277186 h 806450"/>
                  <a:gd name="connsiteX44" fmla="*/ 821513 w 1181100"/>
                  <a:gd name="connsiteY44" fmla="*/ 325729 h 806450"/>
                  <a:gd name="connsiteX45" fmla="*/ 822942 w 1181100"/>
                  <a:gd name="connsiteY45" fmla="*/ 347858 h 806450"/>
                  <a:gd name="connsiteX46" fmla="*/ 833660 w 1181100"/>
                  <a:gd name="connsiteY46" fmla="*/ 352141 h 806450"/>
                  <a:gd name="connsiteX47" fmla="*/ 845092 w 1181100"/>
                  <a:gd name="connsiteY47" fmla="*/ 346430 h 806450"/>
                  <a:gd name="connsiteX48" fmla="*/ 910113 w 1181100"/>
                  <a:gd name="connsiteY48" fmla="*/ 272903 h 806450"/>
                  <a:gd name="connsiteX49" fmla="*/ 914400 w 1181100"/>
                  <a:gd name="connsiteY49" fmla="*/ 261482 h 806450"/>
                  <a:gd name="connsiteX50" fmla="*/ 909399 w 1181100"/>
                  <a:gd name="connsiteY50" fmla="*/ 250774 h 806450"/>
                  <a:gd name="connsiteX51" fmla="*/ 835803 w 1181100"/>
                  <a:gd name="connsiteY51" fmla="*/ 185099 h 806450"/>
                  <a:gd name="connsiteX52" fmla="*/ 824460 w 1181100"/>
                  <a:gd name="connsiteY52" fmla="*/ 181262 h 806450"/>
                  <a:gd name="connsiteX53" fmla="*/ 306100 w 1181100"/>
                  <a:gd name="connsiteY53" fmla="*/ 85725 h 806450"/>
                  <a:gd name="connsiteX54" fmla="*/ 212725 w 1181100"/>
                  <a:gd name="connsiteY54" fmla="*/ 178632 h 806450"/>
                  <a:gd name="connsiteX55" fmla="*/ 306100 w 1181100"/>
                  <a:gd name="connsiteY55" fmla="*/ 271539 h 806450"/>
                  <a:gd name="connsiteX56" fmla="*/ 362124 w 1181100"/>
                  <a:gd name="connsiteY56" fmla="*/ 252957 h 806450"/>
                  <a:gd name="connsiteX57" fmla="*/ 424613 w 1181100"/>
                  <a:gd name="connsiteY57" fmla="*/ 416616 h 806450"/>
                  <a:gd name="connsiteX58" fmla="*/ 309691 w 1181100"/>
                  <a:gd name="connsiteY58" fmla="*/ 606718 h 806450"/>
                  <a:gd name="connsiteX59" fmla="*/ 317592 w 1181100"/>
                  <a:gd name="connsiteY59" fmla="*/ 542398 h 806450"/>
                  <a:gd name="connsiteX60" fmla="*/ 303945 w 1181100"/>
                  <a:gd name="connsiteY60" fmla="*/ 525246 h 806450"/>
                  <a:gd name="connsiteX61" fmla="*/ 286707 w 1181100"/>
                  <a:gd name="connsiteY61" fmla="*/ 538110 h 806450"/>
                  <a:gd name="connsiteX62" fmla="*/ 273778 w 1181100"/>
                  <a:gd name="connsiteY62" fmla="*/ 636734 h 806450"/>
                  <a:gd name="connsiteX63" fmla="*/ 287425 w 1181100"/>
                  <a:gd name="connsiteY63" fmla="*/ 653886 h 806450"/>
                  <a:gd name="connsiteX64" fmla="*/ 385827 w 1181100"/>
                  <a:gd name="connsiteY64" fmla="*/ 666750 h 806450"/>
                  <a:gd name="connsiteX65" fmla="*/ 387982 w 1181100"/>
                  <a:gd name="connsiteY65" fmla="*/ 666750 h 806450"/>
                  <a:gd name="connsiteX66" fmla="*/ 403784 w 1181100"/>
                  <a:gd name="connsiteY66" fmla="*/ 653171 h 806450"/>
                  <a:gd name="connsiteX67" fmla="*/ 390137 w 1181100"/>
                  <a:gd name="connsiteY67" fmla="*/ 636019 h 806450"/>
                  <a:gd name="connsiteX68" fmla="*/ 332676 w 1181100"/>
                  <a:gd name="connsiteY68" fmla="*/ 628158 h 806450"/>
                  <a:gd name="connsiteX69" fmla="*/ 456217 w 1181100"/>
                  <a:gd name="connsiteY69" fmla="*/ 418046 h 806450"/>
                  <a:gd name="connsiteX70" fmla="*/ 383672 w 1181100"/>
                  <a:gd name="connsiteY70" fmla="*/ 230088 h 806450"/>
                  <a:gd name="connsiteX71" fmla="*/ 399474 w 1181100"/>
                  <a:gd name="connsiteY71" fmla="*/ 178632 h 806450"/>
                  <a:gd name="connsiteX72" fmla="*/ 306100 w 1181100"/>
                  <a:gd name="connsiteY72" fmla="*/ 85725 h 806450"/>
                  <a:gd name="connsiteX73" fmla="*/ 591953 w 1181100"/>
                  <a:gd name="connsiteY73" fmla="*/ 80795 h 806450"/>
                  <a:gd name="connsiteX74" fmla="*/ 580435 w 1181100"/>
                  <a:gd name="connsiteY74" fmla="*/ 85053 h 806450"/>
                  <a:gd name="connsiteX75" fmla="*/ 580435 w 1181100"/>
                  <a:gd name="connsiteY75" fmla="*/ 107763 h 806450"/>
                  <a:gd name="connsiteX76" fmla="*/ 614270 w 1181100"/>
                  <a:gd name="connsiteY76" fmla="*/ 140410 h 806450"/>
                  <a:gd name="connsiteX77" fmla="*/ 580435 w 1181100"/>
                  <a:gd name="connsiteY77" fmla="*/ 173056 h 806450"/>
                  <a:gd name="connsiteX78" fmla="*/ 580435 w 1181100"/>
                  <a:gd name="connsiteY78" fmla="*/ 195767 h 806450"/>
                  <a:gd name="connsiteX79" fmla="*/ 591953 w 1181100"/>
                  <a:gd name="connsiteY79" fmla="*/ 200025 h 806450"/>
                  <a:gd name="connsiteX80" fmla="*/ 603472 w 1181100"/>
                  <a:gd name="connsiteY80" fmla="*/ 195767 h 806450"/>
                  <a:gd name="connsiteX81" fmla="*/ 636588 w 1181100"/>
                  <a:gd name="connsiteY81" fmla="*/ 162411 h 806450"/>
                  <a:gd name="connsiteX82" fmla="*/ 669704 w 1181100"/>
                  <a:gd name="connsiteY82" fmla="*/ 195767 h 806450"/>
                  <a:gd name="connsiteX83" fmla="*/ 681222 w 1181100"/>
                  <a:gd name="connsiteY83" fmla="*/ 200025 h 806450"/>
                  <a:gd name="connsiteX84" fmla="*/ 692741 w 1181100"/>
                  <a:gd name="connsiteY84" fmla="*/ 195767 h 806450"/>
                  <a:gd name="connsiteX85" fmla="*/ 692741 w 1181100"/>
                  <a:gd name="connsiteY85" fmla="*/ 173056 h 806450"/>
                  <a:gd name="connsiteX86" fmla="*/ 658905 w 1181100"/>
                  <a:gd name="connsiteY86" fmla="*/ 140410 h 806450"/>
                  <a:gd name="connsiteX87" fmla="*/ 692741 w 1181100"/>
                  <a:gd name="connsiteY87" fmla="*/ 107763 h 806450"/>
                  <a:gd name="connsiteX88" fmla="*/ 692741 w 1181100"/>
                  <a:gd name="connsiteY88" fmla="*/ 85053 h 806450"/>
                  <a:gd name="connsiteX89" fmla="*/ 681222 w 1181100"/>
                  <a:gd name="connsiteY89" fmla="*/ 80795 h 806450"/>
                  <a:gd name="connsiteX90" fmla="*/ 669704 w 1181100"/>
                  <a:gd name="connsiteY90" fmla="*/ 85053 h 806450"/>
                  <a:gd name="connsiteX91" fmla="*/ 636588 w 1181100"/>
                  <a:gd name="connsiteY91" fmla="*/ 118409 h 806450"/>
                  <a:gd name="connsiteX92" fmla="*/ 603472 w 1181100"/>
                  <a:gd name="connsiteY92" fmla="*/ 85053 h 806450"/>
                  <a:gd name="connsiteX93" fmla="*/ 591953 w 1181100"/>
                  <a:gd name="connsiteY93" fmla="*/ 80795 h 806450"/>
                  <a:gd name="connsiteX94" fmla="*/ 0 w 1181100"/>
                  <a:gd name="connsiteY94" fmla="*/ 0 h 806450"/>
                  <a:gd name="connsiteX95" fmla="*/ 1181100 w 1181100"/>
                  <a:gd name="connsiteY95" fmla="*/ 0 h 806450"/>
                  <a:gd name="connsiteX96" fmla="*/ 1181100 w 1181100"/>
                  <a:gd name="connsiteY96" fmla="*/ 806450 h 806450"/>
                  <a:gd name="connsiteX97" fmla="*/ 0 w 1181100"/>
                  <a:gd name="connsiteY97" fmla="*/ 806450 h 80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181100" h="806450">
                    <a:moveTo>
                      <a:pt x="83732" y="401488"/>
                    </a:moveTo>
                    <a:cubicBezTo>
                      <a:pt x="79645" y="401488"/>
                      <a:pt x="75559" y="402926"/>
                      <a:pt x="72361" y="405803"/>
                    </a:cubicBezTo>
                    <a:cubicBezTo>
                      <a:pt x="66675" y="412274"/>
                      <a:pt x="66675" y="422341"/>
                      <a:pt x="72361" y="428812"/>
                    </a:cubicBezTo>
                    <a:cubicBezTo>
                      <a:pt x="72361" y="428812"/>
                      <a:pt x="72361" y="428812"/>
                      <a:pt x="105763" y="461888"/>
                    </a:cubicBezTo>
                    <a:cubicBezTo>
                      <a:pt x="105763" y="461888"/>
                      <a:pt x="105763" y="461888"/>
                      <a:pt x="72361" y="494964"/>
                    </a:cubicBezTo>
                    <a:cubicBezTo>
                      <a:pt x="66675" y="501436"/>
                      <a:pt x="66675" y="511502"/>
                      <a:pt x="72361" y="517974"/>
                    </a:cubicBezTo>
                    <a:cubicBezTo>
                      <a:pt x="75914" y="520850"/>
                      <a:pt x="79468" y="522288"/>
                      <a:pt x="83732" y="522288"/>
                    </a:cubicBezTo>
                    <a:cubicBezTo>
                      <a:pt x="87996" y="522288"/>
                      <a:pt x="91549" y="520850"/>
                      <a:pt x="95103" y="517974"/>
                    </a:cubicBezTo>
                    <a:cubicBezTo>
                      <a:pt x="95103" y="517974"/>
                      <a:pt x="95103" y="517974"/>
                      <a:pt x="127794" y="484179"/>
                    </a:cubicBezTo>
                    <a:cubicBezTo>
                      <a:pt x="127794" y="484179"/>
                      <a:pt x="127794" y="484179"/>
                      <a:pt x="160486" y="517974"/>
                    </a:cubicBezTo>
                    <a:cubicBezTo>
                      <a:pt x="164039" y="520850"/>
                      <a:pt x="167593" y="522288"/>
                      <a:pt x="171857" y="522288"/>
                    </a:cubicBezTo>
                    <a:cubicBezTo>
                      <a:pt x="176121" y="522288"/>
                      <a:pt x="179674" y="520850"/>
                      <a:pt x="183228" y="517974"/>
                    </a:cubicBezTo>
                    <a:cubicBezTo>
                      <a:pt x="188913" y="511502"/>
                      <a:pt x="188913" y="501436"/>
                      <a:pt x="183228" y="494964"/>
                    </a:cubicBezTo>
                    <a:lnTo>
                      <a:pt x="149826" y="461888"/>
                    </a:lnTo>
                    <a:cubicBezTo>
                      <a:pt x="149826" y="461888"/>
                      <a:pt x="149826" y="461888"/>
                      <a:pt x="183228" y="428812"/>
                    </a:cubicBezTo>
                    <a:cubicBezTo>
                      <a:pt x="188913" y="422341"/>
                      <a:pt x="188913" y="412274"/>
                      <a:pt x="183228" y="405803"/>
                    </a:cubicBezTo>
                    <a:cubicBezTo>
                      <a:pt x="180030" y="402926"/>
                      <a:pt x="175943" y="401488"/>
                      <a:pt x="171857" y="401488"/>
                    </a:cubicBezTo>
                    <a:cubicBezTo>
                      <a:pt x="167770" y="401488"/>
                      <a:pt x="163684" y="402926"/>
                      <a:pt x="160486" y="405803"/>
                    </a:cubicBezTo>
                    <a:cubicBezTo>
                      <a:pt x="160486" y="405803"/>
                      <a:pt x="160486" y="405803"/>
                      <a:pt x="127794" y="439598"/>
                    </a:cubicBezTo>
                    <a:cubicBezTo>
                      <a:pt x="127794" y="439598"/>
                      <a:pt x="127794" y="439598"/>
                      <a:pt x="95103" y="405803"/>
                    </a:cubicBezTo>
                    <a:cubicBezTo>
                      <a:pt x="91905" y="402926"/>
                      <a:pt x="87818" y="401488"/>
                      <a:pt x="83732" y="401488"/>
                    </a:cubicBezTo>
                    <a:close/>
                    <a:moveTo>
                      <a:pt x="1002874" y="182462"/>
                    </a:moveTo>
                    <a:cubicBezTo>
                      <a:pt x="979460" y="186834"/>
                      <a:pt x="957654" y="200039"/>
                      <a:pt x="942998" y="221097"/>
                    </a:cubicBezTo>
                    <a:cubicBezTo>
                      <a:pt x="914400" y="263925"/>
                      <a:pt x="925124" y="321743"/>
                      <a:pt x="967306" y="350296"/>
                    </a:cubicBezTo>
                    <a:cubicBezTo>
                      <a:pt x="983749" y="361003"/>
                      <a:pt x="1001623" y="366713"/>
                      <a:pt x="1020211" y="366713"/>
                    </a:cubicBezTo>
                    <a:cubicBezTo>
                      <a:pt x="1049524" y="366713"/>
                      <a:pt x="1078836" y="352437"/>
                      <a:pt x="1096710" y="326026"/>
                    </a:cubicBezTo>
                    <a:cubicBezTo>
                      <a:pt x="1111009" y="305326"/>
                      <a:pt x="1116013" y="281056"/>
                      <a:pt x="1111009" y="256787"/>
                    </a:cubicBezTo>
                    <a:cubicBezTo>
                      <a:pt x="1106719" y="232518"/>
                      <a:pt x="1093135" y="211103"/>
                      <a:pt x="1072402" y="196827"/>
                    </a:cubicBezTo>
                    <a:cubicBezTo>
                      <a:pt x="1051311" y="182551"/>
                      <a:pt x="1026288" y="178090"/>
                      <a:pt x="1002874" y="182462"/>
                    </a:cubicBezTo>
                    <a:close/>
                    <a:moveTo>
                      <a:pt x="824460" y="181262"/>
                    </a:moveTo>
                    <a:cubicBezTo>
                      <a:pt x="820441" y="181530"/>
                      <a:pt x="816511" y="183314"/>
                      <a:pt x="813653" y="186527"/>
                    </a:cubicBezTo>
                    <a:cubicBezTo>
                      <a:pt x="807937" y="192951"/>
                      <a:pt x="808651" y="202945"/>
                      <a:pt x="815082" y="208656"/>
                    </a:cubicBezTo>
                    <a:cubicBezTo>
                      <a:pt x="815082" y="208656"/>
                      <a:pt x="815082" y="208656"/>
                      <a:pt x="857239" y="246491"/>
                    </a:cubicBezTo>
                    <a:cubicBezTo>
                      <a:pt x="757921" y="257198"/>
                      <a:pt x="683611" y="292177"/>
                      <a:pt x="637881" y="350714"/>
                    </a:cubicBezTo>
                    <a:cubicBezTo>
                      <a:pt x="577147" y="429238"/>
                      <a:pt x="587151" y="523467"/>
                      <a:pt x="590723" y="547024"/>
                    </a:cubicBezTo>
                    <a:cubicBezTo>
                      <a:pt x="575004" y="553449"/>
                      <a:pt x="559999" y="564870"/>
                      <a:pt x="549281" y="579861"/>
                    </a:cubicBezTo>
                    <a:cubicBezTo>
                      <a:pt x="520700" y="622693"/>
                      <a:pt x="531418" y="680515"/>
                      <a:pt x="573575" y="709069"/>
                    </a:cubicBezTo>
                    <a:cubicBezTo>
                      <a:pt x="590009" y="719777"/>
                      <a:pt x="607872" y="725488"/>
                      <a:pt x="626449" y="725488"/>
                    </a:cubicBezTo>
                    <a:cubicBezTo>
                      <a:pt x="655744" y="725488"/>
                      <a:pt x="685040" y="711211"/>
                      <a:pt x="702903" y="684798"/>
                    </a:cubicBezTo>
                    <a:cubicBezTo>
                      <a:pt x="717193" y="664097"/>
                      <a:pt x="722195" y="639825"/>
                      <a:pt x="717193" y="615554"/>
                    </a:cubicBezTo>
                    <a:cubicBezTo>
                      <a:pt x="712906" y="591283"/>
                      <a:pt x="699330" y="569867"/>
                      <a:pt x="678609" y="555590"/>
                    </a:cubicBezTo>
                    <a:cubicBezTo>
                      <a:pt x="661460" y="544169"/>
                      <a:pt x="641454" y="539172"/>
                      <a:pt x="622162" y="539886"/>
                    </a:cubicBezTo>
                    <a:cubicBezTo>
                      <a:pt x="618589" y="517756"/>
                      <a:pt x="612159" y="435663"/>
                      <a:pt x="662890" y="369988"/>
                    </a:cubicBezTo>
                    <a:cubicBezTo>
                      <a:pt x="703617" y="317162"/>
                      <a:pt x="771496" y="286467"/>
                      <a:pt x="864384" y="277186"/>
                    </a:cubicBezTo>
                    <a:cubicBezTo>
                      <a:pt x="864384" y="277186"/>
                      <a:pt x="864384" y="277186"/>
                      <a:pt x="821513" y="325729"/>
                    </a:cubicBezTo>
                    <a:cubicBezTo>
                      <a:pt x="815797" y="332153"/>
                      <a:pt x="816511" y="342147"/>
                      <a:pt x="822942" y="347858"/>
                    </a:cubicBezTo>
                    <a:cubicBezTo>
                      <a:pt x="825800" y="350714"/>
                      <a:pt x="829372" y="352141"/>
                      <a:pt x="833660" y="352141"/>
                    </a:cubicBezTo>
                    <a:cubicBezTo>
                      <a:pt x="837947" y="352141"/>
                      <a:pt x="842234" y="350000"/>
                      <a:pt x="845092" y="346430"/>
                    </a:cubicBezTo>
                    <a:cubicBezTo>
                      <a:pt x="845092" y="346430"/>
                      <a:pt x="845092" y="346430"/>
                      <a:pt x="910113" y="272903"/>
                    </a:cubicBezTo>
                    <a:cubicBezTo>
                      <a:pt x="912971" y="270048"/>
                      <a:pt x="914400" y="265765"/>
                      <a:pt x="914400" y="261482"/>
                    </a:cubicBezTo>
                    <a:cubicBezTo>
                      <a:pt x="914400" y="257912"/>
                      <a:pt x="912257" y="253629"/>
                      <a:pt x="909399" y="250774"/>
                    </a:cubicBezTo>
                    <a:cubicBezTo>
                      <a:pt x="909399" y="250774"/>
                      <a:pt x="909399" y="250774"/>
                      <a:pt x="835803" y="185099"/>
                    </a:cubicBezTo>
                    <a:cubicBezTo>
                      <a:pt x="832588" y="182244"/>
                      <a:pt x="828479" y="180994"/>
                      <a:pt x="824460" y="181262"/>
                    </a:cubicBezTo>
                    <a:close/>
                    <a:moveTo>
                      <a:pt x="306100" y="85725"/>
                    </a:moveTo>
                    <a:cubicBezTo>
                      <a:pt x="254385" y="85725"/>
                      <a:pt x="212725" y="127176"/>
                      <a:pt x="212725" y="178632"/>
                    </a:cubicBezTo>
                    <a:cubicBezTo>
                      <a:pt x="212725" y="230088"/>
                      <a:pt x="254385" y="271539"/>
                      <a:pt x="306100" y="271539"/>
                    </a:cubicBezTo>
                    <a:cubicBezTo>
                      <a:pt x="326929" y="271539"/>
                      <a:pt x="346323" y="264392"/>
                      <a:pt x="362124" y="252957"/>
                    </a:cubicBezTo>
                    <a:cubicBezTo>
                      <a:pt x="377208" y="269395"/>
                      <a:pt x="429641" y="333000"/>
                      <a:pt x="424613" y="416616"/>
                    </a:cubicBezTo>
                    <a:cubicBezTo>
                      <a:pt x="420304" y="483080"/>
                      <a:pt x="381518" y="546686"/>
                      <a:pt x="309691" y="606718"/>
                    </a:cubicBezTo>
                    <a:cubicBezTo>
                      <a:pt x="309691" y="606718"/>
                      <a:pt x="309691" y="606718"/>
                      <a:pt x="317592" y="542398"/>
                    </a:cubicBezTo>
                    <a:cubicBezTo>
                      <a:pt x="319028" y="533822"/>
                      <a:pt x="313282" y="525961"/>
                      <a:pt x="303945" y="525246"/>
                    </a:cubicBezTo>
                    <a:cubicBezTo>
                      <a:pt x="295326" y="523817"/>
                      <a:pt x="287425" y="529534"/>
                      <a:pt x="286707" y="538110"/>
                    </a:cubicBezTo>
                    <a:cubicBezTo>
                      <a:pt x="286707" y="538110"/>
                      <a:pt x="286707" y="538110"/>
                      <a:pt x="273778" y="636734"/>
                    </a:cubicBezTo>
                    <a:cubicBezTo>
                      <a:pt x="272341" y="645310"/>
                      <a:pt x="278806" y="653171"/>
                      <a:pt x="287425" y="653886"/>
                    </a:cubicBezTo>
                    <a:cubicBezTo>
                      <a:pt x="287425" y="653886"/>
                      <a:pt x="287425" y="653886"/>
                      <a:pt x="385827" y="666750"/>
                    </a:cubicBezTo>
                    <a:cubicBezTo>
                      <a:pt x="386545" y="666750"/>
                      <a:pt x="387264" y="666750"/>
                      <a:pt x="387982" y="666750"/>
                    </a:cubicBezTo>
                    <a:cubicBezTo>
                      <a:pt x="395883" y="666750"/>
                      <a:pt x="402347" y="661033"/>
                      <a:pt x="403784" y="653171"/>
                    </a:cubicBezTo>
                    <a:cubicBezTo>
                      <a:pt x="404502" y="644595"/>
                      <a:pt x="398756" y="636734"/>
                      <a:pt x="390137" y="636019"/>
                    </a:cubicBezTo>
                    <a:cubicBezTo>
                      <a:pt x="390137" y="636019"/>
                      <a:pt x="390137" y="636019"/>
                      <a:pt x="332676" y="628158"/>
                    </a:cubicBezTo>
                    <a:cubicBezTo>
                      <a:pt x="410248" y="563123"/>
                      <a:pt x="451908" y="492371"/>
                      <a:pt x="456217" y="418046"/>
                    </a:cubicBezTo>
                    <a:cubicBezTo>
                      <a:pt x="461963" y="319422"/>
                      <a:pt x="400192" y="246525"/>
                      <a:pt x="383672" y="230088"/>
                    </a:cubicBezTo>
                    <a:cubicBezTo>
                      <a:pt x="393728" y="215080"/>
                      <a:pt x="399474" y="197213"/>
                      <a:pt x="399474" y="178632"/>
                    </a:cubicBezTo>
                    <a:cubicBezTo>
                      <a:pt x="399474" y="127176"/>
                      <a:pt x="357815" y="85725"/>
                      <a:pt x="306100" y="85725"/>
                    </a:cubicBezTo>
                    <a:close/>
                    <a:moveTo>
                      <a:pt x="591953" y="80795"/>
                    </a:moveTo>
                    <a:cubicBezTo>
                      <a:pt x="587814" y="80795"/>
                      <a:pt x="583674" y="82214"/>
                      <a:pt x="580435" y="85053"/>
                    </a:cubicBezTo>
                    <a:cubicBezTo>
                      <a:pt x="574675" y="91440"/>
                      <a:pt x="574675" y="101376"/>
                      <a:pt x="580435" y="107763"/>
                    </a:cubicBezTo>
                    <a:lnTo>
                      <a:pt x="614270" y="140410"/>
                    </a:lnTo>
                    <a:cubicBezTo>
                      <a:pt x="614270" y="140410"/>
                      <a:pt x="614270" y="140410"/>
                      <a:pt x="580435" y="173056"/>
                    </a:cubicBezTo>
                    <a:cubicBezTo>
                      <a:pt x="574675" y="179444"/>
                      <a:pt x="574675" y="189380"/>
                      <a:pt x="580435" y="195767"/>
                    </a:cubicBezTo>
                    <a:cubicBezTo>
                      <a:pt x="584034" y="198606"/>
                      <a:pt x="587634" y="200025"/>
                      <a:pt x="591953" y="200025"/>
                    </a:cubicBezTo>
                    <a:cubicBezTo>
                      <a:pt x="596273" y="200025"/>
                      <a:pt x="599872" y="198606"/>
                      <a:pt x="603472" y="195767"/>
                    </a:cubicBezTo>
                    <a:cubicBezTo>
                      <a:pt x="603472" y="195767"/>
                      <a:pt x="603472" y="195767"/>
                      <a:pt x="636588" y="162411"/>
                    </a:cubicBezTo>
                    <a:cubicBezTo>
                      <a:pt x="636588" y="162411"/>
                      <a:pt x="636588" y="162411"/>
                      <a:pt x="669704" y="195767"/>
                    </a:cubicBezTo>
                    <a:cubicBezTo>
                      <a:pt x="673303" y="198606"/>
                      <a:pt x="676903" y="200025"/>
                      <a:pt x="681222" y="200025"/>
                    </a:cubicBezTo>
                    <a:cubicBezTo>
                      <a:pt x="685542" y="200025"/>
                      <a:pt x="689141" y="198606"/>
                      <a:pt x="692741" y="195767"/>
                    </a:cubicBezTo>
                    <a:cubicBezTo>
                      <a:pt x="698500" y="189380"/>
                      <a:pt x="698500" y="179444"/>
                      <a:pt x="692741" y="173056"/>
                    </a:cubicBezTo>
                    <a:cubicBezTo>
                      <a:pt x="692741" y="173056"/>
                      <a:pt x="692741" y="173056"/>
                      <a:pt x="658905" y="140410"/>
                    </a:cubicBezTo>
                    <a:cubicBezTo>
                      <a:pt x="658905" y="140410"/>
                      <a:pt x="658905" y="140410"/>
                      <a:pt x="692741" y="107763"/>
                    </a:cubicBezTo>
                    <a:cubicBezTo>
                      <a:pt x="698500" y="101376"/>
                      <a:pt x="698500" y="91440"/>
                      <a:pt x="692741" y="85053"/>
                    </a:cubicBezTo>
                    <a:cubicBezTo>
                      <a:pt x="689501" y="82214"/>
                      <a:pt x="685362" y="80795"/>
                      <a:pt x="681222" y="80795"/>
                    </a:cubicBezTo>
                    <a:cubicBezTo>
                      <a:pt x="677083" y="80795"/>
                      <a:pt x="672943" y="82214"/>
                      <a:pt x="669704" y="85053"/>
                    </a:cubicBezTo>
                    <a:cubicBezTo>
                      <a:pt x="669704" y="85053"/>
                      <a:pt x="669704" y="85053"/>
                      <a:pt x="636588" y="118409"/>
                    </a:cubicBezTo>
                    <a:cubicBezTo>
                      <a:pt x="636588" y="118409"/>
                      <a:pt x="636588" y="118409"/>
                      <a:pt x="603472" y="85053"/>
                    </a:cubicBezTo>
                    <a:cubicBezTo>
                      <a:pt x="600232" y="82214"/>
                      <a:pt x="596093" y="80795"/>
                      <a:pt x="591953" y="80795"/>
                    </a:cubicBezTo>
                    <a:close/>
                    <a:moveTo>
                      <a:pt x="0" y="0"/>
                    </a:moveTo>
                    <a:lnTo>
                      <a:pt x="1181100" y="0"/>
                    </a:lnTo>
                    <a:lnTo>
                      <a:pt x="1181100" y="806450"/>
                    </a:lnTo>
                    <a:lnTo>
                      <a:pt x="0" y="806450"/>
                    </a:lnTo>
                    <a:close/>
                  </a:path>
                </a:pathLst>
              </a:custGeom>
              <a:solidFill>
                <a:schemeClr val="tx2"/>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grpSp>
      <p:sp>
        <p:nvSpPr>
          <p:cNvPr id="288" name="Moon 287">
            <a:extLst>
              <a:ext uri="{FF2B5EF4-FFF2-40B4-BE49-F238E27FC236}">
                <a16:creationId xmlns:a16="http://schemas.microsoft.com/office/drawing/2014/main" id="{A9093F20-121A-42D2-8EE5-56B53B756F40}"/>
              </a:ext>
            </a:extLst>
          </p:cNvPr>
          <p:cNvSpPr/>
          <p:nvPr/>
        </p:nvSpPr>
        <p:spPr>
          <a:xfrm rot="5400000">
            <a:off x="4234269" y="1532036"/>
            <a:ext cx="321907" cy="643815"/>
          </a:xfrm>
          <a:prstGeom prst="moon">
            <a:avLst>
              <a:gd name="adj" fmla="val 6667"/>
            </a:avLst>
          </a:prstGeom>
          <a:solidFill>
            <a:schemeClr val="tx2"/>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grpSp>
        <p:nvGrpSpPr>
          <p:cNvPr id="213" name="bcgIcons_Develop and grow our priority segments ">
            <a:extLst>
              <a:ext uri="{FF2B5EF4-FFF2-40B4-BE49-F238E27FC236}">
                <a16:creationId xmlns:a16="http://schemas.microsoft.com/office/drawing/2014/main" id="{581AF131-502C-478B-A760-E39A8A6A9E8B}"/>
              </a:ext>
            </a:extLst>
          </p:cNvPr>
          <p:cNvGrpSpPr>
            <a:grpSpLocks/>
          </p:cNvGrpSpPr>
          <p:nvPr/>
        </p:nvGrpSpPr>
        <p:grpSpPr>
          <a:xfrm>
            <a:off x="4269687" y="1764648"/>
            <a:ext cx="251072" cy="251070"/>
            <a:chOff x="5268913" y="2609850"/>
            <a:chExt cx="1644650" cy="1646238"/>
          </a:xfrm>
        </p:grpSpPr>
        <p:sp>
          <p:nvSpPr>
            <p:cNvPr id="214" name="AutoShape 36">
              <a:extLst>
                <a:ext uri="{FF2B5EF4-FFF2-40B4-BE49-F238E27FC236}">
                  <a16:creationId xmlns:a16="http://schemas.microsoft.com/office/drawing/2014/main" id="{46288D17-F467-4FFE-8BAC-06994D651D36}"/>
                </a:ext>
              </a:extLst>
            </p:cNvPr>
            <p:cNvSpPr>
              <a:spLocks noChangeAspect="1" noChangeArrowheads="1" noTextEdit="1"/>
            </p:cNvSpPr>
            <p:nvPr/>
          </p:nvSpPr>
          <p:spPr bwMode="auto">
            <a:xfrm>
              <a:off x="5268913" y="2609850"/>
              <a:ext cx="1644650" cy="164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nvGrpSpPr>
            <p:cNvPr id="215" name="Group 214">
              <a:extLst>
                <a:ext uri="{FF2B5EF4-FFF2-40B4-BE49-F238E27FC236}">
                  <a16:creationId xmlns:a16="http://schemas.microsoft.com/office/drawing/2014/main" id="{59035C93-3AAC-4206-9186-6F2DC268699F}"/>
                </a:ext>
              </a:extLst>
            </p:cNvPr>
            <p:cNvGrpSpPr/>
            <p:nvPr/>
          </p:nvGrpSpPr>
          <p:grpSpPr>
            <a:xfrm>
              <a:off x="5438776" y="2779713"/>
              <a:ext cx="1304925" cy="1304925"/>
              <a:chOff x="5438776" y="2779713"/>
              <a:chExt cx="1304925" cy="1304925"/>
            </a:xfrm>
          </p:grpSpPr>
          <p:sp>
            <p:nvSpPr>
              <p:cNvPr id="216" name="Freeform 15">
                <a:extLst>
                  <a:ext uri="{FF2B5EF4-FFF2-40B4-BE49-F238E27FC236}">
                    <a16:creationId xmlns:a16="http://schemas.microsoft.com/office/drawing/2014/main" id="{53D82E9B-F2F6-4F4D-9216-A9D6C5F15FCF}"/>
                  </a:ext>
                </a:extLst>
              </p:cNvPr>
              <p:cNvSpPr>
                <a:spLocks/>
              </p:cNvSpPr>
              <p:nvPr/>
            </p:nvSpPr>
            <p:spPr bwMode="auto">
              <a:xfrm>
                <a:off x="5627688" y="2968625"/>
                <a:ext cx="927100" cy="928688"/>
              </a:xfrm>
              <a:custGeom>
                <a:avLst/>
                <a:gdLst>
                  <a:gd name="connsiteX0" fmla="*/ 31750 w 927100"/>
                  <a:gd name="connsiteY0" fmla="*/ 30163 h 928688"/>
                  <a:gd name="connsiteX1" fmla="*/ 31750 w 927100"/>
                  <a:gd name="connsiteY1" fmla="*/ 896938 h 928688"/>
                  <a:gd name="connsiteX2" fmla="*/ 896938 w 927100"/>
                  <a:gd name="connsiteY2" fmla="*/ 896938 h 928688"/>
                  <a:gd name="connsiteX3" fmla="*/ 896938 w 927100"/>
                  <a:gd name="connsiteY3" fmla="*/ 30163 h 928688"/>
                  <a:gd name="connsiteX4" fmla="*/ 15690 w 927100"/>
                  <a:gd name="connsiteY4" fmla="*/ 0 h 928688"/>
                  <a:gd name="connsiteX5" fmla="*/ 911411 w 927100"/>
                  <a:gd name="connsiteY5" fmla="*/ 0 h 928688"/>
                  <a:gd name="connsiteX6" fmla="*/ 927100 w 927100"/>
                  <a:gd name="connsiteY6" fmla="*/ 15716 h 928688"/>
                  <a:gd name="connsiteX7" fmla="*/ 927100 w 927100"/>
                  <a:gd name="connsiteY7" fmla="*/ 912972 h 928688"/>
                  <a:gd name="connsiteX8" fmla="*/ 911411 w 927100"/>
                  <a:gd name="connsiteY8" fmla="*/ 928688 h 928688"/>
                  <a:gd name="connsiteX9" fmla="*/ 15690 w 927100"/>
                  <a:gd name="connsiteY9" fmla="*/ 928688 h 928688"/>
                  <a:gd name="connsiteX10" fmla="*/ 0 w 927100"/>
                  <a:gd name="connsiteY10" fmla="*/ 912972 h 928688"/>
                  <a:gd name="connsiteX11" fmla="*/ 0 w 927100"/>
                  <a:gd name="connsiteY11" fmla="*/ 15716 h 928688"/>
                  <a:gd name="connsiteX12" fmla="*/ 15690 w 927100"/>
                  <a:gd name="connsiteY12" fmla="*/ 0 h 928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7100" h="928688">
                    <a:moveTo>
                      <a:pt x="31750" y="30163"/>
                    </a:moveTo>
                    <a:lnTo>
                      <a:pt x="31750" y="896938"/>
                    </a:lnTo>
                    <a:lnTo>
                      <a:pt x="896938" y="896938"/>
                    </a:lnTo>
                    <a:lnTo>
                      <a:pt x="896938" y="30163"/>
                    </a:lnTo>
                    <a:close/>
                    <a:moveTo>
                      <a:pt x="15690" y="0"/>
                    </a:moveTo>
                    <a:cubicBezTo>
                      <a:pt x="15690" y="0"/>
                      <a:pt x="15690" y="0"/>
                      <a:pt x="911411" y="0"/>
                    </a:cubicBezTo>
                    <a:cubicBezTo>
                      <a:pt x="919969" y="0"/>
                      <a:pt x="927100" y="7144"/>
                      <a:pt x="927100" y="15716"/>
                    </a:cubicBezTo>
                    <a:cubicBezTo>
                      <a:pt x="927100" y="15716"/>
                      <a:pt x="927100" y="15716"/>
                      <a:pt x="927100" y="912972"/>
                    </a:cubicBezTo>
                    <a:cubicBezTo>
                      <a:pt x="927100" y="921544"/>
                      <a:pt x="919969" y="928688"/>
                      <a:pt x="911411" y="928688"/>
                    </a:cubicBezTo>
                    <a:cubicBezTo>
                      <a:pt x="911411" y="928688"/>
                      <a:pt x="911411" y="928688"/>
                      <a:pt x="15690" y="928688"/>
                    </a:cubicBezTo>
                    <a:cubicBezTo>
                      <a:pt x="7132" y="928688"/>
                      <a:pt x="0" y="921544"/>
                      <a:pt x="0" y="912972"/>
                    </a:cubicBezTo>
                    <a:cubicBezTo>
                      <a:pt x="0" y="912972"/>
                      <a:pt x="0" y="912972"/>
                      <a:pt x="0" y="15716"/>
                    </a:cubicBezTo>
                    <a:cubicBezTo>
                      <a:pt x="0" y="7144"/>
                      <a:pt x="7132" y="0"/>
                      <a:pt x="15690"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17" name="Freeform 16">
                <a:extLst>
                  <a:ext uri="{FF2B5EF4-FFF2-40B4-BE49-F238E27FC236}">
                    <a16:creationId xmlns:a16="http://schemas.microsoft.com/office/drawing/2014/main" id="{3D3742D9-9245-400C-8463-A23305B812BA}"/>
                  </a:ext>
                </a:extLst>
              </p:cNvPr>
              <p:cNvSpPr>
                <a:spLocks/>
              </p:cNvSpPr>
              <p:nvPr/>
            </p:nvSpPr>
            <p:spPr bwMode="auto">
              <a:xfrm>
                <a:off x="5438776" y="2779713"/>
                <a:ext cx="1304925" cy="1304925"/>
              </a:xfrm>
              <a:custGeom>
                <a:avLst/>
                <a:gdLst>
                  <a:gd name="connsiteX0" fmla="*/ 161309 w 1304925"/>
                  <a:gd name="connsiteY0" fmla="*/ 1122362 h 1304925"/>
                  <a:gd name="connsiteX1" fmla="*/ 184150 w 1304925"/>
                  <a:gd name="connsiteY1" fmla="*/ 1144383 h 1304925"/>
                  <a:gd name="connsiteX2" fmla="*/ 53532 w 1304925"/>
                  <a:gd name="connsiteY2" fmla="*/ 1273669 h 1304925"/>
                  <a:gd name="connsiteX3" fmla="*/ 127763 w 1304925"/>
                  <a:gd name="connsiteY3" fmla="*/ 1273669 h 1304925"/>
                  <a:gd name="connsiteX4" fmla="*/ 143465 w 1304925"/>
                  <a:gd name="connsiteY4" fmla="*/ 1289297 h 1304925"/>
                  <a:gd name="connsiteX5" fmla="*/ 127763 w 1304925"/>
                  <a:gd name="connsiteY5" fmla="*/ 1304925 h 1304925"/>
                  <a:gd name="connsiteX6" fmla="*/ 15702 w 1304925"/>
                  <a:gd name="connsiteY6" fmla="*/ 1304925 h 1304925"/>
                  <a:gd name="connsiteX7" fmla="*/ 12847 w 1304925"/>
                  <a:gd name="connsiteY7" fmla="*/ 1304215 h 1304925"/>
                  <a:gd name="connsiteX8" fmla="*/ 9992 w 1304925"/>
                  <a:gd name="connsiteY8" fmla="*/ 1303504 h 1304925"/>
                  <a:gd name="connsiteX9" fmla="*/ 7851 w 1304925"/>
                  <a:gd name="connsiteY9" fmla="*/ 1302794 h 1304925"/>
                  <a:gd name="connsiteX10" fmla="*/ 5710 w 1304925"/>
                  <a:gd name="connsiteY10" fmla="*/ 1301373 h 1304925"/>
                  <a:gd name="connsiteX11" fmla="*/ 4282 w 1304925"/>
                  <a:gd name="connsiteY11" fmla="*/ 1299953 h 1304925"/>
                  <a:gd name="connsiteX12" fmla="*/ 4282 w 1304925"/>
                  <a:gd name="connsiteY12" fmla="*/ 1299242 h 1304925"/>
                  <a:gd name="connsiteX13" fmla="*/ 2855 w 1304925"/>
                  <a:gd name="connsiteY13" fmla="*/ 1297822 h 1304925"/>
                  <a:gd name="connsiteX14" fmla="*/ 1427 w 1304925"/>
                  <a:gd name="connsiteY14" fmla="*/ 1296401 h 1304925"/>
                  <a:gd name="connsiteX15" fmla="*/ 1427 w 1304925"/>
                  <a:gd name="connsiteY15" fmla="*/ 1295690 h 1304925"/>
                  <a:gd name="connsiteX16" fmla="*/ 714 w 1304925"/>
                  <a:gd name="connsiteY16" fmla="*/ 1292139 h 1304925"/>
                  <a:gd name="connsiteX17" fmla="*/ 0 w 1304925"/>
                  <a:gd name="connsiteY17" fmla="*/ 1291428 h 1304925"/>
                  <a:gd name="connsiteX18" fmla="*/ 0 w 1304925"/>
                  <a:gd name="connsiteY18" fmla="*/ 1289297 h 1304925"/>
                  <a:gd name="connsiteX19" fmla="*/ 0 w 1304925"/>
                  <a:gd name="connsiteY19" fmla="*/ 1177770 h 1304925"/>
                  <a:gd name="connsiteX20" fmla="*/ 15702 w 1304925"/>
                  <a:gd name="connsiteY20" fmla="*/ 1162142 h 1304925"/>
                  <a:gd name="connsiteX21" fmla="*/ 31405 w 1304925"/>
                  <a:gd name="connsiteY21" fmla="*/ 1177770 h 1304925"/>
                  <a:gd name="connsiteX22" fmla="*/ 31405 w 1304925"/>
                  <a:gd name="connsiteY22" fmla="*/ 1251648 h 1304925"/>
                  <a:gd name="connsiteX23" fmla="*/ 161309 w 1304925"/>
                  <a:gd name="connsiteY23" fmla="*/ 1122362 h 1304925"/>
                  <a:gd name="connsiteX24" fmla="*/ 1142988 w 1304925"/>
                  <a:gd name="connsiteY24" fmla="*/ 1120775 h 1304925"/>
                  <a:gd name="connsiteX25" fmla="*/ 1273398 w 1304925"/>
                  <a:gd name="connsiteY25" fmla="*/ 1250679 h 1304925"/>
                  <a:gd name="connsiteX26" fmla="*/ 1273398 w 1304925"/>
                  <a:gd name="connsiteY26" fmla="*/ 1176448 h 1304925"/>
                  <a:gd name="connsiteX27" fmla="*/ 1289161 w 1304925"/>
                  <a:gd name="connsiteY27" fmla="*/ 1160746 h 1304925"/>
                  <a:gd name="connsiteX28" fmla="*/ 1304925 w 1304925"/>
                  <a:gd name="connsiteY28" fmla="*/ 1176448 h 1304925"/>
                  <a:gd name="connsiteX29" fmla="*/ 1304925 w 1304925"/>
                  <a:gd name="connsiteY29" fmla="*/ 1288509 h 1304925"/>
                  <a:gd name="connsiteX30" fmla="*/ 1304925 w 1304925"/>
                  <a:gd name="connsiteY30" fmla="*/ 1289936 h 1304925"/>
                  <a:gd name="connsiteX31" fmla="*/ 1304925 w 1304925"/>
                  <a:gd name="connsiteY31" fmla="*/ 1290650 h 1304925"/>
                  <a:gd name="connsiteX32" fmla="*/ 1304209 w 1304925"/>
                  <a:gd name="connsiteY32" fmla="*/ 1292077 h 1304925"/>
                  <a:gd name="connsiteX33" fmla="*/ 1304209 w 1304925"/>
                  <a:gd name="connsiteY33" fmla="*/ 1292791 h 1304925"/>
                  <a:gd name="connsiteX34" fmla="*/ 1303492 w 1304925"/>
                  <a:gd name="connsiteY34" fmla="*/ 1294932 h 1304925"/>
                  <a:gd name="connsiteX35" fmla="*/ 1302776 w 1304925"/>
                  <a:gd name="connsiteY35" fmla="*/ 1297074 h 1304925"/>
                  <a:gd name="connsiteX36" fmla="*/ 1302059 w 1304925"/>
                  <a:gd name="connsiteY36" fmla="*/ 1297074 h 1304925"/>
                  <a:gd name="connsiteX37" fmla="*/ 1301343 w 1304925"/>
                  <a:gd name="connsiteY37" fmla="*/ 1298501 h 1304925"/>
                  <a:gd name="connsiteX38" fmla="*/ 1301343 w 1304925"/>
                  <a:gd name="connsiteY38" fmla="*/ 1299215 h 1304925"/>
                  <a:gd name="connsiteX39" fmla="*/ 1299909 w 1304925"/>
                  <a:gd name="connsiteY39" fmla="*/ 1300643 h 1304925"/>
                  <a:gd name="connsiteX40" fmla="*/ 1299193 w 1304925"/>
                  <a:gd name="connsiteY40" fmla="*/ 1300643 h 1304925"/>
                  <a:gd name="connsiteX41" fmla="*/ 1297760 w 1304925"/>
                  <a:gd name="connsiteY41" fmla="*/ 1302070 h 1304925"/>
                  <a:gd name="connsiteX42" fmla="*/ 1295610 w 1304925"/>
                  <a:gd name="connsiteY42" fmla="*/ 1302784 h 1304925"/>
                  <a:gd name="connsiteX43" fmla="*/ 1291311 w 1304925"/>
                  <a:gd name="connsiteY43" fmla="*/ 1304211 h 1304925"/>
                  <a:gd name="connsiteX44" fmla="*/ 1289161 w 1304925"/>
                  <a:gd name="connsiteY44" fmla="*/ 1304211 h 1304925"/>
                  <a:gd name="connsiteX45" fmla="*/ 1176665 w 1304925"/>
                  <a:gd name="connsiteY45" fmla="*/ 1304925 h 1304925"/>
                  <a:gd name="connsiteX46" fmla="*/ 1160901 w 1304925"/>
                  <a:gd name="connsiteY46" fmla="*/ 1289222 h 1304925"/>
                  <a:gd name="connsiteX47" fmla="*/ 1176665 w 1304925"/>
                  <a:gd name="connsiteY47" fmla="*/ 1273520 h 1304925"/>
                  <a:gd name="connsiteX48" fmla="*/ 1251185 w 1304925"/>
                  <a:gd name="connsiteY48" fmla="*/ 1273520 h 1304925"/>
                  <a:gd name="connsiteX49" fmla="*/ 1120775 w 1304925"/>
                  <a:gd name="connsiteY49" fmla="*/ 1142902 h 1304925"/>
                  <a:gd name="connsiteX50" fmla="*/ 1142988 w 1304925"/>
                  <a:gd name="connsiteY50" fmla="*/ 1120775 h 1304925"/>
                  <a:gd name="connsiteX51" fmla="*/ 250825 w 1304925"/>
                  <a:gd name="connsiteY51" fmla="*/ 250825 h 1304925"/>
                  <a:gd name="connsiteX52" fmla="*/ 1054100 w 1304925"/>
                  <a:gd name="connsiteY52" fmla="*/ 250825 h 1304925"/>
                  <a:gd name="connsiteX53" fmla="*/ 1054100 w 1304925"/>
                  <a:gd name="connsiteY53" fmla="*/ 1054100 h 1304925"/>
                  <a:gd name="connsiteX54" fmla="*/ 250825 w 1304925"/>
                  <a:gd name="connsiteY54" fmla="*/ 1054100 h 1304925"/>
                  <a:gd name="connsiteX55" fmla="*/ 1176449 w 1304925"/>
                  <a:gd name="connsiteY55" fmla="*/ 0 h 1304925"/>
                  <a:gd name="connsiteX56" fmla="*/ 1288509 w 1304925"/>
                  <a:gd name="connsiteY56" fmla="*/ 0 h 1304925"/>
                  <a:gd name="connsiteX57" fmla="*/ 1289936 w 1304925"/>
                  <a:gd name="connsiteY57" fmla="*/ 0 h 1304925"/>
                  <a:gd name="connsiteX58" fmla="*/ 1290650 w 1304925"/>
                  <a:gd name="connsiteY58" fmla="*/ 0 h 1304925"/>
                  <a:gd name="connsiteX59" fmla="*/ 1292791 w 1304925"/>
                  <a:gd name="connsiteY59" fmla="*/ 710 h 1304925"/>
                  <a:gd name="connsiteX60" fmla="*/ 1294933 w 1304925"/>
                  <a:gd name="connsiteY60" fmla="*/ 1421 h 1304925"/>
                  <a:gd name="connsiteX61" fmla="*/ 1297074 w 1304925"/>
                  <a:gd name="connsiteY61" fmla="*/ 2131 h 1304925"/>
                  <a:gd name="connsiteX62" fmla="*/ 1298501 w 1304925"/>
                  <a:gd name="connsiteY62" fmla="*/ 3552 h 1304925"/>
                  <a:gd name="connsiteX63" fmla="*/ 1299215 w 1304925"/>
                  <a:gd name="connsiteY63" fmla="*/ 3552 h 1304925"/>
                  <a:gd name="connsiteX64" fmla="*/ 1300643 w 1304925"/>
                  <a:gd name="connsiteY64" fmla="*/ 4973 h 1304925"/>
                  <a:gd name="connsiteX65" fmla="*/ 1300643 w 1304925"/>
                  <a:gd name="connsiteY65" fmla="*/ 5683 h 1304925"/>
                  <a:gd name="connsiteX66" fmla="*/ 1302070 w 1304925"/>
                  <a:gd name="connsiteY66" fmla="*/ 7104 h 1304925"/>
                  <a:gd name="connsiteX67" fmla="*/ 1302784 w 1304925"/>
                  <a:gd name="connsiteY67" fmla="*/ 8524 h 1304925"/>
                  <a:gd name="connsiteX68" fmla="*/ 1302784 w 1304925"/>
                  <a:gd name="connsiteY68" fmla="*/ 9235 h 1304925"/>
                  <a:gd name="connsiteX69" fmla="*/ 1304211 w 1304925"/>
                  <a:gd name="connsiteY69" fmla="*/ 12787 h 1304925"/>
                  <a:gd name="connsiteX70" fmla="*/ 1304211 w 1304925"/>
                  <a:gd name="connsiteY70" fmla="*/ 13497 h 1304925"/>
                  <a:gd name="connsiteX71" fmla="*/ 1304211 w 1304925"/>
                  <a:gd name="connsiteY71" fmla="*/ 15628 h 1304925"/>
                  <a:gd name="connsiteX72" fmla="*/ 1304925 w 1304925"/>
                  <a:gd name="connsiteY72" fmla="*/ 127155 h 1304925"/>
                  <a:gd name="connsiteX73" fmla="*/ 1289223 w 1304925"/>
                  <a:gd name="connsiteY73" fmla="*/ 142783 h 1304925"/>
                  <a:gd name="connsiteX74" fmla="*/ 1273520 w 1304925"/>
                  <a:gd name="connsiteY74" fmla="*/ 127155 h 1304925"/>
                  <a:gd name="connsiteX75" fmla="*/ 1273520 w 1304925"/>
                  <a:gd name="connsiteY75" fmla="*/ 53277 h 1304925"/>
                  <a:gd name="connsiteX76" fmla="*/ 1142902 w 1304925"/>
                  <a:gd name="connsiteY76" fmla="*/ 182563 h 1304925"/>
                  <a:gd name="connsiteX77" fmla="*/ 1120775 w 1304925"/>
                  <a:gd name="connsiteY77" fmla="*/ 160542 h 1304925"/>
                  <a:gd name="connsiteX78" fmla="*/ 1250680 w 1304925"/>
                  <a:gd name="connsiteY78" fmla="*/ 31256 h 1304925"/>
                  <a:gd name="connsiteX79" fmla="*/ 1176449 w 1304925"/>
                  <a:gd name="connsiteY79" fmla="*/ 31256 h 1304925"/>
                  <a:gd name="connsiteX80" fmla="*/ 1160746 w 1304925"/>
                  <a:gd name="connsiteY80" fmla="*/ 15628 h 1304925"/>
                  <a:gd name="connsiteX81" fmla="*/ 1176449 w 1304925"/>
                  <a:gd name="connsiteY81" fmla="*/ 0 h 1304925"/>
                  <a:gd name="connsiteX82" fmla="*/ 128260 w 1304925"/>
                  <a:gd name="connsiteY82" fmla="*/ 0 h 1304925"/>
                  <a:gd name="connsiteX83" fmla="*/ 144024 w 1304925"/>
                  <a:gd name="connsiteY83" fmla="*/ 15703 h 1304925"/>
                  <a:gd name="connsiteX84" fmla="*/ 128260 w 1304925"/>
                  <a:gd name="connsiteY84" fmla="*/ 31406 h 1304925"/>
                  <a:gd name="connsiteX85" fmla="*/ 53740 w 1304925"/>
                  <a:gd name="connsiteY85" fmla="*/ 31406 h 1304925"/>
                  <a:gd name="connsiteX86" fmla="*/ 184150 w 1304925"/>
                  <a:gd name="connsiteY86" fmla="*/ 162024 h 1304925"/>
                  <a:gd name="connsiteX87" fmla="*/ 161937 w 1304925"/>
                  <a:gd name="connsiteY87" fmla="*/ 184150 h 1304925"/>
                  <a:gd name="connsiteX88" fmla="*/ 31527 w 1304925"/>
                  <a:gd name="connsiteY88" fmla="*/ 54246 h 1304925"/>
                  <a:gd name="connsiteX89" fmla="*/ 31527 w 1304925"/>
                  <a:gd name="connsiteY89" fmla="*/ 128477 h 1304925"/>
                  <a:gd name="connsiteX90" fmla="*/ 15764 w 1304925"/>
                  <a:gd name="connsiteY90" fmla="*/ 144180 h 1304925"/>
                  <a:gd name="connsiteX91" fmla="*/ 0 w 1304925"/>
                  <a:gd name="connsiteY91" fmla="*/ 128477 h 1304925"/>
                  <a:gd name="connsiteX92" fmla="*/ 0 w 1304925"/>
                  <a:gd name="connsiteY92" fmla="*/ 16417 h 1304925"/>
                  <a:gd name="connsiteX93" fmla="*/ 0 w 1304925"/>
                  <a:gd name="connsiteY93" fmla="*/ 14989 h 1304925"/>
                  <a:gd name="connsiteX94" fmla="*/ 0 w 1304925"/>
                  <a:gd name="connsiteY94" fmla="*/ 14275 h 1304925"/>
                  <a:gd name="connsiteX95" fmla="*/ 716 w 1304925"/>
                  <a:gd name="connsiteY95" fmla="*/ 12848 h 1304925"/>
                  <a:gd name="connsiteX96" fmla="*/ 716 w 1304925"/>
                  <a:gd name="connsiteY96" fmla="*/ 12134 h 1304925"/>
                  <a:gd name="connsiteX97" fmla="*/ 1433 w 1304925"/>
                  <a:gd name="connsiteY97" fmla="*/ 9993 h 1304925"/>
                  <a:gd name="connsiteX98" fmla="*/ 2149 w 1304925"/>
                  <a:gd name="connsiteY98" fmla="*/ 7851 h 1304925"/>
                  <a:gd name="connsiteX99" fmla="*/ 3582 w 1304925"/>
                  <a:gd name="connsiteY99" fmla="*/ 6424 h 1304925"/>
                  <a:gd name="connsiteX100" fmla="*/ 3582 w 1304925"/>
                  <a:gd name="connsiteY100" fmla="*/ 5710 h 1304925"/>
                  <a:gd name="connsiteX101" fmla="*/ 5016 w 1304925"/>
                  <a:gd name="connsiteY101" fmla="*/ 4283 h 1304925"/>
                  <a:gd name="connsiteX102" fmla="*/ 7165 w 1304925"/>
                  <a:gd name="connsiteY102" fmla="*/ 2855 h 1304925"/>
                  <a:gd name="connsiteX103" fmla="*/ 8598 w 1304925"/>
                  <a:gd name="connsiteY103" fmla="*/ 2141 h 1304925"/>
                  <a:gd name="connsiteX104" fmla="*/ 9315 w 1304925"/>
                  <a:gd name="connsiteY104" fmla="*/ 2141 h 1304925"/>
                  <a:gd name="connsiteX105" fmla="*/ 12897 w 1304925"/>
                  <a:gd name="connsiteY105" fmla="*/ 714 h 1304925"/>
                  <a:gd name="connsiteX106" fmla="*/ 13614 w 1304925"/>
                  <a:gd name="connsiteY106" fmla="*/ 714 h 1304925"/>
                  <a:gd name="connsiteX107" fmla="*/ 15764 w 1304925"/>
                  <a:gd name="connsiteY107" fmla="*/ 714 h 1304925"/>
                  <a:gd name="connsiteX108" fmla="*/ 128260 w 1304925"/>
                  <a:gd name="connsiteY108" fmla="*/ 0 h 1304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304925" h="1304925">
                    <a:moveTo>
                      <a:pt x="161309" y="1122362"/>
                    </a:moveTo>
                    <a:cubicBezTo>
                      <a:pt x="166306" y="1132307"/>
                      <a:pt x="174157" y="1140121"/>
                      <a:pt x="184150" y="1144383"/>
                    </a:cubicBezTo>
                    <a:cubicBezTo>
                      <a:pt x="184150" y="1144383"/>
                      <a:pt x="184150" y="1144383"/>
                      <a:pt x="53532" y="1273669"/>
                    </a:cubicBezTo>
                    <a:cubicBezTo>
                      <a:pt x="53532" y="1273669"/>
                      <a:pt x="53532" y="1273669"/>
                      <a:pt x="127763" y="1273669"/>
                    </a:cubicBezTo>
                    <a:cubicBezTo>
                      <a:pt x="136328" y="1273669"/>
                      <a:pt x="143465" y="1280773"/>
                      <a:pt x="143465" y="1289297"/>
                    </a:cubicBezTo>
                    <a:cubicBezTo>
                      <a:pt x="143465" y="1297822"/>
                      <a:pt x="136328" y="1304925"/>
                      <a:pt x="127763" y="1304925"/>
                    </a:cubicBezTo>
                    <a:cubicBezTo>
                      <a:pt x="127763" y="1304925"/>
                      <a:pt x="127763" y="1304925"/>
                      <a:pt x="15702" y="1304925"/>
                    </a:cubicBezTo>
                    <a:cubicBezTo>
                      <a:pt x="14989" y="1304925"/>
                      <a:pt x="13561" y="1304925"/>
                      <a:pt x="12847" y="1304215"/>
                    </a:cubicBezTo>
                    <a:cubicBezTo>
                      <a:pt x="12134" y="1304215"/>
                      <a:pt x="10706" y="1304215"/>
                      <a:pt x="9992" y="1303504"/>
                    </a:cubicBezTo>
                    <a:cubicBezTo>
                      <a:pt x="9279" y="1303504"/>
                      <a:pt x="8565" y="1302794"/>
                      <a:pt x="7851" y="1302794"/>
                    </a:cubicBezTo>
                    <a:cubicBezTo>
                      <a:pt x="7137" y="1302084"/>
                      <a:pt x="6424" y="1301373"/>
                      <a:pt x="5710" y="1301373"/>
                    </a:cubicBezTo>
                    <a:cubicBezTo>
                      <a:pt x="4996" y="1300663"/>
                      <a:pt x="4996" y="1300663"/>
                      <a:pt x="4282" y="1299953"/>
                    </a:cubicBezTo>
                    <a:cubicBezTo>
                      <a:pt x="4282" y="1299953"/>
                      <a:pt x="4282" y="1299953"/>
                      <a:pt x="4282" y="1299242"/>
                    </a:cubicBezTo>
                    <a:cubicBezTo>
                      <a:pt x="3569" y="1299242"/>
                      <a:pt x="2855" y="1298532"/>
                      <a:pt x="2855" y="1297822"/>
                    </a:cubicBezTo>
                    <a:cubicBezTo>
                      <a:pt x="2141" y="1297111"/>
                      <a:pt x="2141" y="1296401"/>
                      <a:pt x="1427" y="1296401"/>
                    </a:cubicBezTo>
                    <a:cubicBezTo>
                      <a:pt x="1427" y="1295690"/>
                      <a:pt x="1427" y="1295690"/>
                      <a:pt x="1427" y="1295690"/>
                    </a:cubicBezTo>
                    <a:cubicBezTo>
                      <a:pt x="714" y="1294270"/>
                      <a:pt x="714" y="1293559"/>
                      <a:pt x="714" y="1292139"/>
                    </a:cubicBezTo>
                    <a:cubicBezTo>
                      <a:pt x="0" y="1291428"/>
                      <a:pt x="0" y="1291428"/>
                      <a:pt x="0" y="1291428"/>
                    </a:cubicBezTo>
                    <a:cubicBezTo>
                      <a:pt x="0" y="1290718"/>
                      <a:pt x="0" y="1290008"/>
                      <a:pt x="0" y="1289297"/>
                    </a:cubicBezTo>
                    <a:cubicBezTo>
                      <a:pt x="0" y="1289297"/>
                      <a:pt x="0" y="1289297"/>
                      <a:pt x="0" y="1177770"/>
                    </a:cubicBezTo>
                    <a:cubicBezTo>
                      <a:pt x="0" y="1169246"/>
                      <a:pt x="7137" y="1162142"/>
                      <a:pt x="15702" y="1162142"/>
                    </a:cubicBezTo>
                    <a:cubicBezTo>
                      <a:pt x="24268" y="1162142"/>
                      <a:pt x="31405" y="1169246"/>
                      <a:pt x="31405" y="1177770"/>
                    </a:cubicBezTo>
                    <a:cubicBezTo>
                      <a:pt x="31405" y="1177770"/>
                      <a:pt x="31405" y="1177770"/>
                      <a:pt x="31405" y="1251648"/>
                    </a:cubicBezTo>
                    <a:cubicBezTo>
                      <a:pt x="31405" y="1251648"/>
                      <a:pt x="31405" y="1251648"/>
                      <a:pt x="161309" y="1122362"/>
                    </a:cubicBezTo>
                    <a:close/>
                    <a:moveTo>
                      <a:pt x="1142988" y="1120775"/>
                    </a:moveTo>
                    <a:cubicBezTo>
                      <a:pt x="1142988" y="1120775"/>
                      <a:pt x="1142988" y="1120775"/>
                      <a:pt x="1273398" y="1250679"/>
                    </a:cubicBezTo>
                    <a:cubicBezTo>
                      <a:pt x="1273398" y="1250679"/>
                      <a:pt x="1273398" y="1250679"/>
                      <a:pt x="1273398" y="1176448"/>
                    </a:cubicBezTo>
                    <a:cubicBezTo>
                      <a:pt x="1273398" y="1167883"/>
                      <a:pt x="1280563" y="1160746"/>
                      <a:pt x="1289161" y="1160746"/>
                    </a:cubicBezTo>
                    <a:cubicBezTo>
                      <a:pt x="1297760" y="1160746"/>
                      <a:pt x="1304925" y="1167883"/>
                      <a:pt x="1304925" y="1176448"/>
                    </a:cubicBezTo>
                    <a:cubicBezTo>
                      <a:pt x="1304925" y="1176448"/>
                      <a:pt x="1304925" y="1176448"/>
                      <a:pt x="1304925" y="1288509"/>
                    </a:cubicBezTo>
                    <a:cubicBezTo>
                      <a:pt x="1304925" y="1289222"/>
                      <a:pt x="1304925" y="1289936"/>
                      <a:pt x="1304925" y="1289936"/>
                    </a:cubicBezTo>
                    <a:cubicBezTo>
                      <a:pt x="1304925" y="1289936"/>
                      <a:pt x="1304925" y="1290650"/>
                      <a:pt x="1304925" y="1290650"/>
                    </a:cubicBezTo>
                    <a:cubicBezTo>
                      <a:pt x="1304925" y="1291364"/>
                      <a:pt x="1304209" y="1292077"/>
                      <a:pt x="1304209" y="1292077"/>
                    </a:cubicBezTo>
                    <a:cubicBezTo>
                      <a:pt x="1304209" y="1292791"/>
                      <a:pt x="1304209" y="1292791"/>
                      <a:pt x="1304209" y="1292791"/>
                    </a:cubicBezTo>
                    <a:cubicBezTo>
                      <a:pt x="1304209" y="1293505"/>
                      <a:pt x="1303492" y="1294219"/>
                      <a:pt x="1303492" y="1294932"/>
                    </a:cubicBezTo>
                    <a:cubicBezTo>
                      <a:pt x="1303492" y="1295646"/>
                      <a:pt x="1302776" y="1296360"/>
                      <a:pt x="1302776" y="1297074"/>
                    </a:cubicBezTo>
                    <a:cubicBezTo>
                      <a:pt x="1302776" y="1297074"/>
                      <a:pt x="1302776" y="1297074"/>
                      <a:pt x="1302059" y="1297074"/>
                    </a:cubicBezTo>
                    <a:cubicBezTo>
                      <a:pt x="1302059" y="1297788"/>
                      <a:pt x="1301343" y="1298501"/>
                      <a:pt x="1301343" y="1298501"/>
                    </a:cubicBezTo>
                    <a:cubicBezTo>
                      <a:pt x="1301343" y="1298501"/>
                      <a:pt x="1301343" y="1299215"/>
                      <a:pt x="1301343" y="1299215"/>
                    </a:cubicBezTo>
                    <a:cubicBezTo>
                      <a:pt x="1300626" y="1299215"/>
                      <a:pt x="1299909" y="1299929"/>
                      <a:pt x="1299909" y="1300643"/>
                    </a:cubicBezTo>
                    <a:cubicBezTo>
                      <a:pt x="1299909" y="1300643"/>
                      <a:pt x="1299193" y="1300643"/>
                      <a:pt x="1299193" y="1300643"/>
                    </a:cubicBezTo>
                    <a:cubicBezTo>
                      <a:pt x="1299193" y="1301356"/>
                      <a:pt x="1298476" y="1301356"/>
                      <a:pt x="1297760" y="1302070"/>
                    </a:cubicBezTo>
                    <a:cubicBezTo>
                      <a:pt x="1297043" y="1302070"/>
                      <a:pt x="1296327" y="1302784"/>
                      <a:pt x="1295610" y="1302784"/>
                    </a:cubicBezTo>
                    <a:cubicBezTo>
                      <a:pt x="1294177" y="1303498"/>
                      <a:pt x="1292744" y="1304211"/>
                      <a:pt x="1291311" y="1304211"/>
                    </a:cubicBezTo>
                    <a:cubicBezTo>
                      <a:pt x="1290595" y="1304211"/>
                      <a:pt x="1289878" y="1304211"/>
                      <a:pt x="1289161" y="1304211"/>
                    </a:cubicBezTo>
                    <a:cubicBezTo>
                      <a:pt x="1289161" y="1304211"/>
                      <a:pt x="1289161" y="1304211"/>
                      <a:pt x="1176665" y="1304925"/>
                    </a:cubicBezTo>
                    <a:cubicBezTo>
                      <a:pt x="1168067" y="1304925"/>
                      <a:pt x="1160901" y="1297788"/>
                      <a:pt x="1160901" y="1289222"/>
                    </a:cubicBezTo>
                    <a:cubicBezTo>
                      <a:pt x="1160901" y="1280657"/>
                      <a:pt x="1168067" y="1273520"/>
                      <a:pt x="1176665" y="1273520"/>
                    </a:cubicBezTo>
                    <a:cubicBezTo>
                      <a:pt x="1176665" y="1273520"/>
                      <a:pt x="1176665" y="1273520"/>
                      <a:pt x="1251185" y="1273520"/>
                    </a:cubicBezTo>
                    <a:cubicBezTo>
                      <a:pt x="1251185" y="1273520"/>
                      <a:pt x="1251185" y="1273520"/>
                      <a:pt x="1120775" y="1142902"/>
                    </a:cubicBezTo>
                    <a:cubicBezTo>
                      <a:pt x="1130807" y="1138619"/>
                      <a:pt x="1138689" y="1130768"/>
                      <a:pt x="1142988" y="1120775"/>
                    </a:cubicBezTo>
                    <a:close/>
                    <a:moveTo>
                      <a:pt x="250825" y="250825"/>
                    </a:moveTo>
                    <a:lnTo>
                      <a:pt x="1054100" y="250825"/>
                    </a:lnTo>
                    <a:lnTo>
                      <a:pt x="1054100" y="1054100"/>
                    </a:lnTo>
                    <a:lnTo>
                      <a:pt x="250825" y="1054100"/>
                    </a:lnTo>
                    <a:close/>
                    <a:moveTo>
                      <a:pt x="1176449" y="0"/>
                    </a:moveTo>
                    <a:cubicBezTo>
                      <a:pt x="1176449" y="0"/>
                      <a:pt x="1176449" y="0"/>
                      <a:pt x="1288509" y="0"/>
                    </a:cubicBezTo>
                    <a:cubicBezTo>
                      <a:pt x="1289223" y="0"/>
                      <a:pt x="1289936" y="0"/>
                      <a:pt x="1289936" y="0"/>
                    </a:cubicBezTo>
                    <a:cubicBezTo>
                      <a:pt x="1289936" y="0"/>
                      <a:pt x="1290650" y="0"/>
                      <a:pt x="1290650" y="0"/>
                    </a:cubicBezTo>
                    <a:cubicBezTo>
                      <a:pt x="1291364" y="0"/>
                      <a:pt x="1292078" y="0"/>
                      <a:pt x="1292791" y="710"/>
                    </a:cubicBezTo>
                    <a:cubicBezTo>
                      <a:pt x="1293505" y="710"/>
                      <a:pt x="1294219" y="710"/>
                      <a:pt x="1294933" y="1421"/>
                    </a:cubicBezTo>
                    <a:cubicBezTo>
                      <a:pt x="1295646" y="1421"/>
                      <a:pt x="1296360" y="2131"/>
                      <a:pt x="1297074" y="2131"/>
                    </a:cubicBezTo>
                    <a:cubicBezTo>
                      <a:pt x="1297788" y="2842"/>
                      <a:pt x="1298501" y="3552"/>
                      <a:pt x="1298501" y="3552"/>
                    </a:cubicBezTo>
                    <a:cubicBezTo>
                      <a:pt x="1298501" y="3552"/>
                      <a:pt x="1298501" y="3552"/>
                      <a:pt x="1299215" y="3552"/>
                    </a:cubicBezTo>
                    <a:cubicBezTo>
                      <a:pt x="1299215" y="4262"/>
                      <a:pt x="1299929" y="4262"/>
                      <a:pt x="1300643" y="4973"/>
                    </a:cubicBezTo>
                    <a:cubicBezTo>
                      <a:pt x="1300643" y="4973"/>
                      <a:pt x="1300643" y="4973"/>
                      <a:pt x="1300643" y="5683"/>
                    </a:cubicBezTo>
                    <a:cubicBezTo>
                      <a:pt x="1301356" y="5683"/>
                      <a:pt x="1301356" y="6393"/>
                      <a:pt x="1302070" y="7104"/>
                    </a:cubicBezTo>
                    <a:cubicBezTo>
                      <a:pt x="1302070" y="7814"/>
                      <a:pt x="1302784" y="8524"/>
                      <a:pt x="1302784" y="8524"/>
                    </a:cubicBezTo>
                    <a:cubicBezTo>
                      <a:pt x="1302784" y="9235"/>
                      <a:pt x="1302784" y="9235"/>
                      <a:pt x="1302784" y="9235"/>
                    </a:cubicBezTo>
                    <a:cubicBezTo>
                      <a:pt x="1303498" y="10656"/>
                      <a:pt x="1304211" y="11366"/>
                      <a:pt x="1304211" y="12787"/>
                    </a:cubicBezTo>
                    <a:cubicBezTo>
                      <a:pt x="1304211" y="13497"/>
                      <a:pt x="1304211" y="13497"/>
                      <a:pt x="1304211" y="13497"/>
                    </a:cubicBezTo>
                    <a:cubicBezTo>
                      <a:pt x="1304211" y="14207"/>
                      <a:pt x="1304211" y="14918"/>
                      <a:pt x="1304211" y="15628"/>
                    </a:cubicBezTo>
                    <a:cubicBezTo>
                      <a:pt x="1304211" y="15628"/>
                      <a:pt x="1304211" y="15628"/>
                      <a:pt x="1304925" y="127155"/>
                    </a:cubicBezTo>
                    <a:cubicBezTo>
                      <a:pt x="1304925" y="135679"/>
                      <a:pt x="1297788" y="142783"/>
                      <a:pt x="1289223" y="142783"/>
                    </a:cubicBezTo>
                    <a:cubicBezTo>
                      <a:pt x="1280657" y="142783"/>
                      <a:pt x="1273520" y="135679"/>
                      <a:pt x="1273520" y="127155"/>
                    </a:cubicBezTo>
                    <a:cubicBezTo>
                      <a:pt x="1273520" y="127155"/>
                      <a:pt x="1273520" y="127155"/>
                      <a:pt x="1273520" y="53277"/>
                    </a:cubicBezTo>
                    <a:cubicBezTo>
                      <a:pt x="1273520" y="53277"/>
                      <a:pt x="1273520" y="53277"/>
                      <a:pt x="1142902" y="182563"/>
                    </a:cubicBezTo>
                    <a:cubicBezTo>
                      <a:pt x="1138619" y="172618"/>
                      <a:pt x="1130768" y="164804"/>
                      <a:pt x="1120775" y="160542"/>
                    </a:cubicBezTo>
                    <a:cubicBezTo>
                      <a:pt x="1120775" y="160542"/>
                      <a:pt x="1120775" y="160542"/>
                      <a:pt x="1250680" y="31256"/>
                    </a:cubicBezTo>
                    <a:cubicBezTo>
                      <a:pt x="1250680" y="31256"/>
                      <a:pt x="1250680" y="31256"/>
                      <a:pt x="1176449" y="31256"/>
                    </a:cubicBezTo>
                    <a:cubicBezTo>
                      <a:pt x="1167883" y="31256"/>
                      <a:pt x="1160746" y="24152"/>
                      <a:pt x="1160746" y="15628"/>
                    </a:cubicBezTo>
                    <a:cubicBezTo>
                      <a:pt x="1160746" y="7104"/>
                      <a:pt x="1167883" y="0"/>
                      <a:pt x="1176449" y="0"/>
                    </a:cubicBezTo>
                    <a:close/>
                    <a:moveTo>
                      <a:pt x="128260" y="0"/>
                    </a:moveTo>
                    <a:cubicBezTo>
                      <a:pt x="136858" y="0"/>
                      <a:pt x="144024" y="7138"/>
                      <a:pt x="144024" y="15703"/>
                    </a:cubicBezTo>
                    <a:cubicBezTo>
                      <a:pt x="144024" y="24268"/>
                      <a:pt x="136858" y="31406"/>
                      <a:pt x="128260" y="31406"/>
                    </a:cubicBezTo>
                    <a:cubicBezTo>
                      <a:pt x="128260" y="31406"/>
                      <a:pt x="128260" y="31406"/>
                      <a:pt x="53740" y="31406"/>
                    </a:cubicBezTo>
                    <a:cubicBezTo>
                      <a:pt x="53740" y="31406"/>
                      <a:pt x="53740" y="31406"/>
                      <a:pt x="184150" y="162024"/>
                    </a:cubicBezTo>
                    <a:cubicBezTo>
                      <a:pt x="174118" y="166306"/>
                      <a:pt x="166236" y="174157"/>
                      <a:pt x="161937" y="184150"/>
                    </a:cubicBezTo>
                    <a:cubicBezTo>
                      <a:pt x="161937" y="184150"/>
                      <a:pt x="161937" y="184150"/>
                      <a:pt x="31527" y="54246"/>
                    </a:cubicBezTo>
                    <a:cubicBezTo>
                      <a:pt x="31527" y="54246"/>
                      <a:pt x="31527" y="54246"/>
                      <a:pt x="31527" y="128477"/>
                    </a:cubicBezTo>
                    <a:cubicBezTo>
                      <a:pt x="31527" y="137042"/>
                      <a:pt x="24362" y="144180"/>
                      <a:pt x="15764" y="144180"/>
                    </a:cubicBezTo>
                    <a:cubicBezTo>
                      <a:pt x="7165" y="144180"/>
                      <a:pt x="0" y="137042"/>
                      <a:pt x="0" y="128477"/>
                    </a:cubicBezTo>
                    <a:cubicBezTo>
                      <a:pt x="0" y="128477"/>
                      <a:pt x="0" y="128477"/>
                      <a:pt x="0" y="16417"/>
                    </a:cubicBezTo>
                    <a:cubicBezTo>
                      <a:pt x="0" y="15703"/>
                      <a:pt x="0" y="14989"/>
                      <a:pt x="0" y="14989"/>
                    </a:cubicBezTo>
                    <a:cubicBezTo>
                      <a:pt x="0" y="14989"/>
                      <a:pt x="0" y="14275"/>
                      <a:pt x="0" y="14275"/>
                    </a:cubicBezTo>
                    <a:cubicBezTo>
                      <a:pt x="0" y="13562"/>
                      <a:pt x="0" y="12848"/>
                      <a:pt x="716" y="12848"/>
                    </a:cubicBezTo>
                    <a:cubicBezTo>
                      <a:pt x="716" y="12134"/>
                      <a:pt x="716" y="12134"/>
                      <a:pt x="716" y="12134"/>
                    </a:cubicBezTo>
                    <a:cubicBezTo>
                      <a:pt x="716" y="11420"/>
                      <a:pt x="716" y="10707"/>
                      <a:pt x="1433" y="9993"/>
                    </a:cubicBezTo>
                    <a:cubicBezTo>
                      <a:pt x="1433" y="9279"/>
                      <a:pt x="1433" y="8565"/>
                      <a:pt x="2149" y="7851"/>
                    </a:cubicBezTo>
                    <a:cubicBezTo>
                      <a:pt x="2866" y="7138"/>
                      <a:pt x="2866" y="6424"/>
                      <a:pt x="3582" y="6424"/>
                    </a:cubicBezTo>
                    <a:cubicBezTo>
                      <a:pt x="3582" y="6424"/>
                      <a:pt x="3582" y="5710"/>
                      <a:pt x="3582" y="5710"/>
                    </a:cubicBezTo>
                    <a:cubicBezTo>
                      <a:pt x="4299" y="5710"/>
                      <a:pt x="4299" y="4996"/>
                      <a:pt x="5016" y="4283"/>
                    </a:cubicBezTo>
                    <a:cubicBezTo>
                      <a:pt x="5732" y="3569"/>
                      <a:pt x="6449" y="3569"/>
                      <a:pt x="7165" y="2855"/>
                    </a:cubicBezTo>
                    <a:cubicBezTo>
                      <a:pt x="7882" y="2855"/>
                      <a:pt x="7882" y="2141"/>
                      <a:pt x="8598" y="2141"/>
                    </a:cubicBezTo>
                    <a:cubicBezTo>
                      <a:pt x="8598" y="2141"/>
                      <a:pt x="9315" y="2141"/>
                      <a:pt x="9315" y="2141"/>
                    </a:cubicBezTo>
                    <a:cubicBezTo>
                      <a:pt x="10031" y="1428"/>
                      <a:pt x="11464" y="714"/>
                      <a:pt x="12897" y="714"/>
                    </a:cubicBezTo>
                    <a:cubicBezTo>
                      <a:pt x="13614" y="714"/>
                      <a:pt x="13614" y="714"/>
                      <a:pt x="13614" y="714"/>
                    </a:cubicBezTo>
                    <a:cubicBezTo>
                      <a:pt x="14330" y="714"/>
                      <a:pt x="15047" y="714"/>
                      <a:pt x="15764" y="714"/>
                    </a:cubicBezTo>
                    <a:cubicBezTo>
                      <a:pt x="15764" y="714"/>
                      <a:pt x="15764" y="714"/>
                      <a:pt x="128260" y="0"/>
                    </a:cubicBezTo>
                    <a:close/>
                  </a:path>
                </a:pathLst>
              </a:custGeom>
              <a:solidFill>
                <a:schemeClr val="tx2"/>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grpSp>
      <p:sp>
        <p:nvSpPr>
          <p:cNvPr id="298" name="Moon 297">
            <a:extLst>
              <a:ext uri="{FF2B5EF4-FFF2-40B4-BE49-F238E27FC236}">
                <a16:creationId xmlns:a16="http://schemas.microsoft.com/office/drawing/2014/main" id="{49C49694-FFE7-4EEA-90E9-F1EECFB266DA}"/>
              </a:ext>
            </a:extLst>
          </p:cNvPr>
          <p:cNvSpPr/>
          <p:nvPr/>
        </p:nvSpPr>
        <p:spPr>
          <a:xfrm rot="5400000">
            <a:off x="3254049" y="1532036"/>
            <a:ext cx="321907" cy="643815"/>
          </a:xfrm>
          <a:prstGeom prst="moon">
            <a:avLst>
              <a:gd name="adj" fmla="val 6667"/>
            </a:avLst>
          </a:prstGeom>
          <a:solidFill>
            <a:schemeClr val="tx2"/>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grpSp>
        <p:nvGrpSpPr>
          <p:cNvPr id="218" name="bcgIcons_Concept">
            <a:extLst>
              <a:ext uri="{FF2B5EF4-FFF2-40B4-BE49-F238E27FC236}">
                <a16:creationId xmlns:a16="http://schemas.microsoft.com/office/drawing/2014/main" id="{27E43660-38EE-4E29-AC4C-2BD29EFD076E}"/>
              </a:ext>
            </a:extLst>
          </p:cNvPr>
          <p:cNvGrpSpPr>
            <a:grpSpLocks/>
          </p:cNvGrpSpPr>
          <p:nvPr/>
        </p:nvGrpSpPr>
        <p:grpSpPr>
          <a:xfrm>
            <a:off x="3289465" y="1764648"/>
            <a:ext cx="251072" cy="251070"/>
            <a:chOff x="5273675" y="2606675"/>
            <a:chExt cx="1644650" cy="1644650"/>
          </a:xfrm>
        </p:grpSpPr>
        <p:sp>
          <p:nvSpPr>
            <p:cNvPr id="220" name="AutoShape 16">
              <a:extLst>
                <a:ext uri="{FF2B5EF4-FFF2-40B4-BE49-F238E27FC236}">
                  <a16:creationId xmlns:a16="http://schemas.microsoft.com/office/drawing/2014/main" id="{816AD69C-0B50-48F6-B10B-CD2B554714F3}"/>
                </a:ext>
              </a:extLst>
            </p:cNvPr>
            <p:cNvSpPr>
              <a:spLocks noChangeAspect="1" noChangeArrowheads="1" noTextEdi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nvGrpSpPr>
            <p:cNvPr id="221" name="Group 220">
              <a:extLst>
                <a:ext uri="{FF2B5EF4-FFF2-40B4-BE49-F238E27FC236}">
                  <a16:creationId xmlns:a16="http://schemas.microsoft.com/office/drawing/2014/main" id="{887ED130-3FD3-4457-AE4D-9F0FDAA76199}"/>
                </a:ext>
              </a:extLst>
            </p:cNvPr>
            <p:cNvGrpSpPr/>
            <p:nvPr/>
          </p:nvGrpSpPr>
          <p:grpSpPr>
            <a:xfrm>
              <a:off x="5411787" y="2744787"/>
              <a:ext cx="1368427" cy="1371602"/>
              <a:chOff x="5411787" y="2744787"/>
              <a:chExt cx="1368427" cy="1371602"/>
            </a:xfrm>
          </p:grpSpPr>
          <p:sp>
            <p:nvSpPr>
              <p:cNvPr id="231" name="Freeform 30">
                <a:extLst>
                  <a:ext uri="{FF2B5EF4-FFF2-40B4-BE49-F238E27FC236}">
                    <a16:creationId xmlns:a16="http://schemas.microsoft.com/office/drawing/2014/main" id="{EEAE1B79-7A95-4AAA-AAD1-797C78D76C20}"/>
                  </a:ext>
                </a:extLst>
              </p:cNvPr>
              <p:cNvSpPr>
                <a:spLocks noChangeArrowheads="1"/>
              </p:cNvSpPr>
              <p:nvPr/>
            </p:nvSpPr>
            <p:spPr bwMode="auto">
              <a:xfrm>
                <a:off x="5411788" y="2744787"/>
                <a:ext cx="1368425" cy="1304927"/>
              </a:xfrm>
              <a:custGeom>
                <a:avLst/>
                <a:gdLst>
                  <a:gd name="connsiteX0" fmla="*/ 163512 w 1368425"/>
                  <a:gd name="connsiteY0" fmla="*/ 1103313 h 1304927"/>
                  <a:gd name="connsiteX1" fmla="*/ 265112 w 1368425"/>
                  <a:gd name="connsiteY1" fmla="*/ 1204120 h 1304927"/>
                  <a:gd name="connsiteX2" fmla="*/ 163512 w 1368425"/>
                  <a:gd name="connsiteY2" fmla="*/ 1304927 h 1304927"/>
                  <a:gd name="connsiteX3" fmla="*/ 61912 w 1368425"/>
                  <a:gd name="connsiteY3" fmla="*/ 1204120 h 1304927"/>
                  <a:gd name="connsiteX4" fmla="*/ 163512 w 1368425"/>
                  <a:gd name="connsiteY4" fmla="*/ 1103313 h 1304927"/>
                  <a:gd name="connsiteX5" fmla="*/ 465830 w 1368425"/>
                  <a:gd name="connsiteY5" fmla="*/ 890422 h 1304927"/>
                  <a:gd name="connsiteX6" fmla="*/ 476211 w 1368425"/>
                  <a:gd name="connsiteY6" fmla="*/ 894685 h 1304927"/>
                  <a:gd name="connsiteX7" fmla="*/ 476921 w 1368425"/>
                  <a:gd name="connsiteY7" fmla="*/ 895396 h 1304927"/>
                  <a:gd name="connsiteX8" fmla="*/ 476921 w 1368425"/>
                  <a:gd name="connsiteY8" fmla="*/ 916712 h 1304927"/>
                  <a:gd name="connsiteX9" fmla="*/ 366893 w 1368425"/>
                  <a:gd name="connsiteY9" fmla="*/ 1027556 h 1304927"/>
                  <a:gd name="connsiteX10" fmla="*/ 452076 w 1368425"/>
                  <a:gd name="connsiteY10" fmla="*/ 1014056 h 1304927"/>
                  <a:gd name="connsiteX11" fmla="*/ 469822 w 1368425"/>
                  <a:gd name="connsiteY11" fmla="*/ 1027556 h 1304927"/>
                  <a:gd name="connsiteX12" fmla="*/ 456335 w 1368425"/>
                  <a:gd name="connsiteY12" fmla="*/ 1044609 h 1304927"/>
                  <a:gd name="connsiteX13" fmla="*/ 325011 w 1368425"/>
                  <a:gd name="connsiteY13" fmla="*/ 1065214 h 1304927"/>
                  <a:gd name="connsiteX14" fmla="*/ 323592 w 1368425"/>
                  <a:gd name="connsiteY14" fmla="*/ 1065214 h 1304927"/>
                  <a:gd name="connsiteX15" fmla="*/ 322882 w 1368425"/>
                  <a:gd name="connsiteY15" fmla="*/ 1065214 h 1304927"/>
                  <a:gd name="connsiteX16" fmla="*/ 320752 w 1368425"/>
                  <a:gd name="connsiteY16" fmla="*/ 1065214 h 1304927"/>
                  <a:gd name="connsiteX17" fmla="*/ 318623 w 1368425"/>
                  <a:gd name="connsiteY17" fmla="*/ 1064504 h 1304927"/>
                  <a:gd name="connsiteX18" fmla="*/ 317203 w 1368425"/>
                  <a:gd name="connsiteY18" fmla="*/ 1063793 h 1304927"/>
                  <a:gd name="connsiteX19" fmla="*/ 316493 w 1368425"/>
                  <a:gd name="connsiteY19" fmla="*/ 1063793 h 1304927"/>
                  <a:gd name="connsiteX20" fmla="*/ 315073 w 1368425"/>
                  <a:gd name="connsiteY20" fmla="*/ 1063083 h 1304927"/>
                  <a:gd name="connsiteX21" fmla="*/ 313654 w 1368425"/>
                  <a:gd name="connsiteY21" fmla="*/ 1061661 h 1304927"/>
                  <a:gd name="connsiteX22" fmla="*/ 312944 w 1368425"/>
                  <a:gd name="connsiteY22" fmla="*/ 1061661 h 1304927"/>
                  <a:gd name="connsiteX23" fmla="*/ 312234 w 1368425"/>
                  <a:gd name="connsiteY23" fmla="*/ 1060240 h 1304927"/>
                  <a:gd name="connsiteX24" fmla="*/ 311524 w 1368425"/>
                  <a:gd name="connsiteY24" fmla="*/ 1060240 h 1304927"/>
                  <a:gd name="connsiteX25" fmla="*/ 310814 w 1368425"/>
                  <a:gd name="connsiteY25" fmla="*/ 1058819 h 1304927"/>
                  <a:gd name="connsiteX26" fmla="*/ 310104 w 1368425"/>
                  <a:gd name="connsiteY26" fmla="*/ 1058109 h 1304927"/>
                  <a:gd name="connsiteX27" fmla="*/ 309394 w 1368425"/>
                  <a:gd name="connsiteY27" fmla="*/ 1056688 h 1304927"/>
                  <a:gd name="connsiteX28" fmla="*/ 308685 w 1368425"/>
                  <a:gd name="connsiteY28" fmla="*/ 1054556 h 1304927"/>
                  <a:gd name="connsiteX29" fmla="*/ 307975 w 1368425"/>
                  <a:gd name="connsiteY29" fmla="*/ 1054556 h 1304927"/>
                  <a:gd name="connsiteX30" fmla="*/ 307975 w 1368425"/>
                  <a:gd name="connsiteY30" fmla="*/ 1052424 h 1304927"/>
                  <a:gd name="connsiteX31" fmla="*/ 307975 w 1368425"/>
                  <a:gd name="connsiteY31" fmla="*/ 1049582 h 1304927"/>
                  <a:gd name="connsiteX32" fmla="*/ 307975 w 1368425"/>
                  <a:gd name="connsiteY32" fmla="*/ 1047451 h 1304927"/>
                  <a:gd name="connsiteX33" fmla="*/ 329270 w 1368425"/>
                  <a:gd name="connsiteY33" fmla="*/ 916712 h 1304927"/>
                  <a:gd name="connsiteX34" fmla="*/ 347017 w 1368425"/>
                  <a:gd name="connsiteY34" fmla="*/ 903922 h 1304927"/>
                  <a:gd name="connsiteX35" fmla="*/ 359794 w 1368425"/>
                  <a:gd name="connsiteY35" fmla="*/ 921686 h 1304927"/>
                  <a:gd name="connsiteX36" fmla="*/ 345597 w 1368425"/>
                  <a:gd name="connsiteY36" fmla="*/ 1004819 h 1304927"/>
                  <a:gd name="connsiteX37" fmla="*/ 454915 w 1368425"/>
                  <a:gd name="connsiteY37" fmla="*/ 894685 h 1304927"/>
                  <a:gd name="connsiteX38" fmla="*/ 465830 w 1368425"/>
                  <a:gd name="connsiteY38" fmla="*/ 890422 h 1304927"/>
                  <a:gd name="connsiteX39" fmla="*/ 902947 w 1368425"/>
                  <a:gd name="connsiteY39" fmla="*/ 888847 h 1304927"/>
                  <a:gd name="connsiteX40" fmla="*/ 913648 w 1368425"/>
                  <a:gd name="connsiteY40" fmla="*/ 893149 h 1304927"/>
                  <a:gd name="connsiteX41" fmla="*/ 1024940 w 1368425"/>
                  <a:gd name="connsiteY41" fmla="*/ 1004991 h 1304927"/>
                  <a:gd name="connsiteX42" fmla="*/ 1012099 w 1368425"/>
                  <a:gd name="connsiteY42" fmla="*/ 918958 h 1304927"/>
                  <a:gd name="connsiteX43" fmla="*/ 1024940 w 1368425"/>
                  <a:gd name="connsiteY43" fmla="*/ 901035 h 1304927"/>
                  <a:gd name="connsiteX44" fmla="*/ 1042776 w 1368425"/>
                  <a:gd name="connsiteY44" fmla="*/ 913940 h 1304927"/>
                  <a:gd name="connsiteX45" fmla="*/ 1062038 w 1368425"/>
                  <a:gd name="connsiteY45" fmla="*/ 1047290 h 1304927"/>
                  <a:gd name="connsiteX46" fmla="*/ 1062038 w 1368425"/>
                  <a:gd name="connsiteY46" fmla="*/ 1049441 h 1304927"/>
                  <a:gd name="connsiteX47" fmla="*/ 1062038 w 1368425"/>
                  <a:gd name="connsiteY47" fmla="*/ 1050157 h 1304927"/>
                  <a:gd name="connsiteX48" fmla="*/ 1062038 w 1368425"/>
                  <a:gd name="connsiteY48" fmla="*/ 1052308 h 1304927"/>
                  <a:gd name="connsiteX49" fmla="*/ 1061325 w 1368425"/>
                  <a:gd name="connsiteY49" fmla="*/ 1055176 h 1304927"/>
                  <a:gd name="connsiteX50" fmla="*/ 1061325 w 1368425"/>
                  <a:gd name="connsiteY50" fmla="*/ 1055893 h 1304927"/>
                  <a:gd name="connsiteX51" fmla="*/ 1060611 w 1368425"/>
                  <a:gd name="connsiteY51" fmla="*/ 1057327 h 1304927"/>
                  <a:gd name="connsiteX52" fmla="*/ 1059898 w 1368425"/>
                  <a:gd name="connsiteY52" fmla="*/ 1058044 h 1304927"/>
                  <a:gd name="connsiteX53" fmla="*/ 1059185 w 1368425"/>
                  <a:gd name="connsiteY53" fmla="*/ 1059478 h 1304927"/>
                  <a:gd name="connsiteX54" fmla="*/ 1058471 w 1368425"/>
                  <a:gd name="connsiteY54" fmla="*/ 1060195 h 1304927"/>
                  <a:gd name="connsiteX55" fmla="*/ 1057044 w 1368425"/>
                  <a:gd name="connsiteY55" fmla="*/ 1060912 h 1304927"/>
                  <a:gd name="connsiteX56" fmla="*/ 1056331 w 1368425"/>
                  <a:gd name="connsiteY56" fmla="*/ 1061628 h 1304927"/>
                  <a:gd name="connsiteX57" fmla="*/ 1054904 w 1368425"/>
                  <a:gd name="connsiteY57" fmla="*/ 1063062 h 1304927"/>
                  <a:gd name="connsiteX58" fmla="*/ 1054191 w 1368425"/>
                  <a:gd name="connsiteY58" fmla="*/ 1063062 h 1304927"/>
                  <a:gd name="connsiteX59" fmla="*/ 1053477 w 1368425"/>
                  <a:gd name="connsiteY59" fmla="*/ 1063779 h 1304927"/>
                  <a:gd name="connsiteX60" fmla="*/ 1052050 w 1368425"/>
                  <a:gd name="connsiteY60" fmla="*/ 1064496 h 1304927"/>
                  <a:gd name="connsiteX61" fmla="*/ 1049910 w 1368425"/>
                  <a:gd name="connsiteY61" fmla="*/ 1065213 h 1304927"/>
                  <a:gd name="connsiteX62" fmla="*/ 1049197 w 1368425"/>
                  <a:gd name="connsiteY62" fmla="*/ 1065213 h 1304927"/>
                  <a:gd name="connsiteX63" fmla="*/ 1047770 w 1368425"/>
                  <a:gd name="connsiteY63" fmla="*/ 1065213 h 1304927"/>
                  <a:gd name="connsiteX64" fmla="*/ 1044916 w 1368425"/>
                  <a:gd name="connsiteY64" fmla="*/ 1065213 h 1304927"/>
                  <a:gd name="connsiteX65" fmla="*/ 914361 w 1368425"/>
                  <a:gd name="connsiteY65" fmla="*/ 1043705 h 1304927"/>
                  <a:gd name="connsiteX66" fmla="*/ 900806 w 1368425"/>
                  <a:gd name="connsiteY66" fmla="*/ 1026499 h 1304927"/>
                  <a:gd name="connsiteX67" fmla="*/ 918642 w 1368425"/>
                  <a:gd name="connsiteY67" fmla="*/ 1012877 h 1304927"/>
                  <a:gd name="connsiteX68" fmla="*/ 1002824 w 1368425"/>
                  <a:gd name="connsiteY68" fmla="*/ 1026499 h 1304927"/>
                  <a:gd name="connsiteX69" fmla="*/ 891532 w 1368425"/>
                  <a:gd name="connsiteY69" fmla="*/ 915374 h 1304927"/>
                  <a:gd name="connsiteX70" fmla="*/ 892245 w 1368425"/>
                  <a:gd name="connsiteY70" fmla="*/ 893866 h 1304927"/>
                  <a:gd name="connsiteX71" fmla="*/ 892245 w 1368425"/>
                  <a:gd name="connsiteY71" fmla="*/ 893149 h 1304927"/>
                  <a:gd name="connsiteX72" fmla="*/ 902947 w 1368425"/>
                  <a:gd name="connsiteY72" fmla="*/ 888847 h 1304927"/>
                  <a:gd name="connsiteX73" fmla="*/ 684212 w 1368425"/>
                  <a:gd name="connsiteY73" fmla="*/ 463550 h 1304927"/>
                  <a:gd name="connsiteX74" fmla="*/ 463549 w 1368425"/>
                  <a:gd name="connsiteY74" fmla="*/ 684213 h 1304927"/>
                  <a:gd name="connsiteX75" fmla="*/ 684212 w 1368425"/>
                  <a:gd name="connsiteY75" fmla="*/ 904876 h 1304927"/>
                  <a:gd name="connsiteX76" fmla="*/ 904875 w 1368425"/>
                  <a:gd name="connsiteY76" fmla="*/ 684213 h 1304927"/>
                  <a:gd name="connsiteX77" fmla="*/ 684212 w 1368425"/>
                  <a:gd name="connsiteY77" fmla="*/ 463550 h 1304927"/>
                  <a:gd name="connsiteX78" fmla="*/ 684212 w 1368425"/>
                  <a:gd name="connsiteY78" fmla="*/ 431800 h 1304927"/>
                  <a:gd name="connsiteX79" fmla="*/ 936625 w 1368425"/>
                  <a:gd name="connsiteY79" fmla="*/ 684213 h 1304927"/>
                  <a:gd name="connsiteX80" fmla="*/ 684212 w 1368425"/>
                  <a:gd name="connsiteY80" fmla="*/ 936626 h 1304927"/>
                  <a:gd name="connsiteX81" fmla="*/ 431799 w 1368425"/>
                  <a:gd name="connsiteY81" fmla="*/ 684213 h 1304927"/>
                  <a:gd name="connsiteX82" fmla="*/ 684212 w 1368425"/>
                  <a:gd name="connsiteY82" fmla="*/ 431800 h 1304927"/>
                  <a:gd name="connsiteX83" fmla="*/ 319204 w 1368425"/>
                  <a:gd name="connsiteY83" fmla="*/ 309563 h 1304927"/>
                  <a:gd name="connsiteX84" fmla="*/ 321341 w 1368425"/>
                  <a:gd name="connsiteY84" fmla="*/ 309563 h 1304927"/>
                  <a:gd name="connsiteX85" fmla="*/ 322053 w 1368425"/>
                  <a:gd name="connsiteY85" fmla="*/ 309563 h 1304927"/>
                  <a:gd name="connsiteX86" fmla="*/ 324189 w 1368425"/>
                  <a:gd name="connsiteY86" fmla="*/ 309563 h 1304927"/>
                  <a:gd name="connsiteX87" fmla="*/ 453789 w 1368425"/>
                  <a:gd name="connsiteY87" fmla="*/ 330838 h 1304927"/>
                  <a:gd name="connsiteX88" fmla="*/ 467319 w 1368425"/>
                  <a:gd name="connsiteY88" fmla="*/ 347858 h 1304927"/>
                  <a:gd name="connsiteX89" fmla="*/ 452365 w 1368425"/>
                  <a:gd name="connsiteY89" fmla="*/ 362042 h 1304927"/>
                  <a:gd name="connsiteX90" fmla="*/ 449517 w 1368425"/>
                  <a:gd name="connsiteY90" fmla="*/ 361333 h 1304927"/>
                  <a:gd name="connsiteX91" fmla="*/ 366202 w 1368425"/>
                  <a:gd name="connsiteY91" fmla="*/ 347858 h 1304927"/>
                  <a:gd name="connsiteX92" fmla="*/ 473728 w 1368425"/>
                  <a:gd name="connsiteY92" fmla="*/ 454943 h 1304927"/>
                  <a:gd name="connsiteX93" fmla="*/ 473728 w 1368425"/>
                  <a:gd name="connsiteY93" fmla="*/ 476219 h 1304927"/>
                  <a:gd name="connsiteX94" fmla="*/ 473016 w 1368425"/>
                  <a:gd name="connsiteY94" fmla="*/ 476928 h 1304927"/>
                  <a:gd name="connsiteX95" fmla="*/ 451653 w 1368425"/>
                  <a:gd name="connsiteY95" fmla="*/ 476928 h 1304927"/>
                  <a:gd name="connsiteX96" fmla="*/ 344128 w 1368425"/>
                  <a:gd name="connsiteY96" fmla="*/ 369134 h 1304927"/>
                  <a:gd name="connsiteX97" fmla="*/ 356945 w 1368425"/>
                  <a:gd name="connsiteY97" fmla="*/ 454234 h 1304927"/>
                  <a:gd name="connsiteX98" fmla="*/ 345552 w 1368425"/>
                  <a:gd name="connsiteY98" fmla="*/ 471964 h 1304927"/>
                  <a:gd name="connsiteX99" fmla="*/ 326325 w 1368425"/>
                  <a:gd name="connsiteY99" fmla="*/ 459198 h 1304927"/>
                  <a:gd name="connsiteX100" fmla="*/ 306387 w 1368425"/>
                  <a:gd name="connsiteY100" fmla="*/ 327292 h 1304927"/>
                  <a:gd name="connsiteX101" fmla="*/ 306387 w 1368425"/>
                  <a:gd name="connsiteY101" fmla="*/ 325165 h 1304927"/>
                  <a:gd name="connsiteX102" fmla="*/ 306387 w 1368425"/>
                  <a:gd name="connsiteY102" fmla="*/ 324456 h 1304927"/>
                  <a:gd name="connsiteX103" fmla="*/ 306387 w 1368425"/>
                  <a:gd name="connsiteY103" fmla="*/ 322328 h 1304927"/>
                  <a:gd name="connsiteX104" fmla="*/ 307099 w 1368425"/>
                  <a:gd name="connsiteY104" fmla="*/ 320201 h 1304927"/>
                  <a:gd name="connsiteX105" fmla="*/ 307811 w 1368425"/>
                  <a:gd name="connsiteY105" fmla="*/ 318073 h 1304927"/>
                  <a:gd name="connsiteX106" fmla="*/ 309235 w 1368425"/>
                  <a:gd name="connsiteY106" fmla="*/ 315946 h 1304927"/>
                  <a:gd name="connsiteX107" fmla="*/ 310659 w 1368425"/>
                  <a:gd name="connsiteY107" fmla="*/ 314527 h 1304927"/>
                  <a:gd name="connsiteX108" fmla="*/ 310659 w 1368425"/>
                  <a:gd name="connsiteY108" fmla="*/ 313818 h 1304927"/>
                  <a:gd name="connsiteX109" fmla="*/ 312083 w 1368425"/>
                  <a:gd name="connsiteY109" fmla="*/ 313109 h 1304927"/>
                  <a:gd name="connsiteX110" fmla="*/ 312796 w 1368425"/>
                  <a:gd name="connsiteY110" fmla="*/ 312400 h 1304927"/>
                  <a:gd name="connsiteX111" fmla="*/ 314220 w 1368425"/>
                  <a:gd name="connsiteY111" fmla="*/ 311691 h 1304927"/>
                  <a:gd name="connsiteX112" fmla="*/ 314932 w 1368425"/>
                  <a:gd name="connsiteY112" fmla="*/ 310981 h 1304927"/>
                  <a:gd name="connsiteX113" fmla="*/ 317068 w 1368425"/>
                  <a:gd name="connsiteY113" fmla="*/ 310272 h 1304927"/>
                  <a:gd name="connsiteX114" fmla="*/ 319204 w 1368425"/>
                  <a:gd name="connsiteY114" fmla="*/ 309563 h 1304927"/>
                  <a:gd name="connsiteX115" fmla="*/ 1046208 w 1368425"/>
                  <a:gd name="connsiteY115" fmla="*/ 307976 h 1304927"/>
                  <a:gd name="connsiteX116" fmla="*/ 1047633 w 1368425"/>
                  <a:gd name="connsiteY116" fmla="*/ 308689 h 1304927"/>
                  <a:gd name="connsiteX117" fmla="*/ 1048345 w 1368425"/>
                  <a:gd name="connsiteY117" fmla="*/ 308689 h 1304927"/>
                  <a:gd name="connsiteX118" fmla="*/ 1049769 w 1368425"/>
                  <a:gd name="connsiteY118" fmla="*/ 308689 h 1304927"/>
                  <a:gd name="connsiteX119" fmla="*/ 1050481 w 1368425"/>
                  <a:gd name="connsiteY119" fmla="*/ 309402 h 1304927"/>
                  <a:gd name="connsiteX120" fmla="*/ 1052617 w 1368425"/>
                  <a:gd name="connsiteY120" fmla="*/ 310114 h 1304927"/>
                  <a:gd name="connsiteX121" fmla="*/ 1054041 w 1368425"/>
                  <a:gd name="connsiteY121" fmla="*/ 310827 h 1304927"/>
                  <a:gd name="connsiteX122" fmla="*/ 1054754 w 1368425"/>
                  <a:gd name="connsiteY122" fmla="*/ 311540 h 1304927"/>
                  <a:gd name="connsiteX123" fmla="*/ 1056178 w 1368425"/>
                  <a:gd name="connsiteY123" fmla="*/ 312965 h 1304927"/>
                  <a:gd name="connsiteX124" fmla="*/ 1057602 w 1368425"/>
                  <a:gd name="connsiteY124" fmla="*/ 314391 h 1304927"/>
                  <a:gd name="connsiteX125" fmla="*/ 1059026 w 1368425"/>
                  <a:gd name="connsiteY125" fmla="*/ 316529 h 1304927"/>
                  <a:gd name="connsiteX126" fmla="*/ 1059738 w 1368425"/>
                  <a:gd name="connsiteY126" fmla="*/ 318667 h 1304927"/>
                  <a:gd name="connsiteX127" fmla="*/ 1060450 w 1368425"/>
                  <a:gd name="connsiteY127" fmla="*/ 319380 h 1304927"/>
                  <a:gd name="connsiteX128" fmla="*/ 1060450 w 1368425"/>
                  <a:gd name="connsiteY128" fmla="*/ 321518 h 1304927"/>
                  <a:gd name="connsiteX129" fmla="*/ 1060450 w 1368425"/>
                  <a:gd name="connsiteY129" fmla="*/ 323657 h 1304927"/>
                  <a:gd name="connsiteX130" fmla="*/ 1060450 w 1368425"/>
                  <a:gd name="connsiteY130" fmla="*/ 325795 h 1304927"/>
                  <a:gd name="connsiteX131" fmla="*/ 1060450 w 1368425"/>
                  <a:gd name="connsiteY131" fmla="*/ 326508 h 1304927"/>
                  <a:gd name="connsiteX132" fmla="*/ 1039799 w 1368425"/>
                  <a:gd name="connsiteY132" fmla="*/ 457655 h 1304927"/>
                  <a:gd name="connsiteX133" fmla="*/ 1024845 w 1368425"/>
                  <a:gd name="connsiteY133" fmla="*/ 470484 h 1304927"/>
                  <a:gd name="connsiteX134" fmla="*/ 1021997 w 1368425"/>
                  <a:gd name="connsiteY134" fmla="*/ 470484 h 1304927"/>
                  <a:gd name="connsiteX135" fmla="*/ 1009179 w 1368425"/>
                  <a:gd name="connsiteY135" fmla="*/ 452665 h 1304927"/>
                  <a:gd name="connsiteX136" fmla="*/ 1023421 w 1368425"/>
                  <a:gd name="connsiteY136" fmla="*/ 368560 h 1304927"/>
                  <a:gd name="connsiteX137" fmla="*/ 915183 w 1368425"/>
                  <a:gd name="connsiteY137" fmla="*/ 476899 h 1304927"/>
                  <a:gd name="connsiteX138" fmla="*/ 893821 w 1368425"/>
                  <a:gd name="connsiteY138" fmla="*/ 476186 h 1304927"/>
                  <a:gd name="connsiteX139" fmla="*/ 893108 w 1368425"/>
                  <a:gd name="connsiteY139" fmla="*/ 476186 h 1304927"/>
                  <a:gd name="connsiteX140" fmla="*/ 893108 w 1368425"/>
                  <a:gd name="connsiteY140" fmla="*/ 454804 h 1304927"/>
                  <a:gd name="connsiteX141" fmla="*/ 1002058 w 1368425"/>
                  <a:gd name="connsiteY141" fmla="*/ 345752 h 1304927"/>
                  <a:gd name="connsiteX142" fmla="*/ 915895 w 1368425"/>
                  <a:gd name="connsiteY142" fmla="*/ 359294 h 1304927"/>
                  <a:gd name="connsiteX143" fmla="*/ 898093 w 1368425"/>
                  <a:gd name="connsiteY143" fmla="*/ 345752 h 1304927"/>
                  <a:gd name="connsiteX144" fmla="*/ 911623 w 1368425"/>
                  <a:gd name="connsiteY144" fmla="*/ 328646 h 1304927"/>
                  <a:gd name="connsiteX145" fmla="*/ 1044072 w 1368425"/>
                  <a:gd name="connsiteY145" fmla="*/ 308689 h 1304927"/>
                  <a:gd name="connsiteX146" fmla="*/ 1046208 w 1368425"/>
                  <a:gd name="connsiteY146" fmla="*/ 307976 h 1304927"/>
                  <a:gd name="connsiteX147" fmla="*/ 1204118 w 1368425"/>
                  <a:gd name="connsiteY147" fmla="*/ 31750 h 1304927"/>
                  <a:gd name="connsiteX148" fmla="*/ 1071561 w 1368425"/>
                  <a:gd name="connsiteY148" fmla="*/ 164307 h 1304927"/>
                  <a:gd name="connsiteX149" fmla="*/ 1204118 w 1368425"/>
                  <a:gd name="connsiteY149" fmla="*/ 296864 h 1304927"/>
                  <a:gd name="connsiteX150" fmla="*/ 1336675 w 1368425"/>
                  <a:gd name="connsiteY150" fmla="*/ 164307 h 1304927"/>
                  <a:gd name="connsiteX151" fmla="*/ 1204118 w 1368425"/>
                  <a:gd name="connsiteY151" fmla="*/ 31750 h 1304927"/>
                  <a:gd name="connsiteX152" fmla="*/ 164307 w 1368425"/>
                  <a:gd name="connsiteY152" fmla="*/ 1 h 1304927"/>
                  <a:gd name="connsiteX153" fmla="*/ 328614 w 1368425"/>
                  <a:gd name="connsiteY153" fmla="*/ 164308 h 1304927"/>
                  <a:gd name="connsiteX154" fmla="*/ 164307 w 1368425"/>
                  <a:gd name="connsiteY154" fmla="*/ 328615 h 1304927"/>
                  <a:gd name="connsiteX155" fmla="*/ 0 w 1368425"/>
                  <a:gd name="connsiteY155" fmla="*/ 164308 h 1304927"/>
                  <a:gd name="connsiteX156" fmla="*/ 164307 w 1368425"/>
                  <a:gd name="connsiteY156" fmla="*/ 1 h 1304927"/>
                  <a:gd name="connsiteX157" fmla="*/ 1204118 w 1368425"/>
                  <a:gd name="connsiteY157" fmla="*/ 0 h 1304927"/>
                  <a:gd name="connsiteX158" fmla="*/ 1368425 w 1368425"/>
                  <a:gd name="connsiteY158" fmla="*/ 164307 h 1304927"/>
                  <a:gd name="connsiteX159" fmla="*/ 1204118 w 1368425"/>
                  <a:gd name="connsiteY159" fmla="*/ 328614 h 1304927"/>
                  <a:gd name="connsiteX160" fmla="*/ 1039811 w 1368425"/>
                  <a:gd name="connsiteY160" fmla="*/ 164307 h 1304927"/>
                  <a:gd name="connsiteX161" fmla="*/ 1204118 w 1368425"/>
                  <a:gd name="connsiteY161" fmla="*/ 0 h 1304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1368425" h="1304927">
                    <a:moveTo>
                      <a:pt x="163512" y="1103313"/>
                    </a:moveTo>
                    <a:cubicBezTo>
                      <a:pt x="219624" y="1103313"/>
                      <a:pt x="265112" y="1148446"/>
                      <a:pt x="265112" y="1204120"/>
                    </a:cubicBezTo>
                    <a:cubicBezTo>
                      <a:pt x="265112" y="1259794"/>
                      <a:pt x="219624" y="1304927"/>
                      <a:pt x="163512" y="1304927"/>
                    </a:cubicBezTo>
                    <a:cubicBezTo>
                      <a:pt x="107400" y="1304927"/>
                      <a:pt x="61912" y="1259794"/>
                      <a:pt x="61912" y="1204120"/>
                    </a:cubicBezTo>
                    <a:cubicBezTo>
                      <a:pt x="61912" y="1148446"/>
                      <a:pt x="107400" y="1103313"/>
                      <a:pt x="163512" y="1103313"/>
                    </a:cubicBezTo>
                    <a:close/>
                    <a:moveTo>
                      <a:pt x="465830" y="890422"/>
                    </a:moveTo>
                    <a:cubicBezTo>
                      <a:pt x="469645" y="890422"/>
                      <a:pt x="473372" y="891843"/>
                      <a:pt x="476211" y="894685"/>
                    </a:cubicBezTo>
                    <a:cubicBezTo>
                      <a:pt x="476211" y="895396"/>
                      <a:pt x="476921" y="895396"/>
                      <a:pt x="476921" y="895396"/>
                    </a:cubicBezTo>
                    <a:cubicBezTo>
                      <a:pt x="482600" y="901080"/>
                      <a:pt x="482600" y="911028"/>
                      <a:pt x="476921" y="916712"/>
                    </a:cubicBezTo>
                    <a:cubicBezTo>
                      <a:pt x="476921" y="916712"/>
                      <a:pt x="476921" y="916712"/>
                      <a:pt x="366893" y="1027556"/>
                    </a:cubicBezTo>
                    <a:cubicBezTo>
                      <a:pt x="366893" y="1027556"/>
                      <a:pt x="366893" y="1027556"/>
                      <a:pt x="452076" y="1014056"/>
                    </a:cubicBezTo>
                    <a:cubicBezTo>
                      <a:pt x="460594" y="1013345"/>
                      <a:pt x="468403" y="1019029"/>
                      <a:pt x="469822" y="1027556"/>
                    </a:cubicBezTo>
                    <a:cubicBezTo>
                      <a:pt x="470532" y="1035372"/>
                      <a:pt x="464853" y="1043898"/>
                      <a:pt x="456335" y="1044609"/>
                    </a:cubicBezTo>
                    <a:cubicBezTo>
                      <a:pt x="456335" y="1044609"/>
                      <a:pt x="456335" y="1044609"/>
                      <a:pt x="325011" y="1065214"/>
                    </a:cubicBezTo>
                    <a:cubicBezTo>
                      <a:pt x="325011" y="1065214"/>
                      <a:pt x="324301" y="1065214"/>
                      <a:pt x="323592" y="1065214"/>
                    </a:cubicBezTo>
                    <a:cubicBezTo>
                      <a:pt x="323592" y="1065214"/>
                      <a:pt x="323592" y="1065214"/>
                      <a:pt x="322882" y="1065214"/>
                    </a:cubicBezTo>
                    <a:cubicBezTo>
                      <a:pt x="322172" y="1065214"/>
                      <a:pt x="321462" y="1065214"/>
                      <a:pt x="320752" y="1065214"/>
                    </a:cubicBezTo>
                    <a:cubicBezTo>
                      <a:pt x="320042" y="1065214"/>
                      <a:pt x="319332" y="1064504"/>
                      <a:pt x="318623" y="1064504"/>
                    </a:cubicBezTo>
                    <a:cubicBezTo>
                      <a:pt x="317913" y="1064504"/>
                      <a:pt x="317913" y="1064504"/>
                      <a:pt x="317203" y="1063793"/>
                    </a:cubicBezTo>
                    <a:cubicBezTo>
                      <a:pt x="317203" y="1063793"/>
                      <a:pt x="317203" y="1063793"/>
                      <a:pt x="316493" y="1063793"/>
                    </a:cubicBezTo>
                    <a:cubicBezTo>
                      <a:pt x="315783" y="1063793"/>
                      <a:pt x="315783" y="1063083"/>
                      <a:pt x="315073" y="1063083"/>
                    </a:cubicBezTo>
                    <a:cubicBezTo>
                      <a:pt x="314363" y="1062372"/>
                      <a:pt x="313654" y="1062372"/>
                      <a:pt x="313654" y="1061661"/>
                    </a:cubicBezTo>
                    <a:cubicBezTo>
                      <a:pt x="312944" y="1061661"/>
                      <a:pt x="312944" y="1061661"/>
                      <a:pt x="312944" y="1061661"/>
                    </a:cubicBezTo>
                    <a:cubicBezTo>
                      <a:pt x="312944" y="1060951"/>
                      <a:pt x="312234" y="1060951"/>
                      <a:pt x="312234" y="1060240"/>
                    </a:cubicBezTo>
                    <a:cubicBezTo>
                      <a:pt x="311524" y="1060240"/>
                      <a:pt x="311524" y="1060240"/>
                      <a:pt x="311524" y="1060240"/>
                    </a:cubicBezTo>
                    <a:cubicBezTo>
                      <a:pt x="311524" y="1059530"/>
                      <a:pt x="310814" y="1059530"/>
                      <a:pt x="310814" y="1058819"/>
                    </a:cubicBezTo>
                    <a:cubicBezTo>
                      <a:pt x="310104" y="1058819"/>
                      <a:pt x="310104" y="1058819"/>
                      <a:pt x="310104" y="1058109"/>
                    </a:cubicBezTo>
                    <a:cubicBezTo>
                      <a:pt x="310104" y="1058109"/>
                      <a:pt x="309394" y="1057398"/>
                      <a:pt x="309394" y="1056688"/>
                    </a:cubicBezTo>
                    <a:cubicBezTo>
                      <a:pt x="308685" y="1055977"/>
                      <a:pt x="308685" y="1055267"/>
                      <a:pt x="308685" y="1054556"/>
                    </a:cubicBezTo>
                    <a:cubicBezTo>
                      <a:pt x="308685" y="1054556"/>
                      <a:pt x="308685" y="1054556"/>
                      <a:pt x="307975" y="1054556"/>
                    </a:cubicBezTo>
                    <a:cubicBezTo>
                      <a:pt x="307975" y="1053846"/>
                      <a:pt x="307975" y="1053135"/>
                      <a:pt x="307975" y="1052424"/>
                    </a:cubicBezTo>
                    <a:cubicBezTo>
                      <a:pt x="307975" y="1051714"/>
                      <a:pt x="307975" y="1051003"/>
                      <a:pt x="307975" y="1049582"/>
                    </a:cubicBezTo>
                    <a:cubicBezTo>
                      <a:pt x="307975" y="1048872"/>
                      <a:pt x="307975" y="1048161"/>
                      <a:pt x="307975" y="1047451"/>
                    </a:cubicBezTo>
                    <a:cubicBezTo>
                      <a:pt x="307975" y="1047451"/>
                      <a:pt x="307975" y="1047451"/>
                      <a:pt x="329270" y="916712"/>
                    </a:cubicBezTo>
                    <a:cubicBezTo>
                      <a:pt x="330690" y="908186"/>
                      <a:pt x="338499" y="902501"/>
                      <a:pt x="347017" y="903922"/>
                    </a:cubicBezTo>
                    <a:cubicBezTo>
                      <a:pt x="355535" y="905343"/>
                      <a:pt x="361214" y="913159"/>
                      <a:pt x="359794" y="921686"/>
                    </a:cubicBezTo>
                    <a:cubicBezTo>
                      <a:pt x="359794" y="921686"/>
                      <a:pt x="359794" y="921686"/>
                      <a:pt x="345597" y="1004819"/>
                    </a:cubicBezTo>
                    <a:cubicBezTo>
                      <a:pt x="345597" y="1004819"/>
                      <a:pt x="345597" y="1004819"/>
                      <a:pt x="454915" y="894685"/>
                    </a:cubicBezTo>
                    <a:cubicBezTo>
                      <a:pt x="458110" y="891843"/>
                      <a:pt x="462014" y="890422"/>
                      <a:pt x="465830" y="890422"/>
                    </a:cubicBezTo>
                    <a:close/>
                    <a:moveTo>
                      <a:pt x="902947" y="888847"/>
                    </a:moveTo>
                    <a:cubicBezTo>
                      <a:pt x="906870" y="888847"/>
                      <a:pt x="910794" y="890281"/>
                      <a:pt x="913648" y="893149"/>
                    </a:cubicBezTo>
                    <a:cubicBezTo>
                      <a:pt x="913648" y="893149"/>
                      <a:pt x="913648" y="893149"/>
                      <a:pt x="1024940" y="1004991"/>
                    </a:cubicBezTo>
                    <a:cubicBezTo>
                      <a:pt x="1024940" y="1004991"/>
                      <a:pt x="1024940" y="1004991"/>
                      <a:pt x="1012099" y="918958"/>
                    </a:cubicBezTo>
                    <a:cubicBezTo>
                      <a:pt x="1010672" y="910355"/>
                      <a:pt x="1016379" y="902469"/>
                      <a:pt x="1024940" y="901035"/>
                    </a:cubicBezTo>
                    <a:cubicBezTo>
                      <a:pt x="1033501" y="899601"/>
                      <a:pt x="1041349" y="905337"/>
                      <a:pt x="1042776" y="913940"/>
                    </a:cubicBezTo>
                    <a:cubicBezTo>
                      <a:pt x="1042776" y="913940"/>
                      <a:pt x="1042776" y="913940"/>
                      <a:pt x="1062038" y="1047290"/>
                    </a:cubicBezTo>
                    <a:cubicBezTo>
                      <a:pt x="1062038" y="1048007"/>
                      <a:pt x="1062038" y="1048724"/>
                      <a:pt x="1062038" y="1049441"/>
                    </a:cubicBezTo>
                    <a:cubicBezTo>
                      <a:pt x="1062038" y="1050157"/>
                      <a:pt x="1062038" y="1050157"/>
                      <a:pt x="1062038" y="1050157"/>
                    </a:cubicBezTo>
                    <a:cubicBezTo>
                      <a:pt x="1062038" y="1050874"/>
                      <a:pt x="1062038" y="1051591"/>
                      <a:pt x="1062038" y="1052308"/>
                    </a:cubicBezTo>
                    <a:cubicBezTo>
                      <a:pt x="1062038" y="1053025"/>
                      <a:pt x="1062038" y="1053742"/>
                      <a:pt x="1061325" y="1055176"/>
                    </a:cubicBezTo>
                    <a:cubicBezTo>
                      <a:pt x="1061325" y="1055176"/>
                      <a:pt x="1061325" y="1055176"/>
                      <a:pt x="1061325" y="1055893"/>
                    </a:cubicBezTo>
                    <a:cubicBezTo>
                      <a:pt x="1060611" y="1055893"/>
                      <a:pt x="1060611" y="1056610"/>
                      <a:pt x="1060611" y="1057327"/>
                    </a:cubicBezTo>
                    <a:cubicBezTo>
                      <a:pt x="1059898" y="1057327"/>
                      <a:pt x="1059898" y="1058044"/>
                      <a:pt x="1059898" y="1058044"/>
                    </a:cubicBezTo>
                    <a:cubicBezTo>
                      <a:pt x="1059185" y="1058761"/>
                      <a:pt x="1059185" y="1058761"/>
                      <a:pt x="1059185" y="1059478"/>
                    </a:cubicBezTo>
                    <a:cubicBezTo>
                      <a:pt x="1058471" y="1059478"/>
                      <a:pt x="1058471" y="1060195"/>
                      <a:pt x="1058471" y="1060195"/>
                    </a:cubicBezTo>
                    <a:cubicBezTo>
                      <a:pt x="1057758" y="1060195"/>
                      <a:pt x="1057758" y="1060912"/>
                      <a:pt x="1057044" y="1060912"/>
                    </a:cubicBezTo>
                    <a:cubicBezTo>
                      <a:pt x="1057044" y="1061628"/>
                      <a:pt x="1056331" y="1061628"/>
                      <a:pt x="1056331" y="1061628"/>
                    </a:cubicBezTo>
                    <a:cubicBezTo>
                      <a:pt x="1056331" y="1062345"/>
                      <a:pt x="1055618" y="1062345"/>
                      <a:pt x="1054904" y="1063062"/>
                    </a:cubicBezTo>
                    <a:cubicBezTo>
                      <a:pt x="1054904" y="1063062"/>
                      <a:pt x="1054904" y="1063062"/>
                      <a:pt x="1054191" y="1063062"/>
                    </a:cubicBezTo>
                    <a:cubicBezTo>
                      <a:pt x="1054191" y="1063779"/>
                      <a:pt x="1054191" y="1063779"/>
                      <a:pt x="1053477" y="1063779"/>
                    </a:cubicBezTo>
                    <a:cubicBezTo>
                      <a:pt x="1053477" y="1063779"/>
                      <a:pt x="1052764" y="1063779"/>
                      <a:pt x="1052050" y="1064496"/>
                    </a:cubicBezTo>
                    <a:cubicBezTo>
                      <a:pt x="1051337" y="1064496"/>
                      <a:pt x="1050624" y="1064496"/>
                      <a:pt x="1049910" y="1065213"/>
                    </a:cubicBezTo>
                    <a:cubicBezTo>
                      <a:pt x="1049910" y="1065213"/>
                      <a:pt x="1049910" y="1065213"/>
                      <a:pt x="1049197" y="1065213"/>
                    </a:cubicBezTo>
                    <a:cubicBezTo>
                      <a:pt x="1048483" y="1065213"/>
                      <a:pt x="1048483" y="1065213"/>
                      <a:pt x="1047770" y="1065213"/>
                    </a:cubicBezTo>
                    <a:cubicBezTo>
                      <a:pt x="1047057" y="1065213"/>
                      <a:pt x="1045630" y="1065213"/>
                      <a:pt x="1044916" y="1065213"/>
                    </a:cubicBezTo>
                    <a:cubicBezTo>
                      <a:pt x="1044916" y="1065213"/>
                      <a:pt x="1044916" y="1065213"/>
                      <a:pt x="914361" y="1043705"/>
                    </a:cubicBezTo>
                    <a:cubicBezTo>
                      <a:pt x="905800" y="1042271"/>
                      <a:pt x="899380" y="1034385"/>
                      <a:pt x="900806" y="1026499"/>
                    </a:cubicBezTo>
                    <a:cubicBezTo>
                      <a:pt x="901520" y="1017178"/>
                      <a:pt x="910081" y="1011443"/>
                      <a:pt x="918642" y="1012877"/>
                    </a:cubicBezTo>
                    <a:cubicBezTo>
                      <a:pt x="918642" y="1012877"/>
                      <a:pt x="918642" y="1012877"/>
                      <a:pt x="1002824" y="1026499"/>
                    </a:cubicBezTo>
                    <a:cubicBezTo>
                      <a:pt x="1002824" y="1026499"/>
                      <a:pt x="1002824" y="1026499"/>
                      <a:pt x="891532" y="915374"/>
                    </a:cubicBezTo>
                    <a:cubicBezTo>
                      <a:pt x="885825" y="908921"/>
                      <a:pt x="885825" y="899601"/>
                      <a:pt x="892245" y="893866"/>
                    </a:cubicBezTo>
                    <a:cubicBezTo>
                      <a:pt x="892245" y="893866"/>
                      <a:pt x="892245" y="893866"/>
                      <a:pt x="892245" y="893149"/>
                    </a:cubicBezTo>
                    <a:cubicBezTo>
                      <a:pt x="895099" y="890281"/>
                      <a:pt x="899023" y="888847"/>
                      <a:pt x="902947" y="888847"/>
                    </a:cubicBezTo>
                    <a:close/>
                    <a:moveTo>
                      <a:pt x="684212" y="463550"/>
                    </a:moveTo>
                    <a:cubicBezTo>
                      <a:pt x="562343" y="463550"/>
                      <a:pt x="463549" y="562344"/>
                      <a:pt x="463549" y="684213"/>
                    </a:cubicBezTo>
                    <a:cubicBezTo>
                      <a:pt x="463549" y="806082"/>
                      <a:pt x="562343" y="904876"/>
                      <a:pt x="684212" y="904876"/>
                    </a:cubicBezTo>
                    <a:cubicBezTo>
                      <a:pt x="806081" y="904876"/>
                      <a:pt x="904875" y="806082"/>
                      <a:pt x="904875" y="684213"/>
                    </a:cubicBezTo>
                    <a:cubicBezTo>
                      <a:pt x="904875" y="562344"/>
                      <a:pt x="806081" y="463550"/>
                      <a:pt x="684212" y="463550"/>
                    </a:cubicBezTo>
                    <a:close/>
                    <a:moveTo>
                      <a:pt x="684212" y="431800"/>
                    </a:moveTo>
                    <a:cubicBezTo>
                      <a:pt x="823616" y="431800"/>
                      <a:pt x="936625" y="544809"/>
                      <a:pt x="936625" y="684213"/>
                    </a:cubicBezTo>
                    <a:cubicBezTo>
                      <a:pt x="936625" y="823617"/>
                      <a:pt x="823616" y="936626"/>
                      <a:pt x="684212" y="936626"/>
                    </a:cubicBezTo>
                    <a:cubicBezTo>
                      <a:pt x="544808" y="936626"/>
                      <a:pt x="431799" y="823617"/>
                      <a:pt x="431799" y="684213"/>
                    </a:cubicBezTo>
                    <a:cubicBezTo>
                      <a:pt x="431799" y="544809"/>
                      <a:pt x="544808" y="431800"/>
                      <a:pt x="684212" y="431800"/>
                    </a:cubicBezTo>
                    <a:close/>
                    <a:moveTo>
                      <a:pt x="319204" y="309563"/>
                    </a:moveTo>
                    <a:cubicBezTo>
                      <a:pt x="319916" y="309563"/>
                      <a:pt x="320629" y="309563"/>
                      <a:pt x="321341" y="309563"/>
                    </a:cubicBezTo>
                    <a:cubicBezTo>
                      <a:pt x="321341" y="309563"/>
                      <a:pt x="321341" y="309563"/>
                      <a:pt x="322053" y="309563"/>
                    </a:cubicBezTo>
                    <a:cubicBezTo>
                      <a:pt x="322765" y="309563"/>
                      <a:pt x="323477" y="309563"/>
                      <a:pt x="324189" y="309563"/>
                    </a:cubicBezTo>
                    <a:cubicBezTo>
                      <a:pt x="324189" y="309563"/>
                      <a:pt x="324189" y="309563"/>
                      <a:pt x="453789" y="330838"/>
                    </a:cubicBezTo>
                    <a:cubicBezTo>
                      <a:pt x="462335" y="332257"/>
                      <a:pt x="468743" y="340058"/>
                      <a:pt x="467319" y="347858"/>
                    </a:cubicBezTo>
                    <a:cubicBezTo>
                      <a:pt x="466607" y="356368"/>
                      <a:pt x="459486" y="362042"/>
                      <a:pt x="452365" y="362042"/>
                    </a:cubicBezTo>
                    <a:cubicBezTo>
                      <a:pt x="450941" y="362042"/>
                      <a:pt x="450229" y="362042"/>
                      <a:pt x="449517" y="361333"/>
                    </a:cubicBezTo>
                    <a:cubicBezTo>
                      <a:pt x="449517" y="361333"/>
                      <a:pt x="449517" y="361333"/>
                      <a:pt x="366202" y="347858"/>
                    </a:cubicBezTo>
                    <a:cubicBezTo>
                      <a:pt x="366202" y="347858"/>
                      <a:pt x="366202" y="347858"/>
                      <a:pt x="473728" y="454943"/>
                    </a:cubicBezTo>
                    <a:cubicBezTo>
                      <a:pt x="479425" y="461326"/>
                      <a:pt x="479425" y="470545"/>
                      <a:pt x="473728" y="476219"/>
                    </a:cubicBezTo>
                    <a:cubicBezTo>
                      <a:pt x="473016" y="476219"/>
                      <a:pt x="473016" y="476928"/>
                      <a:pt x="473016" y="476928"/>
                    </a:cubicBezTo>
                    <a:cubicBezTo>
                      <a:pt x="467319" y="482601"/>
                      <a:pt x="457350" y="482601"/>
                      <a:pt x="451653" y="476928"/>
                    </a:cubicBezTo>
                    <a:cubicBezTo>
                      <a:pt x="451653" y="476928"/>
                      <a:pt x="451653" y="476928"/>
                      <a:pt x="344128" y="369134"/>
                    </a:cubicBezTo>
                    <a:cubicBezTo>
                      <a:pt x="344128" y="369134"/>
                      <a:pt x="344128" y="369134"/>
                      <a:pt x="356945" y="454234"/>
                    </a:cubicBezTo>
                    <a:cubicBezTo>
                      <a:pt x="358369" y="462035"/>
                      <a:pt x="353385" y="469836"/>
                      <a:pt x="345552" y="471964"/>
                    </a:cubicBezTo>
                    <a:cubicBezTo>
                      <a:pt x="336295" y="474091"/>
                      <a:pt x="327749" y="468418"/>
                      <a:pt x="326325" y="459198"/>
                    </a:cubicBezTo>
                    <a:cubicBezTo>
                      <a:pt x="326325" y="459198"/>
                      <a:pt x="326325" y="459198"/>
                      <a:pt x="306387" y="327292"/>
                    </a:cubicBezTo>
                    <a:cubicBezTo>
                      <a:pt x="306387" y="326583"/>
                      <a:pt x="306387" y="325874"/>
                      <a:pt x="306387" y="325165"/>
                    </a:cubicBezTo>
                    <a:cubicBezTo>
                      <a:pt x="306387" y="325165"/>
                      <a:pt x="306387" y="325165"/>
                      <a:pt x="306387" y="324456"/>
                    </a:cubicBezTo>
                    <a:cubicBezTo>
                      <a:pt x="306387" y="323747"/>
                      <a:pt x="306387" y="323037"/>
                      <a:pt x="306387" y="322328"/>
                    </a:cubicBezTo>
                    <a:cubicBezTo>
                      <a:pt x="306387" y="321619"/>
                      <a:pt x="306387" y="320910"/>
                      <a:pt x="307099" y="320201"/>
                    </a:cubicBezTo>
                    <a:cubicBezTo>
                      <a:pt x="307099" y="319492"/>
                      <a:pt x="307811" y="318782"/>
                      <a:pt x="307811" y="318073"/>
                    </a:cubicBezTo>
                    <a:cubicBezTo>
                      <a:pt x="308523" y="317364"/>
                      <a:pt x="308523" y="316655"/>
                      <a:pt x="309235" y="315946"/>
                    </a:cubicBezTo>
                    <a:cubicBezTo>
                      <a:pt x="309947" y="315237"/>
                      <a:pt x="309947" y="314527"/>
                      <a:pt x="310659" y="314527"/>
                    </a:cubicBezTo>
                    <a:cubicBezTo>
                      <a:pt x="310659" y="314527"/>
                      <a:pt x="310659" y="314527"/>
                      <a:pt x="310659" y="313818"/>
                    </a:cubicBezTo>
                    <a:cubicBezTo>
                      <a:pt x="311371" y="313818"/>
                      <a:pt x="312083" y="313109"/>
                      <a:pt x="312083" y="313109"/>
                    </a:cubicBezTo>
                    <a:cubicBezTo>
                      <a:pt x="312083" y="312400"/>
                      <a:pt x="312796" y="312400"/>
                      <a:pt x="312796" y="312400"/>
                    </a:cubicBezTo>
                    <a:cubicBezTo>
                      <a:pt x="313508" y="312400"/>
                      <a:pt x="313508" y="311691"/>
                      <a:pt x="314220" y="311691"/>
                    </a:cubicBezTo>
                    <a:cubicBezTo>
                      <a:pt x="314220" y="311691"/>
                      <a:pt x="314220" y="311691"/>
                      <a:pt x="314932" y="310981"/>
                    </a:cubicBezTo>
                    <a:cubicBezTo>
                      <a:pt x="315644" y="310981"/>
                      <a:pt x="316356" y="310981"/>
                      <a:pt x="317068" y="310272"/>
                    </a:cubicBezTo>
                    <a:cubicBezTo>
                      <a:pt x="317780" y="310272"/>
                      <a:pt x="318492" y="310272"/>
                      <a:pt x="319204" y="309563"/>
                    </a:cubicBezTo>
                    <a:close/>
                    <a:moveTo>
                      <a:pt x="1046208" y="307976"/>
                    </a:moveTo>
                    <a:cubicBezTo>
                      <a:pt x="1046921" y="307976"/>
                      <a:pt x="1047633" y="307976"/>
                      <a:pt x="1047633" y="308689"/>
                    </a:cubicBezTo>
                    <a:cubicBezTo>
                      <a:pt x="1047633" y="308689"/>
                      <a:pt x="1047633" y="308689"/>
                      <a:pt x="1048345" y="308689"/>
                    </a:cubicBezTo>
                    <a:cubicBezTo>
                      <a:pt x="1049057" y="308689"/>
                      <a:pt x="1049057" y="308689"/>
                      <a:pt x="1049769" y="308689"/>
                    </a:cubicBezTo>
                    <a:cubicBezTo>
                      <a:pt x="1050481" y="308689"/>
                      <a:pt x="1050481" y="308689"/>
                      <a:pt x="1050481" y="309402"/>
                    </a:cubicBezTo>
                    <a:cubicBezTo>
                      <a:pt x="1051193" y="309402"/>
                      <a:pt x="1051905" y="309402"/>
                      <a:pt x="1052617" y="310114"/>
                    </a:cubicBezTo>
                    <a:cubicBezTo>
                      <a:pt x="1053329" y="310114"/>
                      <a:pt x="1054041" y="310827"/>
                      <a:pt x="1054041" y="310827"/>
                    </a:cubicBezTo>
                    <a:cubicBezTo>
                      <a:pt x="1054041" y="310827"/>
                      <a:pt x="1054041" y="310827"/>
                      <a:pt x="1054754" y="311540"/>
                    </a:cubicBezTo>
                    <a:cubicBezTo>
                      <a:pt x="1055466" y="311540"/>
                      <a:pt x="1055466" y="312253"/>
                      <a:pt x="1056178" y="312965"/>
                    </a:cubicBezTo>
                    <a:cubicBezTo>
                      <a:pt x="1056890" y="313678"/>
                      <a:pt x="1057602" y="313678"/>
                      <a:pt x="1057602" y="314391"/>
                    </a:cubicBezTo>
                    <a:cubicBezTo>
                      <a:pt x="1058314" y="315104"/>
                      <a:pt x="1059026" y="315816"/>
                      <a:pt x="1059026" y="316529"/>
                    </a:cubicBezTo>
                    <a:cubicBezTo>
                      <a:pt x="1059738" y="317242"/>
                      <a:pt x="1059738" y="317955"/>
                      <a:pt x="1059738" y="318667"/>
                    </a:cubicBezTo>
                    <a:cubicBezTo>
                      <a:pt x="1059738" y="318667"/>
                      <a:pt x="1059738" y="318667"/>
                      <a:pt x="1060450" y="319380"/>
                    </a:cubicBezTo>
                    <a:cubicBezTo>
                      <a:pt x="1060450" y="320093"/>
                      <a:pt x="1060450" y="320806"/>
                      <a:pt x="1060450" y="321518"/>
                    </a:cubicBezTo>
                    <a:cubicBezTo>
                      <a:pt x="1060450" y="322231"/>
                      <a:pt x="1060450" y="322944"/>
                      <a:pt x="1060450" y="323657"/>
                    </a:cubicBezTo>
                    <a:cubicBezTo>
                      <a:pt x="1060450" y="324369"/>
                      <a:pt x="1060450" y="325082"/>
                      <a:pt x="1060450" y="325795"/>
                    </a:cubicBezTo>
                    <a:cubicBezTo>
                      <a:pt x="1060450" y="325795"/>
                      <a:pt x="1060450" y="325795"/>
                      <a:pt x="1060450" y="326508"/>
                    </a:cubicBezTo>
                    <a:cubicBezTo>
                      <a:pt x="1060450" y="326508"/>
                      <a:pt x="1060450" y="326508"/>
                      <a:pt x="1039799" y="457655"/>
                    </a:cubicBezTo>
                    <a:cubicBezTo>
                      <a:pt x="1038375" y="464782"/>
                      <a:pt x="1031966" y="470484"/>
                      <a:pt x="1024845" y="470484"/>
                    </a:cubicBezTo>
                    <a:cubicBezTo>
                      <a:pt x="1024133" y="470484"/>
                      <a:pt x="1022709" y="470484"/>
                      <a:pt x="1021997" y="470484"/>
                    </a:cubicBezTo>
                    <a:cubicBezTo>
                      <a:pt x="1013452" y="469059"/>
                      <a:pt x="1007755" y="461218"/>
                      <a:pt x="1009179" y="452665"/>
                    </a:cubicBezTo>
                    <a:cubicBezTo>
                      <a:pt x="1009179" y="452665"/>
                      <a:pt x="1009179" y="452665"/>
                      <a:pt x="1023421" y="368560"/>
                    </a:cubicBezTo>
                    <a:cubicBezTo>
                      <a:pt x="1023421" y="368560"/>
                      <a:pt x="1023421" y="368560"/>
                      <a:pt x="915183" y="476899"/>
                    </a:cubicBezTo>
                    <a:cubicBezTo>
                      <a:pt x="908774" y="482601"/>
                      <a:pt x="899517" y="482601"/>
                      <a:pt x="893821" y="476186"/>
                    </a:cubicBezTo>
                    <a:cubicBezTo>
                      <a:pt x="893821" y="476186"/>
                      <a:pt x="893821" y="476186"/>
                      <a:pt x="893108" y="476186"/>
                    </a:cubicBezTo>
                    <a:cubicBezTo>
                      <a:pt x="887412" y="470484"/>
                      <a:pt x="887412" y="460506"/>
                      <a:pt x="893108" y="454804"/>
                    </a:cubicBezTo>
                    <a:cubicBezTo>
                      <a:pt x="893108" y="454804"/>
                      <a:pt x="893108" y="454804"/>
                      <a:pt x="1002058" y="345752"/>
                    </a:cubicBezTo>
                    <a:cubicBezTo>
                      <a:pt x="1002058" y="345752"/>
                      <a:pt x="1002058" y="345752"/>
                      <a:pt x="915895" y="359294"/>
                    </a:cubicBezTo>
                    <a:cubicBezTo>
                      <a:pt x="907350" y="360720"/>
                      <a:pt x="899517" y="354305"/>
                      <a:pt x="898093" y="345752"/>
                    </a:cubicBezTo>
                    <a:cubicBezTo>
                      <a:pt x="897381" y="337199"/>
                      <a:pt x="903790" y="330072"/>
                      <a:pt x="911623" y="328646"/>
                    </a:cubicBezTo>
                    <a:cubicBezTo>
                      <a:pt x="911623" y="328646"/>
                      <a:pt x="911623" y="328646"/>
                      <a:pt x="1044072" y="308689"/>
                    </a:cubicBezTo>
                    <a:cubicBezTo>
                      <a:pt x="1044784" y="307976"/>
                      <a:pt x="1045496" y="307976"/>
                      <a:pt x="1046208" y="307976"/>
                    </a:cubicBezTo>
                    <a:close/>
                    <a:moveTo>
                      <a:pt x="1204118" y="31750"/>
                    </a:moveTo>
                    <a:cubicBezTo>
                      <a:pt x="1130909" y="31750"/>
                      <a:pt x="1071561" y="91098"/>
                      <a:pt x="1071561" y="164307"/>
                    </a:cubicBezTo>
                    <a:cubicBezTo>
                      <a:pt x="1071561" y="237516"/>
                      <a:pt x="1130909" y="296864"/>
                      <a:pt x="1204118" y="296864"/>
                    </a:cubicBezTo>
                    <a:cubicBezTo>
                      <a:pt x="1277327" y="296864"/>
                      <a:pt x="1336675" y="237516"/>
                      <a:pt x="1336675" y="164307"/>
                    </a:cubicBezTo>
                    <a:cubicBezTo>
                      <a:pt x="1336675" y="91098"/>
                      <a:pt x="1277327" y="31750"/>
                      <a:pt x="1204118" y="31750"/>
                    </a:cubicBezTo>
                    <a:close/>
                    <a:moveTo>
                      <a:pt x="164307" y="1"/>
                    </a:moveTo>
                    <a:cubicBezTo>
                      <a:pt x="255051" y="1"/>
                      <a:pt x="328614" y="73564"/>
                      <a:pt x="328614" y="164308"/>
                    </a:cubicBezTo>
                    <a:cubicBezTo>
                      <a:pt x="328614" y="255052"/>
                      <a:pt x="255051" y="328615"/>
                      <a:pt x="164307" y="328615"/>
                    </a:cubicBezTo>
                    <a:cubicBezTo>
                      <a:pt x="73563" y="328615"/>
                      <a:pt x="0" y="255052"/>
                      <a:pt x="0" y="164308"/>
                    </a:cubicBezTo>
                    <a:cubicBezTo>
                      <a:pt x="0" y="73564"/>
                      <a:pt x="73563" y="1"/>
                      <a:pt x="164307" y="1"/>
                    </a:cubicBezTo>
                    <a:close/>
                    <a:moveTo>
                      <a:pt x="1204118" y="0"/>
                    </a:moveTo>
                    <a:cubicBezTo>
                      <a:pt x="1294862" y="0"/>
                      <a:pt x="1368425" y="73563"/>
                      <a:pt x="1368425" y="164307"/>
                    </a:cubicBezTo>
                    <a:cubicBezTo>
                      <a:pt x="1368425" y="255051"/>
                      <a:pt x="1294862" y="328614"/>
                      <a:pt x="1204118" y="328614"/>
                    </a:cubicBezTo>
                    <a:cubicBezTo>
                      <a:pt x="1113374" y="328614"/>
                      <a:pt x="1039811" y="255051"/>
                      <a:pt x="1039811" y="164307"/>
                    </a:cubicBezTo>
                    <a:cubicBezTo>
                      <a:pt x="1039811" y="73563"/>
                      <a:pt x="1113374" y="0"/>
                      <a:pt x="1204118"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32" name="Freeform 29">
                <a:extLst>
                  <a:ext uri="{FF2B5EF4-FFF2-40B4-BE49-F238E27FC236}">
                    <a16:creationId xmlns:a16="http://schemas.microsoft.com/office/drawing/2014/main" id="{1EDAE70A-3216-4320-832E-6A41CAB25E91}"/>
                  </a:ext>
                </a:extLst>
              </p:cNvPr>
              <p:cNvSpPr>
                <a:spLocks noChangeArrowheads="1"/>
              </p:cNvSpPr>
              <p:nvPr/>
            </p:nvSpPr>
            <p:spPr bwMode="auto">
              <a:xfrm>
                <a:off x="5411787" y="2808288"/>
                <a:ext cx="1368427" cy="1308101"/>
              </a:xfrm>
              <a:custGeom>
                <a:avLst/>
                <a:gdLst>
                  <a:gd name="connsiteX0" fmla="*/ 164307 w 1368427"/>
                  <a:gd name="connsiteY0" fmla="*/ 1008061 h 1308101"/>
                  <a:gd name="connsiteX1" fmla="*/ 31750 w 1368427"/>
                  <a:gd name="connsiteY1" fmla="*/ 1140618 h 1308101"/>
                  <a:gd name="connsiteX2" fmla="*/ 164307 w 1368427"/>
                  <a:gd name="connsiteY2" fmla="*/ 1273175 h 1308101"/>
                  <a:gd name="connsiteX3" fmla="*/ 296864 w 1368427"/>
                  <a:gd name="connsiteY3" fmla="*/ 1140618 h 1308101"/>
                  <a:gd name="connsiteX4" fmla="*/ 164307 w 1368427"/>
                  <a:gd name="connsiteY4" fmla="*/ 1008061 h 1308101"/>
                  <a:gd name="connsiteX5" fmla="*/ 1204120 w 1368427"/>
                  <a:gd name="connsiteY5" fmla="*/ 979487 h 1308101"/>
                  <a:gd name="connsiteX6" fmla="*/ 1368427 w 1368427"/>
                  <a:gd name="connsiteY6" fmla="*/ 1143794 h 1308101"/>
                  <a:gd name="connsiteX7" fmla="*/ 1204120 w 1368427"/>
                  <a:gd name="connsiteY7" fmla="*/ 1308101 h 1308101"/>
                  <a:gd name="connsiteX8" fmla="*/ 1039813 w 1368427"/>
                  <a:gd name="connsiteY8" fmla="*/ 1143794 h 1308101"/>
                  <a:gd name="connsiteX9" fmla="*/ 1204120 w 1368427"/>
                  <a:gd name="connsiteY9" fmla="*/ 979487 h 1308101"/>
                  <a:gd name="connsiteX10" fmla="*/ 164307 w 1368427"/>
                  <a:gd name="connsiteY10" fmla="*/ 976311 h 1308101"/>
                  <a:gd name="connsiteX11" fmla="*/ 328614 w 1368427"/>
                  <a:gd name="connsiteY11" fmla="*/ 1140618 h 1308101"/>
                  <a:gd name="connsiteX12" fmla="*/ 164307 w 1368427"/>
                  <a:gd name="connsiteY12" fmla="*/ 1304925 h 1308101"/>
                  <a:gd name="connsiteX13" fmla="*/ 0 w 1368427"/>
                  <a:gd name="connsiteY13" fmla="*/ 1140618 h 1308101"/>
                  <a:gd name="connsiteX14" fmla="*/ 164307 w 1368427"/>
                  <a:gd name="connsiteY14" fmla="*/ 976311 h 1308101"/>
                  <a:gd name="connsiteX15" fmla="*/ 683420 w 1368427"/>
                  <a:gd name="connsiteY15" fmla="*/ 430212 h 1308101"/>
                  <a:gd name="connsiteX16" fmla="*/ 873127 w 1368427"/>
                  <a:gd name="connsiteY16" fmla="*/ 620712 h 1308101"/>
                  <a:gd name="connsiteX17" fmla="*/ 683420 w 1368427"/>
                  <a:gd name="connsiteY17" fmla="*/ 811212 h 1308101"/>
                  <a:gd name="connsiteX18" fmla="*/ 493713 w 1368427"/>
                  <a:gd name="connsiteY18" fmla="*/ 620712 h 1308101"/>
                  <a:gd name="connsiteX19" fmla="*/ 683420 w 1368427"/>
                  <a:gd name="connsiteY19" fmla="*/ 430212 h 1308101"/>
                  <a:gd name="connsiteX20" fmla="*/ 1204913 w 1368427"/>
                  <a:gd name="connsiteY20" fmla="*/ 0 h 1308101"/>
                  <a:gd name="connsiteX21" fmla="*/ 1306513 w 1368427"/>
                  <a:gd name="connsiteY21" fmla="*/ 101600 h 1308101"/>
                  <a:gd name="connsiteX22" fmla="*/ 1204913 w 1368427"/>
                  <a:gd name="connsiteY22" fmla="*/ 203200 h 1308101"/>
                  <a:gd name="connsiteX23" fmla="*/ 1103313 w 1368427"/>
                  <a:gd name="connsiteY23" fmla="*/ 101600 h 1308101"/>
                  <a:gd name="connsiteX24" fmla="*/ 1204913 w 1368427"/>
                  <a:gd name="connsiteY24" fmla="*/ 0 h 1308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68427" h="1308101">
                    <a:moveTo>
                      <a:pt x="164307" y="1008061"/>
                    </a:moveTo>
                    <a:cubicBezTo>
                      <a:pt x="91098" y="1008061"/>
                      <a:pt x="31750" y="1067409"/>
                      <a:pt x="31750" y="1140618"/>
                    </a:cubicBezTo>
                    <a:cubicBezTo>
                      <a:pt x="31750" y="1213827"/>
                      <a:pt x="91098" y="1273175"/>
                      <a:pt x="164307" y="1273175"/>
                    </a:cubicBezTo>
                    <a:cubicBezTo>
                      <a:pt x="237516" y="1273175"/>
                      <a:pt x="296864" y="1213827"/>
                      <a:pt x="296864" y="1140618"/>
                    </a:cubicBezTo>
                    <a:cubicBezTo>
                      <a:pt x="296864" y="1067409"/>
                      <a:pt x="237516" y="1008061"/>
                      <a:pt x="164307" y="1008061"/>
                    </a:cubicBezTo>
                    <a:close/>
                    <a:moveTo>
                      <a:pt x="1204120" y="979487"/>
                    </a:moveTo>
                    <a:cubicBezTo>
                      <a:pt x="1294864" y="979487"/>
                      <a:pt x="1368427" y="1053050"/>
                      <a:pt x="1368427" y="1143794"/>
                    </a:cubicBezTo>
                    <a:cubicBezTo>
                      <a:pt x="1368427" y="1234538"/>
                      <a:pt x="1294864" y="1308101"/>
                      <a:pt x="1204120" y="1308101"/>
                    </a:cubicBezTo>
                    <a:cubicBezTo>
                      <a:pt x="1113376" y="1308101"/>
                      <a:pt x="1039813" y="1234538"/>
                      <a:pt x="1039813" y="1143794"/>
                    </a:cubicBezTo>
                    <a:cubicBezTo>
                      <a:pt x="1039813" y="1053050"/>
                      <a:pt x="1113376" y="979487"/>
                      <a:pt x="1204120" y="979487"/>
                    </a:cubicBezTo>
                    <a:close/>
                    <a:moveTo>
                      <a:pt x="164307" y="976311"/>
                    </a:moveTo>
                    <a:cubicBezTo>
                      <a:pt x="255051" y="976311"/>
                      <a:pt x="328614" y="1049874"/>
                      <a:pt x="328614" y="1140618"/>
                    </a:cubicBezTo>
                    <a:cubicBezTo>
                      <a:pt x="328614" y="1231362"/>
                      <a:pt x="255051" y="1304925"/>
                      <a:pt x="164307" y="1304925"/>
                    </a:cubicBezTo>
                    <a:cubicBezTo>
                      <a:pt x="73563" y="1304925"/>
                      <a:pt x="0" y="1231362"/>
                      <a:pt x="0" y="1140618"/>
                    </a:cubicBezTo>
                    <a:cubicBezTo>
                      <a:pt x="0" y="1049874"/>
                      <a:pt x="73563" y="976311"/>
                      <a:pt x="164307" y="976311"/>
                    </a:cubicBezTo>
                    <a:close/>
                    <a:moveTo>
                      <a:pt x="683420" y="430212"/>
                    </a:moveTo>
                    <a:cubicBezTo>
                      <a:pt x="788192" y="430212"/>
                      <a:pt x="873127" y="515502"/>
                      <a:pt x="873127" y="620712"/>
                    </a:cubicBezTo>
                    <a:cubicBezTo>
                      <a:pt x="873127" y="725922"/>
                      <a:pt x="788192" y="811212"/>
                      <a:pt x="683420" y="811212"/>
                    </a:cubicBezTo>
                    <a:cubicBezTo>
                      <a:pt x="578648" y="811212"/>
                      <a:pt x="493713" y="725922"/>
                      <a:pt x="493713" y="620712"/>
                    </a:cubicBezTo>
                    <a:cubicBezTo>
                      <a:pt x="493713" y="515502"/>
                      <a:pt x="578648" y="430212"/>
                      <a:pt x="683420" y="430212"/>
                    </a:cubicBezTo>
                    <a:close/>
                    <a:moveTo>
                      <a:pt x="1204913" y="0"/>
                    </a:moveTo>
                    <a:cubicBezTo>
                      <a:pt x="1261025" y="0"/>
                      <a:pt x="1306513" y="45488"/>
                      <a:pt x="1306513" y="101600"/>
                    </a:cubicBezTo>
                    <a:cubicBezTo>
                      <a:pt x="1306513" y="157712"/>
                      <a:pt x="1261025" y="203200"/>
                      <a:pt x="1204913" y="203200"/>
                    </a:cubicBezTo>
                    <a:cubicBezTo>
                      <a:pt x="1148801" y="203200"/>
                      <a:pt x="1103313" y="157712"/>
                      <a:pt x="1103313" y="101600"/>
                    </a:cubicBezTo>
                    <a:cubicBezTo>
                      <a:pt x="1103313" y="45488"/>
                      <a:pt x="1148801" y="0"/>
                      <a:pt x="1204913" y="0"/>
                    </a:cubicBezTo>
                    <a:close/>
                  </a:path>
                </a:pathLst>
              </a:custGeom>
              <a:solidFill>
                <a:schemeClr val="tx2"/>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grpSp>
      <p:sp>
        <p:nvSpPr>
          <p:cNvPr id="308" name="Moon 307">
            <a:extLst>
              <a:ext uri="{FF2B5EF4-FFF2-40B4-BE49-F238E27FC236}">
                <a16:creationId xmlns:a16="http://schemas.microsoft.com/office/drawing/2014/main" id="{56CCD09C-7DD0-433D-84F9-F2611E86B6F7}"/>
              </a:ext>
            </a:extLst>
          </p:cNvPr>
          <p:cNvSpPr/>
          <p:nvPr/>
        </p:nvSpPr>
        <p:spPr>
          <a:xfrm rot="5400000">
            <a:off x="2273826" y="1532036"/>
            <a:ext cx="321907" cy="643815"/>
          </a:xfrm>
          <a:prstGeom prst="moon">
            <a:avLst>
              <a:gd name="adj" fmla="val 6667"/>
            </a:avLst>
          </a:prstGeom>
          <a:solidFill>
            <a:schemeClr val="tx2"/>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grpSp>
        <p:nvGrpSpPr>
          <p:cNvPr id="233" name="bcgIcons_Contract 2 ">
            <a:extLst>
              <a:ext uri="{FF2B5EF4-FFF2-40B4-BE49-F238E27FC236}">
                <a16:creationId xmlns:a16="http://schemas.microsoft.com/office/drawing/2014/main" id="{7A8B9BAA-CA6D-41CD-97C1-25DDB0A63C83}"/>
              </a:ext>
            </a:extLst>
          </p:cNvPr>
          <p:cNvGrpSpPr>
            <a:grpSpLocks/>
          </p:cNvGrpSpPr>
          <p:nvPr>
            <p:custDataLst>
              <p:tags r:id="rId2"/>
            </p:custDataLst>
          </p:nvPr>
        </p:nvGrpSpPr>
        <p:grpSpPr>
          <a:xfrm>
            <a:off x="2309242" y="1764648"/>
            <a:ext cx="251072" cy="251070"/>
            <a:chOff x="5273675" y="2606675"/>
            <a:chExt cx="1644650" cy="1644650"/>
          </a:xfrm>
        </p:grpSpPr>
        <p:sp>
          <p:nvSpPr>
            <p:cNvPr id="234" name="AutoShape 3">
              <a:extLst>
                <a:ext uri="{FF2B5EF4-FFF2-40B4-BE49-F238E27FC236}">
                  <a16:creationId xmlns:a16="http://schemas.microsoft.com/office/drawing/2014/main" id="{767325A1-E568-46AB-B2E5-C19DBDC3F786}"/>
                </a:ext>
              </a:extLst>
            </p:cNvPr>
            <p:cNvSpPr>
              <a:spLocks noChangeAspect="1" noChangeArrowheads="1" noTextEdi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nvGrpSpPr>
            <p:cNvPr id="235" name="Group 234">
              <a:extLst>
                <a:ext uri="{FF2B5EF4-FFF2-40B4-BE49-F238E27FC236}">
                  <a16:creationId xmlns:a16="http://schemas.microsoft.com/office/drawing/2014/main" id="{8DE69D16-1783-44AD-BF4E-AB1C78BEC559}"/>
                </a:ext>
              </a:extLst>
            </p:cNvPr>
            <p:cNvGrpSpPr/>
            <p:nvPr/>
          </p:nvGrpSpPr>
          <p:grpSpPr>
            <a:xfrm>
              <a:off x="5648325" y="2890838"/>
              <a:ext cx="895350" cy="1185863"/>
              <a:chOff x="5648325" y="2890838"/>
              <a:chExt cx="895350" cy="1185863"/>
            </a:xfrm>
          </p:grpSpPr>
          <p:sp>
            <p:nvSpPr>
              <p:cNvPr id="236" name="Freeform 10">
                <a:extLst>
                  <a:ext uri="{FF2B5EF4-FFF2-40B4-BE49-F238E27FC236}">
                    <a16:creationId xmlns:a16="http://schemas.microsoft.com/office/drawing/2014/main" id="{9AD2A403-D479-4D61-B65B-A7D944FBF6E3}"/>
                  </a:ext>
                </a:extLst>
              </p:cNvPr>
              <p:cNvSpPr>
                <a:spLocks/>
              </p:cNvSpPr>
              <p:nvPr/>
            </p:nvSpPr>
            <p:spPr bwMode="auto">
              <a:xfrm>
                <a:off x="5757124" y="3079749"/>
                <a:ext cx="626214" cy="909638"/>
              </a:xfrm>
              <a:custGeom>
                <a:avLst/>
                <a:gdLst>
                  <a:gd name="connsiteX0" fmla="*/ 123333 w 626214"/>
                  <a:gd name="connsiteY0" fmla="*/ 657225 h 909638"/>
                  <a:gd name="connsiteX1" fmla="*/ 126188 w 626214"/>
                  <a:gd name="connsiteY1" fmla="*/ 658647 h 909638"/>
                  <a:gd name="connsiteX2" fmla="*/ 138321 w 626214"/>
                  <a:gd name="connsiteY2" fmla="*/ 686377 h 909638"/>
                  <a:gd name="connsiteX3" fmla="*/ 141175 w 626214"/>
                  <a:gd name="connsiteY3" fmla="*/ 688510 h 909638"/>
                  <a:gd name="connsiteX4" fmla="*/ 142603 w 626214"/>
                  <a:gd name="connsiteY4" fmla="*/ 687088 h 909638"/>
                  <a:gd name="connsiteX5" fmla="*/ 163300 w 626214"/>
                  <a:gd name="connsiteY5" fmla="*/ 665046 h 909638"/>
                  <a:gd name="connsiteX6" fmla="*/ 165441 w 626214"/>
                  <a:gd name="connsiteY6" fmla="*/ 664335 h 909638"/>
                  <a:gd name="connsiteX7" fmla="*/ 168295 w 626214"/>
                  <a:gd name="connsiteY7" fmla="*/ 667179 h 909638"/>
                  <a:gd name="connsiteX8" fmla="*/ 170437 w 626214"/>
                  <a:gd name="connsiteY8" fmla="*/ 697042 h 909638"/>
                  <a:gd name="connsiteX9" fmla="*/ 172578 w 626214"/>
                  <a:gd name="connsiteY9" fmla="*/ 699886 h 909638"/>
                  <a:gd name="connsiteX10" fmla="*/ 174005 w 626214"/>
                  <a:gd name="connsiteY10" fmla="*/ 699886 h 909638"/>
                  <a:gd name="connsiteX11" fmla="*/ 199698 w 626214"/>
                  <a:gd name="connsiteY11" fmla="*/ 687088 h 909638"/>
                  <a:gd name="connsiteX12" fmla="*/ 201125 w 626214"/>
                  <a:gd name="connsiteY12" fmla="*/ 686377 h 909638"/>
                  <a:gd name="connsiteX13" fmla="*/ 203980 w 626214"/>
                  <a:gd name="connsiteY13" fmla="*/ 689932 h 909638"/>
                  <a:gd name="connsiteX14" fmla="*/ 195416 w 626214"/>
                  <a:gd name="connsiteY14" fmla="*/ 718373 h 909638"/>
                  <a:gd name="connsiteX15" fmla="*/ 198270 w 626214"/>
                  <a:gd name="connsiteY15" fmla="*/ 721928 h 909638"/>
                  <a:gd name="connsiteX16" fmla="*/ 228245 w 626214"/>
                  <a:gd name="connsiteY16" fmla="*/ 719084 h 909638"/>
                  <a:gd name="connsiteX17" fmla="*/ 230386 w 626214"/>
                  <a:gd name="connsiteY17" fmla="*/ 723350 h 909638"/>
                  <a:gd name="connsiteX18" fmla="*/ 213258 w 626214"/>
                  <a:gd name="connsiteY18" fmla="*/ 747525 h 909638"/>
                  <a:gd name="connsiteX19" fmla="*/ 214685 w 626214"/>
                  <a:gd name="connsiteY19" fmla="*/ 751791 h 909638"/>
                  <a:gd name="connsiteX20" fmla="*/ 243946 w 626214"/>
                  <a:gd name="connsiteY20" fmla="*/ 758901 h 909638"/>
                  <a:gd name="connsiteX21" fmla="*/ 244660 w 626214"/>
                  <a:gd name="connsiteY21" fmla="*/ 763879 h 909638"/>
                  <a:gd name="connsiteX22" fmla="*/ 219681 w 626214"/>
                  <a:gd name="connsiteY22" fmla="*/ 780943 h 909638"/>
                  <a:gd name="connsiteX23" fmla="*/ 219681 w 626214"/>
                  <a:gd name="connsiteY23" fmla="*/ 785920 h 909638"/>
                  <a:gd name="connsiteX24" fmla="*/ 244660 w 626214"/>
                  <a:gd name="connsiteY24" fmla="*/ 802274 h 909638"/>
                  <a:gd name="connsiteX25" fmla="*/ 243946 w 626214"/>
                  <a:gd name="connsiteY25" fmla="*/ 807251 h 909638"/>
                  <a:gd name="connsiteX26" fmla="*/ 214685 w 626214"/>
                  <a:gd name="connsiteY26" fmla="*/ 814361 h 909638"/>
                  <a:gd name="connsiteX27" fmla="*/ 213258 w 626214"/>
                  <a:gd name="connsiteY27" fmla="*/ 819338 h 909638"/>
                  <a:gd name="connsiteX28" fmla="*/ 230386 w 626214"/>
                  <a:gd name="connsiteY28" fmla="*/ 843513 h 909638"/>
                  <a:gd name="connsiteX29" fmla="*/ 228245 w 626214"/>
                  <a:gd name="connsiteY29" fmla="*/ 848490 h 909638"/>
                  <a:gd name="connsiteX30" fmla="*/ 198270 w 626214"/>
                  <a:gd name="connsiteY30" fmla="*/ 844935 h 909638"/>
                  <a:gd name="connsiteX31" fmla="*/ 195416 w 626214"/>
                  <a:gd name="connsiteY31" fmla="*/ 848490 h 909638"/>
                  <a:gd name="connsiteX32" fmla="*/ 203980 w 626214"/>
                  <a:gd name="connsiteY32" fmla="*/ 876931 h 909638"/>
                  <a:gd name="connsiteX33" fmla="*/ 201125 w 626214"/>
                  <a:gd name="connsiteY33" fmla="*/ 880486 h 909638"/>
                  <a:gd name="connsiteX34" fmla="*/ 199698 w 626214"/>
                  <a:gd name="connsiteY34" fmla="*/ 880486 h 909638"/>
                  <a:gd name="connsiteX35" fmla="*/ 174005 w 626214"/>
                  <a:gd name="connsiteY35" fmla="*/ 867688 h 909638"/>
                  <a:gd name="connsiteX36" fmla="*/ 172578 w 626214"/>
                  <a:gd name="connsiteY36" fmla="*/ 866977 h 909638"/>
                  <a:gd name="connsiteX37" fmla="*/ 170437 w 626214"/>
                  <a:gd name="connsiteY37" fmla="*/ 869821 h 909638"/>
                  <a:gd name="connsiteX38" fmla="*/ 168295 w 626214"/>
                  <a:gd name="connsiteY38" fmla="*/ 898973 h 909638"/>
                  <a:gd name="connsiteX39" fmla="*/ 165441 w 626214"/>
                  <a:gd name="connsiteY39" fmla="*/ 901817 h 909638"/>
                  <a:gd name="connsiteX40" fmla="*/ 163300 w 626214"/>
                  <a:gd name="connsiteY40" fmla="*/ 901106 h 909638"/>
                  <a:gd name="connsiteX41" fmla="*/ 142603 w 626214"/>
                  <a:gd name="connsiteY41" fmla="*/ 879775 h 909638"/>
                  <a:gd name="connsiteX42" fmla="*/ 141175 w 626214"/>
                  <a:gd name="connsiteY42" fmla="*/ 879064 h 909638"/>
                  <a:gd name="connsiteX43" fmla="*/ 138321 w 626214"/>
                  <a:gd name="connsiteY43" fmla="*/ 880486 h 909638"/>
                  <a:gd name="connsiteX44" fmla="*/ 126188 w 626214"/>
                  <a:gd name="connsiteY44" fmla="*/ 907505 h 909638"/>
                  <a:gd name="connsiteX45" fmla="*/ 123333 w 626214"/>
                  <a:gd name="connsiteY45" fmla="*/ 909638 h 909638"/>
                  <a:gd name="connsiteX46" fmla="*/ 121192 w 626214"/>
                  <a:gd name="connsiteY46" fmla="*/ 907505 h 909638"/>
                  <a:gd name="connsiteX47" fmla="*/ 109059 w 626214"/>
                  <a:gd name="connsiteY47" fmla="*/ 880486 h 909638"/>
                  <a:gd name="connsiteX48" fmla="*/ 106205 w 626214"/>
                  <a:gd name="connsiteY48" fmla="*/ 879064 h 909638"/>
                  <a:gd name="connsiteX49" fmla="*/ 104063 w 626214"/>
                  <a:gd name="connsiteY49" fmla="*/ 879775 h 909638"/>
                  <a:gd name="connsiteX50" fmla="*/ 82653 w 626214"/>
                  <a:gd name="connsiteY50" fmla="*/ 901106 h 909638"/>
                  <a:gd name="connsiteX51" fmla="*/ 81225 w 626214"/>
                  <a:gd name="connsiteY51" fmla="*/ 901817 h 909638"/>
                  <a:gd name="connsiteX52" fmla="*/ 78371 w 626214"/>
                  <a:gd name="connsiteY52" fmla="*/ 898973 h 909638"/>
                  <a:gd name="connsiteX53" fmla="*/ 76230 w 626214"/>
                  <a:gd name="connsiteY53" fmla="*/ 869821 h 909638"/>
                  <a:gd name="connsiteX54" fmla="*/ 73375 w 626214"/>
                  <a:gd name="connsiteY54" fmla="*/ 866977 h 909638"/>
                  <a:gd name="connsiteX55" fmla="*/ 71947 w 626214"/>
                  <a:gd name="connsiteY55" fmla="*/ 867688 h 909638"/>
                  <a:gd name="connsiteX56" fmla="*/ 46254 w 626214"/>
                  <a:gd name="connsiteY56" fmla="*/ 880486 h 909638"/>
                  <a:gd name="connsiteX57" fmla="*/ 44827 w 626214"/>
                  <a:gd name="connsiteY57" fmla="*/ 880486 h 909638"/>
                  <a:gd name="connsiteX58" fmla="*/ 41972 w 626214"/>
                  <a:gd name="connsiteY58" fmla="*/ 876931 h 909638"/>
                  <a:gd name="connsiteX59" fmla="*/ 50536 w 626214"/>
                  <a:gd name="connsiteY59" fmla="*/ 848490 h 909638"/>
                  <a:gd name="connsiteX60" fmla="*/ 47682 w 626214"/>
                  <a:gd name="connsiteY60" fmla="*/ 844935 h 909638"/>
                  <a:gd name="connsiteX61" fmla="*/ 46968 w 626214"/>
                  <a:gd name="connsiteY61" fmla="*/ 844935 h 909638"/>
                  <a:gd name="connsiteX62" fmla="*/ 17707 w 626214"/>
                  <a:gd name="connsiteY62" fmla="*/ 848490 h 909638"/>
                  <a:gd name="connsiteX63" fmla="*/ 14852 w 626214"/>
                  <a:gd name="connsiteY63" fmla="*/ 843513 h 909638"/>
                  <a:gd name="connsiteX64" fmla="*/ 32694 w 626214"/>
                  <a:gd name="connsiteY64" fmla="*/ 819338 h 909638"/>
                  <a:gd name="connsiteX65" fmla="*/ 30553 w 626214"/>
                  <a:gd name="connsiteY65" fmla="*/ 814361 h 909638"/>
                  <a:gd name="connsiteX66" fmla="*/ 2006 w 626214"/>
                  <a:gd name="connsiteY66" fmla="*/ 807251 h 909638"/>
                  <a:gd name="connsiteX67" fmla="*/ 1292 w 626214"/>
                  <a:gd name="connsiteY67" fmla="*/ 802274 h 909638"/>
                  <a:gd name="connsiteX68" fmla="*/ 25557 w 626214"/>
                  <a:gd name="connsiteY68" fmla="*/ 785920 h 909638"/>
                  <a:gd name="connsiteX69" fmla="*/ 25557 w 626214"/>
                  <a:gd name="connsiteY69" fmla="*/ 780943 h 909638"/>
                  <a:gd name="connsiteX70" fmla="*/ 1292 w 626214"/>
                  <a:gd name="connsiteY70" fmla="*/ 763879 h 909638"/>
                  <a:gd name="connsiteX71" fmla="*/ 2006 w 626214"/>
                  <a:gd name="connsiteY71" fmla="*/ 758901 h 909638"/>
                  <a:gd name="connsiteX72" fmla="*/ 30553 w 626214"/>
                  <a:gd name="connsiteY72" fmla="*/ 751791 h 909638"/>
                  <a:gd name="connsiteX73" fmla="*/ 32694 w 626214"/>
                  <a:gd name="connsiteY73" fmla="*/ 747525 h 909638"/>
                  <a:gd name="connsiteX74" fmla="*/ 14852 w 626214"/>
                  <a:gd name="connsiteY74" fmla="*/ 723350 h 909638"/>
                  <a:gd name="connsiteX75" fmla="*/ 17707 w 626214"/>
                  <a:gd name="connsiteY75" fmla="*/ 719084 h 909638"/>
                  <a:gd name="connsiteX76" fmla="*/ 46968 w 626214"/>
                  <a:gd name="connsiteY76" fmla="*/ 721928 h 909638"/>
                  <a:gd name="connsiteX77" fmla="*/ 47682 w 626214"/>
                  <a:gd name="connsiteY77" fmla="*/ 721928 h 909638"/>
                  <a:gd name="connsiteX78" fmla="*/ 50536 w 626214"/>
                  <a:gd name="connsiteY78" fmla="*/ 718373 h 909638"/>
                  <a:gd name="connsiteX79" fmla="*/ 41972 w 626214"/>
                  <a:gd name="connsiteY79" fmla="*/ 689932 h 909638"/>
                  <a:gd name="connsiteX80" fmla="*/ 44827 w 626214"/>
                  <a:gd name="connsiteY80" fmla="*/ 686377 h 909638"/>
                  <a:gd name="connsiteX81" fmla="*/ 46254 w 626214"/>
                  <a:gd name="connsiteY81" fmla="*/ 687088 h 909638"/>
                  <a:gd name="connsiteX82" fmla="*/ 71947 w 626214"/>
                  <a:gd name="connsiteY82" fmla="*/ 699886 h 909638"/>
                  <a:gd name="connsiteX83" fmla="*/ 73375 w 626214"/>
                  <a:gd name="connsiteY83" fmla="*/ 699886 h 909638"/>
                  <a:gd name="connsiteX84" fmla="*/ 76230 w 626214"/>
                  <a:gd name="connsiteY84" fmla="*/ 697042 h 909638"/>
                  <a:gd name="connsiteX85" fmla="*/ 78371 w 626214"/>
                  <a:gd name="connsiteY85" fmla="*/ 667179 h 909638"/>
                  <a:gd name="connsiteX86" fmla="*/ 81225 w 626214"/>
                  <a:gd name="connsiteY86" fmla="*/ 664335 h 909638"/>
                  <a:gd name="connsiteX87" fmla="*/ 82653 w 626214"/>
                  <a:gd name="connsiteY87" fmla="*/ 665046 h 909638"/>
                  <a:gd name="connsiteX88" fmla="*/ 104063 w 626214"/>
                  <a:gd name="connsiteY88" fmla="*/ 687088 h 909638"/>
                  <a:gd name="connsiteX89" fmla="*/ 106205 w 626214"/>
                  <a:gd name="connsiteY89" fmla="*/ 688510 h 909638"/>
                  <a:gd name="connsiteX90" fmla="*/ 109059 w 626214"/>
                  <a:gd name="connsiteY90" fmla="*/ 686377 h 909638"/>
                  <a:gd name="connsiteX91" fmla="*/ 121192 w 626214"/>
                  <a:gd name="connsiteY91" fmla="*/ 658647 h 909638"/>
                  <a:gd name="connsiteX92" fmla="*/ 123333 w 626214"/>
                  <a:gd name="connsiteY92" fmla="*/ 657225 h 909638"/>
                  <a:gd name="connsiteX93" fmla="*/ 69521 w 626214"/>
                  <a:gd name="connsiteY93" fmla="*/ 517525 h 909638"/>
                  <a:gd name="connsiteX94" fmla="*/ 609820 w 626214"/>
                  <a:gd name="connsiteY94" fmla="*/ 517525 h 909638"/>
                  <a:gd name="connsiteX95" fmla="*/ 626214 w 626214"/>
                  <a:gd name="connsiteY95" fmla="*/ 533839 h 909638"/>
                  <a:gd name="connsiteX96" fmla="*/ 609820 w 626214"/>
                  <a:gd name="connsiteY96" fmla="*/ 550863 h 909638"/>
                  <a:gd name="connsiteX97" fmla="*/ 69521 w 626214"/>
                  <a:gd name="connsiteY97" fmla="*/ 550863 h 909638"/>
                  <a:gd name="connsiteX98" fmla="*/ 53126 w 626214"/>
                  <a:gd name="connsiteY98" fmla="*/ 533839 h 909638"/>
                  <a:gd name="connsiteX99" fmla="*/ 69521 w 626214"/>
                  <a:gd name="connsiteY99" fmla="*/ 517525 h 909638"/>
                  <a:gd name="connsiteX100" fmla="*/ 69521 w 626214"/>
                  <a:gd name="connsiteY100" fmla="*/ 388938 h 909638"/>
                  <a:gd name="connsiteX101" fmla="*/ 609820 w 626214"/>
                  <a:gd name="connsiteY101" fmla="*/ 388938 h 909638"/>
                  <a:gd name="connsiteX102" fmla="*/ 626214 w 626214"/>
                  <a:gd name="connsiteY102" fmla="*/ 404092 h 909638"/>
                  <a:gd name="connsiteX103" fmla="*/ 609820 w 626214"/>
                  <a:gd name="connsiteY103" fmla="*/ 420688 h 909638"/>
                  <a:gd name="connsiteX104" fmla="*/ 69521 w 626214"/>
                  <a:gd name="connsiteY104" fmla="*/ 420688 h 909638"/>
                  <a:gd name="connsiteX105" fmla="*/ 53126 w 626214"/>
                  <a:gd name="connsiteY105" fmla="*/ 404092 h 909638"/>
                  <a:gd name="connsiteX106" fmla="*/ 69521 w 626214"/>
                  <a:gd name="connsiteY106" fmla="*/ 388938 h 909638"/>
                  <a:gd name="connsiteX107" fmla="*/ 69521 w 626214"/>
                  <a:gd name="connsiteY107" fmla="*/ 257175 h 909638"/>
                  <a:gd name="connsiteX108" fmla="*/ 609820 w 626214"/>
                  <a:gd name="connsiteY108" fmla="*/ 257175 h 909638"/>
                  <a:gd name="connsiteX109" fmla="*/ 626214 w 626214"/>
                  <a:gd name="connsiteY109" fmla="*/ 276093 h 909638"/>
                  <a:gd name="connsiteX110" fmla="*/ 609820 w 626214"/>
                  <a:gd name="connsiteY110" fmla="*/ 292100 h 909638"/>
                  <a:gd name="connsiteX111" fmla="*/ 69521 w 626214"/>
                  <a:gd name="connsiteY111" fmla="*/ 292100 h 909638"/>
                  <a:gd name="connsiteX112" fmla="*/ 53126 w 626214"/>
                  <a:gd name="connsiteY112" fmla="*/ 276093 h 909638"/>
                  <a:gd name="connsiteX113" fmla="*/ 69521 w 626214"/>
                  <a:gd name="connsiteY113" fmla="*/ 257175 h 909638"/>
                  <a:gd name="connsiteX114" fmla="*/ 69521 w 626214"/>
                  <a:gd name="connsiteY114" fmla="*/ 130175 h 909638"/>
                  <a:gd name="connsiteX115" fmla="*/ 609820 w 626214"/>
                  <a:gd name="connsiteY115" fmla="*/ 130175 h 909638"/>
                  <a:gd name="connsiteX116" fmla="*/ 626214 w 626214"/>
                  <a:gd name="connsiteY116" fmla="*/ 145329 h 909638"/>
                  <a:gd name="connsiteX117" fmla="*/ 609820 w 626214"/>
                  <a:gd name="connsiteY117" fmla="*/ 161925 h 909638"/>
                  <a:gd name="connsiteX118" fmla="*/ 69521 w 626214"/>
                  <a:gd name="connsiteY118" fmla="*/ 161925 h 909638"/>
                  <a:gd name="connsiteX119" fmla="*/ 53126 w 626214"/>
                  <a:gd name="connsiteY119" fmla="*/ 145329 h 909638"/>
                  <a:gd name="connsiteX120" fmla="*/ 69521 w 626214"/>
                  <a:gd name="connsiteY120" fmla="*/ 130175 h 909638"/>
                  <a:gd name="connsiteX121" fmla="*/ 69521 w 626214"/>
                  <a:gd name="connsiteY121" fmla="*/ 0 h 909638"/>
                  <a:gd name="connsiteX122" fmla="*/ 609820 w 626214"/>
                  <a:gd name="connsiteY122" fmla="*/ 0 h 909638"/>
                  <a:gd name="connsiteX123" fmla="*/ 626214 w 626214"/>
                  <a:gd name="connsiteY123" fmla="*/ 16228 h 909638"/>
                  <a:gd name="connsiteX124" fmla="*/ 609820 w 626214"/>
                  <a:gd name="connsiteY124" fmla="*/ 31750 h 909638"/>
                  <a:gd name="connsiteX125" fmla="*/ 69521 w 626214"/>
                  <a:gd name="connsiteY125" fmla="*/ 31750 h 909638"/>
                  <a:gd name="connsiteX126" fmla="*/ 53126 w 626214"/>
                  <a:gd name="connsiteY126" fmla="*/ 16228 h 909638"/>
                  <a:gd name="connsiteX127" fmla="*/ 69521 w 626214"/>
                  <a:gd name="connsiteY127" fmla="*/ 0 h 90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626214" h="909638">
                    <a:moveTo>
                      <a:pt x="123333" y="657225"/>
                    </a:moveTo>
                    <a:cubicBezTo>
                      <a:pt x="124760" y="657225"/>
                      <a:pt x="125474" y="657936"/>
                      <a:pt x="126188" y="658647"/>
                    </a:cubicBezTo>
                    <a:cubicBezTo>
                      <a:pt x="126188" y="658647"/>
                      <a:pt x="126188" y="658647"/>
                      <a:pt x="138321" y="686377"/>
                    </a:cubicBezTo>
                    <a:cubicBezTo>
                      <a:pt x="139034" y="687799"/>
                      <a:pt x="139748" y="688510"/>
                      <a:pt x="141175" y="688510"/>
                    </a:cubicBezTo>
                    <a:cubicBezTo>
                      <a:pt x="141889" y="688510"/>
                      <a:pt x="142603" y="687799"/>
                      <a:pt x="142603" y="687088"/>
                    </a:cubicBezTo>
                    <a:cubicBezTo>
                      <a:pt x="142603" y="687088"/>
                      <a:pt x="142603" y="687088"/>
                      <a:pt x="163300" y="665046"/>
                    </a:cubicBezTo>
                    <a:cubicBezTo>
                      <a:pt x="164013" y="665046"/>
                      <a:pt x="164727" y="664335"/>
                      <a:pt x="165441" y="664335"/>
                    </a:cubicBezTo>
                    <a:cubicBezTo>
                      <a:pt x="166868" y="664335"/>
                      <a:pt x="168295" y="665757"/>
                      <a:pt x="168295" y="667179"/>
                    </a:cubicBezTo>
                    <a:cubicBezTo>
                      <a:pt x="168295" y="667179"/>
                      <a:pt x="168295" y="667179"/>
                      <a:pt x="170437" y="697042"/>
                    </a:cubicBezTo>
                    <a:cubicBezTo>
                      <a:pt x="170437" y="699175"/>
                      <a:pt x="171150" y="699886"/>
                      <a:pt x="172578" y="699886"/>
                    </a:cubicBezTo>
                    <a:cubicBezTo>
                      <a:pt x="173291" y="699886"/>
                      <a:pt x="173291" y="699886"/>
                      <a:pt x="174005" y="699886"/>
                    </a:cubicBezTo>
                    <a:cubicBezTo>
                      <a:pt x="174005" y="699886"/>
                      <a:pt x="174005" y="699886"/>
                      <a:pt x="199698" y="687088"/>
                    </a:cubicBezTo>
                    <a:cubicBezTo>
                      <a:pt x="200411" y="686377"/>
                      <a:pt x="200411" y="686377"/>
                      <a:pt x="201125" y="686377"/>
                    </a:cubicBezTo>
                    <a:cubicBezTo>
                      <a:pt x="202553" y="686377"/>
                      <a:pt x="203980" y="687799"/>
                      <a:pt x="203980" y="689932"/>
                    </a:cubicBezTo>
                    <a:cubicBezTo>
                      <a:pt x="203980" y="689932"/>
                      <a:pt x="203980" y="689932"/>
                      <a:pt x="195416" y="718373"/>
                    </a:cubicBezTo>
                    <a:cubicBezTo>
                      <a:pt x="194702" y="720506"/>
                      <a:pt x="196129" y="721928"/>
                      <a:pt x="198270" y="721928"/>
                    </a:cubicBezTo>
                    <a:cubicBezTo>
                      <a:pt x="198270" y="721928"/>
                      <a:pt x="198270" y="721928"/>
                      <a:pt x="228245" y="719084"/>
                    </a:cubicBezTo>
                    <a:cubicBezTo>
                      <a:pt x="230386" y="719084"/>
                      <a:pt x="231814" y="721217"/>
                      <a:pt x="230386" y="723350"/>
                    </a:cubicBezTo>
                    <a:cubicBezTo>
                      <a:pt x="230386" y="723350"/>
                      <a:pt x="230386" y="723350"/>
                      <a:pt x="213258" y="747525"/>
                    </a:cubicBezTo>
                    <a:cubicBezTo>
                      <a:pt x="211830" y="748947"/>
                      <a:pt x="213258" y="751080"/>
                      <a:pt x="214685" y="751791"/>
                    </a:cubicBezTo>
                    <a:cubicBezTo>
                      <a:pt x="214685" y="751791"/>
                      <a:pt x="214685" y="751791"/>
                      <a:pt x="243946" y="758901"/>
                    </a:cubicBezTo>
                    <a:cubicBezTo>
                      <a:pt x="246088" y="759612"/>
                      <a:pt x="246801" y="762456"/>
                      <a:pt x="244660" y="763879"/>
                    </a:cubicBezTo>
                    <a:cubicBezTo>
                      <a:pt x="244660" y="763879"/>
                      <a:pt x="244660" y="763879"/>
                      <a:pt x="219681" y="780943"/>
                    </a:cubicBezTo>
                    <a:cubicBezTo>
                      <a:pt x="218254" y="782365"/>
                      <a:pt x="218254" y="784498"/>
                      <a:pt x="219681" y="785920"/>
                    </a:cubicBezTo>
                    <a:cubicBezTo>
                      <a:pt x="219681" y="785920"/>
                      <a:pt x="219681" y="785920"/>
                      <a:pt x="244660" y="802274"/>
                    </a:cubicBezTo>
                    <a:cubicBezTo>
                      <a:pt x="246801" y="803696"/>
                      <a:pt x="246088" y="807251"/>
                      <a:pt x="243946" y="807251"/>
                    </a:cubicBezTo>
                    <a:cubicBezTo>
                      <a:pt x="243946" y="807251"/>
                      <a:pt x="243946" y="807251"/>
                      <a:pt x="214685" y="814361"/>
                    </a:cubicBezTo>
                    <a:cubicBezTo>
                      <a:pt x="213258" y="815072"/>
                      <a:pt x="211830" y="817205"/>
                      <a:pt x="213258" y="819338"/>
                    </a:cubicBezTo>
                    <a:cubicBezTo>
                      <a:pt x="213258" y="819338"/>
                      <a:pt x="213258" y="819338"/>
                      <a:pt x="230386" y="843513"/>
                    </a:cubicBezTo>
                    <a:cubicBezTo>
                      <a:pt x="231814" y="845646"/>
                      <a:pt x="230386" y="848490"/>
                      <a:pt x="228245" y="848490"/>
                    </a:cubicBezTo>
                    <a:cubicBezTo>
                      <a:pt x="228245" y="848490"/>
                      <a:pt x="228245" y="848490"/>
                      <a:pt x="198270" y="844935"/>
                    </a:cubicBezTo>
                    <a:cubicBezTo>
                      <a:pt x="196129" y="844935"/>
                      <a:pt x="194702" y="847068"/>
                      <a:pt x="195416" y="848490"/>
                    </a:cubicBezTo>
                    <a:cubicBezTo>
                      <a:pt x="195416" y="848490"/>
                      <a:pt x="195416" y="848490"/>
                      <a:pt x="203980" y="876931"/>
                    </a:cubicBezTo>
                    <a:cubicBezTo>
                      <a:pt x="203980" y="879064"/>
                      <a:pt x="202553" y="880486"/>
                      <a:pt x="201125" y="880486"/>
                    </a:cubicBezTo>
                    <a:cubicBezTo>
                      <a:pt x="200411" y="880486"/>
                      <a:pt x="200411" y="880486"/>
                      <a:pt x="199698" y="880486"/>
                    </a:cubicBezTo>
                    <a:cubicBezTo>
                      <a:pt x="199698" y="880486"/>
                      <a:pt x="199698" y="880486"/>
                      <a:pt x="174005" y="867688"/>
                    </a:cubicBezTo>
                    <a:cubicBezTo>
                      <a:pt x="173291" y="866977"/>
                      <a:pt x="173291" y="866977"/>
                      <a:pt x="172578" y="866977"/>
                    </a:cubicBezTo>
                    <a:cubicBezTo>
                      <a:pt x="171150" y="866977"/>
                      <a:pt x="170437" y="868399"/>
                      <a:pt x="170437" y="869821"/>
                    </a:cubicBezTo>
                    <a:cubicBezTo>
                      <a:pt x="170437" y="869821"/>
                      <a:pt x="170437" y="869821"/>
                      <a:pt x="168295" y="898973"/>
                    </a:cubicBezTo>
                    <a:cubicBezTo>
                      <a:pt x="168295" y="901106"/>
                      <a:pt x="166868" y="901817"/>
                      <a:pt x="165441" y="901817"/>
                    </a:cubicBezTo>
                    <a:cubicBezTo>
                      <a:pt x="164727" y="901817"/>
                      <a:pt x="164013" y="901817"/>
                      <a:pt x="163300" y="901106"/>
                    </a:cubicBezTo>
                    <a:cubicBezTo>
                      <a:pt x="163300" y="901106"/>
                      <a:pt x="163300" y="901106"/>
                      <a:pt x="142603" y="879775"/>
                    </a:cubicBezTo>
                    <a:cubicBezTo>
                      <a:pt x="142603" y="879064"/>
                      <a:pt x="141889" y="879064"/>
                      <a:pt x="141175" y="879064"/>
                    </a:cubicBezTo>
                    <a:cubicBezTo>
                      <a:pt x="139748" y="879064"/>
                      <a:pt x="139034" y="879775"/>
                      <a:pt x="138321" y="880486"/>
                    </a:cubicBezTo>
                    <a:cubicBezTo>
                      <a:pt x="138321" y="880486"/>
                      <a:pt x="138321" y="880486"/>
                      <a:pt x="126188" y="907505"/>
                    </a:cubicBezTo>
                    <a:cubicBezTo>
                      <a:pt x="125474" y="908927"/>
                      <a:pt x="124760" y="909638"/>
                      <a:pt x="123333" y="909638"/>
                    </a:cubicBezTo>
                    <a:cubicBezTo>
                      <a:pt x="122619" y="909638"/>
                      <a:pt x="121192" y="908927"/>
                      <a:pt x="121192" y="907505"/>
                    </a:cubicBezTo>
                    <a:cubicBezTo>
                      <a:pt x="121192" y="907505"/>
                      <a:pt x="121192" y="907505"/>
                      <a:pt x="109059" y="880486"/>
                    </a:cubicBezTo>
                    <a:cubicBezTo>
                      <a:pt x="108346" y="879775"/>
                      <a:pt x="107632" y="879064"/>
                      <a:pt x="106205" y="879064"/>
                    </a:cubicBezTo>
                    <a:cubicBezTo>
                      <a:pt x="105491" y="879064"/>
                      <a:pt x="104777" y="879064"/>
                      <a:pt x="104063" y="879775"/>
                    </a:cubicBezTo>
                    <a:cubicBezTo>
                      <a:pt x="104063" y="879775"/>
                      <a:pt x="104063" y="879775"/>
                      <a:pt x="82653" y="901106"/>
                    </a:cubicBezTo>
                    <a:cubicBezTo>
                      <a:pt x="82653" y="901817"/>
                      <a:pt x="81939" y="901817"/>
                      <a:pt x="81225" y="901817"/>
                    </a:cubicBezTo>
                    <a:cubicBezTo>
                      <a:pt x="79798" y="901817"/>
                      <a:pt x="78371" y="901106"/>
                      <a:pt x="78371" y="898973"/>
                    </a:cubicBezTo>
                    <a:cubicBezTo>
                      <a:pt x="78371" y="898973"/>
                      <a:pt x="78371" y="898973"/>
                      <a:pt x="76230" y="869821"/>
                    </a:cubicBezTo>
                    <a:cubicBezTo>
                      <a:pt x="76230" y="868399"/>
                      <a:pt x="74802" y="866977"/>
                      <a:pt x="73375" y="866977"/>
                    </a:cubicBezTo>
                    <a:cubicBezTo>
                      <a:pt x="72661" y="866977"/>
                      <a:pt x="72661" y="866977"/>
                      <a:pt x="71947" y="867688"/>
                    </a:cubicBezTo>
                    <a:cubicBezTo>
                      <a:pt x="71947" y="867688"/>
                      <a:pt x="71947" y="867688"/>
                      <a:pt x="46254" y="880486"/>
                    </a:cubicBezTo>
                    <a:cubicBezTo>
                      <a:pt x="45541" y="880486"/>
                      <a:pt x="44827" y="880486"/>
                      <a:pt x="44827" y="880486"/>
                    </a:cubicBezTo>
                    <a:cubicBezTo>
                      <a:pt x="42686" y="880486"/>
                      <a:pt x="41258" y="879064"/>
                      <a:pt x="41972" y="876931"/>
                    </a:cubicBezTo>
                    <a:cubicBezTo>
                      <a:pt x="41972" y="876931"/>
                      <a:pt x="41972" y="876931"/>
                      <a:pt x="50536" y="848490"/>
                    </a:cubicBezTo>
                    <a:cubicBezTo>
                      <a:pt x="50536" y="847068"/>
                      <a:pt x="49109" y="844935"/>
                      <a:pt x="47682" y="844935"/>
                    </a:cubicBezTo>
                    <a:cubicBezTo>
                      <a:pt x="46968" y="844935"/>
                      <a:pt x="46968" y="844935"/>
                      <a:pt x="46968" y="844935"/>
                    </a:cubicBezTo>
                    <a:cubicBezTo>
                      <a:pt x="46968" y="844935"/>
                      <a:pt x="46968" y="844935"/>
                      <a:pt x="17707" y="848490"/>
                    </a:cubicBezTo>
                    <a:cubicBezTo>
                      <a:pt x="14852" y="848490"/>
                      <a:pt x="13425" y="845646"/>
                      <a:pt x="14852" y="843513"/>
                    </a:cubicBezTo>
                    <a:cubicBezTo>
                      <a:pt x="14852" y="843513"/>
                      <a:pt x="14852" y="843513"/>
                      <a:pt x="32694" y="819338"/>
                    </a:cubicBezTo>
                    <a:cubicBezTo>
                      <a:pt x="33408" y="817205"/>
                      <a:pt x="32694" y="815072"/>
                      <a:pt x="30553" y="814361"/>
                    </a:cubicBezTo>
                    <a:cubicBezTo>
                      <a:pt x="30553" y="814361"/>
                      <a:pt x="30553" y="814361"/>
                      <a:pt x="2006" y="807251"/>
                    </a:cubicBezTo>
                    <a:cubicBezTo>
                      <a:pt x="-136" y="807251"/>
                      <a:pt x="-849" y="803696"/>
                      <a:pt x="1292" y="802274"/>
                    </a:cubicBezTo>
                    <a:cubicBezTo>
                      <a:pt x="25557" y="785920"/>
                      <a:pt x="25557" y="785920"/>
                      <a:pt x="25557" y="785920"/>
                    </a:cubicBezTo>
                    <a:cubicBezTo>
                      <a:pt x="27698" y="784498"/>
                      <a:pt x="27698" y="782365"/>
                      <a:pt x="25557" y="780943"/>
                    </a:cubicBezTo>
                    <a:cubicBezTo>
                      <a:pt x="25557" y="780943"/>
                      <a:pt x="25557" y="780943"/>
                      <a:pt x="1292" y="763879"/>
                    </a:cubicBezTo>
                    <a:cubicBezTo>
                      <a:pt x="-849" y="762456"/>
                      <a:pt x="-136" y="759612"/>
                      <a:pt x="2006" y="758901"/>
                    </a:cubicBezTo>
                    <a:cubicBezTo>
                      <a:pt x="2006" y="758901"/>
                      <a:pt x="2006" y="758901"/>
                      <a:pt x="30553" y="751791"/>
                    </a:cubicBezTo>
                    <a:cubicBezTo>
                      <a:pt x="32694" y="751080"/>
                      <a:pt x="33408" y="748947"/>
                      <a:pt x="32694" y="747525"/>
                    </a:cubicBezTo>
                    <a:cubicBezTo>
                      <a:pt x="32694" y="747525"/>
                      <a:pt x="32694" y="747525"/>
                      <a:pt x="14852" y="723350"/>
                    </a:cubicBezTo>
                    <a:cubicBezTo>
                      <a:pt x="13425" y="721217"/>
                      <a:pt x="14852" y="719084"/>
                      <a:pt x="17707" y="719084"/>
                    </a:cubicBezTo>
                    <a:cubicBezTo>
                      <a:pt x="17707" y="719084"/>
                      <a:pt x="17707" y="719084"/>
                      <a:pt x="46968" y="721928"/>
                    </a:cubicBezTo>
                    <a:cubicBezTo>
                      <a:pt x="47682" y="721928"/>
                      <a:pt x="47682" y="721928"/>
                      <a:pt x="47682" y="721928"/>
                    </a:cubicBezTo>
                    <a:cubicBezTo>
                      <a:pt x="49109" y="721928"/>
                      <a:pt x="50536" y="720506"/>
                      <a:pt x="50536" y="718373"/>
                    </a:cubicBezTo>
                    <a:cubicBezTo>
                      <a:pt x="50536" y="718373"/>
                      <a:pt x="50536" y="718373"/>
                      <a:pt x="41972" y="689932"/>
                    </a:cubicBezTo>
                    <a:cubicBezTo>
                      <a:pt x="41258" y="687799"/>
                      <a:pt x="42686" y="686377"/>
                      <a:pt x="44827" y="686377"/>
                    </a:cubicBezTo>
                    <a:cubicBezTo>
                      <a:pt x="44827" y="686377"/>
                      <a:pt x="45541" y="686377"/>
                      <a:pt x="46254" y="687088"/>
                    </a:cubicBezTo>
                    <a:cubicBezTo>
                      <a:pt x="46254" y="687088"/>
                      <a:pt x="46254" y="687088"/>
                      <a:pt x="71947" y="699886"/>
                    </a:cubicBezTo>
                    <a:cubicBezTo>
                      <a:pt x="72661" y="699886"/>
                      <a:pt x="72661" y="699886"/>
                      <a:pt x="73375" y="699886"/>
                    </a:cubicBezTo>
                    <a:cubicBezTo>
                      <a:pt x="74802" y="699886"/>
                      <a:pt x="76230" y="699175"/>
                      <a:pt x="76230" y="697042"/>
                    </a:cubicBezTo>
                    <a:cubicBezTo>
                      <a:pt x="76230" y="697042"/>
                      <a:pt x="76230" y="697042"/>
                      <a:pt x="78371" y="667179"/>
                    </a:cubicBezTo>
                    <a:cubicBezTo>
                      <a:pt x="78371" y="665757"/>
                      <a:pt x="79798" y="664335"/>
                      <a:pt x="81225" y="664335"/>
                    </a:cubicBezTo>
                    <a:cubicBezTo>
                      <a:pt x="81939" y="664335"/>
                      <a:pt x="82653" y="665046"/>
                      <a:pt x="82653" y="665046"/>
                    </a:cubicBezTo>
                    <a:cubicBezTo>
                      <a:pt x="82653" y="665046"/>
                      <a:pt x="82653" y="665046"/>
                      <a:pt x="104063" y="687088"/>
                    </a:cubicBezTo>
                    <a:cubicBezTo>
                      <a:pt x="104777" y="687799"/>
                      <a:pt x="105491" y="688510"/>
                      <a:pt x="106205" y="688510"/>
                    </a:cubicBezTo>
                    <a:cubicBezTo>
                      <a:pt x="107632" y="688510"/>
                      <a:pt x="108346" y="687799"/>
                      <a:pt x="109059" y="686377"/>
                    </a:cubicBezTo>
                    <a:cubicBezTo>
                      <a:pt x="109059" y="686377"/>
                      <a:pt x="109059" y="686377"/>
                      <a:pt x="121192" y="658647"/>
                    </a:cubicBezTo>
                    <a:cubicBezTo>
                      <a:pt x="121192" y="657936"/>
                      <a:pt x="122619" y="657225"/>
                      <a:pt x="123333" y="657225"/>
                    </a:cubicBezTo>
                    <a:close/>
                    <a:moveTo>
                      <a:pt x="69521" y="517525"/>
                    </a:moveTo>
                    <a:cubicBezTo>
                      <a:pt x="609820" y="517525"/>
                      <a:pt x="609820" y="517525"/>
                      <a:pt x="609820" y="517525"/>
                    </a:cubicBezTo>
                    <a:cubicBezTo>
                      <a:pt x="619086" y="517525"/>
                      <a:pt x="626214" y="524618"/>
                      <a:pt x="626214" y="533839"/>
                    </a:cubicBezTo>
                    <a:cubicBezTo>
                      <a:pt x="626214" y="543061"/>
                      <a:pt x="619086" y="550863"/>
                      <a:pt x="609820" y="550863"/>
                    </a:cubicBezTo>
                    <a:cubicBezTo>
                      <a:pt x="69521" y="550863"/>
                      <a:pt x="69521" y="550863"/>
                      <a:pt x="69521" y="550863"/>
                    </a:cubicBezTo>
                    <a:cubicBezTo>
                      <a:pt x="60254" y="550863"/>
                      <a:pt x="53126" y="543061"/>
                      <a:pt x="53126" y="533839"/>
                    </a:cubicBezTo>
                    <a:cubicBezTo>
                      <a:pt x="53126" y="524618"/>
                      <a:pt x="60254" y="517525"/>
                      <a:pt x="69521" y="517525"/>
                    </a:cubicBezTo>
                    <a:close/>
                    <a:moveTo>
                      <a:pt x="69521" y="388938"/>
                    </a:moveTo>
                    <a:cubicBezTo>
                      <a:pt x="609820" y="388938"/>
                      <a:pt x="609820" y="388938"/>
                      <a:pt x="609820" y="388938"/>
                    </a:cubicBezTo>
                    <a:cubicBezTo>
                      <a:pt x="619086" y="388938"/>
                      <a:pt x="626214" y="396154"/>
                      <a:pt x="626214" y="404092"/>
                    </a:cubicBezTo>
                    <a:cubicBezTo>
                      <a:pt x="626214" y="414194"/>
                      <a:pt x="619086" y="420688"/>
                      <a:pt x="609820" y="420688"/>
                    </a:cubicBezTo>
                    <a:cubicBezTo>
                      <a:pt x="69521" y="420688"/>
                      <a:pt x="69521" y="420688"/>
                      <a:pt x="69521" y="420688"/>
                    </a:cubicBezTo>
                    <a:cubicBezTo>
                      <a:pt x="60254" y="420688"/>
                      <a:pt x="53126" y="414194"/>
                      <a:pt x="53126" y="404092"/>
                    </a:cubicBezTo>
                    <a:cubicBezTo>
                      <a:pt x="53126" y="396154"/>
                      <a:pt x="60254" y="388938"/>
                      <a:pt x="69521" y="388938"/>
                    </a:cubicBezTo>
                    <a:close/>
                    <a:moveTo>
                      <a:pt x="69521" y="257175"/>
                    </a:moveTo>
                    <a:cubicBezTo>
                      <a:pt x="609820" y="257175"/>
                      <a:pt x="609820" y="257175"/>
                      <a:pt x="609820" y="257175"/>
                    </a:cubicBezTo>
                    <a:cubicBezTo>
                      <a:pt x="619086" y="257175"/>
                      <a:pt x="626214" y="264451"/>
                      <a:pt x="626214" y="276093"/>
                    </a:cubicBezTo>
                    <a:cubicBezTo>
                      <a:pt x="626214" y="285552"/>
                      <a:pt x="619086" y="292100"/>
                      <a:pt x="609820" y="292100"/>
                    </a:cubicBezTo>
                    <a:cubicBezTo>
                      <a:pt x="69521" y="292100"/>
                      <a:pt x="69521" y="292100"/>
                      <a:pt x="69521" y="292100"/>
                    </a:cubicBezTo>
                    <a:cubicBezTo>
                      <a:pt x="60254" y="292100"/>
                      <a:pt x="53126" y="285552"/>
                      <a:pt x="53126" y="276093"/>
                    </a:cubicBezTo>
                    <a:cubicBezTo>
                      <a:pt x="53126" y="264451"/>
                      <a:pt x="60254" y="257175"/>
                      <a:pt x="69521" y="257175"/>
                    </a:cubicBezTo>
                    <a:close/>
                    <a:moveTo>
                      <a:pt x="69521" y="130175"/>
                    </a:moveTo>
                    <a:cubicBezTo>
                      <a:pt x="609820" y="130175"/>
                      <a:pt x="609820" y="130175"/>
                      <a:pt x="609820" y="130175"/>
                    </a:cubicBezTo>
                    <a:cubicBezTo>
                      <a:pt x="619086" y="130175"/>
                      <a:pt x="626214" y="137391"/>
                      <a:pt x="626214" y="145329"/>
                    </a:cubicBezTo>
                    <a:cubicBezTo>
                      <a:pt x="626214" y="153988"/>
                      <a:pt x="619086" y="161925"/>
                      <a:pt x="609820" y="161925"/>
                    </a:cubicBezTo>
                    <a:cubicBezTo>
                      <a:pt x="69521" y="161925"/>
                      <a:pt x="69521" y="161925"/>
                      <a:pt x="69521" y="161925"/>
                    </a:cubicBezTo>
                    <a:cubicBezTo>
                      <a:pt x="60254" y="161925"/>
                      <a:pt x="53126" y="153988"/>
                      <a:pt x="53126" y="145329"/>
                    </a:cubicBezTo>
                    <a:cubicBezTo>
                      <a:pt x="53126" y="137391"/>
                      <a:pt x="60254" y="130175"/>
                      <a:pt x="69521" y="130175"/>
                    </a:cubicBezTo>
                    <a:close/>
                    <a:moveTo>
                      <a:pt x="69521" y="0"/>
                    </a:moveTo>
                    <a:cubicBezTo>
                      <a:pt x="609820" y="0"/>
                      <a:pt x="609820" y="0"/>
                      <a:pt x="609820" y="0"/>
                    </a:cubicBezTo>
                    <a:cubicBezTo>
                      <a:pt x="619086" y="0"/>
                      <a:pt x="626214" y="7056"/>
                      <a:pt x="626214" y="16228"/>
                    </a:cubicBezTo>
                    <a:cubicBezTo>
                      <a:pt x="626214" y="24695"/>
                      <a:pt x="619086" y="31750"/>
                      <a:pt x="609820" y="31750"/>
                    </a:cubicBezTo>
                    <a:cubicBezTo>
                      <a:pt x="69521" y="31750"/>
                      <a:pt x="69521" y="31750"/>
                      <a:pt x="69521" y="31750"/>
                    </a:cubicBezTo>
                    <a:cubicBezTo>
                      <a:pt x="60254" y="31750"/>
                      <a:pt x="53126" y="24695"/>
                      <a:pt x="53126" y="16228"/>
                    </a:cubicBezTo>
                    <a:cubicBezTo>
                      <a:pt x="53126" y="7056"/>
                      <a:pt x="60254" y="0"/>
                      <a:pt x="69521"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37" name="Freeform 11">
                <a:extLst>
                  <a:ext uri="{FF2B5EF4-FFF2-40B4-BE49-F238E27FC236}">
                    <a16:creationId xmlns:a16="http://schemas.microsoft.com/office/drawing/2014/main" id="{96D10B61-953D-4DDC-8253-39B6AFE70F15}"/>
                  </a:ext>
                </a:extLst>
              </p:cNvPr>
              <p:cNvSpPr>
                <a:spLocks/>
              </p:cNvSpPr>
              <p:nvPr/>
            </p:nvSpPr>
            <p:spPr bwMode="auto">
              <a:xfrm>
                <a:off x="5648325" y="2890838"/>
                <a:ext cx="895350" cy="1185863"/>
              </a:xfrm>
              <a:custGeom>
                <a:avLst/>
                <a:gdLst>
                  <a:gd name="connsiteX0" fmla="*/ 390360 w 895350"/>
                  <a:gd name="connsiteY0" fmla="*/ 1025525 h 1185863"/>
                  <a:gd name="connsiteX1" fmla="*/ 757403 w 895350"/>
                  <a:gd name="connsiteY1" fmla="*/ 1025525 h 1185863"/>
                  <a:gd name="connsiteX2" fmla="*/ 773113 w 895350"/>
                  <a:gd name="connsiteY2" fmla="*/ 1040957 h 1185863"/>
                  <a:gd name="connsiteX3" fmla="*/ 757403 w 895350"/>
                  <a:gd name="connsiteY3" fmla="*/ 1055688 h 1185863"/>
                  <a:gd name="connsiteX4" fmla="*/ 390360 w 895350"/>
                  <a:gd name="connsiteY4" fmla="*/ 1055688 h 1185863"/>
                  <a:gd name="connsiteX5" fmla="*/ 374650 w 895350"/>
                  <a:gd name="connsiteY5" fmla="*/ 1040957 h 1185863"/>
                  <a:gd name="connsiteX6" fmla="*/ 390360 w 895350"/>
                  <a:gd name="connsiteY6" fmla="*/ 1025525 h 1185863"/>
                  <a:gd name="connsiteX7" fmla="*/ 509564 w 895350"/>
                  <a:gd name="connsiteY7" fmla="*/ 885825 h 1185863"/>
                  <a:gd name="connsiteX8" fmla="*/ 513846 w 895350"/>
                  <a:gd name="connsiteY8" fmla="*/ 890771 h 1185863"/>
                  <a:gd name="connsiteX9" fmla="*/ 518129 w 895350"/>
                  <a:gd name="connsiteY9" fmla="*/ 906314 h 1185863"/>
                  <a:gd name="connsiteX10" fmla="*/ 551675 w 895350"/>
                  <a:gd name="connsiteY10" fmla="*/ 979087 h 1185863"/>
                  <a:gd name="connsiteX11" fmla="*/ 563809 w 895350"/>
                  <a:gd name="connsiteY11" fmla="*/ 965663 h 1185863"/>
                  <a:gd name="connsiteX12" fmla="*/ 579512 w 895350"/>
                  <a:gd name="connsiteY12" fmla="*/ 947293 h 1185863"/>
                  <a:gd name="connsiteX13" fmla="*/ 580226 w 895350"/>
                  <a:gd name="connsiteY13" fmla="*/ 945880 h 1185863"/>
                  <a:gd name="connsiteX14" fmla="*/ 581653 w 895350"/>
                  <a:gd name="connsiteY14" fmla="*/ 944467 h 1185863"/>
                  <a:gd name="connsiteX15" fmla="*/ 593787 w 895350"/>
                  <a:gd name="connsiteY15" fmla="*/ 936695 h 1185863"/>
                  <a:gd name="connsiteX16" fmla="*/ 594501 w 895350"/>
                  <a:gd name="connsiteY16" fmla="*/ 935989 h 1185863"/>
                  <a:gd name="connsiteX17" fmla="*/ 595929 w 895350"/>
                  <a:gd name="connsiteY17" fmla="*/ 935989 h 1185863"/>
                  <a:gd name="connsiteX18" fmla="*/ 625906 w 895350"/>
                  <a:gd name="connsiteY18" fmla="*/ 945880 h 1185863"/>
                  <a:gd name="connsiteX19" fmla="*/ 629475 w 895350"/>
                  <a:gd name="connsiteY19" fmla="*/ 949413 h 1185863"/>
                  <a:gd name="connsiteX20" fmla="*/ 673015 w 895350"/>
                  <a:gd name="connsiteY20" fmla="*/ 935989 h 1185863"/>
                  <a:gd name="connsiteX21" fmla="*/ 676583 w 895350"/>
                  <a:gd name="connsiteY21" fmla="*/ 931749 h 1185863"/>
                  <a:gd name="connsiteX22" fmla="*/ 742963 w 895350"/>
                  <a:gd name="connsiteY22" fmla="*/ 902782 h 1185863"/>
                  <a:gd name="connsiteX23" fmla="*/ 755811 w 895350"/>
                  <a:gd name="connsiteY23" fmla="*/ 919032 h 1185863"/>
                  <a:gd name="connsiteX24" fmla="*/ 738680 w 895350"/>
                  <a:gd name="connsiteY24" fmla="*/ 931749 h 1185863"/>
                  <a:gd name="connsiteX25" fmla="*/ 697282 w 895350"/>
                  <a:gd name="connsiteY25" fmla="*/ 954358 h 1185863"/>
                  <a:gd name="connsiteX26" fmla="*/ 693714 w 895350"/>
                  <a:gd name="connsiteY26" fmla="*/ 957891 h 1185863"/>
                  <a:gd name="connsiteX27" fmla="*/ 612345 w 895350"/>
                  <a:gd name="connsiteY27" fmla="*/ 973435 h 1185863"/>
                  <a:gd name="connsiteX28" fmla="*/ 605921 w 895350"/>
                  <a:gd name="connsiteY28" fmla="*/ 968489 h 1185863"/>
                  <a:gd name="connsiteX29" fmla="*/ 603066 w 895350"/>
                  <a:gd name="connsiteY29" fmla="*/ 966369 h 1185863"/>
                  <a:gd name="connsiteX30" fmla="*/ 602352 w 895350"/>
                  <a:gd name="connsiteY30" fmla="*/ 967076 h 1185863"/>
                  <a:gd name="connsiteX31" fmla="*/ 586650 w 895350"/>
                  <a:gd name="connsiteY31" fmla="*/ 984739 h 1185863"/>
                  <a:gd name="connsiteX32" fmla="*/ 571661 w 895350"/>
                  <a:gd name="connsiteY32" fmla="*/ 1002402 h 1185863"/>
                  <a:gd name="connsiteX33" fmla="*/ 555958 w 895350"/>
                  <a:gd name="connsiteY33" fmla="*/ 1013000 h 1185863"/>
                  <a:gd name="connsiteX34" fmla="*/ 553817 w 895350"/>
                  <a:gd name="connsiteY34" fmla="*/ 1013000 h 1185863"/>
                  <a:gd name="connsiteX35" fmla="*/ 552389 w 895350"/>
                  <a:gd name="connsiteY35" fmla="*/ 1013000 h 1185863"/>
                  <a:gd name="connsiteX36" fmla="*/ 533118 w 895350"/>
                  <a:gd name="connsiteY36" fmla="*/ 1003815 h 1185863"/>
                  <a:gd name="connsiteX37" fmla="*/ 530976 w 895350"/>
                  <a:gd name="connsiteY37" fmla="*/ 1001696 h 1185863"/>
                  <a:gd name="connsiteX38" fmla="*/ 530976 w 895350"/>
                  <a:gd name="connsiteY38" fmla="*/ 1000989 h 1185863"/>
                  <a:gd name="connsiteX39" fmla="*/ 496002 w 895350"/>
                  <a:gd name="connsiteY39" fmla="*/ 938108 h 1185863"/>
                  <a:gd name="connsiteX40" fmla="*/ 415347 w 895350"/>
                  <a:gd name="connsiteY40" fmla="*/ 1009467 h 1185863"/>
                  <a:gd name="connsiteX41" fmla="*/ 394648 w 895350"/>
                  <a:gd name="connsiteY41" fmla="*/ 1006641 h 1185863"/>
                  <a:gd name="connsiteX42" fmla="*/ 396790 w 895350"/>
                  <a:gd name="connsiteY42" fmla="*/ 985446 h 1185863"/>
                  <a:gd name="connsiteX43" fmla="*/ 491720 w 895350"/>
                  <a:gd name="connsiteY43" fmla="*/ 899249 h 1185863"/>
                  <a:gd name="connsiteX44" fmla="*/ 503140 w 895350"/>
                  <a:gd name="connsiteY44" fmla="*/ 887945 h 1185863"/>
                  <a:gd name="connsiteX45" fmla="*/ 509564 w 895350"/>
                  <a:gd name="connsiteY45" fmla="*/ 885825 h 1185863"/>
                  <a:gd name="connsiteX46" fmla="*/ 31750 w 895350"/>
                  <a:gd name="connsiteY46" fmla="*/ 31750 h 1185863"/>
                  <a:gd name="connsiteX47" fmla="*/ 31750 w 895350"/>
                  <a:gd name="connsiteY47" fmla="*/ 1154113 h 1185863"/>
                  <a:gd name="connsiteX48" fmla="*/ 863600 w 895350"/>
                  <a:gd name="connsiteY48" fmla="*/ 1154113 h 1185863"/>
                  <a:gd name="connsiteX49" fmla="*/ 863600 w 895350"/>
                  <a:gd name="connsiteY49" fmla="*/ 31750 h 1185863"/>
                  <a:gd name="connsiteX50" fmla="*/ 31750 w 895350"/>
                  <a:gd name="connsiteY50" fmla="*/ 31750 h 1185863"/>
                  <a:gd name="connsiteX51" fmla="*/ 15708 w 895350"/>
                  <a:gd name="connsiteY51" fmla="*/ 0 h 1185863"/>
                  <a:gd name="connsiteX52" fmla="*/ 879642 w 895350"/>
                  <a:gd name="connsiteY52" fmla="*/ 0 h 1185863"/>
                  <a:gd name="connsiteX53" fmla="*/ 895350 w 895350"/>
                  <a:gd name="connsiteY53" fmla="*/ 15697 h 1185863"/>
                  <a:gd name="connsiteX54" fmla="*/ 895350 w 895350"/>
                  <a:gd name="connsiteY54" fmla="*/ 1170166 h 1185863"/>
                  <a:gd name="connsiteX55" fmla="*/ 879642 w 895350"/>
                  <a:gd name="connsiteY55" fmla="*/ 1185863 h 1185863"/>
                  <a:gd name="connsiteX56" fmla="*/ 15708 w 895350"/>
                  <a:gd name="connsiteY56" fmla="*/ 1185863 h 1185863"/>
                  <a:gd name="connsiteX57" fmla="*/ 0 w 895350"/>
                  <a:gd name="connsiteY57" fmla="*/ 1170166 h 1185863"/>
                  <a:gd name="connsiteX58" fmla="*/ 0 w 895350"/>
                  <a:gd name="connsiteY58" fmla="*/ 15697 h 1185863"/>
                  <a:gd name="connsiteX59" fmla="*/ 15708 w 895350"/>
                  <a:gd name="connsiteY59" fmla="*/ 0 h 1185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895350" h="1185863">
                    <a:moveTo>
                      <a:pt x="390360" y="1025525"/>
                    </a:moveTo>
                    <a:cubicBezTo>
                      <a:pt x="646005" y="1025525"/>
                      <a:pt x="757403" y="1025525"/>
                      <a:pt x="757403" y="1025525"/>
                    </a:cubicBezTo>
                    <a:cubicBezTo>
                      <a:pt x="765972" y="1025525"/>
                      <a:pt x="773113" y="1031838"/>
                      <a:pt x="773113" y="1040957"/>
                    </a:cubicBezTo>
                    <a:cubicBezTo>
                      <a:pt x="773113" y="1049375"/>
                      <a:pt x="765972" y="1055688"/>
                      <a:pt x="757403" y="1055688"/>
                    </a:cubicBezTo>
                    <a:cubicBezTo>
                      <a:pt x="462483" y="1055688"/>
                      <a:pt x="390360" y="1055688"/>
                      <a:pt x="390360" y="1055688"/>
                    </a:cubicBezTo>
                    <a:cubicBezTo>
                      <a:pt x="381791" y="1055688"/>
                      <a:pt x="374650" y="1049375"/>
                      <a:pt x="374650" y="1040957"/>
                    </a:cubicBezTo>
                    <a:cubicBezTo>
                      <a:pt x="374650" y="1031838"/>
                      <a:pt x="381791" y="1025525"/>
                      <a:pt x="390360" y="1025525"/>
                    </a:cubicBezTo>
                    <a:close/>
                    <a:moveTo>
                      <a:pt x="509564" y="885825"/>
                    </a:moveTo>
                    <a:cubicBezTo>
                      <a:pt x="511705" y="886532"/>
                      <a:pt x="513846" y="887945"/>
                      <a:pt x="513846" y="890771"/>
                    </a:cubicBezTo>
                    <a:cubicBezTo>
                      <a:pt x="513846" y="890771"/>
                      <a:pt x="513846" y="890771"/>
                      <a:pt x="518129" y="906314"/>
                    </a:cubicBezTo>
                    <a:cubicBezTo>
                      <a:pt x="523839" y="930336"/>
                      <a:pt x="535259" y="955771"/>
                      <a:pt x="551675" y="979087"/>
                    </a:cubicBezTo>
                    <a:cubicBezTo>
                      <a:pt x="555958" y="974848"/>
                      <a:pt x="559527" y="969902"/>
                      <a:pt x="563809" y="965663"/>
                    </a:cubicBezTo>
                    <a:cubicBezTo>
                      <a:pt x="569519" y="959304"/>
                      <a:pt x="574516" y="953652"/>
                      <a:pt x="579512" y="947293"/>
                    </a:cubicBezTo>
                    <a:cubicBezTo>
                      <a:pt x="580226" y="945880"/>
                      <a:pt x="580226" y="945880"/>
                      <a:pt x="580226" y="945880"/>
                    </a:cubicBezTo>
                    <a:cubicBezTo>
                      <a:pt x="580940" y="945880"/>
                      <a:pt x="581653" y="945173"/>
                      <a:pt x="581653" y="944467"/>
                    </a:cubicBezTo>
                    <a:cubicBezTo>
                      <a:pt x="583795" y="942347"/>
                      <a:pt x="588077" y="938108"/>
                      <a:pt x="593787" y="936695"/>
                    </a:cubicBezTo>
                    <a:cubicBezTo>
                      <a:pt x="594501" y="935989"/>
                      <a:pt x="594501" y="935989"/>
                      <a:pt x="594501" y="935989"/>
                    </a:cubicBezTo>
                    <a:cubicBezTo>
                      <a:pt x="595929" y="935989"/>
                      <a:pt x="595929" y="935989"/>
                      <a:pt x="595929" y="935989"/>
                    </a:cubicBezTo>
                    <a:cubicBezTo>
                      <a:pt x="609490" y="932456"/>
                      <a:pt x="619483" y="940934"/>
                      <a:pt x="625906" y="945880"/>
                    </a:cubicBezTo>
                    <a:cubicBezTo>
                      <a:pt x="627334" y="947293"/>
                      <a:pt x="628761" y="948706"/>
                      <a:pt x="629475" y="949413"/>
                    </a:cubicBezTo>
                    <a:cubicBezTo>
                      <a:pt x="640895" y="956478"/>
                      <a:pt x="660167" y="946586"/>
                      <a:pt x="673015" y="935989"/>
                    </a:cubicBezTo>
                    <a:cubicBezTo>
                      <a:pt x="674442" y="934576"/>
                      <a:pt x="675156" y="933162"/>
                      <a:pt x="676583" y="931749"/>
                    </a:cubicBezTo>
                    <a:cubicBezTo>
                      <a:pt x="695141" y="916912"/>
                      <a:pt x="715126" y="898543"/>
                      <a:pt x="742963" y="902782"/>
                    </a:cubicBezTo>
                    <a:cubicBezTo>
                      <a:pt x="751528" y="904195"/>
                      <a:pt x="757238" y="911967"/>
                      <a:pt x="755811" y="919032"/>
                    </a:cubicBezTo>
                    <a:cubicBezTo>
                      <a:pt x="754383" y="927510"/>
                      <a:pt x="746532" y="933162"/>
                      <a:pt x="738680" y="931749"/>
                    </a:cubicBezTo>
                    <a:cubicBezTo>
                      <a:pt x="725119" y="929630"/>
                      <a:pt x="711558" y="942347"/>
                      <a:pt x="697282" y="954358"/>
                    </a:cubicBezTo>
                    <a:cubicBezTo>
                      <a:pt x="695855" y="955771"/>
                      <a:pt x="695141" y="956478"/>
                      <a:pt x="693714" y="957891"/>
                    </a:cubicBezTo>
                    <a:cubicBezTo>
                      <a:pt x="663736" y="981913"/>
                      <a:pt x="633758" y="988272"/>
                      <a:pt x="612345" y="973435"/>
                    </a:cubicBezTo>
                    <a:cubicBezTo>
                      <a:pt x="609490" y="971315"/>
                      <a:pt x="608062" y="969902"/>
                      <a:pt x="605921" y="968489"/>
                    </a:cubicBezTo>
                    <a:cubicBezTo>
                      <a:pt x="605207" y="968489"/>
                      <a:pt x="603780" y="967076"/>
                      <a:pt x="603066" y="966369"/>
                    </a:cubicBezTo>
                    <a:cubicBezTo>
                      <a:pt x="603066" y="966369"/>
                      <a:pt x="603066" y="967076"/>
                      <a:pt x="602352" y="967076"/>
                    </a:cubicBezTo>
                    <a:cubicBezTo>
                      <a:pt x="597356" y="972021"/>
                      <a:pt x="592360" y="978380"/>
                      <a:pt x="586650" y="984739"/>
                    </a:cubicBezTo>
                    <a:cubicBezTo>
                      <a:pt x="582367" y="990391"/>
                      <a:pt x="576657" y="996043"/>
                      <a:pt x="571661" y="1002402"/>
                    </a:cubicBezTo>
                    <a:cubicBezTo>
                      <a:pt x="570233" y="1005228"/>
                      <a:pt x="564523" y="1010880"/>
                      <a:pt x="555958" y="1013000"/>
                    </a:cubicBezTo>
                    <a:cubicBezTo>
                      <a:pt x="555958" y="1013000"/>
                      <a:pt x="555958" y="1013000"/>
                      <a:pt x="553817" y="1013000"/>
                    </a:cubicBezTo>
                    <a:cubicBezTo>
                      <a:pt x="552389" y="1013000"/>
                      <a:pt x="552389" y="1013000"/>
                      <a:pt x="552389" y="1013000"/>
                    </a:cubicBezTo>
                    <a:cubicBezTo>
                      <a:pt x="542397" y="1013000"/>
                      <a:pt x="536686" y="1006641"/>
                      <a:pt x="533118" y="1003815"/>
                    </a:cubicBezTo>
                    <a:cubicBezTo>
                      <a:pt x="530976" y="1001696"/>
                      <a:pt x="530976" y="1001696"/>
                      <a:pt x="530976" y="1001696"/>
                    </a:cubicBezTo>
                    <a:cubicBezTo>
                      <a:pt x="530976" y="1000989"/>
                      <a:pt x="530976" y="1000989"/>
                      <a:pt x="530976" y="1000989"/>
                    </a:cubicBezTo>
                    <a:cubicBezTo>
                      <a:pt x="515987" y="981206"/>
                      <a:pt x="504567" y="960011"/>
                      <a:pt x="496002" y="938108"/>
                    </a:cubicBezTo>
                    <a:cubicBezTo>
                      <a:pt x="471021" y="964250"/>
                      <a:pt x="443898" y="987565"/>
                      <a:pt x="415347" y="1009467"/>
                    </a:cubicBezTo>
                    <a:cubicBezTo>
                      <a:pt x="408210" y="1014413"/>
                      <a:pt x="399645" y="1013000"/>
                      <a:pt x="394648" y="1006641"/>
                    </a:cubicBezTo>
                    <a:cubicBezTo>
                      <a:pt x="388938" y="1000283"/>
                      <a:pt x="390366" y="990391"/>
                      <a:pt x="396790" y="985446"/>
                    </a:cubicBezTo>
                    <a:cubicBezTo>
                      <a:pt x="430336" y="960717"/>
                      <a:pt x="462455" y="931043"/>
                      <a:pt x="491720" y="899249"/>
                    </a:cubicBezTo>
                    <a:cubicBezTo>
                      <a:pt x="491720" y="899249"/>
                      <a:pt x="491720" y="899249"/>
                      <a:pt x="503140" y="887945"/>
                    </a:cubicBezTo>
                    <a:cubicBezTo>
                      <a:pt x="505281" y="885825"/>
                      <a:pt x="507422" y="885825"/>
                      <a:pt x="509564" y="885825"/>
                    </a:cubicBezTo>
                    <a:close/>
                    <a:moveTo>
                      <a:pt x="31750" y="31750"/>
                    </a:moveTo>
                    <a:cubicBezTo>
                      <a:pt x="31750" y="31750"/>
                      <a:pt x="31750" y="31750"/>
                      <a:pt x="31750" y="1154113"/>
                    </a:cubicBezTo>
                    <a:cubicBezTo>
                      <a:pt x="31750" y="1154113"/>
                      <a:pt x="31750" y="1154113"/>
                      <a:pt x="863600" y="1154113"/>
                    </a:cubicBezTo>
                    <a:cubicBezTo>
                      <a:pt x="863600" y="1154113"/>
                      <a:pt x="863600" y="482693"/>
                      <a:pt x="863600" y="31750"/>
                    </a:cubicBezTo>
                    <a:cubicBezTo>
                      <a:pt x="863600" y="31750"/>
                      <a:pt x="863600" y="31750"/>
                      <a:pt x="31750" y="31750"/>
                    </a:cubicBezTo>
                    <a:close/>
                    <a:moveTo>
                      <a:pt x="15708" y="0"/>
                    </a:moveTo>
                    <a:cubicBezTo>
                      <a:pt x="15708" y="0"/>
                      <a:pt x="15708" y="0"/>
                      <a:pt x="879642" y="0"/>
                    </a:cubicBezTo>
                    <a:cubicBezTo>
                      <a:pt x="888924" y="0"/>
                      <a:pt x="895350" y="7135"/>
                      <a:pt x="895350" y="15697"/>
                    </a:cubicBezTo>
                    <a:cubicBezTo>
                      <a:pt x="895350" y="15697"/>
                      <a:pt x="895350" y="775592"/>
                      <a:pt x="895350" y="1170166"/>
                    </a:cubicBezTo>
                    <a:cubicBezTo>
                      <a:pt x="895350" y="1179442"/>
                      <a:pt x="888924" y="1185863"/>
                      <a:pt x="879642" y="1185863"/>
                    </a:cubicBezTo>
                    <a:cubicBezTo>
                      <a:pt x="879642" y="1185863"/>
                      <a:pt x="879642" y="1185863"/>
                      <a:pt x="15708" y="1185863"/>
                    </a:cubicBezTo>
                    <a:cubicBezTo>
                      <a:pt x="6426" y="1185863"/>
                      <a:pt x="0" y="1179442"/>
                      <a:pt x="0" y="1170166"/>
                    </a:cubicBezTo>
                    <a:cubicBezTo>
                      <a:pt x="0" y="1170166"/>
                      <a:pt x="0" y="1170166"/>
                      <a:pt x="0" y="15697"/>
                    </a:cubicBezTo>
                    <a:cubicBezTo>
                      <a:pt x="0" y="7135"/>
                      <a:pt x="6426" y="0"/>
                      <a:pt x="15708"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grpSp>
      </p:grpSp>
      <p:sp>
        <p:nvSpPr>
          <p:cNvPr id="102" name="TextBox 101">
            <a:extLst>
              <a:ext uri="{FF2B5EF4-FFF2-40B4-BE49-F238E27FC236}">
                <a16:creationId xmlns:a16="http://schemas.microsoft.com/office/drawing/2014/main" id="{834AA2A0-F11A-4802-911E-35884B2F476C}"/>
              </a:ext>
            </a:extLst>
          </p:cNvPr>
          <p:cNvSpPr txBox="1"/>
          <p:nvPr/>
        </p:nvSpPr>
        <p:spPr>
          <a:xfrm>
            <a:off x="629999" y="2087713"/>
            <a:ext cx="1198716" cy="765905"/>
          </a:xfrm>
          <a:prstGeom prst="rect">
            <a:avLst/>
          </a:prstGeom>
          <a:solidFill>
            <a:schemeClr val="accent4"/>
          </a:solidFill>
          <a:ln w="9525" cap="rnd" cmpd="sng" algn="ctr">
            <a:solidFill>
              <a:schemeClr val="accent4"/>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Trebuchet MS"/>
                <a:ea typeface="+mn-ea"/>
                <a:cs typeface="+mn-cs"/>
              </a:rPr>
              <a:t>Policy development process</a:t>
            </a:r>
          </a:p>
        </p:txBody>
      </p:sp>
      <p:sp>
        <p:nvSpPr>
          <p:cNvPr id="317" name="Arrow: Chevron 316">
            <a:extLst>
              <a:ext uri="{FF2B5EF4-FFF2-40B4-BE49-F238E27FC236}">
                <a16:creationId xmlns:a16="http://schemas.microsoft.com/office/drawing/2014/main" id="{30C1FC80-FDCB-45AD-A279-EE85DEB62BA7}"/>
              </a:ext>
            </a:extLst>
          </p:cNvPr>
          <p:cNvSpPr/>
          <p:nvPr/>
        </p:nvSpPr>
        <p:spPr>
          <a:xfrm>
            <a:off x="2962021" y="2087713"/>
            <a:ext cx="980169" cy="765905"/>
          </a:xfrm>
          <a:prstGeom prst="chevron">
            <a:avLst>
              <a:gd name="adj" fmla="val 12004"/>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rebuchet MS"/>
                <a:ea typeface="+mn-ea"/>
                <a:cs typeface="+mn-cs"/>
              </a:rPr>
              <a:t>Direction</a:t>
            </a:r>
            <a:br>
              <a:rPr kumimoji="0" lang="en-US" sz="1400" b="0" i="0" u="none" strike="noStrike" kern="1200" cap="none" spc="0" normalizeH="0" baseline="0" noProof="0" dirty="0">
                <a:ln>
                  <a:noFill/>
                </a:ln>
                <a:solidFill>
                  <a:srgbClr val="FFFFFF"/>
                </a:solidFill>
                <a:effectLst/>
                <a:uLnTx/>
                <a:uFillTx/>
                <a:latin typeface="Trebuchet MS"/>
                <a:ea typeface="+mn-ea"/>
                <a:cs typeface="+mn-cs"/>
              </a:rPr>
            </a:br>
            <a:r>
              <a:rPr kumimoji="0" lang="en-US" sz="1400" b="0" i="0" u="none" strike="noStrike" kern="1200" cap="none" spc="0" normalizeH="0" baseline="0" noProof="0" dirty="0">
                <a:ln>
                  <a:noFill/>
                </a:ln>
                <a:solidFill>
                  <a:srgbClr val="FFFFFF"/>
                </a:solidFill>
                <a:effectLst/>
                <a:uLnTx/>
                <a:uFillTx/>
                <a:latin typeface="Trebuchet MS"/>
                <a:ea typeface="+mn-ea"/>
                <a:cs typeface="+mn-cs"/>
              </a:rPr>
              <a:t>setting</a:t>
            </a:r>
          </a:p>
        </p:txBody>
      </p:sp>
      <p:sp>
        <p:nvSpPr>
          <p:cNvPr id="318" name="Arrow: Chevron 317">
            <a:extLst>
              <a:ext uri="{FF2B5EF4-FFF2-40B4-BE49-F238E27FC236}">
                <a16:creationId xmlns:a16="http://schemas.microsoft.com/office/drawing/2014/main" id="{5F44A25E-BC23-4697-B7D8-224C85193240}"/>
              </a:ext>
            </a:extLst>
          </p:cNvPr>
          <p:cNvSpPr/>
          <p:nvPr/>
        </p:nvSpPr>
        <p:spPr>
          <a:xfrm>
            <a:off x="3942243" y="2087713"/>
            <a:ext cx="980169" cy="765905"/>
          </a:xfrm>
          <a:prstGeom prst="chevron">
            <a:avLst>
              <a:gd name="adj" fmla="val 12004"/>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rebuchet MS"/>
                <a:ea typeface="+mn-ea"/>
                <a:cs typeface="+mn-cs"/>
              </a:rPr>
              <a:t>Proposal develop-ment</a:t>
            </a:r>
          </a:p>
        </p:txBody>
      </p:sp>
      <p:sp>
        <p:nvSpPr>
          <p:cNvPr id="319" name="Arrow: Chevron 318">
            <a:extLst>
              <a:ext uri="{FF2B5EF4-FFF2-40B4-BE49-F238E27FC236}">
                <a16:creationId xmlns:a16="http://schemas.microsoft.com/office/drawing/2014/main" id="{8C22265B-1697-4D68-8567-C850498CA50B}"/>
              </a:ext>
            </a:extLst>
          </p:cNvPr>
          <p:cNvSpPr/>
          <p:nvPr/>
        </p:nvSpPr>
        <p:spPr>
          <a:xfrm>
            <a:off x="4922464" y="2087713"/>
            <a:ext cx="980169" cy="765905"/>
          </a:xfrm>
          <a:prstGeom prst="chevron">
            <a:avLst>
              <a:gd name="adj" fmla="val 12004"/>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rebuchet MS"/>
                <a:ea typeface="+mn-ea"/>
                <a:cs typeface="+mn-cs"/>
              </a:rPr>
              <a:t>Strategic</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30" normalizeH="0" baseline="0" noProof="0" dirty="0">
                <a:ln>
                  <a:noFill/>
                </a:ln>
                <a:solidFill>
                  <a:srgbClr val="FFFFFF"/>
                </a:solidFill>
                <a:effectLst/>
                <a:uLnTx/>
                <a:uFillTx/>
                <a:latin typeface="Trebuchet MS"/>
                <a:ea typeface="+mn-ea"/>
                <a:cs typeface="+mn-cs"/>
              </a:rPr>
              <a:t>Alignment</a:t>
            </a:r>
            <a:br>
              <a:rPr kumimoji="0" lang="en-US" sz="1400" b="0" i="0" u="none" strike="noStrike" kern="1200" cap="none" spc="-30" normalizeH="0" baseline="0" noProof="0" dirty="0">
                <a:ln>
                  <a:noFill/>
                </a:ln>
                <a:solidFill>
                  <a:srgbClr val="FFFFFF"/>
                </a:solidFill>
                <a:effectLst/>
                <a:uLnTx/>
                <a:uFillTx/>
                <a:latin typeface="Trebuchet MS"/>
                <a:ea typeface="+mn-ea"/>
                <a:cs typeface="+mn-cs"/>
              </a:rPr>
            </a:br>
            <a:r>
              <a:rPr kumimoji="0" lang="en-US" sz="1400" b="0" i="0" u="none" strike="noStrike" kern="1200" cap="none" spc="0" normalizeH="0" baseline="0" noProof="0" dirty="0">
                <a:ln>
                  <a:noFill/>
                </a:ln>
                <a:solidFill>
                  <a:srgbClr val="FFFFFF"/>
                </a:solidFill>
                <a:effectLst/>
                <a:uLnTx/>
                <a:uFillTx/>
                <a:latin typeface="Trebuchet MS"/>
                <a:ea typeface="+mn-ea"/>
                <a:cs typeface="+mn-cs"/>
              </a:rPr>
              <a:t>review</a:t>
            </a:r>
          </a:p>
        </p:txBody>
      </p:sp>
      <p:sp>
        <p:nvSpPr>
          <p:cNvPr id="320" name="Arrow: Chevron 319">
            <a:extLst>
              <a:ext uri="{FF2B5EF4-FFF2-40B4-BE49-F238E27FC236}">
                <a16:creationId xmlns:a16="http://schemas.microsoft.com/office/drawing/2014/main" id="{84DA6BEB-FD00-46A0-99F5-DF11E9561E58}"/>
              </a:ext>
            </a:extLst>
          </p:cNvPr>
          <p:cNvSpPr/>
          <p:nvPr/>
        </p:nvSpPr>
        <p:spPr>
          <a:xfrm>
            <a:off x="5902686" y="2087713"/>
            <a:ext cx="980169" cy="765905"/>
          </a:xfrm>
          <a:prstGeom prst="chevron">
            <a:avLst>
              <a:gd name="adj" fmla="val 12004"/>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rebuchet MS"/>
                <a:ea typeface="+mn-ea"/>
                <a:cs typeface="+mn-cs"/>
              </a:rPr>
              <a:t>Legal</a:t>
            </a:r>
            <a:br>
              <a:rPr kumimoji="0" lang="en-US" sz="1400" b="0" i="0" u="none" strike="noStrike" kern="1200" cap="none" spc="0" normalizeH="0" baseline="0" noProof="0" dirty="0">
                <a:ln>
                  <a:noFill/>
                </a:ln>
                <a:solidFill>
                  <a:srgbClr val="FFFFFF"/>
                </a:solidFill>
                <a:effectLst/>
                <a:uLnTx/>
                <a:uFillTx/>
                <a:latin typeface="Trebuchet MS"/>
                <a:ea typeface="+mn-ea"/>
                <a:cs typeface="+mn-cs"/>
              </a:rPr>
            </a:br>
            <a:r>
              <a:rPr kumimoji="0" lang="en-US" sz="1400" b="0" i="0" u="none" strike="noStrike" kern="1200" cap="none" spc="0" normalizeH="0" baseline="0" noProof="0" dirty="0">
                <a:ln>
                  <a:noFill/>
                </a:ln>
                <a:solidFill>
                  <a:srgbClr val="FFFFFF"/>
                </a:solidFill>
                <a:effectLst/>
                <a:uLnTx/>
                <a:uFillTx/>
                <a:latin typeface="Trebuchet MS"/>
                <a:ea typeface="+mn-ea"/>
                <a:cs typeface="+mn-cs"/>
              </a:rPr>
              <a:t>review</a:t>
            </a:r>
          </a:p>
        </p:txBody>
      </p:sp>
      <p:sp>
        <p:nvSpPr>
          <p:cNvPr id="321" name="Arrow: Chevron 320">
            <a:extLst>
              <a:ext uri="{FF2B5EF4-FFF2-40B4-BE49-F238E27FC236}">
                <a16:creationId xmlns:a16="http://schemas.microsoft.com/office/drawing/2014/main" id="{C1703260-5961-460B-A340-C5367C73BA09}"/>
              </a:ext>
            </a:extLst>
          </p:cNvPr>
          <p:cNvSpPr/>
          <p:nvPr/>
        </p:nvSpPr>
        <p:spPr>
          <a:xfrm>
            <a:off x="6882908" y="2087713"/>
            <a:ext cx="980169" cy="765905"/>
          </a:xfrm>
          <a:prstGeom prst="chevron">
            <a:avLst>
              <a:gd name="adj" fmla="val 12004"/>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rebuchet MS"/>
                <a:ea typeface="+mn-ea"/>
                <a:cs typeface="+mn-cs"/>
              </a:rPr>
              <a:t>Budget</a:t>
            </a:r>
            <a:br>
              <a:rPr kumimoji="0" lang="en-US" sz="1400" b="0" i="0" u="none" strike="noStrike" kern="1200" cap="none" spc="0" normalizeH="0" baseline="0" noProof="0" dirty="0">
                <a:ln>
                  <a:noFill/>
                </a:ln>
                <a:solidFill>
                  <a:srgbClr val="FFFFFF"/>
                </a:solidFill>
                <a:effectLst/>
                <a:uLnTx/>
                <a:uFillTx/>
                <a:latin typeface="Trebuchet MS"/>
                <a:ea typeface="+mn-ea"/>
                <a:cs typeface="+mn-cs"/>
              </a:rPr>
            </a:br>
            <a:r>
              <a:rPr kumimoji="0" lang="en-US" sz="1400" b="0" i="0" u="none" strike="noStrike" kern="1200" cap="none" spc="0" normalizeH="0" baseline="0" noProof="0" dirty="0">
                <a:ln>
                  <a:noFill/>
                </a:ln>
                <a:solidFill>
                  <a:srgbClr val="FFFFFF"/>
                </a:solidFill>
                <a:effectLst/>
                <a:uLnTx/>
                <a:uFillTx/>
                <a:latin typeface="Trebuchet MS"/>
                <a:ea typeface="+mn-ea"/>
                <a:cs typeface="+mn-cs"/>
              </a:rPr>
              <a:t>review</a:t>
            </a:r>
          </a:p>
        </p:txBody>
      </p:sp>
      <p:sp>
        <p:nvSpPr>
          <p:cNvPr id="322" name="Arrow: Chevron 321">
            <a:extLst>
              <a:ext uri="{FF2B5EF4-FFF2-40B4-BE49-F238E27FC236}">
                <a16:creationId xmlns:a16="http://schemas.microsoft.com/office/drawing/2014/main" id="{DEE71212-ECD0-42AB-BFDE-ABCC289E5108}"/>
              </a:ext>
            </a:extLst>
          </p:cNvPr>
          <p:cNvSpPr/>
          <p:nvPr/>
        </p:nvSpPr>
        <p:spPr>
          <a:xfrm>
            <a:off x="7863130" y="2087713"/>
            <a:ext cx="980169" cy="765905"/>
          </a:xfrm>
          <a:prstGeom prst="chevron">
            <a:avLst>
              <a:gd name="adj" fmla="val 12004"/>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rebuchet MS"/>
                <a:ea typeface="+mn-ea"/>
                <a:cs typeface="+mn-cs"/>
              </a:rPr>
              <a:t>Proposal</a:t>
            </a:r>
            <a:br>
              <a:rPr kumimoji="0" lang="en-US" sz="1400" b="0" i="0" u="none" strike="noStrike" kern="1200" cap="none" spc="0" normalizeH="0" baseline="0" noProof="0" dirty="0">
                <a:ln>
                  <a:noFill/>
                </a:ln>
                <a:solidFill>
                  <a:srgbClr val="FFFFFF"/>
                </a:solidFill>
                <a:effectLst/>
                <a:uLnTx/>
                <a:uFillTx/>
                <a:latin typeface="Trebuchet MS"/>
                <a:ea typeface="+mn-ea"/>
                <a:cs typeface="+mn-cs"/>
              </a:rPr>
            </a:br>
            <a:r>
              <a:rPr kumimoji="0" lang="en-US" sz="1400" b="0" i="0" u="none" strike="noStrike" kern="1200" cap="none" spc="0" normalizeH="0" baseline="0" noProof="0" dirty="0">
                <a:ln>
                  <a:noFill/>
                </a:ln>
                <a:solidFill>
                  <a:srgbClr val="FFFFFF"/>
                </a:solidFill>
                <a:effectLst/>
                <a:uLnTx/>
                <a:uFillTx/>
                <a:latin typeface="Trebuchet MS"/>
                <a:ea typeface="+mn-ea"/>
                <a:cs typeface="+mn-cs"/>
              </a:rPr>
              <a:t>final</a:t>
            </a:r>
            <a:br>
              <a:rPr kumimoji="0" lang="en-US" sz="1400" b="0" i="0" u="none" strike="noStrike" kern="1200" cap="none" spc="0" normalizeH="0" baseline="0" noProof="0" dirty="0">
                <a:ln>
                  <a:noFill/>
                </a:ln>
                <a:solidFill>
                  <a:srgbClr val="FFFFFF"/>
                </a:solidFill>
                <a:effectLst/>
                <a:uLnTx/>
                <a:uFillTx/>
                <a:latin typeface="Trebuchet MS"/>
                <a:ea typeface="+mn-ea"/>
                <a:cs typeface="+mn-cs"/>
              </a:rPr>
            </a:br>
            <a:r>
              <a:rPr kumimoji="0" lang="en-US" sz="1400" b="0" i="0" u="none" strike="noStrike" kern="1200" cap="none" spc="0" normalizeH="0" baseline="0" noProof="0" dirty="0">
                <a:ln>
                  <a:noFill/>
                </a:ln>
                <a:solidFill>
                  <a:srgbClr val="FFFFFF"/>
                </a:solidFill>
                <a:effectLst/>
                <a:uLnTx/>
                <a:uFillTx/>
                <a:latin typeface="Trebuchet MS"/>
                <a:ea typeface="+mn-ea"/>
                <a:cs typeface="+mn-cs"/>
              </a:rPr>
              <a:t>check</a:t>
            </a:r>
          </a:p>
        </p:txBody>
      </p:sp>
      <p:sp>
        <p:nvSpPr>
          <p:cNvPr id="323" name="Arrow: Chevron 322">
            <a:extLst>
              <a:ext uri="{FF2B5EF4-FFF2-40B4-BE49-F238E27FC236}">
                <a16:creationId xmlns:a16="http://schemas.microsoft.com/office/drawing/2014/main" id="{1E2ED57E-75E4-472E-8385-3BA8EAD61CDB}"/>
              </a:ext>
            </a:extLst>
          </p:cNvPr>
          <p:cNvSpPr/>
          <p:nvPr/>
        </p:nvSpPr>
        <p:spPr>
          <a:xfrm>
            <a:off x="8843354" y="2087713"/>
            <a:ext cx="980169" cy="765905"/>
          </a:xfrm>
          <a:prstGeom prst="chevron">
            <a:avLst>
              <a:gd name="adj" fmla="val 12004"/>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rebuchet MS"/>
                <a:ea typeface="+mn-ea"/>
                <a:cs typeface="+mn-cs"/>
              </a:rPr>
              <a:t>Approval</a:t>
            </a:r>
          </a:p>
        </p:txBody>
      </p:sp>
      <p:sp>
        <p:nvSpPr>
          <p:cNvPr id="324" name="Arrow: Pentagon 323">
            <a:extLst>
              <a:ext uri="{FF2B5EF4-FFF2-40B4-BE49-F238E27FC236}">
                <a16:creationId xmlns:a16="http://schemas.microsoft.com/office/drawing/2014/main" id="{DFAAE0BF-5A78-4FD3-BB91-51DBBF5B9699}"/>
              </a:ext>
            </a:extLst>
          </p:cNvPr>
          <p:cNvSpPr/>
          <p:nvPr/>
        </p:nvSpPr>
        <p:spPr>
          <a:xfrm>
            <a:off x="1981799" y="2087713"/>
            <a:ext cx="980169" cy="765905"/>
          </a:xfrm>
          <a:prstGeom prst="homePlate">
            <a:avLst>
              <a:gd name="adj" fmla="val 12004"/>
            </a:avLst>
          </a:prstGeom>
          <a:solidFill>
            <a:srgbClr val="006C67"/>
          </a:solidFill>
          <a:ln w="9525" cap="rnd" cmpd="sng" algn="ctr">
            <a:solidFill>
              <a:srgbClr val="006C6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rebuchet MS"/>
                <a:ea typeface="+mn-ea"/>
                <a:cs typeface="+mn-cs"/>
              </a:rPr>
              <a:t>Policy</a:t>
            </a:r>
            <a:br>
              <a:rPr kumimoji="0" lang="en-US" sz="1400" b="0" i="0" u="none" strike="noStrike" kern="1200" cap="none" spc="0" normalizeH="0" baseline="0" noProof="0" dirty="0">
                <a:ln>
                  <a:noFill/>
                </a:ln>
                <a:solidFill>
                  <a:srgbClr val="FFFFFF"/>
                </a:solidFill>
                <a:effectLst/>
                <a:uLnTx/>
                <a:uFillTx/>
                <a:latin typeface="Trebuchet MS"/>
                <a:ea typeface="+mn-ea"/>
                <a:cs typeface="+mn-cs"/>
              </a:rPr>
            </a:br>
            <a:r>
              <a:rPr kumimoji="0" lang="en-US" sz="1400" b="0" i="0" u="none" strike="noStrike" kern="1200" cap="none" spc="0" normalizeH="0" baseline="0" noProof="0" dirty="0">
                <a:ln>
                  <a:noFill/>
                </a:ln>
                <a:solidFill>
                  <a:srgbClr val="FFFFFF"/>
                </a:solidFill>
                <a:effectLst/>
                <a:uLnTx/>
                <a:uFillTx/>
                <a:latin typeface="Trebuchet MS"/>
                <a:ea typeface="+mn-ea"/>
                <a:cs typeface="+mn-cs"/>
              </a:rPr>
              <a:t>definition</a:t>
            </a:r>
          </a:p>
        </p:txBody>
      </p:sp>
      <p:sp>
        <p:nvSpPr>
          <p:cNvPr id="107" name="Oval 20">
            <a:extLst>
              <a:ext uri="{FF2B5EF4-FFF2-40B4-BE49-F238E27FC236}">
                <a16:creationId xmlns:a16="http://schemas.microsoft.com/office/drawing/2014/main" id="{CBC32C57-E642-41E3-9B75-7CE2715241FF}"/>
              </a:ext>
            </a:extLst>
          </p:cNvPr>
          <p:cNvSpPr>
            <a:spLocks noChangeAspect="1" noChangeArrowheads="1"/>
          </p:cNvSpPr>
          <p:nvPr/>
        </p:nvSpPr>
        <p:spPr bwMode="auto">
          <a:xfrm>
            <a:off x="8962908" y="1659955"/>
            <a:ext cx="181964" cy="181963"/>
          </a:xfrm>
          <a:prstGeom prst="ellipse">
            <a:avLst/>
          </a:prstGeom>
          <a:solidFill>
            <a:srgbClr val="006863"/>
          </a:solidFill>
          <a:ln w="9525" cap="flat" cmpd="sng" algn="ctr">
            <a:solidFill>
              <a:srgbClr val="FFFFFF"/>
            </a:solidFill>
            <a:prstDash val="solid"/>
            <a:round/>
            <a:headEnd type="none" w="med" len="med"/>
            <a:tailEnd type="none" w="med" len="med"/>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rebuchet MS"/>
                <a:ea typeface="+mn-ea"/>
                <a:cs typeface="+mn-cs"/>
              </a:rPr>
              <a:t>7</a:t>
            </a:r>
          </a:p>
        </p:txBody>
      </p:sp>
      <p:sp>
        <p:nvSpPr>
          <p:cNvPr id="247" name="Oval 20">
            <a:extLst>
              <a:ext uri="{FF2B5EF4-FFF2-40B4-BE49-F238E27FC236}">
                <a16:creationId xmlns:a16="http://schemas.microsoft.com/office/drawing/2014/main" id="{F9F55904-276F-4B0B-ABBA-C020AA01A574}"/>
              </a:ext>
            </a:extLst>
          </p:cNvPr>
          <p:cNvSpPr>
            <a:spLocks noChangeAspect="1" noChangeArrowheads="1"/>
          </p:cNvSpPr>
          <p:nvPr/>
        </p:nvSpPr>
        <p:spPr bwMode="auto">
          <a:xfrm>
            <a:off x="7982685" y="1659955"/>
            <a:ext cx="181964" cy="181963"/>
          </a:xfrm>
          <a:prstGeom prst="ellipse">
            <a:avLst/>
          </a:prstGeom>
          <a:solidFill>
            <a:srgbClr val="006863"/>
          </a:solidFill>
          <a:ln w="9525" cap="flat" cmpd="sng" algn="ctr">
            <a:solidFill>
              <a:srgbClr val="FFFFFF"/>
            </a:solidFill>
            <a:prstDash val="solid"/>
            <a:round/>
            <a:headEnd type="none" w="med" len="med"/>
            <a:tailEnd type="none" w="med" len="med"/>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rebuchet MS"/>
                <a:ea typeface="+mn-ea"/>
                <a:cs typeface="+mn-cs"/>
              </a:rPr>
              <a:t>6</a:t>
            </a:r>
          </a:p>
        </p:txBody>
      </p:sp>
      <p:sp>
        <p:nvSpPr>
          <p:cNvPr id="257" name="Oval 20">
            <a:extLst>
              <a:ext uri="{FF2B5EF4-FFF2-40B4-BE49-F238E27FC236}">
                <a16:creationId xmlns:a16="http://schemas.microsoft.com/office/drawing/2014/main" id="{B84FE50C-E1B6-4F69-B852-5F3A7005B6E1}"/>
              </a:ext>
            </a:extLst>
          </p:cNvPr>
          <p:cNvSpPr>
            <a:spLocks noChangeAspect="1" noChangeArrowheads="1"/>
          </p:cNvSpPr>
          <p:nvPr/>
        </p:nvSpPr>
        <p:spPr bwMode="auto">
          <a:xfrm>
            <a:off x="7002462" y="1659955"/>
            <a:ext cx="181964" cy="181963"/>
          </a:xfrm>
          <a:prstGeom prst="ellipse">
            <a:avLst/>
          </a:prstGeom>
          <a:solidFill>
            <a:srgbClr val="006863"/>
          </a:solidFill>
          <a:ln w="9525" cap="flat" cmpd="sng" algn="ctr">
            <a:solidFill>
              <a:srgbClr val="FFFFFF"/>
            </a:solidFill>
            <a:prstDash val="solid"/>
            <a:round/>
            <a:headEnd type="none" w="med" len="med"/>
            <a:tailEnd type="none" w="med" len="med"/>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rebuchet MS"/>
                <a:ea typeface="+mn-ea"/>
                <a:cs typeface="+mn-cs"/>
              </a:rPr>
              <a:t>5</a:t>
            </a:r>
          </a:p>
        </p:txBody>
      </p:sp>
      <p:sp>
        <p:nvSpPr>
          <p:cNvPr id="267" name="Oval 20">
            <a:extLst>
              <a:ext uri="{FF2B5EF4-FFF2-40B4-BE49-F238E27FC236}">
                <a16:creationId xmlns:a16="http://schemas.microsoft.com/office/drawing/2014/main" id="{FCE63CA9-2DA4-4EC0-8DA9-F924CD101DA9}"/>
              </a:ext>
            </a:extLst>
          </p:cNvPr>
          <p:cNvSpPr>
            <a:spLocks noChangeAspect="1" noChangeArrowheads="1"/>
          </p:cNvSpPr>
          <p:nvPr/>
        </p:nvSpPr>
        <p:spPr bwMode="auto">
          <a:xfrm>
            <a:off x="6022242" y="1659955"/>
            <a:ext cx="181964" cy="181963"/>
          </a:xfrm>
          <a:prstGeom prst="ellipse">
            <a:avLst/>
          </a:prstGeom>
          <a:solidFill>
            <a:srgbClr val="006863"/>
          </a:solidFill>
          <a:ln w="9525" cap="flat" cmpd="sng" algn="ctr">
            <a:solidFill>
              <a:srgbClr val="FFFFFF"/>
            </a:solidFill>
            <a:prstDash val="solid"/>
            <a:round/>
            <a:headEnd type="none" w="med" len="med"/>
            <a:tailEnd type="none" w="med" len="med"/>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rebuchet MS"/>
                <a:ea typeface="+mn-ea"/>
                <a:cs typeface="+mn-cs"/>
              </a:rPr>
              <a:t>4</a:t>
            </a:r>
          </a:p>
        </p:txBody>
      </p:sp>
      <p:sp>
        <p:nvSpPr>
          <p:cNvPr id="277" name="Oval 20">
            <a:extLst>
              <a:ext uri="{FF2B5EF4-FFF2-40B4-BE49-F238E27FC236}">
                <a16:creationId xmlns:a16="http://schemas.microsoft.com/office/drawing/2014/main" id="{A0591FE6-A229-4751-86CC-07A699DCAB69}"/>
              </a:ext>
            </a:extLst>
          </p:cNvPr>
          <p:cNvSpPr>
            <a:spLocks noChangeAspect="1" noChangeArrowheads="1"/>
          </p:cNvSpPr>
          <p:nvPr/>
        </p:nvSpPr>
        <p:spPr bwMode="auto">
          <a:xfrm>
            <a:off x="5042021" y="1659955"/>
            <a:ext cx="181964" cy="181963"/>
          </a:xfrm>
          <a:prstGeom prst="ellipse">
            <a:avLst/>
          </a:prstGeom>
          <a:solidFill>
            <a:srgbClr val="006863"/>
          </a:solidFill>
          <a:ln w="9525" cap="flat" cmpd="sng" algn="ctr">
            <a:solidFill>
              <a:srgbClr val="FFFFFF"/>
            </a:solidFill>
            <a:prstDash val="solid"/>
            <a:round/>
            <a:headEnd type="none" w="med" len="med"/>
            <a:tailEnd type="none" w="med" len="med"/>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rebuchet MS"/>
                <a:ea typeface="+mn-ea"/>
                <a:cs typeface="+mn-cs"/>
              </a:rPr>
              <a:t>3</a:t>
            </a:r>
          </a:p>
        </p:txBody>
      </p:sp>
      <p:sp>
        <p:nvSpPr>
          <p:cNvPr id="287" name="Oval 20">
            <a:extLst>
              <a:ext uri="{FF2B5EF4-FFF2-40B4-BE49-F238E27FC236}">
                <a16:creationId xmlns:a16="http://schemas.microsoft.com/office/drawing/2014/main" id="{14C30FDE-758C-4648-894E-EB46634D53D9}"/>
              </a:ext>
            </a:extLst>
          </p:cNvPr>
          <p:cNvSpPr>
            <a:spLocks noChangeAspect="1" noChangeArrowheads="1"/>
          </p:cNvSpPr>
          <p:nvPr/>
        </p:nvSpPr>
        <p:spPr bwMode="auto">
          <a:xfrm>
            <a:off x="4061799" y="1659955"/>
            <a:ext cx="181964" cy="181963"/>
          </a:xfrm>
          <a:prstGeom prst="ellipse">
            <a:avLst/>
          </a:prstGeom>
          <a:solidFill>
            <a:srgbClr val="006863"/>
          </a:solidFill>
          <a:ln w="9525" cap="flat" cmpd="sng" algn="ctr">
            <a:solidFill>
              <a:srgbClr val="FFFFFF"/>
            </a:solidFill>
            <a:prstDash val="solid"/>
            <a:round/>
            <a:headEnd type="none" w="med" len="med"/>
            <a:tailEnd type="none" w="med" len="med"/>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rebuchet MS"/>
                <a:ea typeface="+mn-ea"/>
                <a:cs typeface="+mn-cs"/>
              </a:rPr>
              <a:t>2</a:t>
            </a:r>
          </a:p>
        </p:txBody>
      </p:sp>
      <p:sp>
        <p:nvSpPr>
          <p:cNvPr id="297" name="Oval 20">
            <a:extLst>
              <a:ext uri="{FF2B5EF4-FFF2-40B4-BE49-F238E27FC236}">
                <a16:creationId xmlns:a16="http://schemas.microsoft.com/office/drawing/2014/main" id="{8AB6B480-3578-4327-819E-86D1F15578CA}"/>
              </a:ext>
            </a:extLst>
          </p:cNvPr>
          <p:cNvSpPr>
            <a:spLocks noChangeAspect="1" noChangeArrowheads="1"/>
          </p:cNvSpPr>
          <p:nvPr/>
        </p:nvSpPr>
        <p:spPr bwMode="auto">
          <a:xfrm>
            <a:off x="3081578" y="1659955"/>
            <a:ext cx="181964" cy="181963"/>
          </a:xfrm>
          <a:prstGeom prst="ellipse">
            <a:avLst/>
          </a:prstGeom>
          <a:solidFill>
            <a:srgbClr val="006863"/>
          </a:solidFill>
          <a:ln w="9525" cap="flat" cmpd="sng" algn="ctr">
            <a:solidFill>
              <a:srgbClr val="FFFFFF"/>
            </a:solidFill>
            <a:prstDash val="solid"/>
            <a:round/>
            <a:headEnd type="none" w="med" len="med"/>
            <a:tailEnd type="none" w="med" len="med"/>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rebuchet MS"/>
                <a:ea typeface="+mn-ea"/>
                <a:cs typeface="+mn-cs"/>
              </a:rPr>
              <a:t>1</a:t>
            </a:r>
          </a:p>
        </p:txBody>
      </p:sp>
      <p:sp>
        <p:nvSpPr>
          <p:cNvPr id="307" name="Oval 20">
            <a:extLst>
              <a:ext uri="{FF2B5EF4-FFF2-40B4-BE49-F238E27FC236}">
                <a16:creationId xmlns:a16="http://schemas.microsoft.com/office/drawing/2014/main" id="{96E842A4-3231-4EEA-BAAD-E7B5AB5C3251}"/>
              </a:ext>
            </a:extLst>
          </p:cNvPr>
          <p:cNvSpPr>
            <a:spLocks noChangeAspect="1" noChangeArrowheads="1"/>
          </p:cNvSpPr>
          <p:nvPr/>
        </p:nvSpPr>
        <p:spPr bwMode="auto">
          <a:xfrm>
            <a:off x="2101356" y="1659955"/>
            <a:ext cx="181964" cy="181963"/>
          </a:xfrm>
          <a:prstGeom prst="ellipse">
            <a:avLst/>
          </a:prstGeom>
          <a:solidFill>
            <a:srgbClr val="006863"/>
          </a:solidFill>
          <a:ln w="9525" cap="flat" cmpd="sng" algn="ctr">
            <a:solidFill>
              <a:srgbClr val="FFFFFF"/>
            </a:solidFill>
            <a:prstDash val="solid"/>
            <a:round/>
            <a:headEnd type="none" w="med" len="med"/>
            <a:tailEnd type="none" w="med" len="med"/>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rebuchet MS"/>
                <a:ea typeface="+mn-ea"/>
                <a:cs typeface="+mn-cs"/>
              </a:rPr>
              <a:t>0</a:t>
            </a:r>
          </a:p>
        </p:txBody>
      </p:sp>
      <p:cxnSp>
        <p:nvCxnSpPr>
          <p:cNvPr id="332" name="Straight Connector 331">
            <a:extLst>
              <a:ext uri="{FF2B5EF4-FFF2-40B4-BE49-F238E27FC236}">
                <a16:creationId xmlns:a16="http://schemas.microsoft.com/office/drawing/2014/main" id="{F58992A6-6F1F-4B37-A73A-66E29A29E899}"/>
              </a:ext>
            </a:extLst>
          </p:cNvPr>
          <p:cNvCxnSpPr/>
          <p:nvPr/>
        </p:nvCxnSpPr>
        <p:spPr>
          <a:xfrm>
            <a:off x="2917381" y="2727334"/>
            <a:ext cx="0" cy="3536397"/>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cxnSp>
        <p:nvCxnSpPr>
          <p:cNvPr id="333" name="Straight Connector 332">
            <a:extLst>
              <a:ext uri="{FF2B5EF4-FFF2-40B4-BE49-F238E27FC236}">
                <a16:creationId xmlns:a16="http://schemas.microsoft.com/office/drawing/2014/main" id="{EE2AE352-2AFD-4760-854D-8C241A9824D9}"/>
              </a:ext>
            </a:extLst>
          </p:cNvPr>
          <p:cNvCxnSpPr/>
          <p:nvPr/>
        </p:nvCxnSpPr>
        <p:spPr>
          <a:xfrm>
            <a:off x="3897603" y="2727334"/>
            <a:ext cx="0" cy="3536397"/>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cxnSp>
        <p:nvCxnSpPr>
          <p:cNvPr id="334" name="Straight Connector 333">
            <a:extLst>
              <a:ext uri="{FF2B5EF4-FFF2-40B4-BE49-F238E27FC236}">
                <a16:creationId xmlns:a16="http://schemas.microsoft.com/office/drawing/2014/main" id="{892F9F9D-2D01-40B0-B7C3-40E798F4ED45}"/>
              </a:ext>
            </a:extLst>
          </p:cNvPr>
          <p:cNvCxnSpPr/>
          <p:nvPr/>
        </p:nvCxnSpPr>
        <p:spPr>
          <a:xfrm>
            <a:off x="5832329" y="2727334"/>
            <a:ext cx="0" cy="3536397"/>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cxnSp>
        <p:nvCxnSpPr>
          <p:cNvPr id="335" name="Straight Connector 334">
            <a:extLst>
              <a:ext uri="{FF2B5EF4-FFF2-40B4-BE49-F238E27FC236}">
                <a16:creationId xmlns:a16="http://schemas.microsoft.com/office/drawing/2014/main" id="{448C265E-8800-454B-A3F2-44AFAED8B015}"/>
              </a:ext>
            </a:extLst>
          </p:cNvPr>
          <p:cNvCxnSpPr/>
          <p:nvPr/>
        </p:nvCxnSpPr>
        <p:spPr>
          <a:xfrm>
            <a:off x="7818490" y="2727334"/>
            <a:ext cx="0" cy="3536397"/>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sp>
        <p:nvSpPr>
          <p:cNvPr id="316" name="TextBox 315">
            <a:extLst>
              <a:ext uri="{FF2B5EF4-FFF2-40B4-BE49-F238E27FC236}">
                <a16:creationId xmlns:a16="http://schemas.microsoft.com/office/drawing/2014/main" id="{9F186D5D-440D-4165-BE3A-2165398DBD3D}"/>
              </a:ext>
            </a:extLst>
          </p:cNvPr>
          <p:cNvSpPr txBox="1"/>
          <p:nvPr/>
        </p:nvSpPr>
        <p:spPr>
          <a:xfrm>
            <a:off x="629999" y="3021974"/>
            <a:ext cx="1198716" cy="1536700"/>
          </a:xfrm>
          <a:prstGeom prst="rect">
            <a:avLst/>
          </a:prstGeom>
          <a:solidFill>
            <a:schemeClr val="accent4"/>
          </a:solidFill>
          <a:ln w="9525" cap="rnd" cmpd="sng" algn="ctr">
            <a:solidFill>
              <a:schemeClr val="accent4"/>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Trebuchet MS"/>
                <a:ea typeface="+mn-ea"/>
                <a:cs typeface="+mn-cs"/>
              </a:rPr>
              <a:t>Review/</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Trebuchet MS"/>
                <a:ea typeface="+mn-ea"/>
                <a:cs typeface="+mn-cs"/>
              </a:rPr>
              <a:t>approval</a:t>
            </a:r>
            <a:br>
              <a:rPr kumimoji="0" lang="en-US" sz="1600" b="0" i="0" u="none" strike="noStrike" kern="1200" cap="none" spc="0" normalizeH="0" baseline="0" noProof="0" dirty="0">
                <a:ln>
                  <a:noFill/>
                </a:ln>
                <a:solidFill>
                  <a:prstClr val="white"/>
                </a:solidFill>
                <a:effectLst/>
                <a:uLnTx/>
                <a:uFillTx/>
                <a:latin typeface="Trebuchet MS"/>
                <a:ea typeface="+mn-ea"/>
                <a:cs typeface="+mn-cs"/>
              </a:rPr>
            </a:br>
            <a:r>
              <a:rPr kumimoji="0" lang="en-US" sz="1600" b="0" i="0" u="none" strike="noStrike" kern="1200" cap="none" spc="0" normalizeH="0" baseline="0" noProof="0" dirty="0">
                <a:ln>
                  <a:noFill/>
                </a:ln>
                <a:solidFill>
                  <a:prstClr val="white"/>
                </a:solidFill>
                <a:effectLst/>
                <a:uLnTx/>
                <a:uFillTx/>
                <a:latin typeface="Trebuchet MS"/>
                <a:ea typeface="+mn-ea"/>
                <a:cs typeface="+mn-cs"/>
              </a:rPr>
              <a:t>phases</a:t>
            </a:r>
          </a:p>
        </p:txBody>
      </p:sp>
      <p:sp>
        <p:nvSpPr>
          <p:cNvPr id="325" name="TextBox 324">
            <a:extLst>
              <a:ext uri="{FF2B5EF4-FFF2-40B4-BE49-F238E27FC236}">
                <a16:creationId xmlns:a16="http://schemas.microsoft.com/office/drawing/2014/main" id="{65316A49-90FC-4015-A3F3-2D7597D80BC6}"/>
              </a:ext>
            </a:extLst>
          </p:cNvPr>
          <p:cNvSpPr txBox="1"/>
          <p:nvPr/>
        </p:nvSpPr>
        <p:spPr>
          <a:xfrm>
            <a:off x="629999" y="4827713"/>
            <a:ext cx="1198716" cy="1337695"/>
          </a:xfrm>
          <a:prstGeom prst="rect">
            <a:avLst/>
          </a:prstGeom>
          <a:solidFill>
            <a:schemeClr val="accent4"/>
          </a:solidFill>
          <a:ln w="9525" cap="rnd" cmpd="sng" algn="ctr">
            <a:solidFill>
              <a:schemeClr val="accent4"/>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Trebuchet MS"/>
                <a:ea typeface="+mn-ea"/>
                <a:cs typeface="+mn-cs"/>
              </a:rPr>
              <a:t>Checklists/ guidelines</a:t>
            </a:r>
          </a:p>
        </p:txBody>
      </p:sp>
      <p:sp>
        <p:nvSpPr>
          <p:cNvPr id="326" name="TextBox 325">
            <a:extLst>
              <a:ext uri="{FF2B5EF4-FFF2-40B4-BE49-F238E27FC236}">
                <a16:creationId xmlns:a16="http://schemas.microsoft.com/office/drawing/2014/main" id="{0595243D-1955-44B1-984D-BC769CDD163C}"/>
              </a:ext>
            </a:extLst>
          </p:cNvPr>
          <p:cNvSpPr txBox="1"/>
          <p:nvPr/>
        </p:nvSpPr>
        <p:spPr>
          <a:xfrm>
            <a:off x="1981799" y="3021974"/>
            <a:ext cx="890941" cy="1588126"/>
          </a:xfrm>
          <a:prstGeom prst="rect">
            <a:avLst/>
          </a:prstGeom>
          <a:solidFill>
            <a:schemeClr val="bg1"/>
          </a:solidFill>
          <a:ln w="9525" cap="rnd" cmpd="sng" algn="ctr">
            <a:solidFill>
              <a:srgbClr val="006C67"/>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en-US" sz="1600" b="0" i="0" u="none" strike="noStrike" kern="1200" cap="none" spc="0" normalizeH="0" baseline="0" noProof="0" dirty="0">
                <a:ln>
                  <a:noFill/>
                </a:ln>
                <a:solidFill>
                  <a:srgbClr val="006C67"/>
                </a:solidFill>
                <a:effectLst/>
                <a:uLnTx/>
                <a:uFillTx/>
                <a:latin typeface="Trebuchet MS"/>
                <a:ea typeface="+mn-ea"/>
                <a:cs typeface="+mn-cs"/>
              </a:rPr>
              <a:t>Phase 0:</a:t>
            </a:r>
          </a:p>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Trebuchet MS"/>
                <a:ea typeface="+mn-ea"/>
                <a:cs typeface="+mn-cs"/>
              </a:rPr>
              <a:t>Policy definition review</a:t>
            </a:r>
          </a:p>
        </p:txBody>
      </p:sp>
      <p:sp>
        <p:nvSpPr>
          <p:cNvPr id="328" name="TextBox 327">
            <a:extLst>
              <a:ext uri="{FF2B5EF4-FFF2-40B4-BE49-F238E27FC236}">
                <a16:creationId xmlns:a16="http://schemas.microsoft.com/office/drawing/2014/main" id="{35EDF2BD-9D30-4C00-8514-8A9E81C669A8}"/>
              </a:ext>
            </a:extLst>
          </p:cNvPr>
          <p:cNvSpPr txBox="1"/>
          <p:nvPr/>
        </p:nvSpPr>
        <p:spPr>
          <a:xfrm>
            <a:off x="2962021" y="3021974"/>
            <a:ext cx="890941" cy="1588126"/>
          </a:xfrm>
          <a:prstGeom prst="rect">
            <a:avLst/>
          </a:prstGeom>
          <a:solidFill>
            <a:schemeClr val="bg1"/>
          </a:solidFill>
          <a:ln w="9525" cap="rnd" cmpd="sng" algn="ctr">
            <a:solidFill>
              <a:srgbClr val="006C67"/>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en-US" sz="1600" b="0" i="0" u="none" strike="noStrike" kern="1200" cap="none" spc="0" normalizeH="0" baseline="0" noProof="0" dirty="0">
                <a:ln>
                  <a:noFill/>
                </a:ln>
                <a:solidFill>
                  <a:srgbClr val="006C67"/>
                </a:solidFill>
                <a:effectLst/>
                <a:uLnTx/>
                <a:uFillTx/>
                <a:latin typeface="Trebuchet MS"/>
                <a:ea typeface="+mn-ea"/>
                <a:cs typeface="+mn-cs"/>
              </a:rPr>
              <a:t>Phase 1:</a:t>
            </a:r>
          </a:p>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Trebuchet MS"/>
                <a:ea typeface="+mn-ea"/>
                <a:cs typeface="+mn-cs"/>
              </a:rPr>
              <a:t>Direction setting review</a:t>
            </a:r>
          </a:p>
        </p:txBody>
      </p:sp>
      <p:sp>
        <p:nvSpPr>
          <p:cNvPr id="329" name="TextBox 328">
            <a:extLst>
              <a:ext uri="{FF2B5EF4-FFF2-40B4-BE49-F238E27FC236}">
                <a16:creationId xmlns:a16="http://schemas.microsoft.com/office/drawing/2014/main" id="{9BBBC30C-0E0C-42DA-95AC-291FF77B8099}"/>
              </a:ext>
            </a:extLst>
          </p:cNvPr>
          <p:cNvSpPr txBox="1"/>
          <p:nvPr/>
        </p:nvSpPr>
        <p:spPr>
          <a:xfrm>
            <a:off x="3942243" y="3021974"/>
            <a:ext cx="1806491" cy="1588126"/>
          </a:xfrm>
          <a:prstGeom prst="rect">
            <a:avLst/>
          </a:prstGeom>
          <a:solidFill>
            <a:schemeClr val="bg1"/>
          </a:solidFill>
          <a:ln w="9525" cap="rnd" cmpd="sng" algn="ctr">
            <a:solidFill>
              <a:srgbClr val="006C67"/>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en-US" sz="1600" b="0" i="0" u="none" strike="noStrike" kern="1200" cap="none" spc="0" normalizeH="0" baseline="0" noProof="0" dirty="0">
                <a:ln>
                  <a:noFill/>
                </a:ln>
                <a:solidFill>
                  <a:srgbClr val="006C67"/>
                </a:solidFill>
                <a:effectLst/>
                <a:uLnTx/>
                <a:uFillTx/>
                <a:latin typeface="Trebuchet MS"/>
                <a:ea typeface="+mn-ea"/>
                <a:cs typeface="+mn-cs"/>
              </a:rPr>
              <a:t>Phase 2: </a:t>
            </a:r>
          </a:p>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Trebuchet MS"/>
                <a:ea typeface="+mn-ea"/>
                <a:cs typeface="+mn-cs"/>
              </a:rPr>
              <a:t>Policy assessment and strategic alignment review</a:t>
            </a:r>
          </a:p>
        </p:txBody>
      </p:sp>
      <p:sp>
        <p:nvSpPr>
          <p:cNvPr id="330" name="TextBox 329">
            <a:extLst>
              <a:ext uri="{FF2B5EF4-FFF2-40B4-BE49-F238E27FC236}">
                <a16:creationId xmlns:a16="http://schemas.microsoft.com/office/drawing/2014/main" id="{3AC09F01-3F2A-4A6D-A510-789529D98394}"/>
              </a:ext>
            </a:extLst>
          </p:cNvPr>
          <p:cNvSpPr txBox="1"/>
          <p:nvPr/>
        </p:nvSpPr>
        <p:spPr>
          <a:xfrm>
            <a:off x="5902633" y="3021974"/>
            <a:ext cx="1871216" cy="1588126"/>
          </a:xfrm>
          <a:prstGeom prst="rect">
            <a:avLst/>
          </a:prstGeom>
          <a:solidFill>
            <a:schemeClr val="bg1"/>
          </a:solidFill>
          <a:ln w="9525" cap="rnd" cmpd="sng" algn="ctr">
            <a:solidFill>
              <a:srgbClr val="006C67"/>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en-US" sz="1600" b="0" i="0" u="none" strike="noStrike" kern="1200" cap="none" spc="0" normalizeH="0" baseline="0" noProof="0" dirty="0">
                <a:ln>
                  <a:noFill/>
                </a:ln>
                <a:solidFill>
                  <a:srgbClr val="006C67"/>
                </a:solidFill>
                <a:effectLst/>
                <a:uLnTx/>
                <a:uFillTx/>
                <a:latin typeface="Trebuchet MS"/>
                <a:ea typeface="+mn-ea"/>
                <a:cs typeface="+mn-cs"/>
              </a:rPr>
              <a:t>Phase 3: </a:t>
            </a:r>
          </a:p>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Trebuchet MS"/>
                <a:ea typeface="+mn-ea"/>
                <a:cs typeface="+mn-cs"/>
              </a:rPr>
              <a:t>Legal and budget review</a:t>
            </a:r>
          </a:p>
        </p:txBody>
      </p:sp>
      <p:sp>
        <p:nvSpPr>
          <p:cNvPr id="331" name="TextBox 330">
            <a:extLst>
              <a:ext uri="{FF2B5EF4-FFF2-40B4-BE49-F238E27FC236}">
                <a16:creationId xmlns:a16="http://schemas.microsoft.com/office/drawing/2014/main" id="{EF2CE683-EEBC-4DAF-9DA5-E8050748D89D}"/>
              </a:ext>
            </a:extLst>
          </p:cNvPr>
          <p:cNvSpPr txBox="1"/>
          <p:nvPr/>
        </p:nvSpPr>
        <p:spPr>
          <a:xfrm>
            <a:off x="7872368" y="3021974"/>
            <a:ext cx="890941" cy="1588126"/>
          </a:xfrm>
          <a:prstGeom prst="rect">
            <a:avLst/>
          </a:prstGeom>
          <a:solidFill>
            <a:schemeClr val="bg1"/>
          </a:solidFill>
          <a:ln w="9525" cap="rnd" cmpd="sng" algn="ctr">
            <a:solidFill>
              <a:srgbClr val="006C67"/>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en-US" sz="1600" b="0" i="0" u="none" strike="noStrike" kern="1200" cap="none" spc="0" normalizeH="0" baseline="0" noProof="0" dirty="0">
                <a:ln>
                  <a:noFill/>
                </a:ln>
                <a:solidFill>
                  <a:srgbClr val="006C67"/>
                </a:solidFill>
                <a:effectLst/>
                <a:uLnTx/>
                <a:uFillTx/>
                <a:latin typeface="Trebuchet MS"/>
                <a:ea typeface="+mn-ea"/>
                <a:cs typeface="+mn-cs"/>
              </a:rPr>
              <a:t>Phase 4:</a:t>
            </a:r>
          </a:p>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Trebuchet MS"/>
                <a:ea typeface="+mn-ea"/>
                <a:cs typeface="+mn-cs"/>
              </a:rPr>
              <a:t>Final policy review </a:t>
            </a:r>
          </a:p>
        </p:txBody>
      </p:sp>
      <p:cxnSp>
        <p:nvCxnSpPr>
          <p:cNvPr id="2" name="Straight Connector 1">
            <a:extLst>
              <a:ext uri="{FF2B5EF4-FFF2-40B4-BE49-F238E27FC236}">
                <a16:creationId xmlns:a16="http://schemas.microsoft.com/office/drawing/2014/main" id="{7C59843F-9270-A13D-BB71-92215236ABE3}"/>
              </a:ext>
            </a:extLst>
          </p:cNvPr>
          <p:cNvCxnSpPr/>
          <p:nvPr/>
        </p:nvCxnSpPr>
        <p:spPr>
          <a:xfrm>
            <a:off x="8821116" y="2727334"/>
            <a:ext cx="0" cy="3536397"/>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48A82CE-8E37-BCB6-12AF-105F8AFD2A51}"/>
              </a:ext>
            </a:extLst>
          </p:cNvPr>
          <p:cNvSpPr txBox="1"/>
          <p:nvPr/>
        </p:nvSpPr>
        <p:spPr>
          <a:xfrm>
            <a:off x="8887967" y="3021974"/>
            <a:ext cx="890941" cy="1588126"/>
          </a:xfrm>
          <a:prstGeom prst="rect">
            <a:avLst/>
          </a:prstGeom>
          <a:solidFill>
            <a:schemeClr val="bg1"/>
          </a:solidFill>
          <a:ln w="9525" cap="rnd" cmpd="sng" algn="ctr">
            <a:solidFill>
              <a:srgbClr val="006C67"/>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en-US" sz="1600" b="0" i="0" u="none" strike="noStrike" kern="1200" cap="none" spc="0" normalizeH="0" baseline="0" noProof="0" dirty="0">
                <a:ln>
                  <a:noFill/>
                </a:ln>
                <a:solidFill>
                  <a:srgbClr val="006C67"/>
                </a:solidFill>
                <a:effectLst/>
                <a:uLnTx/>
                <a:uFillTx/>
                <a:latin typeface="Trebuchet MS"/>
                <a:ea typeface="+mn-ea"/>
                <a:cs typeface="+mn-cs"/>
              </a:rPr>
              <a:t>Phase 5:</a:t>
            </a:r>
          </a:p>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Trebuchet MS"/>
                <a:ea typeface="+mn-ea"/>
                <a:cs typeface="+mn-cs"/>
              </a:rPr>
              <a:t>Final policy approval</a:t>
            </a:r>
          </a:p>
        </p:txBody>
      </p:sp>
      <p:sp>
        <p:nvSpPr>
          <p:cNvPr id="16" name="Rectangle 15">
            <a:extLst>
              <a:ext uri="{FF2B5EF4-FFF2-40B4-BE49-F238E27FC236}">
                <a16:creationId xmlns:a16="http://schemas.microsoft.com/office/drawing/2014/main" id="{F0974F80-74F9-8EF8-E8D0-FB7CB07E3AFB}"/>
              </a:ext>
            </a:extLst>
          </p:cNvPr>
          <p:cNvSpPr/>
          <p:nvPr/>
        </p:nvSpPr>
        <p:spPr>
          <a:xfrm>
            <a:off x="548640" y="4778456"/>
            <a:ext cx="9347829" cy="1632342"/>
          </a:xfrm>
          <a:prstGeom prst="rect">
            <a:avLst/>
          </a:prstGeom>
          <a:noFill/>
          <a:ln w="9525" cap="rnd" cmpd="sng" algn="ctr">
            <a:solidFill>
              <a:srgbClr val="C00000"/>
            </a:solidFill>
            <a:prstDash val="sysDash"/>
            <a:round/>
            <a:headEnd type="none" w="med" len="med"/>
            <a:tailEnd type="none" w="med" len="med"/>
          </a:ln>
          <a:extLst>
            <a:ext uri="{909E8E84-426E-40DD-AFC4-6F175D3DCCD1}">
              <a14:hiddenFill xmlns:a14="http://schemas.microsoft.com/office/drawing/2010/main">
                <a:solidFill>
                  <a:srgbClr val="006C67"/>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17" name="Rectangle 16">
            <a:extLst>
              <a:ext uri="{FF2B5EF4-FFF2-40B4-BE49-F238E27FC236}">
                <a16:creationId xmlns:a16="http://schemas.microsoft.com/office/drawing/2014/main" id="{1EB9E7CA-B17B-3B7E-D460-F39AB4E5E5CD}"/>
              </a:ext>
            </a:extLst>
          </p:cNvPr>
          <p:cNvSpPr/>
          <p:nvPr/>
        </p:nvSpPr>
        <p:spPr>
          <a:xfrm>
            <a:off x="8453183" y="6206755"/>
            <a:ext cx="1446384" cy="199005"/>
          </a:xfrm>
          <a:prstGeom prst="rect">
            <a:avLst/>
          </a:prstGeom>
          <a:solidFill>
            <a:srgbClr val="C00000"/>
          </a:solidFill>
          <a:ln w="9525" cap="rnd" cmpd="sng" algn="ctr">
            <a:solidFill>
              <a:srgbClr val="C0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rgbClr val="FFFFFF"/>
                </a:solidFill>
              </a:rPr>
              <a:t>Deep dive next</a:t>
            </a:r>
          </a:p>
        </p:txBody>
      </p:sp>
      <p:grpSp>
        <p:nvGrpSpPr>
          <p:cNvPr id="18" name="bcgIcons_Target ">
            <a:extLst>
              <a:ext uri="{FF2B5EF4-FFF2-40B4-BE49-F238E27FC236}">
                <a16:creationId xmlns:a16="http://schemas.microsoft.com/office/drawing/2014/main" id="{92B4C5F4-3955-E3A0-0C3B-4BA93000BE87}"/>
              </a:ext>
            </a:extLst>
          </p:cNvPr>
          <p:cNvGrpSpPr>
            <a:grpSpLocks noChangeAspect="1"/>
          </p:cNvGrpSpPr>
          <p:nvPr/>
        </p:nvGrpSpPr>
        <p:grpSpPr bwMode="auto">
          <a:xfrm>
            <a:off x="10486605" y="1644939"/>
            <a:ext cx="1007276" cy="1008210"/>
            <a:chOff x="1682" y="0"/>
            <a:chExt cx="4316" cy="4320"/>
          </a:xfrm>
        </p:grpSpPr>
        <p:sp>
          <p:nvSpPr>
            <p:cNvPr id="19" name="AutoShape 23">
              <a:extLst>
                <a:ext uri="{FF2B5EF4-FFF2-40B4-BE49-F238E27FC236}">
                  <a16:creationId xmlns:a16="http://schemas.microsoft.com/office/drawing/2014/main" id="{A437EF93-6D30-6E31-3DFC-B1B5CF459D5C}"/>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25">
              <a:extLst>
                <a:ext uri="{FF2B5EF4-FFF2-40B4-BE49-F238E27FC236}">
                  <a16:creationId xmlns:a16="http://schemas.microsoft.com/office/drawing/2014/main" id="{42E0FCDF-D19C-1AEC-84F9-8C3FBB01A5DC}"/>
                </a:ext>
              </a:extLst>
            </p:cNvPr>
            <p:cNvSpPr>
              <a:spLocks noEditPoints="1"/>
            </p:cNvSpPr>
            <p:nvPr/>
          </p:nvSpPr>
          <p:spPr bwMode="auto">
            <a:xfrm>
              <a:off x="3782" y="838"/>
              <a:ext cx="1832" cy="1367"/>
            </a:xfrm>
            <a:custGeom>
              <a:avLst/>
              <a:gdLst>
                <a:gd name="T0" fmla="*/ 25 w 978"/>
                <a:gd name="T1" fmla="*/ 729 h 729"/>
                <a:gd name="T2" fmla="*/ 7 w 978"/>
                <a:gd name="T3" fmla="*/ 719 h 729"/>
                <a:gd name="T4" fmla="*/ 13 w 978"/>
                <a:gd name="T5" fmla="*/ 689 h 729"/>
                <a:gd name="T6" fmla="*/ 888 w 978"/>
                <a:gd name="T7" fmla="*/ 86 h 729"/>
                <a:gd name="T8" fmla="*/ 919 w 978"/>
                <a:gd name="T9" fmla="*/ 91 h 729"/>
                <a:gd name="T10" fmla="*/ 913 w 978"/>
                <a:gd name="T11" fmla="*/ 122 h 729"/>
                <a:gd name="T12" fmla="*/ 38 w 978"/>
                <a:gd name="T13" fmla="*/ 725 h 729"/>
                <a:gd name="T14" fmla="*/ 25 w 978"/>
                <a:gd name="T15" fmla="*/ 729 h 729"/>
                <a:gd name="T16" fmla="*/ 578 w 978"/>
                <a:gd name="T17" fmla="*/ 254 h 729"/>
                <a:gd name="T18" fmla="*/ 586 w 978"/>
                <a:gd name="T19" fmla="*/ 258 h 729"/>
                <a:gd name="T20" fmla="*/ 825 w 978"/>
                <a:gd name="T21" fmla="*/ 93 h 729"/>
                <a:gd name="T22" fmla="*/ 826 w 978"/>
                <a:gd name="T23" fmla="*/ 91 h 729"/>
                <a:gd name="T24" fmla="*/ 849 w 978"/>
                <a:gd name="T25" fmla="*/ 8 h 729"/>
                <a:gd name="T26" fmla="*/ 841 w 978"/>
                <a:gd name="T27" fmla="*/ 3 h 729"/>
                <a:gd name="T28" fmla="*/ 602 w 978"/>
                <a:gd name="T29" fmla="*/ 166 h 729"/>
                <a:gd name="T30" fmla="*/ 599 w 978"/>
                <a:gd name="T31" fmla="*/ 171 h 729"/>
                <a:gd name="T32" fmla="*/ 578 w 978"/>
                <a:gd name="T33" fmla="*/ 254 h 729"/>
                <a:gd name="T34" fmla="*/ 646 w 978"/>
                <a:gd name="T35" fmla="*/ 352 h 729"/>
                <a:gd name="T36" fmla="*/ 730 w 978"/>
                <a:gd name="T37" fmla="*/ 362 h 729"/>
                <a:gd name="T38" fmla="*/ 736 w 978"/>
                <a:gd name="T39" fmla="*/ 361 h 729"/>
                <a:gd name="T40" fmla="*/ 974 w 978"/>
                <a:gd name="T41" fmla="*/ 196 h 729"/>
                <a:gd name="T42" fmla="*/ 972 w 978"/>
                <a:gd name="T43" fmla="*/ 187 h 729"/>
                <a:gd name="T44" fmla="*/ 886 w 978"/>
                <a:gd name="T45" fmla="*/ 179 h 729"/>
                <a:gd name="T46" fmla="*/ 884 w 978"/>
                <a:gd name="T47" fmla="*/ 179 h 729"/>
                <a:gd name="T48" fmla="*/ 644 w 978"/>
                <a:gd name="T49" fmla="*/ 343 h 729"/>
                <a:gd name="T50" fmla="*/ 646 w 978"/>
                <a:gd name="T51" fmla="*/ 352 h 7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78" h="729">
                  <a:moveTo>
                    <a:pt x="25" y="729"/>
                  </a:moveTo>
                  <a:cubicBezTo>
                    <a:pt x="18" y="729"/>
                    <a:pt x="11" y="726"/>
                    <a:pt x="7" y="719"/>
                  </a:cubicBezTo>
                  <a:cubicBezTo>
                    <a:pt x="0" y="709"/>
                    <a:pt x="3" y="696"/>
                    <a:pt x="13" y="689"/>
                  </a:cubicBezTo>
                  <a:cubicBezTo>
                    <a:pt x="888" y="86"/>
                    <a:pt x="888" y="86"/>
                    <a:pt x="888" y="86"/>
                  </a:cubicBezTo>
                  <a:cubicBezTo>
                    <a:pt x="898" y="79"/>
                    <a:pt x="912" y="81"/>
                    <a:pt x="919" y="91"/>
                  </a:cubicBezTo>
                  <a:cubicBezTo>
                    <a:pt x="926" y="101"/>
                    <a:pt x="923" y="115"/>
                    <a:pt x="913" y="122"/>
                  </a:cubicBezTo>
                  <a:cubicBezTo>
                    <a:pt x="38" y="725"/>
                    <a:pt x="38" y="725"/>
                    <a:pt x="38" y="725"/>
                  </a:cubicBezTo>
                  <a:cubicBezTo>
                    <a:pt x="34" y="728"/>
                    <a:pt x="30" y="729"/>
                    <a:pt x="25" y="729"/>
                  </a:cubicBezTo>
                  <a:close/>
                  <a:moveTo>
                    <a:pt x="578" y="254"/>
                  </a:moveTo>
                  <a:cubicBezTo>
                    <a:pt x="577" y="258"/>
                    <a:pt x="582" y="259"/>
                    <a:pt x="586" y="258"/>
                  </a:cubicBezTo>
                  <a:cubicBezTo>
                    <a:pt x="586" y="258"/>
                    <a:pt x="586" y="258"/>
                    <a:pt x="825" y="93"/>
                  </a:cubicBezTo>
                  <a:cubicBezTo>
                    <a:pt x="826" y="93"/>
                    <a:pt x="826" y="93"/>
                    <a:pt x="826" y="91"/>
                  </a:cubicBezTo>
                  <a:cubicBezTo>
                    <a:pt x="826" y="91"/>
                    <a:pt x="826" y="91"/>
                    <a:pt x="849" y="8"/>
                  </a:cubicBezTo>
                  <a:cubicBezTo>
                    <a:pt x="850" y="3"/>
                    <a:pt x="845" y="0"/>
                    <a:pt x="841" y="3"/>
                  </a:cubicBezTo>
                  <a:cubicBezTo>
                    <a:pt x="841" y="3"/>
                    <a:pt x="841" y="3"/>
                    <a:pt x="602" y="166"/>
                  </a:cubicBezTo>
                  <a:cubicBezTo>
                    <a:pt x="601" y="168"/>
                    <a:pt x="601" y="168"/>
                    <a:pt x="599" y="171"/>
                  </a:cubicBezTo>
                  <a:cubicBezTo>
                    <a:pt x="599" y="171"/>
                    <a:pt x="599" y="171"/>
                    <a:pt x="578" y="254"/>
                  </a:cubicBezTo>
                  <a:close/>
                  <a:moveTo>
                    <a:pt x="646" y="352"/>
                  </a:moveTo>
                  <a:cubicBezTo>
                    <a:pt x="730" y="362"/>
                    <a:pt x="730" y="362"/>
                    <a:pt x="730" y="362"/>
                  </a:cubicBezTo>
                  <a:cubicBezTo>
                    <a:pt x="734" y="361"/>
                    <a:pt x="734" y="361"/>
                    <a:pt x="736" y="361"/>
                  </a:cubicBezTo>
                  <a:cubicBezTo>
                    <a:pt x="974" y="196"/>
                    <a:pt x="974" y="196"/>
                    <a:pt x="974" y="196"/>
                  </a:cubicBezTo>
                  <a:cubicBezTo>
                    <a:pt x="978" y="194"/>
                    <a:pt x="978" y="187"/>
                    <a:pt x="972" y="187"/>
                  </a:cubicBezTo>
                  <a:cubicBezTo>
                    <a:pt x="886" y="179"/>
                    <a:pt x="886" y="179"/>
                    <a:pt x="886" y="179"/>
                  </a:cubicBezTo>
                  <a:cubicBezTo>
                    <a:pt x="884" y="177"/>
                    <a:pt x="884" y="177"/>
                    <a:pt x="884" y="179"/>
                  </a:cubicBezTo>
                  <a:cubicBezTo>
                    <a:pt x="644" y="343"/>
                    <a:pt x="644" y="343"/>
                    <a:pt x="644" y="343"/>
                  </a:cubicBezTo>
                  <a:cubicBezTo>
                    <a:pt x="642" y="347"/>
                    <a:pt x="642" y="351"/>
                    <a:pt x="646" y="352"/>
                  </a:cubicBezTo>
                  <a:close/>
                </a:path>
              </a:pathLst>
            </a:custGeom>
            <a:solidFill>
              <a:srgbClr val="003A3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26">
              <a:extLst>
                <a:ext uri="{FF2B5EF4-FFF2-40B4-BE49-F238E27FC236}">
                  <a16:creationId xmlns:a16="http://schemas.microsoft.com/office/drawing/2014/main" id="{1C29A2E4-60D8-CF8F-1B18-F12E84384320}"/>
                </a:ext>
              </a:extLst>
            </p:cNvPr>
            <p:cNvSpPr>
              <a:spLocks noEditPoints="1"/>
            </p:cNvSpPr>
            <p:nvPr/>
          </p:nvSpPr>
          <p:spPr bwMode="auto">
            <a:xfrm>
              <a:off x="2422" y="756"/>
              <a:ext cx="2814" cy="2816"/>
            </a:xfrm>
            <a:custGeom>
              <a:avLst/>
              <a:gdLst>
                <a:gd name="T0" fmla="*/ 1016 w 1502"/>
                <a:gd name="T1" fmla="*/ 662 h 1502"/>
                <a:gd name="T2" fmla="*/ 1030 w 1502"/>
                <a:gd name="T3" fmla="*/ 751 h 1502"/>
                <a:gd name="T4" fmla="*/ 751 w 1502"/>
                <a:gd name="T5" fmla="*/ 1030 h 1502"/>
                <a:gd name="T6" fmla="*/ 472 w 1502"/>
                <a:gd name="T7" fmla="*/ 751 h 1502"/>
                <a:gd name="T8" fmla="*/ 751 w 1502"/>
                <a:gd name="T9" fmla="*/ 472 h 1502"/>
                <a:gd name="T10" fmla="*/ 929 w 1502"/>
                <a:gd name="T11" fmla="*/ 536 h 1502"/>
                <a:gd name="T12" fmla="*/ 819 w 1502"/>
                <a:gd name="T13" fmla="*/ 611 h 1502"/>
                <a:gd name="T14" fmla="*/ 751 w 1502"/>
                <a:gd name="T15" fmla="*/ 596 h 1502"/>
                <a:gd name="T16" fmla="*/ 596 w 1502"/>
                <a:gd name="T17" fmla="*/ 751 h 1502"/>
                <a:gd name="T18" fmla="*/ 751 w 1502"/>
                <a:gd name="T19" fmla="*/ 906 h 1502"/>
                <a:gd name="T20" fmla="*/ 906 w 1502"/>
                <a:gd name="T21" fmla="*/ 751 h 1502"/>
                <a:gd name="T22" fmla="*/ 906 w 1502"/>
                <a:gd name="T23" fmla="*/ 738 h 1502"/>
                <a:gd name="T24" fmla="*/ 1016 w 1502"/>
                <a:gd name="T25" fmla="*/ 662 h 1502"/>
                <a:gd name="T26" fmla="*/ 1107 w 1502"/>
                <a:gd name="T27" fmla="*/ 599 h 1502"/>
                <a:gd name="T28" fmla="*/ 1138 w 1502"/>
                <a:gd name="T29" fmla="*/ 751 h 1502"/>
                <a:gd name="T30" fmla="*/ 751 w 1502"/>
                <a:gd name="T31" fmla="*/ 1138 h 1502"/>
                <a:gd name="T32" fmla="*/ 364 w 1502"/>
                <a:gd name="T33" fmla="*/ 751 h 1502"/>
                <a:gd name="T34" fmla="*/ 751 w 1502"/>
                <a:gd name="T35" fmla="*/ 364 h 1502"/>
                <a:gd name="T36" fmla="*/ 1020 w 1502"/>
                <a:gd name="T37" fmla="*/ 473 h 1502"/>
                <a:gd name="T38" fmla="*/ 1124 w 1502"/>
                <a:gd name="T39" fmla="*/ 401 h 1502"/>
                <a:gd name="T40" fmla="*/ 751 w 1502"/>
                <a:gd name="T41" fmla="*/ 240 h 1502"/>
                <a:gd name="T42" fmla="*/ 240 w 1502"/>
                <a:gd name="T43" fmla="*/ 751 h 1502"/>
                <a:gd name="T44" fmla="*/ 751 w 1502"/>
                <a:gd name="T45" fmla="*/ 1262 h 1502"/>
                <a:gd name="T46" fmla="*/ 1262 w 1502"/>
                <a:gd name="T47" fmla="*/ 751 h 1502"/>
                <a:gd name="T48" fmla="*/ 1211 w 1502"/>
                <a:gd name="T49" fmla="*/ 528 h 1502"/>
                <a:gd name="T50" fmla="*/ 1107 w 1502"/>
                <a:gd name="T51" fmla="*/ 599 h 1502"/>
                <a:gd name="T52" fmla="*/ 1333 w 1502"/>
                <a:gd name="T53" fmla="*/ 443 h 1502"/>
                <a:gd name="T54" fmla="*/ 1307 w 1502"/>
                <a:gd name="T55" fmla="*/ 461 h 1502"/>
                <a:gd name="T56" fmla="*/ 1378 w 1502"/>
                <a:gd name="T57" fmla="*/ 751 h 1502"/>
                <a:gd name="T58" fmla="*/ 751 w 1502"/>
                <a:gd name="T59" fmla="*/ 1378 h 1502"/>
                <a:gd name="T60" fmla="*/ 124 w 1502"/>
                <a:gd name="T61" fmla="*/ 751 h 1502"/>
                <a:gd name="T62" fmla="*/ 751 w 1502"/>
                <a:gd name="T63" fmla="*/ 124 h 1502"/>
                <a:gd name="T64" fmla="*/ 1220 w 1502"/>
                <a:gd name="T65" fmla="*/ 335 h 1502"/>
                <a:gd name="T66" fmla="*/ 1246 w 1502"/>
                <a:gd name="T67" fmla="*/ 317 h 1502"/>
                <a:gd name="T68" fmla="*/ 1273 w 1502"/>
                <a:gd name="T69" fmla="*/ 211 h 1502"/>
                <a:gd name="T70" fmla="*/ 751 w 1502"/>
                <a:gd name="T71" fmla="*/ 0 h 1502"/>
                <a:gd name="T72" fmla="*/ 0 w 1502"/>
                <a:gd name="T73" fmla="*/ 751 h 1502"/>
                <a:gd name="T74" fmla="*/ 751 w 1502"/>
                <a:gd name="T75" fmla="*/ 1502 h 1502"/>
                <a:gd name="T76" fmla="*/ 1502 w 1502"/>
                <a:gd name="T77" fmla="*/ 751 h 1502"/>
                <a:gd name="T78" fmla="*/ 1442 w 1502"/>
                <a:gd name="T79" fmla="*/ 456 h 1502"/>
                <a:gd name="T80" fmla="*/ 1333 w 1502"/>
                <a:gd name="T81" fmla="*/ 443 h 1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02" h="1502">
                  <a:moveTo>
                    <a:pt x="1016" y="662"/>
                  </a:moveTo>
                  <a:cubicBezTo>
                    <a:pt x="1025" y="690"/>
                    <a:pt x="1030" y="720"/>
                    <a:pt x="1030" y="751"/>
                  </a:cubicBezTo>
                  <a:cubicBezTo>
                    <a:pt x="1030" y="905"/>
                    <a:pt x="905" y="1030"/>
                    <a:pt x="751" y="1030"/>
                  </a:cubicBezTo>
                  <a:cubicBezTo>
                    <a:pt x="597" y="1030"/>
                    <a:pt x="472" y="905"/>
                    <a:pt x="472" y="751"/>
                  </a:cubicBezTo>
                  <a:cubicBezTo>
                    <a:pt x="472" y="597"/>
                    <a:pt x="597" y="472"/>
                    <a:pt x="751" y="472"/>
                  </a:cubicBezTo>
                  <a:cubicBezTo>
                    <a:pt x="818" y="472"/>
                    <a:pt x="880" y="496"/>
                    <a:pt x="929" y="536"/>
                  </a:cubicBezTo>
                  <a:cubicBezTo>
                    <a:pt x="819" y="611"/>
                    <a:pt x="819" y="611"/>
                    <a:pt x="819" y="611"/>
                  </a:cubicBezTo>
                  <a:cubicBezTo>
                    <a:pt x="798" y="601"/>
                    <a:pt x="775" y="596"/>
                    <a:pt x="751" y="596"/>
                  </a:cubicBezTo>
                  <a:cubicBezTo>
                    <a:pt x="665" y="596"/>
                    <a:pt x="596" y="665"/>
                    <a:pt x="596" y="751"/>
                  </a:cubicBezTo>
                  <a:cubicBezTo>
                    <a:pt x="596" y="836"/>
                    <a:pt x="665" y="906"/>
                    <a:pt x="751" y="906"/>
                  </a:cubicBezTo>
                  <a:cubicBezTo>
                    <a:pt x="837" y="906"/>
                    <a:pt x="906" y="836"/>
                    <a:pt x="906" y="751"/>
                  </a:cubicBezTo>
                  <a:cubicBezTo>
                    <a:pt x="906" y="746"/>
                    <a:pt x="906" y="742"/>
                    <a:pt x="906" y="738"/>
                  </a:cubicBezTo>
                  <a:lnTo>
                    <a:pt x="1016" y="662"/>
                  </a:lnTo>
                  <a:close/>
                  <a:moveTo>
                    <a:pt x="1107" y="599"/>
                  </a:moveTo>
                  <a:cubicBezTo>
                    <a:pt x="1127" y="646"/>
                    <a:pt x="1138" y="697"/>
                    <a:pt x="1138" y="751"/>
                  </a:cubicBezTo>
                  <a:cubicBezTo>
                    <a:pt x="1138" y="964"/>
                    <a:pt x="964" y="1138"/>
                    <a:pt x="751" y="1138"/>
                  </a:cubicBezTo>
                  <a:cubicBezTo>
                    <a:pt x="537" y="1138"/>
                    <a:pt x="364" y="964"/>
                    <a:pt x="364" y="751"/>
                  </a:cubicBezTo>
                  <a:cubicBezTo>
                    <a:pt x="364" y="537"/>
                    <a:pt x="537" y="364"/>
                    <a:pt x="751" y="364"/>
                  </a:cubicBezTo>
                  <a:cubicBezTo>
                    <a:pt x="855" y="364"/>
                    <a:pt x="950" y="405"/>
                    <a:pt x="1020" y="473"/>
                  </a:cubicBezTo>
                  <a:cubicBezTo>
                    <a:pt x="1124" y="401"/>
                    <a:pt x="1124" y="401"/>
                    <a:pt x="1124" y="401"/>
                  </a:cubicBezTo>
                  <a:cubicBezTo>
                    <a:pt x="1030" y="302"/>
                    <a:pt x="898" y="240"/>
                    <a:pt x="751" y="240"/>
                  </a:cubicBezTo>
                  <a:cubicBezTo>
                    <a:pt x="469" y="240"/>
                    <a:pt x="240" y="469"/>
                    <a:pt x="240" y="751"/>
                  </a:cubicBezTo>
                  <a:cubicBezTo>
                    <a:pt x="240" y="1033"/>
                    <a:pt x="469" y="1262"/>
                    <a:pt x="751" y="1262"/>
                  </a:cubicBezTo>
                  <a:cubicBezTo>
                    <a:pt x="1033" y="1262"/>
                    <a:pt x="1262" y="1033"/>
                    <a:pt x="1262" y="751"/>
                  </a:cubicBezTo>
                  <a:cubicBezTo>
                    <a:pt x="1262" y="671"/>
                    <a:pt x="1244" y="595"/>
                    <a:pt x="1211" y="528"/>
                  </a:cubicBezTo>
                  <a:lnTo>
                    <a:pt x="1107" y="599"/>
                  </a:lnTo>
                  <a:close/>
                  <a:moveTo>
                    <a:pt x="1333" y="443"/>
                  </a:moveTo>
                  <a:cubicBezTo>
                    <a:pt x="1307" y="461"/>
                    <a:pt x="1307" y="461"/>
                    <a:pt x="1307" y="461"/>
                  </a:cubicBezTo>
                  <a:cubicBezTo>
                    <a:pt x="1352" y="548"/>
                    <a:pt x="1378" y="646"/>
                    <a:pt x="1378" y="751"/>
                  </a:cubicBezTo>
                  <a:cubicBezTo>
                    <a:pt x="1378" y="1097"/>
                    <a:pt x="1097" y="1378"/>
                    <a:pt x="751" y="1378"/>
                  </a:cubicBezTo>
                  <a:cubicBezTo>
                    <a:pt x="405" y="1378"/>
                    <a:pt x="124" y="1097"/>
                    <a:pt x="124" y="751"/>
                  </a:cubicBezTo>
                  <a:cubicBezTo>
                    <a:pt x="124" y="405"/>
                    <a:pt x="405" y="124"/>
                    <a:pt x="751" y="124"/>
                  </a:cubicBezTo>
                  <a:cubicBezTo>
                    <a:pt x="937" y="124"/>
                    <a:pt x="1105" y="205"/>
                    <a:pt x="1220" y="335"/>
                  </a:cubicBezTo>
                  <a:cubicBezTo>
                    <a:pt x="1246" y="317"/>
                    <a:pt x="1246" y="317"/>
                    <a:pt x="1246" y="317"/>
                  </a:cubicBezTo>
                  <a:cubicBezTo>
                    <a:pt x="1273" y="211"/>
                    <a:pt x="1273" y="211"/>
                    <a:pt x="1273" y="211"/>
                  </a:cubicBezTo>
                  <a:cubicBezTo>
                    <a:pt x="1138" y="80"/>
                    <a:pt x="954" y="0"/>
                    <a:pt x="751" y="0"/>
                  </a:cubicBezTo>
                  <a:cubicBezTo>
                    <a:pt x="337" y="0"/>
                    <a:pt x="0" y="337"/>
                    <a:pt x="0" y="751"/>
                  </a:cubicBezTo>
                  <a:cubicBezTo>
                    <a:pt x="0" y="1165"/>
                    <a:pt x="337" y="1502"/>
                    <a:pt x="751" y="1502"/>
                  </a:cubicBezTo>
                  <a:cubicBezTo>
                    <a:pt x="1165" y="1502"/>
                    <a:pt x="1502" y="1165"/>
                    <a:pt x="1502" y="751"/>
                  </a:cubicBezTo>
                  <a:cubicBezTo>
                    <a:pt x="1502" y="646"/>
                    <a:pt x="1480" y="547"/>
                    <a:pt x="1442" y="456"/>
                  </a:cubicBezTo>
                  <a:lnTo>
                    <a:pt x="1333" y="443"/>
                  </a:lnTo>
                  <a:close/>
                </a:path>
              </a:pathLst>
            </a:custGeom>
            <a:solidFill>
              <a:srgbClr val="006C6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pic>
        <p:nvPicPr>
          <p:cNvPr id="22" name="Picture 21">
            <a:extLst>
              <a:ext uri="{FF2B5EF4-FFF2-40B4-BE49-F238E27FC236}">
                <a16:creationId xmlns:a16="http://schemas.microsoft.com/office/drawing/2014/main" id="{A0B660C0-81B1-3274-818A-9D25D4ED1779}"/>
              </a:ext>
            </a:extLst>
          </p:cNvPr>
          <p:cNvPicPr>
            <a:picLocks noChangeAspect="1"/>
          </p:cNvPicPr>
          <p:nvPr/>
        </p:nvPicPr>
        <p:blipFill>
          <a:blip r:embed="rId7"/>
          <a:stretch>
            <a:fillRect/>
          </a:stretch>
        </p:blipFill>
        <p:spPr>
          <a:xfrm>
            <a:off x="1893043" y="5333277"/>
            <a:ext cx="957621" cy="538662"/>
          </a:xfrm>
          <a:prstGeom prst="rect">
            <a:avLst/>
          </a:prstGeom>
          <a:ln>
            <a:noFill/>
          </a:ln>
          <a:effectLst>
            <a:outerShdw blurRad="292100" dist="139700" dir="2700000" algn="tl" rotWithShape="0">
              <a:srgbClr val="333333">
                <a:alpha val="65000"/>
              </a:srgbClr>
            </a:outerShdw>
          </a:effectLst>
        </p:spPr>
      </p:pic>
      <p:pic>
        <p:nvPicPr>
          <p:cNvPr id="23" name="Picture 22">
            <a:extLst>
              <a:ext uri="{FF2B5EF4-FFF2-40B4-BE49-F238E27FC236}">
                <a16:creationId xmlns:a16="http://schemas.microsoft.com/office/drawing/2014/main" id="{9C44B2AB-2104-A954-220F-C29B7F71A183}"/>
              </a:ext>
            </a:extLst>
          </p:cNvPr>
          <p:cNvPicPr>
            <a:picLocks noChangeAspect="1"/>
          </p:cNvPicPr>
          <p:nvPr/>
        </p:nvPicPr>
        <p:blipFill>
          <a:blip r:embed="rId8"/>
          <a:stretch>
            <a:fillRect/>
          </a:stretch>
        </p:blipFill>
        <p:spPr>
          <a:xfrm>
            <a:off x="2928681" y="5333278"/>
            <a:ext cx="957621" cy="538662"/>
          </a:xfrm>
          <a:prstGeom prst="rect">
            <a:avLst/>
          </a:prstGeom>
          <a:ln>
            <a:noFill/>
          </a:ln>
          <a:effectLst>
            <a:outerShdw blurRad="292100" dist="139700" dir="2700000" algn="tl" rotWithShape="0">
              <a:srgbClr val="333333">
                <a:alpha val="65000"/>
              </a:srgbClr>
            </a:outerShdw>
          </a:effectLst>
        </p:spPr>
      </p:pic>
      <p:grpSp>
        <p:nvGrpSpPr>
          <p:cNvPr id="35" name="Group 34">
            <a:extLst>
              <a:ext uri="{FF2B5EF4-FFF2-40B4-BE49-F238E27FC236}">
                <a16:creationId xmlns:a16="http://schemas.microsoft.com/office/drawing/2014/main" id="{B87903B5-D6E7-0413-1BA7-2DD3F5E7F88C}"/>
              </a:ext>
            </a:extLst>
          </p:cNvPr>
          <p:cNvGrpSpPr/>
          <p:nvPr/>
        </p:nvGrpSpPr>
        <p:grpSpPr>
          <a:xfrm>
            <a:off x="4250291" y="5265662"/>
            <a:ext cx="1190397" cy="673895"/>
            <a:chOff x="4143507" y="5198045"/>
            <a:chExt cx="1190397" cy="673895"/>
          </a:xfrm>
        </p:grpSpPr>
        <p:pic>
          <p:nvPicPr>
            <p:cNvPr id="32" name="Picture 31">
              <a:extLst>
                <a:ext uri="{FF2B5EF4-FFF2-40B4-BE49-F238E27FC236}">
                  <a16:creationId xmlns:a16="http://schemas.microsoft.com/office/drawing/2014/main" id="{7069D2FF-385B-922F-9138-511E019616C6}"/>
                </a:ext>
              </a:extLst>
            </p:cNvPr>
            <p:cNvPicPr>
              <a:picLocks noChangeAspect="1"/>
            </p:cNvPicPr>
            <p:nvPr/>
          </p:nvPicPr>
          <p:blipFill>
            <a:blip r:embed="rId9"/>
            <a:stretch>
              <a:fillRect/>
            </a:stretch>
          </p:blipFill>
          <p:spPr>
            <a:xfrm>
              <a:off x="4376283" y="5198045"/>
              <a:ext cx="957621" cy="538662"/>
            </a:xfrm>
            <a:prstGeom prst="rect">
              <a:avLst/>
            </a:prstGeom>
            <a:ln>
              <a:noFill/>
            </a:ln>
            <a:effectLst>
              <a:outerShdw blurRad="292100" dist="139700" dir="2700000" algn="tl" rotWithShape="0">
                <a:srgbClr val="333333">
                  <a:alpha val="65000"/>
                </a:srgbClr>
              </a:outerShdw>
            </a:effectLst>
          </p:spPr>
        </p:pic>
        <p:pic>
          <p:nvPicPr>
            <p:cNvPr id="24" name="Picture 23">
              <a:extLst>
                <a:ext uri="{FF2B5EF4-FFF2-40B4-BE49-F238E27FC236}">
                  <a16:creationId xmlns:a16="http://schemas.microsoft.com/office/drawing/2014/main" id="{514C33FA-9A6A-77FC-CF1C-8759DED52CC4}"/>
                </a:ext>
              </a:extLst>
            </p:cNvPr>
            <p:cNvPicPr>
              <a:picLocks noChangeAspect="1"/>
            </p:cNvPicPr>
            <p:nvPr/>
          </p:nvPicPr>
          <p:blipFill>
            <a:blip r:embed="rId10"/>
            <a:stretch>
              <a:fillRect/>
            </a:stretch>
          </p:blipFill>
          <p:spPr>
            <a:xfrm>
              <a:off x="4143507" y="5333278"/>
              <a:ext cx="957621" cy="538662"/>
            </a:xfrm>
            <a:prstGeom prst="rect">
              <a:avLst/>
            </a:prstGeom>
            <a:ln>
              <a:noFill/>
            </a:ln>
            <a:effectLst>
              <a:outerShdw blurRad="292100" dist="139700" dir="2700000" algn="tl" rotWithShape="0">
                <a:srgbClr val="333333">
                  <a:alpha val="65000"/>
                </a:srgbClr>
              </a:outerShdw>
            </a:effectLst>
          </p:spPr>
        </p:pic>
      </p:grpSp>
      <p:pic>
        <p:nvPicPr>
          <p:cNvPr id="36" name="Picture 35">
            <a:extLst>
              <a:ext uri="{FF2B5EF4-FFF2-40B4-BE49-F238E27FC236}">
                <a16:creationId xmlns:a16="http://schemas.microsoft.com/office/drawing/2014/main" id="{01F51F12-739D-4C42-2074-5BD209D49D5C}"/>
              </a:ext>
            </a:extLst>
          </p:cNvPr>
          <p:cNvPicPr>
            <a:picLocks noChangeAspect="1"/>
          </p:cNvPicPr>
          <p:nvPr/>
        </p:nvPicPr>
        <p:blipFill>
          <a:blip r:embed="rId11"/>
          <a:stretch>
            <a:fillRect/>
          </a:stretch>
        </p:blipFill>
        <p:spPr>
          <a:xfrm>
            <a:off x="6359431" y="5333279"/>
            <a:ext cx="957621" cy="538662"/>
          </a:xfrm>
          <a:prstGeom prst="rect">
            <a:avLst/>
          </a:prstGeom>
          <a:ln>
            <a:noFill/>
          </a:ln>
          <a:effectLst>
            <a:outerShdw blurRad="292100" dist="139700" dir="2700000" algn="tl" rotWithShape="0">
              <a:srgbClr val="333333">
                <a:alpha val="65000"/>
              </a:srgbClr>
            </a:outerShdw>
          </a:effectLst>
        </p:spPr>
      </p:pic>
      <p:pic>
        <p:nvPicPr>
          <p:cNvPr id="37" name="Picture 36">
            <a:extLst>
              <a:ext uri="{FF2B5EF4-FFF2-40B4-BE49-F238E27FC236}">
                <a16:creationId xmlns:a16="http://schemas.microsoft.com/office/drawing/2014/main" id="{9BBAA898-5D7E-88BA-9955-7CCC287B539D}"/>
              </a:ext>
            </a:extLst>
          </p:cNvPr>
          <p:cNvPicPr>
            <a:picLocks noChangeAspect="1"/>
          </p:cNvPicPr>
          <p:nvPr/>
        </p:nvPicPr>
        <p:blipFill>
          <a:blip r:embed="rId12"/>
          <a:stretch>
            <a:fillRect/>
          </a:stretch>
        </p:blipFill>
        <p:spPr>
          <a:xfrm>
            <a:off x="7839028" y="5333279"/>
            <a:ext cx="957621" cy="538662"/>
          </a:xfrm>
          <a:prstGeom prst="rect">
            <a:avLst/>
          </a:prstGeom>
          <a:ln>
            <a:noFill/>
          </a:ln>
          <a:effectLst>
            <a:outerShdw blurRad="292100" dist="139700" dir="2700000" algn="tl" rotWithShape="0">
              <a:srgbClr val="333333">
                <a:alpha val="65000"/>
              </a:srgbClr>
            </a:outerShdw>
          </a:effectLst>
        </p:spPr>
      </p:pic>
      <p:pic>
        <p:nvPicPr>
          <p:cNvPr id="38" name="Picture 37">
            <a:extLst>
              <a:ext uri="{FF2B5EF4-FFF2-40B4-BE49-F238E27FC236}">
                <a16:creationId xmlns:a16="http://schemas.microsoft.com/office/drawing/2014/main" id="{8CDBB3FF-826E-4C31-E92A-976AA0D85AE0}"/>
              </a:ext>
            </a:extLst>
          </p:cNvPr>
          <p:cNvPicPr>
            <a:picLocks noChangeAspect="1"/>
          </p:cNvPicPr>
          <p:nvPr/>
        </p:nvPicPr>
        <p:blipFill>
          <a:blip r:embed="rId13"/>
          <a:stretch>
            <a:fillRect/>
          </a:stretch>
        </p:blipFill>
        <p:spPr>
          <a:xfrm>
            <a:off x="8854626" y="5333279"/>
            <a:ext cx="957621" cy="53866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808692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93BFE-C1D5-A409-7DB6-811B6B67FB07}"/>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52D1CA0-2DE2-321A-AC09-0A37C24C45E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4" name="think-cell data - do not delete" hidden="1">
                        <a:extLst>
                          <a:ext uri="{FF2B5EF4-FFF2-40B4-BE49-F238E27FC236}">
                            <a16:creationId xmlns:a16="http://schemas.microsoft.com/office/drawing/2014/main" id="{152D1CA0-2DE2-321A-AC09-0A37C24C45E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5" name="Rectangle: Rounded Corners 24">
            <a:extLst>
              <a:ext uri="{FF2B5EF4-FFF2-40B4-BE49-F238E27FC236}">
                <a16:creationId xmlns:a16="http://schemas.microsoft.com/office/drawing/2014/main" id="{FADC4BB6-AD24-04DB-DAE5-91692B7C62A2}"/>
              </a:ext>
            </a:extLst>
          </p:cNvPr>
          <p:cNvSpPr/>
          <p:nvPr/>
        </p:nvSpPr>
        <p:spPr>
          <a:xfrm>
            <a:off x="849075" y="1765935"/>
            <a:ext cx="10714275" cy="4586256"/>
          </a:xfrm>
          <a:prstGeom prst="roundRect">
            <a:avLst>
              <a:gd name="adj" fmla="val 961"/>
            </a:avLst>
          </a:prstGeom>
          <a:solidFill>
            <a:srgbClr val="FFFFFF"/>
          </a:solidFill>
          <a:ln w="9525" cap="rnd" cmpd="sng" algn="ctr">
            <a:solidFill>
              <a:srgbClr val="9A9A9A"/>
            </a:solidFill>
            <a:prstDash val="sysDot"/>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3" name="Title 2">
            <a:extLst>
              <a:ext uri="{FF2B5EF4-FFF2-40B4-BE49-F238E27FC236}">
                <a16:creationId xmlns:a16="http://schemas.microsoft.com/office/drawing/2014/main" id="{427F3C7D-53FE-8A5A-45BB-13B172CE8EB5}"/>
              </a:ext>
            </a:extLst>
          </p:cNvPr>
          <p:cNvSpPr>
            <a:spLocks noGrp="1"/>
          </p:cNvSpPr>
          <p:nvPr>
            <p:ph type="title"/>
          </p:nvPr>
        </p:nvSpPr>
        <p:spPr>
          <a:xfrm>
            <a:off x="630238" y="622300"/>
            <a:ext cx="10933112" cy="664797"/>
          </a:xfrm>
        </p:spPr>
        <p:txBody>
          <a:bodyPr vert="horz">
            <a:noAutofit/>
          </a:bodyPr>
          <a:lstStyle/>
          <a:p>
            <a:r>
              <a:rPr lang="en-US">
                <a:solidFill>
                  <a:srgbClr val="009A93"/>
                </a:solidFill>
              </a:rPr>
              <a:t>Deep dive| </a:t>
            </a:r>
            <a:r>
              <a:rPr lang="en-US"/>
              <a:t>Policy definition review (phase 0) checklist</a:t>
            </a:r>
            <a:endParaRPr lang="en-US" dirty="0"/>
          </a:p>
        </p:txBody>
      </p:sp>
      <p:sp>
        <p:nvSpPr>
          <p:cNvPr id="73" name="Right Triangle 72">
            <a:extLst>
              <a:ext uri="{FF2B5EF4-FFF2-40B4-BE49-F238E27FC236}">
                <a16:creationId xmlns:a16="http://schemas.microsoft.com/office/drawing/2014/main" id="{03041068-5222-F83B-5B79-839191F3F567}"/>
              </a:ext>
            </a:extLst>
          </p:cNvPr>
          <p:cNvSpPr/>
          <p:nvPr/>
        </p:nvSpPr>
        <p:spPr>
          <a:xfrm flipH="1">
            <a:off x="4997378"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74" name="Right Triangle 73">
            <a:extLst>
              <a:ext uri="{FF2B5EF4-FFF2-40B4-BE49-F238E27FC236}">
                <a16:creationId xmlns:a16="http://schemas.microsoft.com/office/drawing/2014/main" id="{FEB9D2FF-8D1A-542A-4470-EA773E6D9F3A}"/>
              </a:ext>
            </a:extLst>
          </p:cNvPr>
          <p:cNvSpPr/>
          <p:nvPr/>
        </p:nvSpPr>
        <p:spPr>
          <a:xfrm flipH="1">
            <a:off x="5639221"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75" name="Right Triangle 74">
            <a:extLst>
              <a:ext uri="{FF2B5EF4-FFF2-40B4-BE49-F238E27FC236}">
                <a16:creationId xmlns:a16="http://schemas.microsoft.com/office/drawing/2014/main" id="{E5B069EC-719D-8980-A2E5-49D24885ED0D}"/>
              </a:ext>
            </a:extLst>
          </p:cNvPr>
          <p:cNvSpPr/>
          <p:nvPr/>
        </p:nvSpPr>
        <p:spPr>
          <a:xfrm flipH="1">
            <a:off x="8765339"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77" name="Rectangle: Single Corner Rounded 76">
            <a:extLst>
              <a:ext uri="{FF2B5EF4-FFF2-40B4-BE49-F238E27FC236}">
                <a16:creationId xmlns:a16="http://schemas.microsoft.com/office/drawing/2014/main" id="{E0D42419-9826-EAAD-A0EB-F74DA46665FB}"/>
              </a:ext>
            </a:extLst>
          </p:cNvPr>
          <p:cNvSpPr/>
          <p:nvPr/>
        </p:nvSpPr>
        <p:spPr>
          <a:xfrm>
            <a:off x="6553621" y="1379918"/>
            <a:ext cx="3066850"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Additional information</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78" name="Rectangle: Single Corner Rounded 77">
            <a:extLst>
              <a:ext uri="{FF2B5EF4-FFF2-40B4-BE49-F238E27FC236}">
                <a16:creationId xmlns:a16="http://schemas.microsoft.com/office/drawing/2014/main" id="{96252DF1-2839-1C48-6324-9B5368242547}"/>
              </a:ext>
            </a:extLst>
          </p:cNvPr>
          <p:cNvSpPr/>
          <p:nvPr/>
        </p:nvSpPr>
        <p:spPr>
          <a:xfrm>
            <a:off x="9679739" y="1379918"/>
            <a:ext cx="1824347"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Trebuchet MS"/>
                <a:ea typeface="+mn-ea"/>
                <a:cs typeface="+mn-cs"/>
              </a:rPr>
              <a:t>Supporting slide(s)</a:t>
            </a:r>
          </a:p>
        </p:txBody>
      </p:sp>
      <p:sp>
        <p:nvSpPr>
          <p:cNvPr id="79" name="Rectangle: Single Corner Rounded 78">
            <a:extLst>
              <a:ext uri="{FF2B5EF4-FFF2-40B4-BE49-F238E27FC236}">
                <a16:creationId xmlns:a16="http://schemas.microsoft.com/office/drawing/2014/main" id="{22C07FD4-CDEA-67C8-D68F-CB25BE798BFD}"/>
              </a:ext>
            </a:extLst>
          </p:cNvPr>
          <p:cNvSpPr/>
          <p:nvPr/>
        </p:nvSpPr>
        <p:spPr>
          <a:xfrm>
            <a:off x="5911778" y="1379918"/>
            <a:ext cx="582576"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N/A</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80" name="Rectangle: Single Corner Rounded 79">
            <a:extLst>
              <a:ext uri="{FF2B5EF4-FFF2-40B4-BE49-F238E27FC236}">
                <a16:creationId xmlns:a16="http://schemas.microsoft.com/office/drawing/2014/main" id="{9F1EE8BD-251E-0F5A-740D-EB2EFF57A4CF}"/>
              </a:ext>
            </a:extLst>
          </p:cNvPr>
          <p:cNvSpPr/>
          <p:nvPr/>
        </p:nvSpPr>
        <p:spPr>
          <a:xfrm>
            <a:off x="5269935" y="1379918"/>
            <a:ext cx="582576"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No </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83" name="Oval 82">
            <a:extLst>
              <a:ext uri="{FF2B5EF4-FFF2-40B4-BE49-F238E27FC236}">
                <a16:creationId xmlns:a16="http://schemas.microsoft.com/office/drawing/2014/main" id="{535F5BE7-72BC-85F1-5208-3F694F7A5D89}"/>
              </a:ext>
            </a:extLst>
          </p:cNvPr>
          <p:cNvSpPr/>
          <p:nvPr/>
        </p:nvSpPr>
        <p:spPr>
          <a:xfrm>
            <a:off x="650782" y="1965187"/>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90" name="Oval 89">
            <a:extLst>
              <a:ext uri="{FF2B5EF4-FFF2-40B4-BE49-F238E27FC236}">
                <a16:creationId xmlns:a16="http://schemas.microsoft.com/office/drawing/2014/main" id="{B9A02149-725A-05FC-56F7-928D1A31B12A}"/>
              </a:ext>
            </a:extLst>
          </p:cNvPr>
          <p:cNvSpPr/>
          <p:nvPr/>
        </p:nvSpPr>
        <p:spPr>
          <a:xfrm>
            <a:off x="650782" y="3406351"/>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91" name="Oval 90">
            <a:extLst>
              <a:ext uri="{FF2B5EF4-FFF2-40B4-BE49-F238E27FC236}">
                <a16:creationId xmlns:a16="http://schemas.microsoft.com/office/drawing/2014/main" id="{43599700-535A-8CF3-3F30-F52448033860}"/>
              </a:ext>
            </a:extLst>
          </p:cNvPr>
          <p:cNvSpPr/>
          <p:nvPr/>
        </p:nvSpPr>
        <p:spPr>
          <a:xfrm>
            <a:off x="650782" y="4034602"/>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102" name="Oval 101">
            <a:extLst>
              <a:ext uri="{FF2B5EF4-FFF2-40B4-BE49-F238E27FC236}">
                <a16:creationId xmlns:a16="http://schemas.microsoft.com/office/drawing/2014/main" id="{E8EE2520-C5DE-A960-20F4-698CAADF8643}"/>
              </a:ext>
            </a:extLst>
          </p:cNvPr>
          <p:cNvSpPr/>
          <p:nvPr/>
        </p:nvSpPr>
        <p:spPr>
          <a:xfrm>
            <a:off x="686849" y="2001255"/>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1</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grpSp>
        <p:nvGrpSpPr>
          <p:cNvPr id="12" name="Group 11">
            <a:extLst>
              <a:ext uri="{FF2B5EF4-FFF2-40B4-BE49-F238E27FC236}">
                <a16:creationId xmlns:a16="http://schemas.microsoft.com/office/drawing/2014/main" id="{AF97580F-54F9-96D9-FE82-AF29C2C9D175}"/>
              </a:ext>
            </a:extLst>
          </p:cNvPr>
          <p:cNvGrpSpPr/>
          <p:nvPr/>
        </p:nvGrpSpPr>
        <p:grpSpPr>
          <a:xfrm>
            <a:off x="650782" y="2716249"/>
            <a:ext cx="415636" cy="415636"/>
            <a:chOff x="650782" y="2288636"/>
            <a:chExt cx="415636" cy="415636"/>
          </a:xfrm>
        </p:grpSpPr>
        <p:sp>
          <p:nvSpPr>
            <p:cNvPr id="89" name="Oval 88">
              <a:extLst>
                <a:ext uri="{FF2B5EF4-FFF2-40B4-BE49-F238E27FC236}">
                  <a16:creationId xmlns:a16="http://schemas.microsoft.com/office/drawing/2014/main" id="{4FEE15E9-26E1-66CB-15A9-4AFFF21ED885}"/>
                </a:ext>
              </a:extLst>
            </p:cNvPr>
            <p:cNvSpPr/>
            <p:nvPr/>
          </p:nvSpPr>
          <p:spPr>
            <a:xfrm>
              <a:off x="650782" y="2288636"/>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104" name="Oval 103">
              <a:extLst>
                <a:ext uri="{FF2B5EF4-FFF2-40B4-BE49-F238E27FC236}">
                  <a16:creationId xmlns:a16="http://schemas.microsoft.com/office/drawing/2014/main" id="{983DB7A8-0DFE-418B-E59B-C9FA47FE0FA5}"/>
                </a:ext>
              </a:extLst>
            </p:cNvPr>
            <p:cNvSpPr/>
            <p:nvPr/>
          </p:nvSpPr>
          <p:spPr>
            <a:xfrm>
              <a:off x="686849" y="2324703"/>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2</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grpSp>
      <p:sp>
        <p:nvSpPr>
          <p:cNvPr id="105" name="Oval 104">
            <a:extLst>
              <a:ext uri="{FF2B5EF4-FFF2-40B4-BE49-F238E27FC236}">
                <a16:creationId xmlns:a16="http://schemas.microsoft.com/office/drawing/2014/main" id="{40F6F162-F503-62B1-6653-173AA35B85CB}"/>
              </a:ext>
            </a:extLst>
          </p:cNvPr>
          <p:cNvSpPr/>
          <p:nvPr/>
        </p:nvSpPr>
        <p:spPr>
          <a:xfrm>
            <a:off x="686849" y="3442419"/>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3</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107" name="Oval 106">
            <a:extLst>
              <a:ext uri="{FF2B5EF4-FFF2-40B4-BE49-F238E27FC236}">
                <a16:creationId xmlns:a16="http://schemas.microsoft.com/office/drawing/2014/main" id="{F96B0C08-C290-A10B-9FEC-6E27D669C326}"/>
              </a:ext>
            </a:extLst>
          </p:cNvPr>
          <p:cNvSpPr/>
          <p:nvPr/>
        </p:nvSpPr>
        <p:spPr>
          <a:xfrm>
            <a:off x="686849" y="4070668"/>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4</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114" name="Rectangle 113">
            <a:extLst>
              <a:ext uri="{FF2B5EF4-FFF2-40B4-BE49-F238E27FC236}">
                <a16:creationId xmlns:a16="http://schemas.microsoft.com/office/drawing/2014/main" id="{C5FA26FB-56FF-AD0D-EFC4-8A3D107D75F0}"/>
              </a:ext>
            </a:extLst>
          </p:cNvPr>
          <p:cNvSpPr/>
          <p:nvPr/>
        </p:nvSpPr>
        <p:spPr>
          <a:xfrm>
            <a:off x="1084627" y="1988339"/>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Does the proposed solution represent a legally binding guiding framework establishing overarching government principles and providing strategic direction / priorities?</a:t>
            </a:r>
          </a:p>
        </p:txBody>
      </p:sp>
      <p:sp>
        <p:nvSpPr>
          <p:cNvPr id="115" name="Rectangle 114">
            <a:extLst>
              <a:ext uri="{FF2B5EF4-FFF2-40B4-BE49-F238E27FC236}">
                <a16:creationId xmlns:a16="http://schemas.microsoft.com/office/drawing/2014/main" id="{CE88F6B6-6BBC-A92D-E478-2408D0EE059A}"/>
              </a:ext>
            </a:extLst>
          </p:cNvPr>
          <p:cNvSpPr/>
          <p:nvPr/>
        </p:nvSpPr>
        <p:spPr>
          <a:xfrm>
            <a:off x="6553622" y="1988339"/>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16" name="Rectangle 115">
            <a:extLst>
              <a:ext uri="{FF2B5EF4-FFF2-40B4-BE49-F238E27FC236}">
                <a16:creationId xmlns:a16="http://schemas.microsoft.com/office/drawing/2014/main" id="{A69529B0-2321-8613-FB60-6AFCBDF0C6EC}"/>
              </a:ext>
            </a:extLst>
          </p:cNvPr>
          <p:cNvSpPr/>
          <p:nvPr/>
        </p:nvSpPr>
        <p:spPr>
          <a:xfrm>
            <a:off x="9679739" y="1988339"/>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17" name="Rectangle 116">
            <a:extLst>
              <a:ext uri="{FF2B5EF4-FFF2-40B4-BE49-F238E27FC236}">
                <a16:creationId xmlns:a16="http://schemas.microsoft.com/office/drawing/2014/main" id="{8B0DC164-44DF-5D60-E890-7EB4C172D468}"/>
              </a:ext>
            </a:extLst>
          </p:cNvPr>
          <p:cNvSpPr/>
          <p:nvPr/>
        </p:nvSpPr>
        <p:spPr>
          <a:xfrm>
            <a:off x="5911778" y="1988339"/>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18" name="Rectangle 117">
            <a:extLst>
              <a:ext uri="{FF2B5EF4-FFF2-40B4-BE49-F238E27FC236}">
                <a16:creationId xmlns:a16="http://schemas.microsoft.com/office/drawing/2014/main" id="{2515CD13-D930-7F24-57E2-736BE4302B68}"/>
              </a:ext>
            </a:extLst>
          </p:cNvPr>
          <p:cNvSpPr/>
          <p:nvPr/>
        </p:nvSpPr>
        <p:spPr>
          <a:xfrm>
            <a:off x="5269935" y="1988339"/>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19" name="Rectangle 118">
            <a:extLst>
              <a:ext uri="{FF2B5EF4-FFF2-40B4-BE49-F238E27FC236}">
                <a16:creationId xmlns:a16="http://schemas.microsoft.com/office/drawing/2014/main" id="{399C45C2-CAA1-936A-6D92-7D8365549E9F}"/>
              </a:ext>
            </a:extLst>
          </p:cNvPr>
          <p:cNvSpPr/>
          <p:nvPr/>
        </p:nvSpPr>
        <p:spPr>
          <a:xfrm>
            <a:off x="4628092" y="1988339"/>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20" name="Rectangle 119">
            <a:extLst>
              <a:ext uri="{FF2B5EF4-FFF2-40B4-BE49-F238E27FC236}">
                <a16:creationId xmlns:a16="http://schemas.microsoft.com/office/drawing/2014/main" id="{BEC16243-0534-9987-1C1B-27577CCACA61}"/>
              </a:ext>
            </a:extLst>
          </p:cNvPr>
          <p:cNvSpPr/>
          <p:nvPr/>
        </p:nvSpPr>
        <p:spPr>
          <a:xfrm>
            <a:off x="5269935" y="2647068"/>
            <a:ext cx="582576" cy="553998"/>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22" name="Rectangle 121">
            <a:extLst>
              <a:ext uri="{FF2B5EF4-FFF2-40B4-BE49-F238E27FC236}">
                <a16:creationId xmlns:a16="http://schemas.microsoft.com/office/drawing/2014/main" id="{5EF89F03-0B0F-00E8-B665-4EDD77366D55}"/>
              </a:ext>
            </a:extLst>
          </p:cNvPr>
          <p:cNvSpPr/>
          <p:nvPr/>
        </p:nvSpPr>
        <p:spPr>
          <a:xfrm>
            <a:off x="6553622" y="2647068"/>
            <a:ext cx="3066850" cy="553998"/>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23" name="Rectangle 122">
            <a:extLst>
              <a:ext uri="{FF2B5EF4-FFF2-40B4-BE49-F238E27FC236}">
                <a16:creationId xmlns:a16="http://schemas.microsoft.com/office/drawing/2014/main" id="{0B7A86F2-D1F3-639C-E76E-5D5EBD3792B4}"/>
              </a:ext>
            </a:extLst>
          </p:cNvPr>
          <p:cNvSpPr/>
          <p:nvPr/>
        </p:nvSpPr>
        <p:spPr>
          <a:xfrm>
            <a:off x="9679739" y="2647068"/>
            <a:ext cx="1824347" cy="553998"/>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24" name="Rectangle 123">
            <a:extLst>
              <a:ext uri="{FF2B5EF4-FFF2-40B4-BE49-F238E27FC236}">
                <a16:creationId xmlns:a16="http://schemas.microsoft.com/office/drawing/2014/main" id="{183FB39B-C77E-84B4-6139-F954F9535564}"/>
              </a:ext>
            </a:extLst>
          </p:cNvPr>
          <p:cNvSpPr/>
          <p:nvPr/>
        </p:nvSpPr>
        <p:spPr>
          <a:xfrm>
            <a:off x="5911778" y="2647068"/>
            <a:ext cx="582576" cy="553998"/>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25" name="Rectangle 124">
            <a:extLst>
              <a:ext uri="{FF2B5EF4-FFF2-40B4-BE49-F238E27FC236}">
                <a16:creationId xmlns:a16="http://schemas.microsoft.com/office/drawing/2014/main" id="{4EE06A0B-378C-88DA-7DE8-F9E6999D580F}"/>
              </a:ext>
            </a:extLst>
          </p:cNvPr>
          <p:cNvSpPr/>
          <p:nvPr/>
        </p:nvSpPr>
        <p:spPr>
          <a:xfrm>
            <a:off x="4628092" y="2647068"/>
            <a:ext cx="582576" cy="553998"/>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26" name="Rectangle 125">
            <a:extLst>
              <a:ext uri="{FF2B5EF4-FFF2-40B4-BE49-F238E27FC236}">
                <a16:creationId xmlns:a16="http://schemas.microsoft.com/office/drawing/2014/main" id="{C1803146-BACF-BD43-34E7-DE4FA35F4E09}"/>
              </a:ext>
            </a:extLst>
          </p:cNvPr>
          <p:cNvSpPr/>
          <p:nvPr/>
        </p:nvSpPr>
        <p:spPr>
          <a:xfrm>
            <a:off x="5269935" y="3429503"/>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68" name="Rectangle 167">
            <a:extLst>
              <a:ext uri="{FF2B5EF4-FFF2-40B4-BE49-F238E27FC236}">
                <a16:creationId xmlns:a16="http://schemas.microsoft.com/office/drawing/2014/main" id="{8A5E98D5-6315-0951-A386-DE31DA56195F}"/>
              </a:ext>
            </a:extLst>
          </p:cNvPr>
          <p:cNvSpPr/>
          <p:nvPr/>
        </p:nvSpPr>
        <p:spPr>
          <a:xfrm>
            <a:off x="1084627" y="3337171"/>
            <a:ext cx="3484198" cy="553998"/>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Does the proposed solution require to be translated into detailed regulations at a later stage</a:t>
            </a:r>
            <a:r>
              <a:rPr lang="en-US" sz="1200" dirty="0">
                <a:solidFill>
                  <a:srgbClr val="000000"/>
                </a:solidFill>
                <a:latin typeface="Trebuchet MS"/>
              </a:rPr>
              <a:t>?</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28" name="Rectangle 127">
            <a:extLst>
              <a:ext uri="{FF2B5EF4-FFF2-40B4-BE49-F238E27FC236}">
                <a16:creationId xmlns:a16="http://schemas.microsoft.com/office/drawing/2014/main" id="{728FC7EA-83E6-47BE-FD2E-9A0638C5815E}"/>
              </a:ext>
            </a:extLst>
          </p:cNvPr>
          <p:cNvSpPr/>
          <p:nvPr/>
        </p:nvSpPr>
        <p:spPr>
          <a:xfrm>
            <a:off x="6553622" y="3429503"/>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29" name="Rectangle 128">
            <a:extLst>
              <a:ext uri="{FF2B5EF4-FFF2-40B4-BE49-F238E27FC236}">
                <a16:creationId xmlns:a16="http://schemas.microsoft.com/office/drawing/2014/main" id="{A0BFA2CB-9E41-D576-636A-358A83599460}"/>
              </a:ext>
            </a:extLst>
          </p:cNvPr>
          <p:cNvSpPr/>
          <p:nvPr/>
        </p:nvSpPr>
        <p:spPr>
          <a:xfrm>
            <a:off x="9679739" y="3429503"/>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30" name="Rectangle 129">
            <a:extLst>
              <a:ext uri="{FF2B5EF4-FFF2-40B4-BE49-F238E27FC236}">
                <a16:creationId xmlns:a16="http://schemas.microsoft.com/office/drawing/2014/main" id="{85C563EA-A769-92E0-8420-16C18321FF8E}"/>
              </a:ext>
            </a:extLst>
          </p:cNvPr>
          <p:cNvSpPr/>
          <p:nvPr/>
        </p:nvSpPr>
        <p:spPr>
          <a:xfrm>
            <a:off x="5911778" y="3429503"/>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31" name="Rectangle 130">
            <a:extLst>
              <a:ext uri="{FF2B5EF4-FFF2-40B4-BE49-F238E27FC236}">
                <a16:creationId xmlns:a16="http://schemas.microsoft.com/office/drawing/2014/main" id="{0D319819-0E63-FA8F-CD9C-0791202EC97F}"/>
              </a:ext>
            </a:extLst>
          </p:cNvPr>
          <p:cNvSpPr/>
          <p:nvPr/>
        </p:nvSpPr>
        <p:spPr>
          <a:xfrm>
            <a:off x="4628092" y="3429503"/>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38" name="Rectangle 137">
            <a:extLst>
              <a:ext uri="{FF2B5EF4-FFF2-40B4-BE49-F238E27FC236}">
                <a16:creationId xmlns:a16="http://schemas.microsoft.com/office/drawing/2014/main" id="{6C9D8043-6774-9160-A87E-D539CAF9B0DD}"/>
              </a:ext>
            </a:extLst>
          </p:cNvPr>
          <p:cNvSpPr/>
          <p:nvPr/>
        </p:nvSpPr>
        <p:spPr>
          <a:xfrm>
            <a:off x="5269935" y="4057753"/>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39" name="Rectangle 138">
            <a:extLst>
              <a:ext uri="{FF2B5EF4-FFF2-40B4-BE49-F238E27FC236}">
                <a16:creationId xmlns:a16="http://schemas.microsoft.com/office/drawing/2014/main" id="{01405F0F-441B-47EF-8833-F8F3EC8A1A86}"/>
              </a:ext>
            </a:extLst>
          </p:cNvPr>
          <p:cNvSpPr/>
          <p:nvPr/>
        </p:nvSpPr>
        <p:spPr>
          <a:xfrm>
            <a:off x="1084627" y="4057753"/>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Based on the above, is the proposed solution a policy/update to an existing policy?</a:t>
            </a:r>
          </a:p>
        </p:txBody>
      </p:sp>
      <p:sp>
        <p:nvSpPr>
          <p:cNvPr id="140" name="Rectangle 139">
            <a:extLst>
              <a:ext uri="{FF2B5EF4-FFF2-40B4-BE49-F238E27FC236}">
                <a16:creationId xmlns:a16="http://schemas.microsoft.com/office/drawing/2014/main" id="{95C90764-B35F-90F5-B62B-D29D233ABB8C}"/>
              </a:ext>
            </a:extLst>
          </p:cNvPr>
          <p:cNvSpPr/>
          <p:nvPr/>
        </p:nvSpPr>
        <p:spPr>
          <a:xfrm>
            <a:off x="6553622" y="4057753"/>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41" name="Rectangle 140">
            <a:extLst>
              <a:ext uri="{FF2B5EF4-FFF2-40B4-BE49-F238E27FC236}">
                <a16:creationId xmlns:a16="http://schemas.microsoft.com/office/drawing/2014/main" id="{7D17082E-4D9C-D42D-2463-2378E6BEEE7F}"/>
              </a:ext>
            </a:extLst>
          </p:cNvPr>
          <p:cNvSpPr/>
          <p:nvPr/>
        </p:nvSpPr>
        <p:spPr>
          <a:xfrm>
            <a:off x="9679739" y="4057753"/>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42" name="Rectangle 141">
            <a:extLst>
              <a:ext uri="{FF2B5EF4-FFF2-40B4-BE49-F238E27FC236}">
                <a16:creationId xmlns:a16="http://schemas.microsoft.com/office/drawing/2014/main" id="{B5C4E7FE-EA7C-20C8-DDC3-659814C60BFC}"/>
              </a:ext>
            </a:extLst>
          </p:cNvPr>
          <p:cNvSpPr/>
          <p:nvPr/>
        </p:nvSpPr>
        <p:spPr>
          <a:xfrm>
            <a:off x="5911778" y="4057753"/>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43" name="Rectangle 142">
            <a:extLst>
              <a:ext uri="{FF2B5EF4-FFF2-40B4-BE49-F238E27FC236}">
                <a16:creationId xmlns:a16="http://schemas.microsoft.com/office/drawing/2014/main" id="{439896A1-F1B0-C8F4-B5CB-25DBE383383B}"/>
              </a:ext>
            </a:extLst>
          </p:cNvPr>
          <p:cNvSpPr/>
          <p:nvPr/>
        </p:nvSpPr>
        <p:spPr>
          <a:xfrm>
            <a:off x="4628092" y="4057752"/>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27" name="Rectangle 126">
            <a:extLst>
              <a:ext uri="{FF2B5EF4-FFF2-40B4-BE49-F238E27FC236}">
                <a16:creationId xmlns:a16="http://schemas.microsoft.com/office/drawing/2014/main" id="{42171564-2523-F24F-DA91-35F22E0B1A3D}"/>
              </a:ext>
            </a:extLst>
          </p:cNvPr>
          <p:cNvSpPr/>
          <p:nvPr/>
        </p:nvSpPr>
        <p:spPr>
          <a:xfrm>
            <a:off x="1084627" y="2739401"/>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Does the proposed solution need to be approved by the Council of Ministers and ratified by Royal Decree?</a:t>
            </a:r>
          </a:p>
        </p:txBody>
      </p:sp>
      <p:cxnSp>
        <p:nvCxnSpPr>
          <p:cNvPr id="6" name="Straight Connector 5">
            <a:extLst>
              <a:ext uri="{FF2B5EF4-FFF2-40B4-BE49-F238E27FC236}">
                <a16:creationId xmlns:a16="http://schemas.microsoft.com/office/drawing/2014/main" id="{A85DB4DC-BBB3-D90D-D7D9-C2FCA0B1EEA2}"/>
              </a:ext>
            </a:extLst>
          </p:cNvPr>
          <p:cNvCxnSpPr/>
          <p:nvPr/>
        </p:nvCxnSpPr>
        <p:spPr>
          <a:xfrm>
            <a:off x="1084627" y="2583649"/>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B03C6849-ADD8-1729-991D-6B7019C9AFEE}"/>
              </a:ext>
            </a:extLst>
          </p:cNvPr>
          <p:cNvCxnSpPr/>
          <p:nvPr/>
        </p:nvCxnSpPr>
        <p:spPr>
          <a:xfrm>
            <a:off x="1084627" y="3315285"/>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4B29D899-039E-8852-C56E-2F4E4D50787A}"/>
              </a:ext>
            </a:extLst>
          </p:cNvPr>
          <p:cNvCxnSpPr/>
          <p:nvPr/>
        </p:nvCxnSpPr>
        <p:spPr>
          <a:xfrm>
            <a:off x="1084627" y="3953694"/>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D8CB6693-EFEA-9998-A48D-F946AE58A6A1}"/>
              </a:ext>
            </a:extLst>
          </p:cNvPr>
          <p:cNvGrpSpPr>
            <a:grpSpLocks noChangeAspect="1"/>
          </p:cNvGrpSpPr>
          <p:nvPr/>
        </p:nvGrpSpPr>
        <p:grpSpPr>
          <a:xfrm>
            <a:off x="4793920" y="2047545"/>
            <a:ext cx="250920" cy="250920"/>
            <a:chOff x="982662" y="3868738"/>
            <a:chExt cx="269875" cy="269875"/>
          </a:xfrm>
        </p:grpSpPr>
        <p:sp>
          <p:nvSpPr>
            <p:cNvPr id="10" name="Oval 16">
              <a:extLst>
                <a:ext uri="{FF2B5EF4-FFF2-40B4-BE49-F238E27FC236}">
                  <a16:creationId xmlns:a16="http://schemas.microsoft.com/office/drawing/2014/main" id="{0A0C15D5-6FB0-D9CC-A837-8A5FB2425A53}"/>
                </a:ext>
              </a:extLst>
            </p:cNvPr>
            <p:cNvSpPr>
              <a:spLocks noChangeArrowheads="1"/>
            </p:cNvSpPr>
            <p:nvPr/>
          </p:nvSpPr>
          <p:spPr bwMode="auto">
            <a:xfrm>
              <a:off x="982662" y="3868738"/>
              <a:ext cx="269875" cy="269875"/>
            </a:xfrm>
            <a:prstGeom prst="ellipse">
              <a:avLst/>
            </a:prstGeom>
            <a:solidFill>
              <a:srgbClr val="006C67"/>
            </a:solidFill>
            <a:ln>
              <a:noFill/>
            </a:ln>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sp>
          <p:nvSpPr>
            <p:cNvPr id="11" name="Freeform 17">
              <a:extLst>
                <a:ext uri="{FF2B5EF4-FFF2-40B4-BE49-F238E27FC236}">
                  <a16:creationId xmlns:a16="http://schemas.microsoft.com/office/drawing/2014/main" id="{870D1395-D88E-1F4F-9945-F6B463E91530}"/>
                </a:ext>
              </a:extLst>
            </p:cNvPr>
            <p:cNvSpPr>
              <a:spLocks/>
            </p:cNvSpPr>
            <p:nvPr/>
          </p:nvSpPr>
          <p:spPr bwMode="auto">
            <a:xfrm>
              <a:off x="1050925" y="3938588"/>
              <a:ext cx="133350" cy="128587"/>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lumMod val="100000"/>
              </a:schemeClr>
            </a:solidFill>
            <a:ln>
              <a:noFill/>
            </a:ln>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grpSp>
      <p:sp>
        <p:nvSpPr>
          <p:cNvPr id="14" name="Right Triangle 13">
            <a:extLst>
              <a:ext uri="{FF2B5EF4-FFF2-40B4-BE49-F238E27FC236}">
                <a16:creationId xmlns:a16="http://schemas.microsoft.com/office/drawing/2014/main" id="{8D935DE4-4FCC-1CE8-F22B-EDC36975DCE2}"/>
              </a:ext>
            </a:extLst>
          </p:cNvPr>
          <p:cNvSpPr/>
          <p:nvPr/>
        </p:nvSpPr>
        <p:spPr>
          <a:xfrm flipH="1">
            <a:off x="3713692"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5" name="Right Triangle 14">
            <a:extLst>
              <a:ext uri="{FF2B5EF4-FFF2-40B4-BE49-F238E27FC236}">
                <a16:creationId xmlns:a16="http://schemas.microsoft.com/office/drawing/2014/main" id="{2AF630E2-79EE-C7B9-727F-A173A303370E}"/>
              </a:ext>
            </a:extLst>
          </p:cNvPr>
          <p:cNvSpPr/>
          <p:nvPr/>
        </p:nvSpPr>
        <p:spPr>
          <a:xfrm flipH="1">
            <a:off x="4355535"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6" name="Right Triangle 15">
            <a:extLst>
              <a:ext uri="{FF2B5EF4-FFF2-40B4-BE49-F238E27FC236}">
                <a16:creationId xmlns:a16="http://schemas.microsoft.com/office/drawing/2014/main" id="{5091E20B-4F9B-89AC-4CBC-25AB67821216}"/>
              </a:ext>
            </a:extLst>
          </p:cNvPr>
          <p:cNvSpPr/>
          <p:nvPr/>
        </p:nvSpPr>
        <p:spPr>
          <a:xfrm flipH="1">
            <a:off x="4997378"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7" name="Right Triangle 16">
            <a:extLst>
              <a:ext uri="{FF2B5EF4-FFF2-40B4-BE49-F238E27FC236}">
                <a16:creationId xmlns:a16="http://schemas.microsoft.com/office/drawing/2014/main" id="{7453EB5A-8841-C83C-AA64-CDC43F620E10}"/>
              </a:ext>
            </a:extLst>
          </p:cNvPr>
          <p:cNvSpPr/>
          <p:nvPr/>
        </p:nvSpPr>
        <p:spPr>
          <a:xfrm flipH="1">
            <a:off x="5639221"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8" name="Right Triangle 17">
            <a:extLst>
              <a:ext uri="{FF2B5EF4-FFF2-40B4-BE49-F238E27FC236}">
                <a16:creationId xmlns:a16="http://schemas.microsoft.com/office/drawing/2014/main" id="{77E27720-84AF-8AE5-A3F4-32E5F2679DAA}"/>
              </a:ext>
            </a:extLst>
          </p:cNvPr>
          <p:cNvSpPr/>
          <p:nvPr/>
        </p:nvSpPr>
        <p:spPr>
          <a:xfrm flipH="1">
            <a:off x="8765339"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9" name="Rectangle: Single Corner Rounded 18">
            <a:extLst>
              <a:ext uri="{FF2B5EF4-FFF2-40B4-BE49-F238E27FC236}">
                <a16:creationId xmlns:a16="http://schemas.microsoft.com/office/drawing/2014/main" id="{DF5F3E07-B3EE-CC27-FEE6-46E5A4865685}"/>
              </a:ext>
            </a:extLst>
          </p:cNvPr>
          <p:cNvSpPr/>
          <p:nvPr/>
        </p:nvSpPr>
        <p:spPr>
          <a:xfrm>
            <a:off x="1084627" y="1379918"/>
            <a:ext cx="3484198"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Trebuchet MS"/>
                <a:ea typeface="+mn-ea"/>
                <a:cs typeface="+mn-cs"/>
              </a:rPr>
              <a:t>Key questions</a:t>
            </a:r>
          </a:p>
        </p:txBody>
      </p:sp>
      <p:sp>
        <p:nvSpPr>
          <p:cNvPr id="20" name="Rectangle: Single Corner Rounded 19">
            <a:extLst>
              <a:ext uri="{FF2B5EF4-FFF2-40B4-BE49-F238E27FC236}">
                <a16:creationId xmlns:a16="http://schemas.microsoft.com/office/drawing/2014/main" id="{82DF8A4B-6CCD-D9B6-6692-F2E9E7030DE2}"/>
              </a:ext>
            </a:extLst>
          </p:cNvPr>
          <p:cNvSpPr/>
          <p:nvPr/>
        </p:nvSpPr>
        <p:spPr>
          <a:xfrm>
            <a:off x="6553621" y="1379918"/>
            <a:ext cx="3066850"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Additional information</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21" name="Rectangle: Single Corner Rounded 20">
            <a:extLst>
              <a:ext uri="{FF2B5EF4-FFF2-40B4-BE49-F238E27FC236}">
                <a16:creationId xmlns:a16="http://schemas.microsoft.com/office/drawing/2014/main" id="{72F39CCD-14DD-1166-64EA-1826572C7C26}"/>
              </a:ext>
            </a:extLst>
          </p:cNvPr>
          <p:cNvSpPr/>
          <p:nvPr/>
        </p:nvSpPr>
        <p:spPr>
          <a:xfrm>
            <a:off x="9679739" y="1379918"/>
            <a:ext cx="1824347"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Trebuchet MS"/>
                <a:ea typeface="+mn-ea"/>
                <a:cs typeface="+mn-cs"/>
              </a:rPr>
              <a:t>Supporting slide(s)</a:t>
            </a:r>
          </a:p>
        </p:txBody>
      </p:sp>
      <p:sp>
        <p:nvSpPr>
          <p:cNvPr id="22" name="Rectangle: Single Corner Rounded 21">
            <a:extLst>
              <a:ext uri="{FF2B5EF4-FFF2-40B4-BE49-F238E27FC236}">
                <a16:creationId xmlns:a16="http://schemas.microsoft.com/office/drawing/2014/main" id="{A6F9F090-E5A3-0B40-CBC2-E1B9917FAAB4}"/>
              </a:ext>
            </a:extLst>
          </p:cNvPr>
          <p:cNvSpPr/>
          <p:nvPr/>
        </p:nvSpPr>
        <p:spPr>
          <a:xfrm>
            <a:off x="5911778" y="1379918"/>
            <a:ext cx="582576"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N/A</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23" name="Rectangle: Single Corner Rounded 22">
            <a:extLst>
              <a:ext uri="{FF2B5EF4-FFF2-40B4-BE49-F238E27FC236}">
                <a16:creationId xmlns:a16="http://schemas.microsoft.com/office/drawing/2014/main" id="{00F9A3B5-4377-F514-3C7E-4798A2D1432C}"/>
              </a:ext>
            </a:extLst>
          </p:cNvPr>
          <p:cNvSpPr/>
          <p:nvPr/>
        </p:nvSpPr>
        <p:spPr>
          <a:xfrm>
            <a:off x="5269935" y="1379918"/>
            <a:ext cx="582576"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No </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24" name="Rectangle: Single Corner Rounded 23">
            <a:extLst>
              <a:ext uri="{FF2B5EF4-FFF2-40B4-BE49-F238E27FC236}">
                <a16:creationId xmlns:a16="http://schemas.microsoft.com/office/drawing/2014/main" id="{714D868B-5F42-D82C-592F-FA6E7DBA260A}"/>
              </a:ext>
            </a:extLst>
          </p:cNvPr>
          <p:cNvSpPr/>
          <p:nvPr/>
        </p:nvSpPr>
        <p:spPr>
          <a:xfrm>
            <a:off x="4628092" y="1379918"/>
            <a:ext cx="582576"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Yes </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graphicFrame>
        <p:nvGraphicFramePr>
          <p:cNvPr id="2" name="Object 1" hidden="1">
            <a:extLst>
              <a:ext uri="{FF2B5EF4-FFF2-40B4-BE49-F238E27FC236}">
                <a16:creationId xmlns:a16="http://schemas.microsoft.com/office/drawing/2014/main" id="{6454EC10-7389-A7C8-F52B-2F8F36B3CAFD}"/>
              </a:ext>
            </a:extLst>
          </p:cNvPr>
          <p:cNvGraphicFramePr>
            <a:graphicFrameLocks noChangeAspect="1"/>
          </p:cNvGraphicFramePr>
          <p:nvPr>
            <p:custDataLst>
              <p:tags r:id="rId2"/>
            </p:custDataLst>
            <p:extLst>
              <p:ext uri="{D42A27DB-BD31-4B8C-83A1-F6EECF244321}">
                <p14:modId xmlns:p14="http://schemas.microsoft.com/office/powerpoint/2010/main" val="30065542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286" imgH="286" progId="TCLayout.ActiveDocument.1">
                  <p:embed/>
                </p:oleObj>
              </mc:Choice>
              <mc:Fallback>
                <p:oleObj name="think-cell Slide" r:id="rId7" imgW="286" imgH="286" progId="TCLayout.ActiveDocument.1">
                  <p:embed/>
                  <p:pic>
                    <p:nvPicPr>
                      <p:cNvPr id="2" name="Object 1" hidden="1">
                        <a:extLst>
                          <a:ext uri="{FF2B5EF4-FFF2-40B4-BE49-F238E27FC236}">
                            <a16:creationId xmlns:a16="http://schemas.microsoft.com/office/drawing/2014/main" id="{6454EC10-7389-A7C8-F52B-2F8F36B3CAFD}"/>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4128138329"/>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1F72C-6808-B505-2F9E-5C9C2351D45A}"/>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58F4401-EB25-8D58-75DF-B622695DC1D7}"/>
              </a:ext>
            </a:extLst>
          </p:cNvPr>
          <p:cNvGraphicFramePr>
            <a:graphicFrameLocks noChangeAspect="1"/>
          </p:cNvGraphicFramePr>
          <p:nvPr>
            <p:custDataLst>
              <p:tags r:id="rId1"/>
            </p:custDataLst>
            <p:extLst>
              <p:ext uri="{D42A27DB-BD31-4B8C-83A1-F6EECF244321}">
                <p14:modId xmlns:p14="http://schemas.microsoft.com/office/powerpoint/2010/main" val="32899756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4" name="think-cell data - do not delete" hidden="1">
                        <a:extLst>
                          <a:ext uri="{FF2B5EF4-FFF2-40B4-BE49-F238E27FC236}">
                            <a16:creationId xmlns:a16="http://schemas.microsoft.com/office/drawing/2014/main" id="{058F4401-EB25-8D58-75DF-B622695DC1D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02313F90-BC24-D90B-8FE7-A68A3DED52A1}"/>
              </a:ext>
            </a:extLst>
          </p:cNvPr>
          <p:cNvSpPr>
            <a:spLocks noGrp="1"/>
          </p:cNvSpPr>
          <p:nvPr>
            <p:ph type="title"/>
          </p:nvPr>
        </p:nvSpPr>
        <p:spPr>
          <a:xfrm>
            <a:off x="630238" y="622300"/>
            <a:ext cx="10933112" cy="664797"/>
          </a:xfrm>
        </p:spPr>
        <p:txBody>
          <a:bodyPr vert="horz">
            <a:noAutofit/>
          </a:bodyPr>
          <a:lstStyle/>
          <a:p>
            <a:r>
              <a:rPr lang="en-US" dirty="0">
                <a:solidFill>
                  <a:srgbClr val="009A93"/>
                </a:solidFill>
              </a:rPr>
              <a:t>Deep dive| </a:t>
            </a:r>
            <a:r>
              <a:rPr lang="en-US" dirty="0"/>
              <a:t>Direction setting review (phase 1) checklist (1/2)</a:t>
            </a:r>
          </a:p>
        </p:txBody>
      </p:sp>
      <p:sp>
        <p:nvSpPr>
          <p:cNvPr id="78" name="Right Triangle 77">
            <a:extLst>
              <a:ext uri="{FF2B5EF4-FFF2-40B4-BE49-F238E27FC236}">
                <a16:creationId xmlns:a16="http://schemas.microsoft.com/office/drawing/2014/main" id="{F7B4659C-4EE9-42DD-BB37-6EBA47A51FC0}"/>
              </a:ext>
            </a:extLst>
          </p:cNvPr>
          <p:cNvSpPr/>
          <p:nvPr/>
        </p:nvSpPr>
        <p:spPr>
          <a:xfrm flipH="1">
            <a:off x="3713692"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79" name="Right Triangle 78">
            <a:extLst>
              <a:ext uri="{FF2B5EF4-FFF2-40B4-BE49-F238E27FC236}">
                <a16:creationId xmlns:a16="http://schemas.microsoft.com/office/drawing/2014/main" id="{79A7A94C-354B-4587-A374-A9E2A9B8FDB7}"/>
              </a:ext>
            </a:extLst>
          </p:cNvPr>
          <p:cNvSpPr/>
          <p:nvPr/>
        </p:nvSpPr>
        <p:spPr>
          <a:xfrm flipH="1">
            <a:off x="4355535"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80" name="Right Triangle 79">
            <a:extLst>
              <a:ext uri="{FF2B5EF4-FFF2-40B4-BE49-F238E27FC236}">
                <a16:creationId xmlns:a16="http://schemas.microsoft.com/office/drawing/2014/main" id="{FFA75928-AA77-4AEA-88E9-603746B19B48}"/>
              </a:ext>
            </a:extLst>
          </p:cNvPr>
          <p:cNvSpPr/>
          <p:nvPr/>
        </p:nvSpPr>
        <p:spPr>
          <a:xfrm flipH="1">
            <a:off x="4997378"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81" name="Right Triangle 80">
            <a:extLst>
              <a:ext uri="{FF2B5EF4-FFF2-40B4-BE49-F238E27FC236}">
                <a16:creationId xmlns:a16="http://schemas.microsoft.com/office/drawing/2014/main" id="{0A28E048-6CE6-490D-9568-BF86442C7928}"/>
              </a:ext>
            </a:extLst>
          </p:cNvPr>
          <p:cNvSpPr/>
          <p:nvPr/>
        </p:nvSpPr>
        <p:spPr>
          <a:xfrm flipH="1">
            <a:off x="5639221"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85" name="Right Triangle 84">
            <a:extLst>
              <a:ext uri="{FF2B5EF4-FFF2-40B4-BE49-F238E27FC236}">
                <a16:creationId xmlns:a16="http://schemas.microsoft.com/office/drawing/2014/main" id="{95EA75FB-4AE0-4F7E-A292-1455754AB201}"/>
              </a:ext>
            </a:extLst>
          </p:cNvPr>
          <p:cNvSpPr/>
          <p:nvPr/>
        </p:nvSpPr>
        <p:spPr>
          <a:xfrm flipH="1">
            <a:off x="8765339"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97" name="Rectangle: Single Corner Rounded 96">
            <a:extLst>
              <a:ext uri="{FF2B5EF4-FFF2-40B4-BE49-F238E27FC236}">
                <a16:creationId xmlns:a16="http://schemas.microsoft.com/office/drawing/2014/main" id="{F8E01020-F2D8-482C-BA80-33BE9289B407}"/>
              </a:ext>
            </a:extLst>
          </p:cNvPr>
          <p:cNvSpPr/>
          <p:nvPr/>
        </p:nvSpPr>
        <p:spPr>
          <a:xfrm>
            <a:off x="1084627" y="1379918"/>
            <a:ext cx="3484198"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Trebuchet MS"/>
                <a:ea typeface="+mn-ea"/>
                <a:cs typeface="+mn-cs"/>
              </a:rPr>
              <a:t>Key questions</a:t>
            </a:r>
          </a:p>
        </p:txBody>
      </p:sp>
      <p:sp>
        <p:nvSpPr>
          <p:cNvPr id="100" name="Rectangle: Single Corner Rounded 99">
            <a:extLst>
              <a:ext uri="{FF2B5EF4-FFF2-40B4-BE49-F238E27FC236}">
                <a16:creationId xmlns:a16="http://schemas.microsoft.com/office/drawing/2014/main" id="{942DA7CF-41D2-412F-AFA7-2E8B930F97AF}"/>
              </a:ext>
            </a:extLst>
          </p:cNvPr>
          <p:cNvSpPr/>
          <p:nvPr/>
        </p:nvSpPr>
        <p:spPr>
          <a:xfrm>
            <a:off x="6553621" y="1379918"/>
            <a:ext cx="3066850"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Additional information</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101" name="Rectangle: Single Corner Rounded 100">
            <a:extLst>
              <a:ext uri="{FF2B5EF4-FFF2-40B4-BE49-F238E27FC236}">
                <a16:creationId xmlns:a16="http://schemas.microsoft.com/office/drawing/2014/main" id="{05CBA887-EFBC-4D5C-80D3-00336AE1F8D0}"/>
              </a:ext>
            </a:extLst>
          </p:cNvPr>
          <p:cNvSpPr/>
          <p:nvPr/>
        </p:nvSpPr>
        <p:spPr>
          <a:xfrm>
            <a:off x="9679739" y="1379918"/>
            <a:ext cx="1824347"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Trebuchet MS"/>
                <a:ea typeface="+mn-ea"/>
                <a:cs typeface="+mn-cs"/>
              </a:rPr>
              <a:t>Supporting slide(s)</a:t>
            </a:r>
          </a:p>
        </p:txBody>
      </p:sp>
      <p:sp>
        <p:nvSpPr>
          <p:cNvPr id="102" name="Rectangle: Single Corner Rounded 101">
            <a:extLst>
              <a:ext uri="{FF2B5EF4-FFF2-40B4-BE49-F238E27FC236}">
                <a16:creationId xmlns:a16="http://schemas.microsoft.com/office/drawing/2014/main" id="{D14AB5F5-19C2-480B-9C96-B87AED17EA68}"/>
              </a:ext>
            </a:extLst>
          </p:cNvPr>
          <p:cNvSpPr/>
          <p:nvPr/>
        </p:nvSpPr>
        <p:spPr>
          <a:xfrm>
            <a:off x="5911778" y="1379918"/>
            <a:ext cx="582576"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N/A</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103" name="Rectangle: Single Corner Rounded 102">
            <a:extLst>
              <a:ext uri="{FF2B5EF4-FFF2-40B4-BE49-F238E27FC236}">
                <a16:creationId xmlns:a16="http://schemas.microsoft.com/office/drawing/2014/main" id="{8C0B4A6B-9CA4-4722-8B4E-6224C0DB89E0}"/>
              </a:ext>
            </a:extLst>
          </p:cNvPr>
          <p:cNvSpPr/>
          <p:nvPr/>
        </p:nvSpPr>
        <p:spPr>
          <a:xfrm>
            <a:off x="5269935" y="1379918"/>
            <a:ext cx="582576"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No </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104" name="Rectangle: Single Corner Rounded 103">
            <a:extLst>
              <a:ext uri="{FF2B5EF4-FFF2-40B4-BE49-F238E27FC236}">
                <a16:creationId xmlns:a16="http://schemas.microsoft.com/office/drawing/2014/main" id="{0627A623-436E-4974-8457-0E2D0022B522}"/>
              </a:ext>
            </a:extLst>
          </p:cNvPr>
          <p:cNvSpPr/>
          <p:nvPr/>
        </p:nvSpPr>
        <p:spPr>
          <a:xfrm>
            <a:off x="4628092" y="1379918"/>
            <a:ext cx="582576"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Yes </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138" name="Rectangle: Rounded Corners 137">
            <a:extLst>
              <a:ext uri="{FF2B5EF4-FFF2-40B4-BE49-F238E27FC236}">
                <a16:creationId xmlns:a16="http://schemas.microsoft.com/office/drawing/2014/main" id="{148F1AFB-A738-46C1-B2E3-727A4E4D9AAA}"/>
              </a:ext>
            </a:extLst>
          </p:cNvPr>
          <p:cNvSpPr/>
          <p:nvPr/>
        </p:nvSpPr>
        <p:spPr>
          <a:xfrm>
            <a:off x="849075" y="1765935"/>
            <a:ext cx="10714275" cy="4586256"/>
          </a:xfrm>
          <a:prstGeom prst="roundRect">
            <a:avLst>
              <a:gd name="adj" fmla="val 961"/>
            </a:avLst>
          </a:prstGeom>
          <a:solidFill>
            <a:srgbClr val="FFFFFF"/>
          </a:solidFill>
          <a:ln w="9525" cap="rnd" cmpd="sng" algn="ctr">
            <a:solidFill>
              <a:srgbClr val="9A9A9A"/>
            </a:solidFill>
            <a:prstDash val="sysDot"/>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05" name="Oval 104">
            <a:extLst>
              <a:ext uri="{FF2B5EF4-FFF2-40B4-BE49-F238E27FC236}">
                <a16:creationId xmlns:a16="http://schemas.microsoft.com/office/drawing/2014/main" id="{EE144DFA-5B89-40C6-A64F-0143B91315A6}"/>
              </a:ext>
            </a:extLst>
          </p:cNvPr>
          <p:cNvSpPr/>
          <p:nvPr/>
        </p:nvSpPr>
        <p:spPr>
          <a:xfrm>
            <a:off x="650782" y="2193320"/>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106" name="Oval 105">
            <a:extLst>
              <a:ext uri="{FF2B5EF4-FFF2-40B4-BE49-F238E27FC236}">
                <a16:creationId xmlns:a16="http://schemas.microsoft.com/office/drawing/2014/main" id="{6FEB23D0-2DFA-4525-B675-7918604024E8}"/>
              </a:ext>
            </a:extLst>
          </p:cNvPr>
          <p:cNvSpPr/>
          <p:nvPr/>
        </p:nvSpPr>
        <p:spPr>
          <a:xfrm>
            <a:off x="650782" y="2743057"/>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107" name="Oval 106">
            <a:extLst>
              <a:ext uri="{FF2B5EF4-FFF2-40B4-BE49-F238E27FC236}">
                <a16:creationId xmlns:a16="http://schemas.microsoft.com/office/drawing/2014/main" id="{1684D499-7D17-465C-AC44-CAACD26497B6}"/>
              </a:ext>
            </a:extLst>
          </p:cNvPr>
          <p:cNvSpPr/>
          <p:nvPr/>
        </p:nvSpPr>
        <p:spPr>
          <a:xfrm>
            <a:off x="650782" y="3198586"/>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108" name="Oval 107">
            <a:extLst>
              <a:ext uri="{FF2B5EF4-FFF2-40B4-BE49-F238E27FC236}">
                <a16:creationId xmlns:a16="http://schemas.microsoft.com/office/drawing/2014/main" id="{5797AF21-8868-423D-A58F-613E696B82C4}"/>
              </a:ext>
            </a:extLst>
          </p:cNvPr>
          <p:cNvSpPr/>
          <p:nvPr/>
        </p:nvSpPr>
        <p:spPr>
          <a:xfrm>
            <a:off x="650782" y="3654115"/>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139" name="Oval 138">
            <a:extLst>
              <a:ext uri="{FF2B5EF4-FFF2-40B4-BE49-F238E27FC236}">
                <a16:creationId xmlns:a16="http://schemas.microsoft.com/office/drawing/2014/main" id="{98DCB037-EA8C-4C26-8864-77815CE0C7A8}"/>
              </a:ext>
            </a:extLst>
          </p:cNvPr>
          <p:cNvSpPr/>
          <p:nvPr/>
        </p:nvSpPr>
        <p:spPr>
          <a:xfrm>
            <a:off x="686849" y="2229388"/>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1</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140" name="Oval 139">
            <a:extLst>
              <a:ext uri="{FF2B5EF4-FFF2-40B4-BE49-F238E27FC236}">
                <a16:creationId xmlns:a16="http://schemas.microsoft.com/office/drawing/2014/main" id="{F9B20C90-5B9A-4FE9-A8FA-3279698692B5}"/>
              </a:ext>
            </a:extLst>
          </p:cNvPr>
          <p:cNvSpPr/>
          <p:nvPr/>
        </p:nvSpPr>
        <p:spPr>
          <a:xfrm>
            <a:off x="686849" y="2779124"/>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2</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141" name="Oval 140">
            <a:extLst>
              <a:ext uri="{FF2B5EF4-FFF2-40B4-BE49-F238E27FC236}">
                <a16:creationId xmlns:a16="http://schemas.microsoft.com/office/drawing/2014/main" id="{6BE8A8C6-F71E-4C6E-A008-98C9DF0B26D0}"/>
              </a:ext>
            </a:extLst>
          </p:cNvPr>
          <p:cNvSpPr/>
          <p:nvPr/>
        </p:nvSpPr>
        <p:spPr>
          <a:xfrm>
            <a:off x="686849" y="3234653"/>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3</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143" name="Oval 142">
            <a:extLst>
              <a:ext uri="{FF2B5EF4-FFF2-40B4-BE49-F238E27FC236}">
                <a16:creationId xmlns:a16="http://schemas.microsoft.com/office/drawing/2014/main" id="{18C2F428-67A5-4E40-81E9-3FF8A0A58317}"/>
              </a:ext>
            </a:extLst>
          </p:cNvPr>
          <p:cNvSpPr/>
          <p:nvPr/>
        </p:nvSpPr>
        <p:spPr>
          <a:xfrm>
            <a:off x="686849" y="3690183"/>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4</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150" name="Rectangle 149">
            <a:extLst>
              <a:ext uri="{FF2B5EF4-FFF2-40B4-BE49-F238E27FC236}">
                <a16:creationId xmlns:a16="http://schemas.microsoft.com/office/drawing/2014/main" id="{A7B9126C-DFF6-4CBF-A6E9-7C482C06C015}"/>
              </a:ext>
            </a:extLst>
          </p:cNvPr>
          <p:cNvSpPr/>
          <p:nvPr/>
        </p:nvSpPr>
        <p:spPr>
          <a:xfrm>
            <a:off x="1084627" y="2216472"/>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Is the rationale for proposing the policy / updating the existing policy clearly defined and evidence-based?</a:t>
            </a:r>
          </a:p>
        </p:txBody>
      </p:sp>
      <p:sp>
        <p:nvSpPr>
          <p:cNvPr id="151" name="Rectangle 150">
            <a:extLst>
              <a:ext uri="{FF2B5EF4-FFF2-40B4-BE49-F238E27FC236}">
                <a16:creationId xmlns:a16="http://schemas.microsoft.com/office/drawing/2014/main" id="{05FD038B-7394-434F-AEA8-68C101ED9499}"/>
              </a:ext>
            </a:extLst>
          </p:cNvPr>
          <p:cNvSpPr/>
          <p:nvPr/>
        </p:nvSpPr>
        <p:spPr>
          <a:xfrm>
            <a:off x="6553622" y="2216472"/>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52" name="Rectangle 151">
            <a:extLst>
              <a:ext uri="{FF2B5EF4-FFF2-40B4-BE49-F238E27FC236}">
                <a16:creationId xmlns:a16="http://schemas.microsoft.com/office/drawing/2014/main" id="{F7A43B10-BC8D-4997-925A-F10DAB3D813D}"/>
              </a:ext>
            </a:extLst>
          </p:cNvPr>
          <p:cNvSpPr/>
          <p:nvPr/>
        </p:nvSpPr>
        <p:spPr>
          <a:xfrm>
            <a:off x="9679739" y="2216472"/>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53" name="Rectangle 152">
            <a:extLst>
              <a:ext uri="{FF2B5EF4-FFF2-40B4-BE49-F238E27FC236}">
                <a16:creationId xmlns:a16="http://schemas.microsoft.com/office/drawing/2014/main" id="{5E4D491E-24D6-4507-AF43-190682B75D4E}"/>
              </a:ext>
            </a:extLst>
          </p:cNvPr>
          <p:cNvSpPr/>
          <p:nvPr/>
        </p:nvSpPr>
        <p:spPr>
          <a:xfrm>
            <a:off x="5911778" y="2216472"/>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54" name="Rectangle 153">
            <a:extLst>
              <a:ext uri="{FF2B5EF4-FFF2-40B4-BE49-F238E27FC236}">
                <a16:creationId xmlns:a16="http://schemas.microsoft.com/office/drawing/2014/main" id="{C242E2B5-DC60-43F7-8468-43642BDCB71A}"/>
              </a:ext>
            </a:extLst>
          </p:cNvPr>
          <p:cNvSpPr/>
          <p:nvPr/>
        </p:nvSpPr>
        <p:spPr>
          <a:xfrm>
            <a:off x="5269935" y="2216472"/>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55" name="Rectangle 154">
            <a:extLst>
              <a:ext uri="{FF2B5EF4-FFF2-40B4-BE49-F238E27FC236}">
                <a16:creationId xmlns:a16="http://schemas.microsoft.com/office/drawing/2014/main" id="{F5F5C709-7A70-4E4A-8DA8-E733B98A782F}"/>
              </a:ext>
            </a:extLst>
          </p:cNvPr>
          <p:cNvSpPr/>
          <p:nvPr/>
        </p:nvSpPr>
        <p:spPr>
          <a:xfrm>
            <a:off x="4628092" y="2216472"/>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56" name="Rectangle 155">
            <a:extLst>
              <a:ext uri="{FF2B5EF4-FFF2-40B4-BE49-F238E27FC236}">
                <a16:creationId xmlns:a16="http://schemas.microsoft.com/office/drawing/2014/main" id="{3BC488CF-05A5-4C49-801C-E97DA9144364}"/>
              </a:ext>
            </a:extLst>
          </p:cNvPr>
          <p:cNvSpPr/>
          <p:nvPr/>
        </p:nvSpPr>
        <p:spPr>
          <a:xfrm>
            <a:off x="5269935" y="2766209"/>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57" name="Rectangle 156">
            <a:extLst>
              <a:ext uri="{FF2B5EF4-FFF2-40B4-BE49-F238E27FC236}">
                <a16:creationId xmlns:a16="http://schemas.microsoft.com/office/drawing/2014/main" id="{59091ABF-B083-4542-AAAD-4B2C7FA2BC47}"/>
              </a:ext>
            </a:extLst>
          </p:cNvPr>
          <p:cNvSpPr/>
          <p:nvPr/>
        </p:nvSpPr>
        <p:spPr>
          <a:xfrm>
            <a:off x="1084627" y="2766209"/>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Is the primary aim or objective of the policy/ change to the existing policy highlighted?</a:t>
            </a:r>
          </a:p>
        </p:txBody>
      </p:sp>
      <p:sp>
        <p:nvSpPr>
          <p:cNvPr id="158" name="Rectangle 157">
            <a:extLst>
              <a:ext uri="{FF2B5EF4-FFF2-40B4-BE49-F238E27FC236}">
                <a16:creationId xmlns:a16="http://schemas.microsoft.com/office/drawing/2014/main" id="{A286C81D-CEB2-417E-834C-DBCF73E9B783}"/>
              </a:ext>
            </a:extLst>
          </p:cNvPr>
          <p:cNvSpPr/>
          <p:nvPr/>
        </p:nvSpPr>
        <p:spPr>
          <a:xfrm>
            <a:off x="6553622" y="2766209"/>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59" name="Rectangle 158">
            <a:extLst>
              <a:ext uri="{FF2B5EF4-FFF2-40B4-BE49-F238E27FC236}">
                <a16:creationId xmlns:a16="http://schemas.microsoft.com/office/drawing/2014/main" id="{194AFB29-234B-4A7F-9B90-037825B252F1}"/>
              </a:ext>
            </a:extLst>
          </p:cNvPr>
          <p:cNvSpPr/>
          <p:nvPr/>
        </p:nvSpPr>
        <p:spPr>
          <a:xfrm>
            <a:off x="9679739" y="2766209"/>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60" name="Rectangle 159">
            <a:extLst>
              <a:ext uri="{FF2B5EF4-FFF2-40B4-BE49-F238E27FC236}">
                <a16:creationId xmlns:a16="http://schemas.microsoft.com/office/drawing/2014/main" id="{0F0198F1-7360-43C3-A78A-9AD60EAD42B8}"/>
              </a:ext>
            </a:extLst>
          </p:cNvPr>
          <p:cNvSpPr/>
          <p:nvPr/>
        </p:nvSpPr>
        <p:spPr>
          <a:xfrm>
            <a:off x="5911778" y="2766209"/>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61" name="Rectangle 160">
            <a:extLst>
              <a:ext uri="{FF2B5EF4-FFF2-40B4-BE49-F238E27FC236}">
                <a16:creationId xmlns:a16="http://schemas.microsoft.com/office/drawing/2014/main" id="{C1FC42C1-1369-464D-A38A-311AEB40BA41}"/>
              </a:ext>
            </a:extLst>
          </p:cNvPr>
          <p:cNvSpPr/>
          <p:nvPr/>
        </p:nvSpPr>
        <p:spPr>
          <a:xfrm>
            <a:off x="4628092" y="2766209"/>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62" name="Rectangle 161">
            <a:extLst>
              <a:ext uri="{FF2B5EF4-FFF2-40B4-BE49-F238E27FC236}">
                <a16:creationId xmlns:a16="http://schemas.microsoft.com/office/drawing/2014/main" id="{41668011-3C3A-4731-9373-3DC606191FCC}"/>
              </a:ext>
            </a:extLst>
          </p:cNvPr>
          <p:cNvSpPr/>
          <p:nvPr/>
        </p:nvSpPr>
        <p:spPr>
          <a:xfrm>
            <a:off x="5269935" y="3221739"/>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63" name="Rectangle 162">
            <a:extLst>
              <a:ext uri="{FF2B5EF4-FFF2-40B4-BE49-F238E27FC236}">
                <a16:creationId xmlns:a16="http://schemas.microsoft.com/office/drawing/2014/main" id="{6AD93D20-DB94-4CF8-9294-5A892A5C978B}"/>
              </a:ext>
            </a:extLst>
          </p:cNvPr>
          <p:cNvSpPr/>
          <p:nvPr/>
        </p:nvSpPr>
        <p:spPr>
          <a:xfrm>
            <a:off x="1084627" y="3221739"/>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Are the challenges or gaps that the policy is aiming to address clearly described?</a:t>
            </a:r>
          </a:p>
        </p:txBody>
      </p:sp>
      <p:sp>
        <p:nvSpPr>
          <p:cNvPr id="164" name="Rectangle 163">
            <a:extLst>
              <a:ext uri="{FF2B5EF4-FFF2-40B4-BE49-F238E27FC236}">
                <a16:creationId xmlns:a16="http://schemas.microsoft.com/office/drawing/2014/main" id="{2904CB41-516B-4C69-BF1F-68040FA28FD5}"/>
              </a:ext>
            </a:extLst>
          </p:cNvPr>
          <p:cNvSpPr/>
          <p:nvPr/>
        </p:nvSpPr>
        <p:spPr>
          <a:xfrm>
            <a:off x="6553622" y="3221739"/>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65" name="Rectangle 164">
            <a:extLst>
              <a:ext uri="{FF2B5EF4-FFF2-40B4-BE49-F238E27FC236}">
                <a16:creationId xmlns:a16="http://schemas.microsoft.com/office/drawing/2014/main" id="{32C20FC2-276F-4CC2-8A68-00762F1340C3}"/>
              </a:ext>
            </a:extLst>
          </p:cNvPr>
          <p:cNvSpPr/>
          <p:nvPr/>
        </p:nvSpPr>
        <p:spPr>
          <a:xfrm>
            <a:off x="9679739" y="3221739"/>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66" name="Rectangle 165">
            <a:extLst>
              <a:ext uri="{FF2B5EF4-FFF2-40B4-BE49-F238E27FC236}">
                <a16:creationId xmlns:a16="http://schemas.microsoft.com/office/drawing/2014/main" id="{19C7EC62-5AF5-4F1B-A940-C54B73D190DE}"/>
              </a:ext>
            </a:extLst>
          </p:cNvPr>
          <p:cNvSpPr/>
          <p:nvPr/>
        </p:nvSpPr>
        <p:spPr>
          <a:xfrm>
            <a:off x="5911778" y="3221739"/>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67" name="Rectangle 166">
            <a:extLst>
              <a:ext uri="{FF2B5EF4-FFF2-40B4-BE49-F238E27FC236}">
                <a16:creationId xmlns:a16="http://schemas.microsoft.com/office/drawing/2014/main" id="{4F3A02E7-94ED-4C32-9B25-A855AEA5AEE5}"/>
              </a:ext>
            </a:extLst>
          </p:cNvPr>
          <p:cNvSpPr/>
          <p:nvPr/>
        </p:nvSpPr>
        <p:spPr>
          <a:xfrm>
            <a:off x="4628092" y="3221739"/>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74" name="Rectangle 173">
            <a:extLst>
              <a:ext uri="{FF2B5EF4-FFF2-40B4-BE49-F238E27FC236}">
                <a16:creationId xmlns:a16="http://schemas.microsoft.com/office/drawing/2014/main" id="{E6398A25-71E4-46BB-84ED-C507AA77C3A5}"/>
              </a:ext>
            </a:extLst>
          </p:cNvPr>
          <p:cNvSpPr/>
          <p:nvPr/>
        </p:nvSpPr>
        <p:spPr>
          <a:xfrm>
            <a:off x="5269935" y="3677268"/>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75" name="Rectangle 174">
            <a:extLst>
              <a:ext uri="{FF2B5EF4-FFF2-40B4-BE49-F238E27FC236}">
                <a16:creationId xmlns:a16="http://schemas.microsoft.com/office/drawing/2014/main" id="{8E3B6FBE-FCE4-40D0-9082-7CE53DD2200E}"/>
              </a:ext>
            </a:extLst>
          </p:cNvPr>
          <p:cNvSpPr/>
          <p:nvPr/>
        </p:nvSpPr>
        <p:spPr>
          <a:xfrm>
            <a:off x="1084627" y="3677268"/>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Is it clear how the proposed policy addresses the identified challenges or gaps?</a:t>
            </a:r>
          </a:p>
        </p:txBody>
      </p:sp>
      <p:sp>
        <p:nvSpPr>
          <p:cNvPr id="176" name="Rectangle 175">
            <a:extLst>
              <a:ext uri="{FF2B5EF4-FFF2-40B4-BE49-F238E27FC236}">
                <a16:creationId xmlns:a16="http://schemas.microsoft.com/office/drawing/2014/main" id="{F359F71F-6B0C-427E-A90C-7B5F4BB16802}"/>
              </a:ext>
            </a:extLst>
          </p:cNvPr>
          <p:cNvSpPr/>
          <p:nvPr/>
        </p:nvSpPr>
        <p:spPr>
          <a:xfrm>
            <a:off x="6553622" y="3677268"/>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77" name="Rectangle 176">
            <a:extLst>
              <a:ext uri="{FF2B5EF4-FFF2-40B4-BE49-F238E27FC236}">
                <a16:creationId xmlns:a16="http://schemas.microsoft.com/office/drawing/2014/main" id="{A1DD7B63-49A9-47A8-93AC-283ACA2D7C08}"/>
              </a:ext>
            </a:extLst>
          </p:cNvPr>
          <p:cNvSpPr/>
          <p:nvPr/>
        </p:nvSpPr>
        <p:spPr>
          <a:xfrm>
            <a:off x="9679739" y="3677268"/>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78" name="Rectangle 177">
            <a:extLst>
              <a:ext uri="{FF2B5EF4-FFF2-40B4-BE49-F238E27FC236}">
                <a16:creationId xmlns:a16="http://schemas.microsoft.com/office/drawing/2014/main" id="{CE7777CA-DF00-44C8-AC70-C50E3822EEFD}"/>
              </a:ext>
            </a:extLst>
          </p:cNvPr>
          <p:cNvSpPr/>
          <p:nvPr/>
        </p:nvSpPr>
        <p:spPr>
          <a:xfrm>
            <a:off x="5911778" y="3677268"/>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79" name="Rectangle 178">
            <a:extLst>
              <a:ext uri="{FF2B5EF4-FFF2-40B4-BE49-F238E27FC236}">
                <a16:creationId xmlns:a16="http://schemas.microsoft.com/office/drawing/2014/main" id="{0CBE2500-BD16-424E-8AC4-893A1D1609DC}"/>
              </a:ext>
            </a:extLst>
          </p:cNvPr>
          <p:cNvSpPr/>
          <p:nvPr/>
        </p:nvSpPr>
        <p:spPr>
          <a:xfrm>
            <a:off x="4628092" y="3677267"/>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cxnSp>
        <p:nvCxnSpPr>
          <p:cNvPr id="292" name="Straight Connector 291">
            <a:extLst>
              <a:ext uri="{FF2B5EF4-FFF2-40B4-BE49-F238E27FC236}">
                <a16:creationId xmlns:a16="http://schemas.microsoft.com/office/drawing/2014/main" id="{6A68F4B5-3BE5-4E66-880E-E34C8D744A31}"/>
              </a:ext>
            </a:extLst>
          </p:cNvPr>
          <p:cNvCxnSpPr/>
          <p:nvPr/>
        </p:nvCxnSpPr>
        <p:spPr>
          <a:xfrm>
            <a:off x="1084627" y="2702790"/>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754FD6E1-8485-4FAF-8854-F625F062FC26}"/>
              </a:ext>
            </a:extLst>
          </p:cNvPr>
          <p:cNvCxnSpPr/>
          <p:nvPr/>
        </p:nvCxnSpPr>
        <p:spPr>
          <a:xfrm>
            <a:off x="1084627" y="3178640"/>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982FE3C4-7187-4C29-9CB2-68820F06E53D}"/>
              </a:ext>
            </a:extLst>
          </p:cNvPr>
          <p:cNvCxnSpPr/>
          <p:nvPr/>
        </p:nvCxnSpPr>
        <p:spPr>
          <a:xfrm>
            <a:off x="1084627" y="3634170"/>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4E0DC2CB-B033-9CD2-B141-68230A9542B7}"/>
              </a:ext>
            </a:extLst>
          </p:cNvPr>
          <p:cNvSpPr/>
          <p:nvPr/>
        </p:nvSpPr>
        <p:spPr>
          <a:xfrm>
            <a:off x="1084628" y="1863424"/>
            <a:ext cx="10419459" cy="247322"/>
          </a:xfrm>
          <a:prstGeom prst="rect">
            <a:avLst/>
          </a:prstGeom>
          <a:solidFill>
            <a:schemeClr val="tx2">
              <a:lumMod val="20000"/>
              <a:lumOff val="8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73152" rIns="72000" bIns="73152"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Trebuchet MS"/>
                <a:ea typeface="+mn-ea"/>
                <a:cs typeface="+mn-cs"/>
              </a:rPr>
              <a:t>Policy purpose, impact, &amp; relevance</a:t>
            </a:r>
          </a:p>
        </p:txBody>
      </p:sp>
      <p:grpSp>
        <p:nvGrpSpPr>
          <p:cNvPr id="18" name="Group 17">
            <a:extLst>
              <a:ext uri="{FF2B5EF4-FFF2-40B4-BE49-F238E27FC236}">
                <a16:creationId xmlns:a16="http://schemas.microsoft.com/office/drawing/2014/main" id="{FBD5273B-EB94-4624-FAC5-815A74664385}"/>
              </a:ext>
            </a:extLst>
          </p:cNvPr>
          <p:cNvGrpSpPr/>
          <p:nvPr/>
        </p:nvGrpSpPr>
        <p:grpSpPr>
          <a:xfrm>
            <a:off x="650782" y="4098935"/>
            <a:ext cx="10853304" cy="454053"/>
            <a:chOff x="650782" y="4004727"/>
            <a:chExt cx="10853304" cy="454053"/>
          </a:xfrm>
        </p:grpSpPr>
        <p:sp>
          <p:nvSpPr>
            <p:cNvPr id="9" name="Oval 8">
              <a:extLst>
                <a:ext uri="{FF2B5EF4-FFF2-40B4-BE49-F238E27FC236}">
                  <a16:creationId xmlns:a16="http://schemas.microsoft.com/office/drawing/2014/main" id="{27E36472-A517-CDDC-FE5D-EACE81A66D0A}"/>
                </a:ext>
              </a:extLst>
            </p:cNvPr>
            <p:cNvSpPr/>
            <p:nvPr/>
          </p:nvSpPr>
          <p:spPr>
            <a:xfrm>
              <a:off x="650782" y="4043144"/>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10" name="Oval 9">
              <a:extLst>
                <a:ext uri="{FF2B5EF4-FFF2-40B4-BE49-F238E27FC236}">
                  <a16:creationId xmlns:a16="http://schemas.microsoft.com/office/drawing/2014/main" id="{8A889735-13F5-4DEC-60D2-210781A917E2}"/>
                </a:ext>
              </a:extLst>
            </p:cNvPr>
            <p:cNvSpPr/>
            <p:nvPr/>
          </p:nvSpPr>
          <p:spPr>
            <a:xfrm>
              <a:off x="686849" y="4079212"/>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5</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11" name="Rectangle 10">
              <a:extLst>
                <a:ext uri="{FF2B5EF4-FFF2-40B4-BE49-F238E27FC236}">
                  <a16:creationId xmlns:a16="http://schemas.microsoft.com/office/drawing/2014/main" id="{A6D321C4-EC1C-4C7E-8521-D6696C107A22}"/>
                </a:ext>
              </a:extLst>
            </p:cNvPr>
            <p:cNvSpPr/>
            <p:nvPr/>
          </p:nvSpPr>
          <p:spPr>
            <a:xfrm>
              <a:off x="5269935" y="4066298"/>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2" name="Rectangle 11">
              <a:extLst>
                <a:ext uri="{FF2B5EF4-FFF2-40B4-BE49-F238E27FC236}">
                  <a16:creationId xmlns:a16="http://schemas.microsoft.com/office/drawing/2014/main" id="{017EBEC1-9AB9-B85B-111E-B287DD6E4860}"/>
                </a:ext>
              </a:extLst>
            </p:cNvPr>
            <p:cNvSpPr/>
            <p:nvPr/>
          </p:nvSpPr>
          <p:spPr>
            <a:xfrm>
              <a:off x="1084627" y="4066298"/>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Are the intended outcomes or changes that the policy seeks to achieve set?</a:t>
              </a:r>
            </a:p>
          </p:txBody>
        </p:sp>
        <p:sp>
          <p:nvSpPr>
            <p:cNvPr id="13" name="Rectangle 12">
              <a:extLst>
                <a:ext uri="{FF2B5EF4-FFF2-40B4-BE49-F238E27FC236}">
                  <a16:creationId xmlns:a16="http://schemas.microsoft.com/office/drawing/2014/main" id="{9A1A0EFD-8F4B-D08B-640C-33AF92F40D44}"/>
                </a:ext>
              </a:extLst>
            </p:cNvPr>
            <p:cNvSpPr/>
            <p:nvPr/>
          </p:nvSpPr>
          <p:spPr>
            <a:xfrm>
              <a:off x="6553622" y="4066298"/>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4" name="Rectangle 13">
              <a:extLst>
                <a:ext uri="{FF2B5EF4-FFF2-40B4-BE49-F238E27FC236}">
                  <a16:creationId xmlns:a16="http://schemas.microsoft.com/office/drawing/2014/main" id="{1E96ED9E-93B7-70BB-3D3A-0554CFDA5BBF}"/>
                </a:ext>
              </a:extLst>
            </p:cNvPr>
            <p:cNvSpPr/>
            <p:nvPr/>
          </p:nvSpPr>
          <p:spPr>
            <a:xfrm>
              <a:off x="9679739" y="4066298"/>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5" name="Rectangle 14">
              <a:extLst>
                <a:ext uri="{FF2B5EF4-FFF2-40B4-BE49-F238E27FC236}">
                  <a16:creationId xmlns:a16="http://schemas.microsoft.com/office/drawing/2014/main" id="{FA94EFA4-9FCF-A916-1C28-E62216D732A0}"/>
                </a:ext>
              </a:extLst>
            </p:cNvPr>
            <p:cNvSpPr/>
            <p:nvPr/>
          </p:nvSpPr>
          <p:spPr>
            <a:xfrm>
              <a:off x="5911778" y="4066298"/>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6" name="Rectangle 15">
              <a:extLst>
                <a:ext uri="{FF2B5EF4-FFF2-40B4-BE49-F238E27FC236}">
                  <a16:creationId xmlns:a16="http://schemas.microsoft.com/office/drawing/2014/main" id="{96EC518E-B4A2-C662-0D59-1B75AAEB1512}"/>
                </a:ext>
              </a:extLst>
            </p:cNvPr>
            <p:cNvSpPr/>
            <p:nvPr/>
          </p:nvSpPr>
          <p:spPr>
            <a:xfrm>
              <a:off x="4628092" y="4066298"/>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cxnSp>
          <p:nvCxnSpPr>
            <p:cNvPr id="17" name="Straight Connector 16">
              <a:extLst>
                <a:ext uri="{FF2B5EF4-FFF2-40B4-BE49-F238E27FC236}">
                  <a16:creationId xmlns:a16="http://schemas.microsoft.com/office/drawing/2014/main" id="{791A84D9-14E7-6FA2-A8EA-E9379E56A737}"/>
                </a:ext>
              </a:extLst>
            </p:cNvPr>
            <p:cNvCxnSpPr/>
            <p:nvPr/>
          </p:nvCxnSpPr>
          <p:spPr>
            <a:xfrm>
              <a:off x="1084627" y="4004727"/>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DB34791B-DEFF-6D3E-D8CA-85E76908E31E}"/>
              </a:ext>
            </a:extLst>
          </p:cNvPr>
          <p:cNvGrpSpPr/>
          <p:nvPr/>
        </p:nvGrpSpPr>
        <p:grpSpPr>
          <a:xfrm>
            <a:off x="650782" y="4583839"/>
            <a:ext cx="10853304" cy="454053"/>
            <a:chOff x="650782" y="4004727"/>
            <a:chExt cx="10853304" cy="454053"/>
          </a:xfrm>
        </p:grpSpPr>
        <p:sp>
          <p:nvSpPr>
            <p:cNvPr id="20" name="Oval 19">
              <a:extLst>
                <a:ext uri="{FF2B5EF4-FFF2-40B4-BE49-F238E27FC236}">
                  <a16:creationId xmlns:a16="http://schemas.microsoft.com/office/drawing/2014/main" id="{5F01FC31-466C-5D26-B5BF-4F0C57EF19FE}"/>
                </a:ext>
              </a:extLst>
            </p:cNvPr>
            <p:cNvSpPr/>
            <p:nvPr/>
          </p:nvSpPr>
          <p:spPr>
            <a:xfrm>
              <a:off x="650782" y="4043144"/>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21" name="Oval 20">
              <a:extLst>
                <a:ext uri="{FF2B5EF4-FFF2-40B4-BE49-F238E27FC236}">
                  <a16:creationId xmlns:a16="http://schemas.microsoft.com/office/drawing/2014/main" id="{86A65E3B-0F57-FF74-24BC-540C4BDF786C}"/>
                </a:ext>
              </a:extLst>
            </p:cNvPr>
            <p:cNvSpPr/>
            <p:nvPr/>
          </p:nvSpPr>
          <p:spPr>
            <a:xfrm>
              <a:off x="686849" y="4079212"/>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6</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22" name="Rectangle 21">
              <a:extLst>
                <a:ext uri="{FF2B5EF4-FFF2-40B4-BE49-F238E27FC236}">
                  <a16:creationId xmlns:a16="http://schemas.microsoft.com/office/drawing/2014/main" id="{1CAE6A1F-BD1E-B4FE-F7DA-F568566EA448}"/>
                </a:ext>
              </a:extLst>
            </p:cNvPr>
            <p:cNvSpPr/>
            <p:nvPr/>
          </p:nvSpPr>
          <p:spPr>
            <a:xfrm>
              <a:off x="5269935" y="4066298"/>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3" name="Rectangle 22">
              <a:extLst>
                <a:ext uri="{FF2B5EF4-FFF2-40B4-BE49-F238E27FC236}">
                  <a16:creationId xmlns:a16="http://schemas.microsoft.com/office/drawing/2014/main" id="{C9B70E05-BDD0-ED06-83B9-C96EF8610CA3}"/>
                </a:ext>
              </a:extLst>
            </p:cNvPr>
            <p:cNvSpPr/>
            <p:nvPr/>
          </p:nvSpPr>
          <p:spPr>
            <a:xfrm>
              <a:off x="1084627" y="4066298"/>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Are the expected outcomes or changes measurable and time-bound where applicable?</a:t>
              </a:r>
            </a:p>
          </p:txBody>
        </p:sp>
        <p:sp>
          <p:nvSpPr>
            <p:cNvPr id="24" name="Rectangle 23">
              <a:extLst>
                <a:ext uri="{FF2B5EF4-FFF2-40B4-BE49-F238E27FC236}">
                  <a16:creationId xmlns:a16="http://schemas.microsoft.com/office/drawing/2014/main" id="{2C414E47-7BF6-28E5-F600-B2ABDBA276D8}"/>
                </a:ext>
              </a:extLst>
            </p:cNvPr>
            <p:cNvSpPr/>
            <p:nvPr/>
          </p:nvSpPr>
          <p:spPr>
            <a:xfrm>
              <a:off x="6553622" y="4066298"/>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25" name="Rectangle 24">
              <a:extLst>
                <a:ext uri="{FF2B5EF4-FFF2-40B4-BE49-F238E27FC236}">
                  <a16:creationId xmlns:a16="http://schemas.microsoft.com/office/drawing/2014/main" id="{18B310EA-93BE-2976-E708-F48B7563A3EA}"/>
                </a:ext>
              </a:extLst>
            </p:cNvPr>
            <p:cNvSpPr/>
            <p:nvPr/>
          </p:nvSpPr>
          <p:spPr>
            <a:xfrm>
              <a:off x="9679739" y="4066298"/>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6" name="Rectangle 25">
              <a:extLst>
                <a:ext uri="{FF2B5EF4-FFF2-40B4-BE49-F238E27FC236}">
                  <a16:creationId xmlns:a16="http://schemas.microsoft.com/office/drawing/2014/main" id="{F29F1225-AD24-6D4F-421B-FD0A7A3DEA37}"/>
                </a:ext>
              </a:extLst>
            </p:cNvPr>
            <p:cNvSpPr/>
            <p:nvPr/>
          </p:nvSpPr>
          <p:spPr>
            <a:xfrm>
              <a:off x="5911778" y="4066298"/>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7" name="Rectangle 26">
              <a:extLst>
                <a:ext uri="{FF2B5EF4-FFF2-40B4-BE49-F238E27FC236}">
                  <a16:creationId xmlns:a16="http://schemas.microsoft.com/office/drawing/2014/main" id="{1BB37284-1D7D-0941-FA1E-02B353406B85}"/>
                </a:ext>
              </a:extLst>
            </p:cNvPr>
            <p:cNvSpPr/>
            <p:nvPr/>
          </p:nvSpPr>
          <p:spPr>
            <a:xfrm>
              <a:off x="4628092" y="4066298"/>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cxnSp>
          <p:nvCxnSpPr>
            <p:cNvPr id="28" name="Straight Connector 27">
              <a:extLst>
                <a:ext uri="{FF2B5EF4-FFF2-40B4-BE49-F238E27FC236}">
                  <a16:creationId xmlns:a16="http://schemas.microsoft.com/office/drawing/2014/main" id="{BE626392-E65E-CD54-4206-E5C53F2E94A3}"/>
                </a:ext>
              </a:extLst>
            </p:cNvPr>
            <p:cNvCxnSpPr/>
            <p:nvPr/>
          </p:nvCxnSpPr>
          <p:spPr>
            <a:xfrm>
              <a:off x="1084627" y="4004727"/>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AC622333-E688-B5D7-DE34-F597F1E7D6CC}"/>
              </a:ext>
            </a:extLst>
          </p:cNvPr>
          <p:cNvGrpSpPr/>
          <p:nvPr/>
        </p:nvGrpSpPr>
        <p:grpSpPr>
          <a:xfrm>
            <a:off x="650782" y="5073372"/>
            <a:ext cx="10853304" cy="454053"/>
            <a:chOff x="650782" y="4004727"/>
            <a:chExt cx="10853304" cy="454053"/>
          </a:xfrm>
        </p:grpSpPr>
        <p:sp>
          <p:nvSpPr>
            <p:cNvPr id="30" name="Oval 29">
              <a:extLst>
                <a:ext uri="{FF2B5EF4-FFF2-40B4-BE49-F238E27FC236}">
                  <a16:creationId xmlns:a16="http://schemas.microsoft.com/office/drawing/2014/main" id="{C3FCBED1-210E-7B8B-DEAE-25CEE0B9DB20}"/>
                </a:ext>
              </a:extLst>
            </p:cNvPr>
            <p:cNvSpPr/>
            <p:nvPr/>
          </p:nvSpPr>
          <p:spPr>
            <a:xfrm>
              <a:off x="650782" y="4043144"/>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31" name="Oval 30">
              <a:extLst>
                <a:ext uri="{FF2B5EF4-FFF2-40B4-BE49-F238E27FC236}">
                  <a16:creationId xmlns:a16="http://schemas.microsoft.com/office/drawing/2014/main" id="{146AB328-54B0-402C-C1E8-1F6B7B89FC36}"/>
                </a:ext>
              </a:extLst>
            </p:cNvPr>
            <p:cNvSpPr/>
            <p:nvPr/>
          </p:nvSpPr>
          <p:spPr>
            <a:xfrm>
              <a:off x="686849" y="4079212"/>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7</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32" name="Rectangle 31">
              <a:extLst>
                <a:ext uri="{FF2B5EF4-FFF2-40B4-BE49-F238E27FC236}">
                  <a16:creationId xmlns:a16="http://schemas.microsoft.com/office/drawing/2014/main" id="{1A99E117-9837-9BC5-6579-D9778B798C46}"/>
                </a:ext>
              </a:extLst>
            </p:cNvPr>
            <p:cNvSpPr/>
            <p:nvPr/>
          </p:nvSpPr>
          <p:spPr>
            <a:xfrm>
              <a:off x="5269935" y="4066298"/>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33" name="Rectangle 32">
              <a:extLst>
                <a:ext uri="{FF2B5EF4-FFF2-40B4-BE49-F238E27FC236}">
                  <a16:creationId xmlns:a16="http://schemas.microsoft.com/office/drawing/2014/main" id="{F9428A4B-0CAA-EA7B-B1AC-F0C9C6A55431}"/>
                </a:ext>
              </a:extLst>
            </p:cNvPr>
            <p:cNvSpPr/>
            <p:nvPr/>
          </p:nvSpPr>
          <p:spPr>
            <a:xfrm>
              <a:off x="1084627" y="4066298"/>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Are the primary beneficiaries or affected stakeholders identified?</a:t>
              </a:r>
            </a:p>
          </p:txBody>
        </p:sp>
        <p:sp>
          <p:nvSpPr>
            <p:cNvPr id="34" name="Rectangle 33">
              <a:extLst>
                <a:ext uri="{FF2B5EF4-FFF2-40B4-BE49-F238E27FC236}">
                  <a16:creationId xmlns:a16="http://schemas.microsoft.com/office/drawing/2014/main" id="{06838439-8A91-27C9-BD66-DD2C0D13C4CF}"/>
                </a:ext>
              </a:extLst>
            </p:cNvPr>
            <p:cNvSpPr/>
            <p:nvPr/>
          </p:nvSpPr>
          <p:spPr>
            <a:xfrm>
              <a:off x="6553622" y="4066298"/>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35" name="Rectangle 34">
              <a:extLst>
                <a:ext uri="{FF2B5EF4-FFF2-40B4-BE49-F238E27FC236}">
                  <a16:creationId xmlns:a16="http://schemas.microsoft.com/office/drawing/2014/main" id="{92A77FA2-6D1E-EEBE-ED50-5B0BCD0523CA}"/>
                </a:ext>
              </a:extLst>
            </p:cNvPr>
            <p:cNvSpPr/>
            <p:nvPr/>
          </p:nvSpPr>
          <p:spPr>
            <a:xfrm>
              <a:off x="9679739" y="4066298"/>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36" name="Rectangle 35">
              <a:extLst>
                <a:ext uri="{FF2B5EF4-FFF2-40B4-BE49-F238E27FC236}">
                  <a16:creationId xmlns:a16="http://schemas.microsoft.com/office/drawing/2014/main" id="{CD5C3A1B-2DB7-177C-2C0C-063CC931BF25}"/>
                </a:ext>
              </a:extLst>
            </p:cNvPr>
            <p:cNvSpPr/>
            <p:nvPr/>
          </p:nvSpPr>
          <p:spPr>
            <a:xfrm>
              <a:off x="5911778" y="4066298"/>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37" name="Rectangle 36">
              <a:extLst>
                <a:ext uri="{FF2B5EF4-FFF2-40B4-BE49-F238E27FC236}">
                  <a16:creationId xmlns:a16="http://schemas.microsoft.com/office/drawing/2014/main" id="{AAE47AC0-1FAA-2F4A-0952-7CED6C25B1DF}"/>
                </a:ext>
              </a:extLst>
            </p:cNvPr>
            <p:cNvSpPr/>
            <p:nvPr/>
          </p:nvSpPr>
          <p:spPr>
            <a:xfrm>
              <a:off x="4628092" y="4066298"/>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cxnSp>
          <p:nvCxnSpPr>
            <p:cNvPr id="38" name="Straight Connector 37">
              <a:extLst>
                <a:ext uri="{FF2B5EF4-FFF2-40B4-BE49-F238E27FC236}">
                  <a16:creationId xmlns:a16="http://schemas.microsoft.com/office/drawing/2014/main" id="{9BB1B015-2875-B6A5-2C60-815AAA43E383}"/>
                </a:ext>
              </a:extLst>
            </p:cNvPr>
            <p:cNvCxnSpPr/>
            <p:nvPr/>
          </p:nvCxnSpPr>
          <p:spPr>
            <a:xfrm>
              <a:off x="1084627" y="4004727"/>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grpSp>
      <p:grpSp>
        <p:nvGrpSpPr>
          <p:cNvPr id="39" name="Group 38">
            <a:extLst>
              <a:ext uri="{FF2B5EF4-FFF2-40B4-BE49-F238E27FC236}">
                <a16:creationId xmlns:a16="http://schemas.microsoft.com/office/drawing/2014/main" id="{FE4DFFD9-CBC3-99BA-4935-CC7C100E1311}"/>
              </a:ext>
            </a:extLst>
          </p:cNvPr>
          <p:cNvGrpSpPr/>
          <p:nvPr/>
        </p:nvGrpSpPr>
        <p:grpSpPr>
          <a:xfrm>
            <a:off x="650782" y="5567517"/>
            <a:ext cx="10853304" cy="454053"/>
            <a:chOff x="650782" y="4004727"/>
            <a:chExt cx="10853304" cy="454053"/>
          </a:xfrm>
        </p:grpSpPr>
        <p:sp>
          <p:nvSpPr>
            <p:cNvPr id="40" name="Oval 39">
              <a:extLst>
                <a:ext uri="{FF2B5EF4-FFF2-40B4-BE49-F238E27FC236}">
                  <a16:creationId xmlns:a16="http://schemas.microsoft.com/office/drawing/2014/main" id="{A18A70A4-0D27-A6BB-8306-0FEEB713DDEE}"/>
                </a:ext>
              </a:extLst>
            </p:cNvPr>
            <p:cNvSpPr/>
            <p:nvPr/>
          </p:nvSpPr>
          <p:spPr>
            <a:xfrm>
              <a:off x="650782" y="4043144"/>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41" name="Oval 40">
              <a:extLst>
                <a:ext uri="{FF2B5EF4-FFF2-40B4-BE49-F238E27FC236}">
                  <a16:creationId xmlns:a16="http://schemas.microsoft.com/office/drawing/2014/main" id="{FC7C97BE-539A-5096-52DB-FAB7E99DB665}"/>
                </a:ext>
              </a:extLst>
            </p:cNvPr>
            <p:cNvSpPr/>
            <p:nvPr/>
          </p:nvSpPr>
          <p:spPr>
            <a:xfrm>
              <a:off x="686849" y="4079212"/>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8</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42" name="Rectangle 41">
              <a:extLst>
                <a:ext uri="{FF2B5EF4-FFF2-40B4-BE49-F238E27FC236}">
                  <a16:creationId xmlns:a16="http://schemas.microsoft.com/office/drawing/2014/main" id="{77E4E6E7-147A-C5E1-1955-D140993603F2}"/>
                </a:ext>
              </a:extLst>
            </p:cNvPr>
            <p:cNvSpPr/>
            <p:nvPr/>
          </p:nvSpPr>
          <p:spPr>
            <a:xfrm>
              <a:off x="5269935" y="4066298"/>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43" name="Rectangle 42">
              <a:extLst>
                <a:ext uri="{FF2B5EF4-FFF2-40B4-BE49-F238E27FC236}">
                  <a16:creationId xmlns:a16="http://schemas.microsoft.com/office/drawing/2014/main" id="{DB634660-F027-595C-70DB-6AA9D44BACD1}"/>
                </a:ext>
              </a:extLst>
            </p:cNvPr>
            <p:cNvSpPr/>
            <p:nvPr/>
          </p:nvSpPr>
          <p:spPr>
            <a:xfrm>
              <a:off x="1084627" y="4066298"/>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Is it clear why this the right time to introduce</a:t>
              </a:r>
              <a:br>
                <a:rPr kumimoji="0" lang="en-US" sz="1200" b="0" i="0" u="none" strike="noStrike" kern="1200" cap="none" spc="0" normalizeH="0" baseline="0" noProof="0" dirty="0">
                  <a:ln>
                    <a:noFill/>
                  </a:ln>
                  <a:solidFill>
                    <a:srgbClr val="000000"/>
                  </a:solidFill>
                  <a:effectLst/>
                  <a:uLnTx/>
                  <a:uFillTx/>
                  <a:latin typeface="Trebuchet MS"/>
                  <a:ea typeface="+mn-ea"/>
                  <a:cs typeface="+mn-cs"/>
                </a:rPr>
              </a:br>
              <a:r>
                <a:rPr kumimoji="0" lang="en-US" sz="1200" b="0" i="0" u="none" strike="noStrike" kern="1200" cap="none" spc="0" normalizeH="0" baseline="0" noProof="0" dirty="0">
                  <a:ln>
                    <a:noFill/>
                  </a:ln>
                  <a:solidFill>
                    <a:srgbClr val="000000"/>
                  </a:solidFill>
                  <a:effectLst/>
                  <a:uLnTx/>
                  <a:uFillTx/>
                  <a:latin typeface="Trebuchet MS"/>
                  <a:ea typeface="+mn-ea"/>
                  <a:cs typeface="+mn-cs"/>
                </a:rPr>
                <a:t>the policy?</a:t>
              </a:r>
            </a:p>
          </p:txBody>
        </p:sp>
        <p:sp>
          <p:nvSpPr>
            <p:cNvPr id="44" name="Rectangle 43">
              <a:extLst>
                <a:ext uri="{FF2B5EF4-FFF2-40B4-BE49-F238E27FC236}">
                  <a16:creationId xmlns:a16="http://schemas.microsoft.com/office/drawing/2014/main" id="{A9AA410D-DF0E-8301-4813-B297B7A65035}"/>
                </a:ext>
              </a:extLst>
            </p:cNvPr>
            <p:cNvSpPr/>
            <p:nvPr/>
          </p:nvSpPr>
          <p:spPr>
            <a:xfrm>
              <a:off x="6553622" y="4066298"/>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45" name="Rectangle 44">
              <a:extLst>
                <a:ext uri="{FF2B5EF4-FFF2-40B4-BE49-F238E27FC236}">
                  <a16:creationId xmlns:a16="http://schemas.microsoft.com/office/drawing/2014/main" id="{99AD5634-1C0C-9677-C26C-D871FF409643}"/>
                </a:ext>
              </a:extLst>
            </p:cNvPr>
            <p:cNvSpPr/>
            <p:nvPr/>
          </p:nvSpPr>
          <p:spPr>
            <a:xfrm>
              <a:off x="9679739" y="4066298"/>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46" name="Rectangle 45">
              <a:extLst>
                <a:ext uri="{FF2B5EF4-FFF2-40B4-BE49-F238E27FC236}">
                  <a16:creationId xmlns:a16="http://schemas.microsoft.com/office/drawing/2014/main" id="{70885524-8DC7-C527-2B3E-823D63EDF0F8}"/>
                </a:ext>
              </a:extLst>
            </p:cNvPr>
            <p:cNvSpPr/>
            <p:nvPr/>
          </p:nvSpPr>
          <p:spPr>
            <a:xfrm>
              <a:off x="5911778" y="4066298"/>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47" name="Rectangle 46">
              <a:extLst>
                <a:ext uri="{FF2B5EF4-FFF2-40B4-BE49-F238E27FC236}">
                  <a16:creationId xmlns:a16="http://schemas.microsoft.com/office/drawing/2014/main" id="{F8FC21FC-2DED-FDD7-719B-64772D46CAD6}"/>
                </a:ext>
              </a:extLst>
            </p:cNvPr>
            <p:cNvSpPr/>
            <p:nvPr/>
          </p:nvSpPr>
          <p:spPr>
            <a:xfrm>
              <a:off x="4628092" y="4066298"/>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cxnSp>
          <p:nvCxnSpPr>
            <p:cNvPr id="48" name="Straight Connector 47">
              <a:extLst>
                <a:ext uri="{FF2B5EF4-FFF2-40B4-BE49-F238E27FC236}">
                  <a16:creationId xmlns:a16="http://schemas.microsoft.com/office/drawing/2014/main" id="{821EBB1C-5CFD-817E-D56A-4AFEE6D36797}"/>
                </a:ext>
              </a:extLst>
            </p:cNvPr>
            <p:cNvCxnSpPr/>
            <p:nvPr/>
          </p:nvCxnSpPr>
          <p:spPr>
            <a:xfrm>
              <a:off x="1084627" y="4004727"/>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72930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39F95-FFED-F567-D096-1B9FA2687F5F}"/>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86AE016-7B55-2370-4DCF-5E9A8BA8533E}"/>
              </a:ext>
            </a:extLst>
          </p:cNvPr>
          <p:cNvGraphicFramePr>
            <a:graphicFrameLocks noChangeAspect="1"/>
          </p:cNvGraphicFramePr>
          <p:nvPr>
            <p:custDataLst>
              <p:tags r:id="rId1"/>
            </p:custDataLst>
            <p:extLst>
              <p:ext uri="{D42A27DB-BD31-4B8C-83A1-F6EECF244321}">
                <p14:modId xmlns:p14="http://schemas.microsoft.com/office/powerpoint/2010/main" val="36061495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4" name="think-cell data - do not delete" hidden="1">
                        <a:extLst>
                          <a:ext uri="{FF2B5EF4-FFF2-40B4-BE49-F238E27FC236}">
                            <a16:creationId xmlns:a16="http://schemas.microsoft.com/office/drawing/2014/main" id="{A86AE016-7B55-2370-4DCF-5E9A8BA8533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3AED8BE0-2870-CD8B-7C43-AFE713301CAC}"/>
              </a:ext>
            </a:extLst>
          </p:cNvPr>
          <p:cNvSpPr>
            <a:spLocks noGrp="1"/>
          </p:cNvSpPr>
          <p:nvPr>
            <p:ph type="title"/>
          </p:nvPr>
        </p:nvSpPr>
        <p:spPr>
          <a:xfrm>
            <a:off x="630238" y="622300"/>
            <a:ext cx="10933112" cy="664797"/>
          </a:xfrm>
        </p:spPr>
        <p:txBody>
          <a:bodyPr vert="horz">
            <a:noAutofit/>
          </a:bodyPr>
          <a:lstStyle/>
          <a:p>
            <a:r>
              <a:rPr lang="en-US" dirty="0">
                <a:solidFill>
                  <a:srgbClr val="009A93"/>
                </a:solidFill>
              </a:rPr>
              <a:t>Deep dive| </a:t>
            </a:r>
            <a:r>
              <a:rPr lang="en-US" dirty="0"/>
              <a:t>Direction setting review (phase 1) checklist (2/2)</a:t>
            </a:r>
          </a:p>
        </p:txBody>
      </p:sp>
      <p:sp>
        <p:nvSpPr>
          <p:cNvPr id="78" name="Right Triangle 77">
            <a:extLst>
              <a:ext uri="{FF2B5EF4-FFF2-40B4-BE49-F238E27FC236}">
                <a16:creationId xmlns:a16="http://schemas.microsoft.com/office/drawing/2014/main" id="{548E8626-EE01-9389-3113-F39289908503}"/>
              </a:ext>
            </a:extLst>
          </p:cNvPr>
          <p:cNvSpPr/>
          <p:nvPr/>
        </p:nvSpPr>
        <p:spPr>
          <a:xfrm flipH="1">
            <a:off x="3713692"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79" name="Right Triangle 78">
            <a:extLst>
              <a:ext uri="{FF2B5EF4-FFF2-40B4-BE49-F238E27FC236}">
                <a16:creationId xmlns:a16="http://schemas.microsoft.com/office/drawing/2014/main" id="{07CA0F83-D015-0065-A674-DAA3BA424849}"/>
              </a:ext>
            </a:extLst>
          </p:cNvPr>
          <p:cNvSpPr/>
          <p:nvPr/>
        </p:nvSpPr>
        <p:spPr>
          <a:xfrm flipH="1">
            <a:off x="4355535"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80" name="Right Triangle 79">
            <a:extLst>
              <a:ext uri="{FF2B5EF4-FFF2-40B4-BE49-F238E27FC236}">
                <a16:creationId xmlns:a16="http://schemas.microsoft.com/office/drawing/2014/main" id="{DD089FAE-AAE2-EDF6-E440-E18B82B078C8}"/>
              </a:ext>
            </a:extLst>
          </p:cNvPr>
          <p:cNvSpPr/>
          <p:nvPr/>
        </p:nvSpPr>
        <p:spPr>
          <a:xfrm flipH="1">
            <a:off x="4997378"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81" name="Right Triangle 80">
            <a:extLst>
              <a:ext uri="{FF2B5EF4-FFF2-40B4-BE49-F238E27FC236}">
                <a16:creationId xmlns:a16="http://schemas.microsoft.com/office/drawing/2014/main" id="{2978782E-4C9B-6D71-9B9F-771D83BDD537}"/>
              </a:ext>
            </a:extLst>
          </p:cNvPr>
          <p:cNvSpPr/>
          <p:nvPr/>
        </p:nvSpPr>
        <p:spPr>
          <a:xfrm flipH="1">
            <a:off x="5639221"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85" name="Right Triangle 84">
            <a:extLst>
              <a:ext uri="{FF2B5EF4-FFF2-40B4-BE49-F238E27FC236}">
                <a16:creationId xmlns:a16="http://schemas.microsoft.com/office/drawing/2014/main" id="{0616DCCB-4225-CBC0-7799-A83543E4A15A}"/>
              </a:ext>
            </a:extLst>
          </p:cNvPr>
          <p:cNvSpPr/>
          <p:nvPr/>
        </p:nvSpPr>
        <p:spPr>
          <a:xfrm flipH="1">
            <a:off x="8765339"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97" name="Rectangle: Single Corner Rounded 96">
            <a:extLst>
              <a:ext uri="{FF2B5EF4-FFF2-40B4-BE49-F238E27FC236}">
                <a16:creationId xmlns:a16="http://schemas.microsoft.com/office/drawing/2014/main" id="{DB471D78-A316-A837-D2EC-F2F63A466B12}"/>
              </a:ext>
            </a:extLst>
          </p:cNvPr>
          <p:cNvSpPr/>
          <p:nvPr/>
        </p:nvSpPr>
        <p:spPr>
          <a:xfrm>
            <a:off x="1084627" y="1379918"/>
            <a:ext cx="3484198"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Trebuchet MS"/>
                <a:ea typeface="+mn-ea"/>
                <a:cs typeface="+mn-cs"/>
              </a:rPr>
              <a:t>Key questions</a:t>
            </a:r>
          </a:p>
        </p:txBody>
      </p:sp>
      <p:sp>
        <p:nvSpPr>
          <p:cNvPr id="100" name="Rectangle: Single Corner Rounded 99">
            <a:extLst>
              <a:ext uri="{FF2B5EF4-FFF2-40B4-BE49-F238E27FC236}">
                <a16:creationId xmlns:a16="http://schemas.microsoft.com/office/drawing/2014/main" id="{012E3142-927D-08A9-90A2-FDA334A5842A}"/>
              </a:ext>
            </a:extLst>
          </p:cNvPr>
          <p:cNvSpPr/>
          <p:nvPr/>
        </p:nvSpPr>
        <p:spPr>
          <a:xfrm>
            <a:off x="6553621" y="1379918"/>
            <a:ext cx="3066850"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Additional information</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101" name="Rectangle: Single Corner Rounded 100">
            <a:extLst>
              <a:ext uri="{FF2B5EF4-FFF2-40B4-BE49-F238E27FC236}">
                <a16:creationId xmlns:a16="http://schemas.microsoft.com/office/drawing/2014/main" id="{E2516899-6C06-99F2-5690-AF7D8167057C}"/>
              </a:ext>
            </a:extLst>
          </p:cNvPr>
          <p:cNvSpPr/>
          <p:nvPr/>
        </p:nvSpPr>
        <p:spPr>
          <a:xfrm>
            <a:off x="9679739" y="1379918"/>
            <a:ext cx="1824347"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Trebuchet MS"/>
                <a:ea typeface="+mn-ea"/>
                <a:cs typeface="+mn-cs"/>
              </a:rPr>
              <a:t>Supporting slide(s)</a:t>
            </a:r>
          </a:p>
        </p:txBody>
      </p:sp>
      <p:sp>
        <p:nvSpPr>
          <p:cNvPr id="102" name="Rectangle: Single Corner Rounded 101">
            <a:extLst>
              <a:ext uri="{FF2B5EF4-FFF2-40B4-BE49-F238E27FC236}">
                <a16:creationId xmlns:a16="http://schemas.microsoft.com/office/drawing/2014/main" id="{02A712B8-5499-BA01-CF1F-309A9BBC437B}"/>
              </a:ext>
            </a:extLst>
          </p:cNvPr>
          <p:cNvSpPr/>
          <p:nvPr/>
        </p:nvSpPr>
        <p:spPr>
          <a:xfrm>
            <a:off x="5911778" y="1379918"/>
            <a:ext cx="582576"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N/A</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103" name="Rectangle: Single Corner Rounded 102">
            <a:extLst>
              <a:ext uri="{FF2B5EF4-FFF2-40B4-BE49-F238E27FC236}">
                <a16:creationId xmlns:a16="http://schemas.microsoft.com/office/drawing/2014/main" id="{806FB4B2-830C-307B-4D19-CD9852D27AA6}"/>
              </a:ext>
            </a:extLst>
          </p:cNvPr>
          <p:cNvSpPr/>
          <p:nvPr/>
        </p:nvSpPr>
        <p:spPr>
          <a:xfrm>
            <a:off x="5269935" y="1379918"/>
            <a:ext cx="582576"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No </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104" name="Rectangle: Single Corner Rounded 103">
            <a:extLst>
              <a:ext uri="{FF2B5EF4-FFF2-40B4-BE49-F238E27FC236}">
                <a16:creationId xmlns:a16="http://schemas.microsoft.com/office/drawing/2014/main" id="{828D528D-54E3-226A-4C6D-4940700BF4F2}"/>
              </a:ext>
            </a:extLst>
          </p:cNvPr>
          <p:cNvSpPr/>
          <p:nvPr/>
        </p:nvSpPr>
        <p:spPr>
          <a:xfrm>
            <a:off x="4628092" y="1379918"/>
            <a:ext cx="582576"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Yes </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138" name="Rectangle: Rounded Corners 137">
            <a:extLst>
              <a:ext uri="{FF2B5EF4-FFF2-40B4-BE49-F238E27FC236}">
                <a16:creationId xmlns:a16="http://schemas.microsoft.com/office/drawing/2014/main" id="{A6520223-C673-1FEE-65C4-C1CFAA4B1BD7}"/>
              </a:ext>
            </a:extLst>
          </p:cNvPr>
          <p:cNvSpPr/>
          <p:nvPr/>
        </p:nvSpPr>
        <p:spPr>
          <a:xfrm>
            <a:off x="849075" y="1765935"/>
            <a:ext cx="10714275" cy="4586256"/>
          </a:xfrm>
          <a:prstGeom prst="roundRect">
            <a:avLst>
              <a:gd name="adj" fmla="val 961"/>
            </a:avLst>
          </a:prstGeom>
          <a:solidFill>
            <a:srgbClr val="FFFFFF"/>
          </a:solidFill>
          <a:ln w="9525" cap="rnd" cmpd="sng" algn="ctr">
            <a:solidFill>
              <a:srgbClr val="9A9A9A"/>
            </a:solidFill>
            <a:prstDash val="sysDot"/>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05" name="Oval 104">
            <a:extLst>
              <a:ext uri="{FF2B5EF4-FFF2-40B4-BE49-F238E27FC236}">
                <a16:creationId xmlns:a16="http://schemas.microsoft.com/office/drawing/2014/main" id="{BC7200C3-51BA-B96D-6B3E-03EA33D058BB}"/>
              </a:ext>
            </a:extLst>
          </p:cNvPr>
          <p:cNvSpPr/>
          <p:nvPr/>
        </p:nvSpPr>
        <p:spPr>
          <a:xfrm>
            <a:off x="650782" y="2193320"/>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135" name="Oval 134">
            <a:extLst>
              <a:ext uri="{FF2B5EF4-FFF2-40B4-BE49-F238E27FC236}">
                <a16:creationId xmlns:a16="http://schemas.microsoft.com/office/drawing/2014/main" id="{C79B07DC-A710-561A-1F54-36C600B383BE}"/>
              </a:ext>
            </a:extLst>
          </p:cNvPr>
          <p:cNvSpPr/>
          <p:nvPr/>
        </p:nvSpPr>
        <p:spPr>
          <a:xfrm>
            <a:off x="650782" y="3003761"/>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139" name="Oval 138">
            <a:extLst>
              <a:ext uri="{FF2B5EF4-FFF2-40B4-BE49-F238E27FC236}">
                <a16:creationId xmlns:a16="http://schemas.microsoft.com/office/drawing/2014/main" id="{885C0CD0-FF44-4496-3977-3B2E5D33BDBE}"/>
              </a:ext>
            </a:extLst>
          </p:cNvPr>
          <p:cNvSpPr/>
          <p:nvPr/>
        </p:nvSpPr>
        <p:spPr>
          <a:xfrm>
            <a:off x="686849" y="2229388"/>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9</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145" name="Oval 144">
            <a:extLst>
              <a:ext uri="{FF2B5EF4-FFF2-40B4-BE49-F238E27FC236}">
                <a16:creationId xmlns:a16="http://schemas.microsoft.com/office/drawing/2014/main" id="{32B08061-1D9E-E33D-4F79-2191C98560BA}"/>
              </a:ext>
            </a:extLst>
          </p:cNvPr>
          <p:cNvSpPr/>
          <p:nvPr/>
        </p:nvSpPr>
        <p:spPr>
          <a:xfrm>
            <a:off x="686849" y="3039828"/>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10</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149" name="Rectangle 148">
            <a:extLst>
              <a:ext uri="{FF2B5EF4-FFF2-40B4-BE49-F238E27FC236}">
                <a16:creationId xmlns:a16="http://schemas.microsoft.com/office/drawing/2014/main" id="{0290CDDF-4B3D-0639-FE97-648A8E6949A4}"/>
              </a:ext>
            </a:extLst>
          </p:cNvPr>
          <p:cNvSpPr/>
          <p:nvPr/>
        </p:nvSpPr>
        <p:spPr>
          <a:xfrm>
            <a:off x="1084628" y="2693392"/>
            <a:ext cx="10419459" cy="247322"/>
          </a:xfrm>
          <a:prstGeom prst="rect">
            <a:avLst/>
          </a:prstGeom>
          <a:solidFill>
            <a:schemeClr val="tx2">
              <a:lumMod val="20000"/>
              <a:lumOff val="8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73152" rIns="72000" bIns="73152"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Trebuchet MS"/>
                <a:ea typeface="+mn-ea"/>
                <a:cs typeface="+mn-cs"/>
              </a:rPr>
              <a:t>Stakeholder alignment and buy-in</a:t>
            </a:r>
          </a:p>
        </p:txBody>
      </p:sp>
      <p:sp>
        <p:nvSpPr>
          <p:cNvPr id="150" name="Rectangle 149">
            <a:extLst>
              <a:ext uri="{FF2B5EF4-FFF2-40B4-BE49-F238E27FC236}">
                <a16:creationId xmlns:a16="http://schemas.microsoft.com/office/drawing/2014/main" id="{0F7DD2F3-3C5B-D1DD-5C29-0553E431C1C9}"/>
              </a:ext>
            </a:extLst>
          </p:cNvPr>
          <p:cNvSpPr/>
          <p:nvPr/>
        </p:nvSpPr>
        <p:spPr>
          <a:xfrm>
            <a:off x="1084627" y="2216472"/>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Is the proposed policy aligned with other existing or planned policies?</a:t>
            </a:r>
          </a:p>
        </p:txBody>
      </p:sp>
      <p:sp>
        <p:nvSpPr>
          <p:cNvPr id="151" name="Rectangle 150">
            <a:extLst>
              <a:ext uri="{FF2B5EF4-FFF2-40B4-BE49-F238E27FC236}">
                <a16:creationId xmlns:a16="http://schemas.microsoft.com/office/drawing/2014/main" id="{173561B2-D5D9-8100-3C04-FEDCCAFDEEDA}"/>
              </a:ext>
            </a:extLst>
          </p:cNvPr>
          <p:cNvSpPr/>
          <p:nvPr/>
        </p:nvSpPr>
        <p:spPr>
          <a:xfrm>
            <a:off x="6553622" y="2216472"/>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52" name="Rectangle 151">
            <a:extLst>
              <a:ext uri="{FF2B5EF4-FFF2-40B4-BE49-F238E27FC236}">
                <a16:creationId xmlns:a16="http://schemas.microsoft.com/office/drawing/2014/main" id="{98BF101F-1D84-D1BF-FFF5-BB66DE09AC0D}"/>
              </a:ext>
            </a:extLst>
          </p:cNvPr>
          <p:cNvSpPr/>
          <p:nvPr/>
        </p:nvSpPr>
        <p:spPr>
          <a:xfrm>
            <a:off x="9679739" y="2216472"/>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53" name="Rectangle 152">
            <a:extLst>
              <a:ext uri="{FF2B5EF4-FFF2-40B4-BE49-F238E27FC236}">
                <a16:creationId xmlns:a16="http://schemas.microsoft.com/office/drawing/2014/main" id="{3B992DC8-E020-63BB-01F0-DD0256A24050}"/>
              </a:ext>
            </a:extLst>
          </p:cNvPr>
          <p:cNvSpPr/>
          <p:nvPr/>
        </p:nvSpPr>
        <p:spPr>
          <a:xfrm>
            <a:off x="5911778" y="2216472"/>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54" name="Rectangle 153">
            <a:extLst>
              <a:ext uri="{FF2B5EF4-FFF2-40B4-BE49-F238E27FC236}">
                <a16:creationId xmlns:a16="http://schemas.microsoft.com/office/drawing/2014/main" id="{C9D22ED9-B6A5-554B-BBBF-A22AF282AD98}"/>
              </a:ext>
            </a:extLst>
          </p:cNvPr>
          <p:cNvSpPr/>
          <p:nvPr/>
        </p:nvSpPr>
        <p:spPr>
          <a:xfrm>
            <a:off x="5269935" y="2216472"/>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55" name="Rectangle 154">
            <a:extLst>
              <a:ext uri="{FF2B5EF4-FFF2-40B4-BE49-F238E27FC236}">
                <a16:creationId xmlns:a16="http://schemas.microsoft.com/office/drawing/2014/main" id="{1E0B6AB8-81E7-4FED-C088-B781CB29C042}"/>
              </a:ext>
            </a:extLst>
          </p:cNvPr>
          <p:cNvSpPr/>
          <p:nvPr/>
        </p:nvSpPr>
        <p:spPr>
          <a:xfrm>
            <a:off x="4628092" y="2216472"/>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86" name="Rectangle 185">
            <a:extLst>
              <a:ext uri="{FF2B5EF4-FFF2-40B4-BE49-F238E27FC236}">
                <a16:creationId xmlns:a16="http://schemas.microsoft.com/office/drawing/2014/main" id="{006FD14E-3CDC-2A3C-A14B-B8077403D66B}"/>
              </a:ext>
            </a:extLst>
          </p:cNvPr>
          <p:cNvSpPr/>
          <p:nvPr/>
        </p:nvSpPr>
        <p:spPr>
          <a:xfrm>
            <a:off x="5269935" y="3026913"/>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87" name="Rectangle 186">
            <a:extLst>
              <a:ext uri="{FF2B5EF4-FFF2-40B4-BE49-F238E27FC236}">
                <a16:creationId xmlns:a16="http://schemas.microsoft.com/office/drawing/2014/main" id="{B83C96D7-C818-9279-0F1F-3B9D9D72C6AD}"/>
              </a:ext>
            </a:extLst>
          </p:cNvPr>
          <p:cNvSpPr/>
          <p:nvPr/>
        </p:nvSpPr>
        <p:spPr>
          <a:xfrm>
            <a:off x="9679739" y="3026913"/>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88" name="Rectangle 187">
            <a:extLst>
              <a:ext uri="{FF2B5EF4-FFF2-40B4-BE49-F238E27FC236}">
                <a16:creationId xmlns:a16="http://schemas.microsoft.com/office/drawing/2014/main" id="{3C31ECE2-B0DB-4BC5-9C8B-306CCD8716EE}"/>
              </a:ext>
            </a:extLst>
          </p:cNvPr>
          <p:cNvSpPr/>
          <p:nvPr/>
        </p:nvSpPr>
        <p:spPr>
          <a:xfrm>
            <a:off x="1084627" y="3026913"/>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Have the stakeholders that need to be involved in the policy development process been identified?</a:t>
            </a:r>
          </a:p>
        </p:txBody>
      </p:sp>
      <p:sp>
        <p:nvSpPr>
          <p:cNvPr id="189" name="Rectangle 188">
            <a:extLst>
              <a:ext uri="{FF2B5EF4-FFF2-40B4-BE49-F238E27FC236}">
                <a16:creationId xmlns:a16="http://schemas.microsoft.com/office/drawing/2014/main" id="{04440F3B-A8EE-5411-B2A9-CAE035D1A964}"/>
              </a:ext>
            </a:extLst>
          </p:cNvPr>
          <p:cNvSpPr/>
          <p:nvPr/>
        </p:nvSpPr>
        <p:spPr>
          <a:xfrm>
            <a:off x="6553622" y="3026913"/>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90" name="Rectangle 189">
            <a:extLst>
              <a:ext uri="{FF2B5EF4-FFF2-40B4-BE49-F238E27FC236}">
                <a16:creationId xmlns:a16="http://schemas.microsoft.com/office/drawing/2014/main" id="{B36A8CB6-3E7A-C4AF-C46E-406F1B83AF30}"/>
              </a:ext>
            </a:extLst>
          </p:cNvPr>
          <p:cNvSpPr/>
          <p:nvPr/>
        </p:nvSpPr>
        <p:spPr>
          <a:xfrm>
            <a:off x="5911778" y="3026913"/>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91" name="Rectangle 190">
            <a:extLst>
              <a:ext uri="{FF2B5EF4-FFF2-40B4-BE49-F238E27FC236}">
                <a16:creationId xmlns:a16="http://schemas.microsoft.com/office/drawing/2014/main" id="{1785462A-4A67-E880-B542-21327297BB8A}"/>
              </a:ext>
            </a:extLst>
          </p:cNvPr>
          <p:cNvSpPr/>
          <p:nvPr/>
        </p:nvSpPr>
        <p:spPr>
          <a:xfrm>
            <a:off x="4628092" y="3026911"/>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grpSp>
        <p:nvGrpSpPr>
          <p:cNvPr id="9" name="Group 8">
            <a:extLst>
              <a:ext uri="{FF2B5EF4-FFF2-40B4-BE49-F238E27FC236}">
                <a16:creationId xmlns:a16="http://schemas.microsoft.com/office/drawing/2014/main" id="{1E32EB7C-5DF6-26AD-3F95-AC1C1B6DE142}"/>
              </a:ext>
            </a:extLst>
          </p:cNvPr>
          <p:cNvGrpSpPr/>
          <p:nvPr/>
        </p:nvGrpSpPr>
        <p:grpSpPr>
          <a:xfrm>
            <a:off x="650782" y="3439343"/>
            <a:ext cx="10853304" cy="435582"/>
            <a:chOff x="650782" y="3439343"/>
            <a:chExt cx="10853304" cy="435582"/>
          </a:xfrm>
        </p:grpSpPr>
        <p:sp>
          <p:nvSpPr>
            <p:cNvPr id="136" name="Oval 135">
              <a:extLst>
                <a:ext uri="{FF2B5EF4-FFF2-40B4-BE49-F238E27FC236}">
                  <a16:creationId xmlns:a16="http://schemas.microsoft.com/office/drawing/2014/main" id="{A15F538E-F216-6A02-85CC-9157D4D8862F}"/>
                </a:ext>
              </a:extLst>
            </p:cNvPr>
            <p:cNvSpPr/>
            <p:nvPr/>
          </p:nvSpPr>
          <p:spPr>
            <a:xfrm>
              <a:off x="650782" y="3459289"/>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146" name="Oval 145">
              <a:extLst>
                <a:ext uri="{FF2B5EF4-FFF2-40B4-BE49-F238E27FC236}">
                  <a16:creationId xmlns:a16="http://schemas.microsoft.com/office/drawing/2014/main" id="{1E5D0DE8-76CD-FA93-8969-28449ACCEF81}"/>
                </a:ext>
              </a:extLst>
            </p:cNvPr>
            <p:cNvSpPr/>
            <p:nvPr/>
          </p:nvSpPr>
          <p:spPr>
            <a:xfrm>
              <a:off x="686849" y="3495357"/>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11</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192" name="Rectangle 191">
              <a:extLst>
                <a:ext uri="{FF2B5EF4-FFF2-40B4-BE49-F238E27FC236}">
                  <a16:creationId xmlns:a16="http://schemas.microsoft.com/office/drawing/2014/main" id="{6655303D-0AF7-A4CB-A3B1-61DE493D918C}"/>
                </a:ext>
              </a:extLst>
            </p:cNvPr>
            <p:cNvSpPr/>
            <p:nvPr/>
          </p:nvSpPr>
          <p:spPr>
            <a:xfrm>
              <a:off x="5269935" y="3482441"/>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93" name="Rectangle 192">
              <a:extLst>
                <a:ext uri="{FF2B5EF4-FFF2-40B4-BE49-F238E27FC236}">
                  <a16:creationId xmlns:a16="http://schemas.microsoft.com/office/drawing/2014/main" id="{7A363FA3-C947-D255-1D0A-1DE485D7A88E}"/>
                </a:ext>
              </a:extLst>
            </p:cNvPr>
            <p:cNvSpPr/>
            <p:nvPr/>
          </p:nvSpPr>
          <p:spPr>
            <a:xfrm>
              <a:off x="9679739" y="3482441"/>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94" name="Rectangle 193">
              <a:extLst>
                <a:ext uri="{FF2B5EF4-FFF2-40B4-BE49-F238E27FC236}">
                  <a16:creationId xmlns:a16="http://schemas.microsoft.com/office/drawing/2014/main" id="{3B13BA1E-2975-2F06-038F-25C0B5BFA018}"/>
                </a:ext>
              </a:extLst>
            </p:cNvPr>
            <p:cNvSpPr/>
            <p:nvPr/>
          </p:nvSpPr>
          <p:spPr>
            <a:xfrm>
              <a:off x="1084627" y="3482441"/>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Has the mechanism/process to involve stakeholders been detailed?</a:t>
              </a:r>
            </a:p>
          </p:txBody>
        </p:sp>
        <p:sp>
          <p:nvSpPr>
            <p:cNvPr id="195" name="Rectangle 194">
              <a:extLst>
                <a:ext uri="{FF2B5EF4-FFF2-40B4-BE49-F238E27FC236}">
                  <a16:creationId xmlns:a16="http://schemas.microsoft.com/office/drawing/2014/main" id="{A5756E5D-BC86-607C-3022-F0DB7628A85D}"/>
                </a:ext>
              </a:extLst>
            </p:cNvPr>
            <p:cNvSpPr/>
            <p:nvPr/>
          </p:nvSpPr>
          <p:spPr>
            <a:xfrm>
              <a:off x="6553622" y="3482441"/>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96" name="Rectangle 195">
              <a:extLst>
                <a:ext uri="{FF2B5EF4-FFF2-40B4-BE49-F238E27FC236}">
                  <a16:creationId xmlns:a16="http://schemas.microsoft.com/office/drawing/2014/main" id="{5D8850E6-FE66-0A0E-1539-6CEEBE28F7C0}"/>
                </a:ext>
              </a:extLst>
            </p:cNvPr>
            <p:cNvSpPr/>
            <p:nvPr/>
          </p:nvSpPr>
          <p:spPr>
            <a:xfrm>
              <a:off x="5911778" y="3482441"/>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97" name="Rectangle 196">
              <a:extLst>
                <a:ext uri="{FF2B5EF4-FFF2-40B4-BE49-F238E27FC236}">
                  <a16:creationId xmlns:a16="http://schemas.microsoft.com/office/drawing/2014/main" id="{F9E82676-03DF-110A-2AA1-84E0709A9DD1}"/>
                </a:ext>
              </a:extLst>
            </p:cNvPr>
            <p:cNvSpPr/>
            <p:nvPr/>
          </p:nvSpPr>
          <p:spPr>
            <a:xfrm>
              <a:off x="4628092" y="3482443"/>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cxnSp>
          <p:nvCxnSpPr>
            <p:cNvPr id="295" name="Straight Connector 294">
              <a:extLst>
                <a:ext uri="{FF2B5EF4-FFF2-40B4-BE49-F238E27FC236}">
                  <a16:creationId xmlns:a16="http://schemas.microsoft.com/office/drawing/2014/main" id="{B8A993E4-2C31-7605-F489-D5CB4FF05FFA}"/>
                </a:ext>
              </a:extLst>
            </p:cNvPr>
            <p:cNvCxnSpPr/>
            <p:nvPr/>
          </p:nvCxnSpPr>
          <p:spPr>
            <a:xfrm>
              <a:off x="1084627" y="3439343"/>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grpSp>
      <p:sp>
        <p:nvSpPr>
          <p:cNvPr id="5" name="Rectangle 4">
            <a:extLst>
              <a:ext uri="{FF2B5EF4-FFF2-40B4-BE49-F238E27FC236}">
                <a16:creationId xmlns:a16="http://schemas.microsoft.com/office/drawing/2014/main" id="{0BEE0141-E026-7A7A-A86E-6F883C1A911B}"/>
              </a:ext>
            </a:extLst>
          </p:cNvPr>
          <p:cNvSpPr/>
          <p:nvPr/>
        </p:nvSpPr>
        <p:spPr>
          <a:xfrm>
            <a:off x="1084628" y="1863424"/>
            <a:ext cx="10419459" cy="247322"/>
          </a:xfrm>
          <a:prstGeom prst="rect">
            <a:avLst/>
          </a:prstGeom>
          <a:solidFill>
            <a:schemeClr val="tx2">
              <a:lumMod val="20000"/>
              <a:lumOff val="8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73152" rIns="72000" bIns="73152"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Trebuchet MS"/>
                <a:ea typeface="+mn-ea"/>
                <a:cs typeface="+mn-cs"/>
              </a:rPr>
              <a:t>Alignment with broader policy landscape</a:t>
            </a:r>
          </a:p>
        </p:txBody>
      </p:sp>
      <p:grpSp>
        <p:nvGrpSpPr>
          <p:cNvPr id="10" name="Group 9">
            <a:extLst>
              <a:ext uri="{FF2B5EF4-FFF2-40B4-BE49-F238E27FC236}">
                <a16:creationId xmlns:a16="http://schemas.microsoft.com/office/drawing/2014/main" id="{FDB3EE26-B476-524A-07FC-688B4CB69D2F}"/>
              </a:ext>
            </a:extLst>
          </p:cNvPr>
          <p:cNvGrpSpPr/>
          <p:nvPr/>
        </p:nvGrpSpPr>
        <p:grpSpPr>
          <a:xfrm>
            <a:off x="650782" y="3896543"/>
            <a:ext cx="10853304" cy="435582"/>
            <a:chOff x="650782" y="3439343"/>
            <a:chExt cx="10853304" cy="435582"/>
          </a:xfrm>
        </p:grpSpPr>
        <p:sp>
          <p:nvSpPr>
            <p:cNvPr id="11" name="Oval 10">
              <a:extLst>
                <a:ext uri="{FF2B5EF4-FFF2-40B4-BE49-F238E27FC236}">
                  <a16:creationId xmlns:a16="http://schemas.microsoft.com/office/drawing/2014/main" id="{A2748DE7-0D93-A4E4-75C4-4A99A9DD493D}"/>
                </a:ext>
              </a:extLst>
            </p:cNvPr>
            <p:cNvSpPr/>
            <p:nvPr/>
          </p:nvSpPr>
          <p:spPr>
            <a:xfrm>
              <a:off x="650782" y="3459289"/>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12" name="Oval 11">
              <a:extLst>
                <a:ext uri="{FF2B5EF4-FFF2-40B4-BE49-F238E27FC236}">
                  <a16:creationId xmlns:a16="http://schemas.microsoft.com/office/drawing/2014/main" id="{D68DB7BC-CCBB-8894-489B-666684146E0C}"/>
                </a:ext>
              </a:extLst>
            </p:cNvPr>
            <p:cNvSpPr/>
            <p:nvPr/>
          </p:nvSpPr>
          <p:spPr>
            <a:xfrm>
              <a:off x="686849" y="3495357"/>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12</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13" name="Rectangle 12">
              <a:extLst>
                <a:ext uri="{FF2B5EF4-FFF2-40B4-BE49-F238E27FC236}">
                  <a16:creationId xmlns:a16="http://schemas.microsoft.com/office/drawing/2014/main" id="{9F855A88-4D9F-8C6B-F9C9-4818BD68E868}"/>
                </a:ext>
              </a:extLst>
            </p:cNvPr>
            <p:cNvSpPr/>
            <p:nvPr/>
          </p:nvSpPr>
          <p:spPr>
            <a:xfrm>
              <a:off x="5269935" y="3482441"/>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4" name="Rectangle 13">
              <a:extLst>
                <a:ext uri="{FF2B5EF4-FFF2-40B4-BE49-F238E27FC236}">
                  <a16:creationId xmlns:a16="http://schemas.microsoft.com/office/drawing/2014/main" id="{984FDF11-EFB6-86A2-ED74-40B04633C7DA}"/>
                </a:ext>
              </a:extLst>
            </p:cNvPr>
            <p:cNvSpPr/>
            <p:nvPr/>
          </p:nvSpPr>
          <p:spPr>
            <a:xfrm>
              <a:off x="9679739" y="3482441"/>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5" name="Rectangle 14">
              <a:extLst>
                <a:ext uri="{FF2B5EF4-FFF2-40B4-BE49-F238E27FC236}">
                  <a16:creationId xmlns:a16="http://schemas.microsoft.com/office/drawing/2014/main" id="{D1E021E5-7DB4-0CD3-5553-1DCC4B0A93E3}"/>
                </a:ext>
              </a:extLst>
            </p:cNvPr>
            <p:cNvSpPr/>
            <p:nvPr/>
          </p:nvSpPr>
          <p:spPr>
            <a:xfrm>
              <a:off x="1084627" y="3482441"/>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Is there a need to setup up a specific governance for this policy?</a:t>
              </a:r>
            </a:p>
          </p:txBody>
        </p:sp>
        <p:sp>
          <p:nvSpPr>
            <p:cNvPr id="16" name="Rectangle 15">
              <a:extLst>
                <a:ext uri="{FF2B5EF4-FFF2-40B4-BE49-F238E27FC236}">
                  <a16:creationId xmlns:a16="http://schemas.microsoft.com/office/drawing/2014/main" id="{EC47E52B-B4C5-3B70-BA77-EB86D6E119BE}"/>
                </a:ext>
              </a:extLst>
            </p:cNvPr>
            <p:cNvSpPr/>
            <p:nvPr/>
          </p:nvSpPr>
          <p:spPr>
            <a:xfrm>
              <a:off x="6553622" y="3482441"/>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7" name="Rectangle 16">
              <a:extLst>
                <a:ext uri="{FF2B5EF4-FFF2-40B4-BE49-F238E27FC236}">
                  <a16:creationId xmlns:a16="http://schemas.microsoft.com/office/drawing/2014/main" id="{C83B72B7-50FF-6AC7-39BC-16C14C636787}"/>
                </a:ext>
              </a:extLst>
            </p:cNvPr>
            <p:cNvSpPr/>
            <p:nvPr/>
          </p:nvSpPr>
          <p:spPr>
            <a:xfrm>
              <a:off x="5911778" y="3482441"/>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8" name="Rectangle 17">
              <a:extLst>
                <a:ext uri="{FF2B5EF4-FFF2-40B4-BE49-F238E27FC236}">
                  <a16:creationId xmlns:a16="http://schemas.microsoft.com/office/drawing/2014/main" id="{A584B93E-4275-9DB6-F25B-3E9D0C50E01B}"/>
                </a:ext>
              </a:extLst>
            </p:cNvPr>
            <p:cNvSpPr/>
            <p:nvPr/>
          </p:nvSpPr>
          <p:spPr>
            <a:xfrm>
              <a:off x="4628092" y="3482443"/>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cxnSp>
          <p:nvCxnSpPr>
            <p:cNvPr id="19" name="Straight Connector 18">
              <a:extLst>
                <a:ext uri="{FF2B5EF4-FFF2-40B4-BE49-F238E27FC236}">
                  <a16:creationId xmlns:a16="http://schemas.microsoft.com/office/drawing/2014/main" id="{C164B0A9-4F19-E175-868F-A366B6A6AF84}"/>
                </a:ext>
              </a:extLst>
            </p:cNvPr>
            <p:cNvCxnSpPr/>
            <p:nvPr/>
          </p:nvCxnSpPr>
          <p:spPr>
            <a:xfrm>
              <a:off x="1084627" y="3439343"/>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84290AFC-1C6E-C7FF-D211-9E9A20B11D93}"/>
              </a:ext>
            </a:extLst>
          </p:cNvPr>
          <p:cNvGrpSpPr/>
          <p:nvPr/>
        </p:nvGrpSpPr>
        <p:grpSpPr>
          <a:xfrm>
            <a:off x="650782" y="4353743"/>
            <a:ext cx="10853304" cy="435582"/>
            <a:chOff x="650782" y="3439343"/>
            <a:chExt cx="10853304" cy="435582"/>
          </a:xfrm>
        </p:grpSpPr>
        <p:sp>
          <p:nvSpPr>
            <p:cNvPr id="21" name="Oval 20">
              <a:extLst>
                <a:ext uri="{FF2B5EF4-FFF2-40B4-BE49-F238E27FC236}">
                  <a16:creationId xmlns:a16="http://schemas.microsoft.com/office/drawing/2014/main" id="{2E9C0CAB-6EE8-8673-79B9-780535C23B65}"/>
                </a:ext>
              </a:extLst>
            </p:cNvPr>
            <p:cNvSpPr/>
            <p:nvPr/>
          </p:nvSpPr>
          <p:spPr>
            <a:xfrm>
              <a:off x="650782" y="3459289"/>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22" name="Oval 21">
              <a:extLst>
                <a:ext uri="{FF2B5EF4-FFF2-40B4-BE49-F238E27FC236}">
                  <a16:creationId xmlns:a16="http://schemas.microsoft.com/office/drawing/2014/main" id="{09E99E80-4A99-1215-C849-31FC20129117}"/>
                </a:ext>
              </a:extLst>
            </p:cNvPr>
            <p:cNvSpPr/>
            <p:nvPr/>
          </p:nvSpPr>
          <p:spPr>
            <a:xfrm>
              <a:off x="686849" y="3495357"/>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13</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23" name="Rectangle 22">
              <a:extLst>
                <a:ext uri="{FF2B5EF4-FFF2-40B4-BE49-F238E27FC236}">
                  <a16:creationId xmlns:a16="http://schemas.microsoft.com/office/drawing/2014/main" id="{255F8EC7-4561-E08B-0E04-76938614F2CD}"/>
                </a:ext>
              </a:extLst>
            </p:cNvPr>
            <p:cNvSpPr/>
            <p:nvPr/>
          </p:nvSpPr>
          <p:spPr>
            <a:xfrm>
              <a:off x="5269935" y="3482441"/>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4" name="Rectangle 23">
              <a:extLst>
                <a:ext uri="{FF2B5EF4-FFF2-40B4-BE49-F238E27FC236}">
                  <a16:creationId xmlns:a16="http://schemas.microsoft.com/office/drawing/2014/main" id="{49E4EF79-174D-EF6E-CCD5-71A5051516CD}"/>
                </a:ext>
              </a:extLst>
            </p:cNvPr>
            <p:cNvSpPr/>
            <p:nvPr/>
          </p:nvSpPr>
          <p:spPr>
            <a:xfrm>
              <a:off x="9679739" y="3482441"/>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5" name="Rectangle 24">
              <a:extLst>
                <a:ext uri="{FF2B5EF4-FFF2-40B4-BE49-F238E27FC236}">
                  <a16:creationId xmlns:a16="http://schemas.microsoft.com/office/drawing/2014/main" id="{465257DB-56BC-3FED-7F27-68DE4F1DC5D6}"/>
                </a:ext>
              </a:extLst>
            </p:cNvPr>
            <p:cNvSpPr/>
            <p:nvPr/>
          </p:nvSpPr>
          <p:spPr>
            <a:xfrm>
              <a:off x="1084627" y="3482441"/>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If yes, has the governance been defined?</a:t>
              </a:r>
            </a:p>
          </p:txBody>
        </p:sp>
        <p:sp>
          <p:nvSpPr>
            <p:cNvPr id="26" name="Rectangle 25">
              <a:extLst>
                <a:ext uri="{FF2B5EF4-FFF2-40B4-BE49-F238E27FC236}">
                  <a16:creationId xmlns:a16="http://schemas.microsoft.com/office/drawing/2014/main" id="{346E38AE-A55C-3EFE-7EFC-2D395243703A}"/>
                </a:ext>
              </a:extLst>
            </p:cNvPr>
            <p:cNvSpPr/>
            <p:nvPr/>
          </p:nvSpPr>
          <p:spPr>
            <a:xfrm>
              <a:off x="6553622" y="3482441"/>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27" name="Rectangle 26">
              <a:extLst>
                <a:ext uri="{FF2B5EF4-FFF2-40B4-BE49-F238E27FC236}">
                  <a16:creationId xmlns:a16="http://schemas.microsoft.com/office/drawing/2014/main" id="{71E2D8B6-26E0-4BD8-4260-F3B9870D8AC2}"/>
                </a:ext>
              </a:extLst>
            </p:cNvPr>
            <p:cNvSpPr/>
            <p:nvPr/>
          </p:nvSpPr>
          <p:spPr>
            <a:xfrm>
              <a:off x="5911778" y="3482441"/>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8" name="Rectangle 27">
              <a:extLst>
                <a:ext uri="{FF2B5EF4-FFF2-40B4-BE49-F238E27FC236}">
                  <a16:creationId xmlns:a16="http://schemas.microsoft.com/office/drawing/2014/main" id="{3BA83692-8D8E-98AF-3BF0-C53F0DDE5E1E}"/>
                </a:ext>
              </a:extLst>
            </p:cNvPr>
            <p:cNvSpPr/>
            <p:nvPr/>
          </p:nvSpPr>
          <p:spPr>
            <a:xfrm>
              <a:off x="4628092" y="3482443"/>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cxnSp>
          <p:nvCxnSpPr>
            <p:cNvPr id="29" name="Straight Connector 28">
              <a:extLst>
                <a:ext uri="{FF2B5EF4-FFF2-40B4-BE49-F238E27FC236}">
                  <a16:creationId xmlns:a16="http://schemas.microsoft.com/office/drawing/2014/main" id="{DB94B673-C72A-6845-D134-29D204A13169}"/>
                </a:ext>
              </a:extLst>
            </p:cNvPr>
            <p:cNvCxnSpPr/>
            <p:nvPr/>
          </p:nvCxnSpPr>
          <p:spPr>
            <a:xfrm>
              <a:off x="1084627" y="3439343"/>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7500294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375B4-46FA-DE65-573A-1DD1451BEFCF}"/>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D566566-D0CB-4E91-FF9C-A29AD8E2A74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4" name="think-cell data - do not delete" hidden="1">
                        <a:extLst>
                          <a:ext uri="{FF2B5EF4-FFF2-40B4-BE49-F238E27FC236}">
                            <a16:creationId xmlns:a16="http://schemas.microsoft.com/office/drawing/2014/main" id="{8D566566-D0CB-4E91-FF9C-A29AD8E2A74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E369E6C8-BF6E-7072-F80A-3DE9B0519F5E}"/>
              </a:ext>
            </a:extLst>
          </p:cNvPr>
          <p:cNvSpPr>
            <a:spLocks noGrp="1"/>
          </p:cNvSpPr>
          <p:nvPr>
            <p:ph type="title"/>
          </p:nvPr>
        </p:nvSpPr>
        <p:spPr>
          <a:xfrm>
            <a:off x="630238" y="622300"/>
            <a:ext cx="11099944" cy="664797"/>
          </a:xfrm>
        </p:spPr>
        <p:txBody>
          <a:bodyPr vert="horz">
            <a:noAutofit/>
          </a:bodyPr>
          <a:lstStyle/>
          <a:p>
            <a:r>
              <a:rPr lang="en-US" dirty="0">
                <a:solidFill>
                  <a:srgbClr val="009A93"/>
                </a:solidFill>
              </a:rPr>
              <a:t>Deep dive| </a:t>
            </a:r>
            <a:r>
              <a:rPr lang="en-US" dirty="0"/>
              <a:t>Policy assessment and strategic alignment review (phase 2)  checklist (1/2)</a:t>
            </a:r>
          </a:p>
        </p:txBody>
      </p:sp>
      <p:sp>
        <p:nvSpPr>
          <p:cNvPr id="238" name="Oval 237">
            <a:extLst>
              <a:ext uri="{FF2B5EF4-FFF2-40B4-BE49-F238E27FC236}">
                <a16:creationId xmlns:a16="http://schemas.microsoft.com/office/drawing/2014/main" id="{9822AEF3-7E83-4FB8-8B3C-06368CF51EAC}"/>
              </a:ext>
            </a:extLst>
          </p:cNvPr>
          <p:cNvSpPr/>
          <p:nvPr/>
        </p:nvSpPr>
        <p:spPr>
          <a:xfrm>
            <a:off x="650782" y="6032530"/>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159" name="Oval 158">
            <a:extLst>
              <a:ext uri="{FF2B5EF4-FFF2-40B4-BE49-F238E27FC236}">
                <a16:creationId xmlns:a16="http://schemas.microsoft.com/office/drawing/2014/main" id="{6D5B3FAE-E2D1-46FA-B6E6-70807918E5E9}"/>
              </a:ext>
            </a:extLst>
          </p:cNvPr>
          <p:cNvSpPr/>
          <p:nvPr/>
        </p:nvSpPr>
        <p:spPr>
          <a:xfrm>
            <a:off x="650782" y="3904601"/>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145" name="Right Triangle 144">
            <a:extLst>
              <a:ext uri="{FF2B5EF4-FFF2-40B4-BE49-F238E27FC236}">
                <a16:creationId xmlns:a16="http://schemas.microsoft.com/office/drawing/2014/main" id="{1875593F-D8B5-44D8-BC80-78C9A102D91B}"/>
              </a:ext>
            </a:extLst>
          </p:cNvPr>
          <p:cNvSpPr/>
          <p:nvPr/>
        </p:nvSpPr>
        <p:spPr>
          <a:xfrm flipH="1">
            <a:off x="3713692"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46" name="Right Triangle 145">
            <a:extLst>
              <a:ext uri="{FF2B5EF4-FFF2-40B4-BE49-F238E27FC236}">
                <a16:creationId xmlns:a16="http://schemas.microsoft.com/office/drawing/2014/main" id="{E21EB0B9-6931-46CD-A598-02899122A877}"/>
              </a:ext>
            </a:extLst>
          </p:cNvPr>
          <p:cNvSpPr/>
          <p:nvPr/>
        </p:nvSpPr>
        <p:spPr>
          <a:xfrm flipH="1">
            <a:off x="4355535"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47" name="Right Triangle 146">
            <a:extLst>
              <a:ext uri="{FF2B5EF4-FFF2-40B4-BE49-F238E27FC236}">
                <a16:creationId xmlns:a16="http://schemas.microsoft.com/office/drawing/2014/main" id="{9D21B034-6CB7-456C-941B-036B1E282895}"/>
              </a:ext>
            </a:extLst>
          </p:cNvPr>
          <p:cNvSpPr/>
          <p:nvPr/>
        </p:nvSpPr>
        <p:spPr>
          <a:xfrm flipH="1">
            <a:off x="4997378"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48" name="Right Triangle 147">
            <a:extLst>
              <a:ext uri="{FF2B5EF4-FFF2-40B4-BE49-F238E27FC236}">
                <a16:creationId xmlns:a16="http://schemas.microsoft.com/office/drawing/2014/main" id="{8ED0C503-9A73-4C46-BA3F-A009323DC64B}"/>
              </a:ext>
            </a:extLst>
          </p:cNvPr>
          <p:cNvSpPr/>
          <p:nvPr/>
        </p:nvSpPr>
        <p:spPr>
          <a:xfrm flipH="1">
            <a:off x="5639221"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49" name="Right Triangle 148">
            <a:extLst>
              <a:ext uri="{FF2B5EF4-FFF2-40B4-BE49-F238E27FC236}">
                <a16:creationId xmlns:a16="http://schemas.microsoft.com/office/drawing/2014/main" id="{26FB76CC-1A38-4518-B0FD-A0FAD3B0FF68}"/>
              </a:ext>
            </a:extLst>
          </p:cNvPr>
          <p:cNvSpPr/>
          <p:nvPr/>
        </p:nvSpPr>
        <p:spPr>
          <a:xfrm flipH="1">
            <a:off x="8765339"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50" name="Rectangle: Single Corner Rounded 149">
            <a:extLst>
              <a:ext uri="{FF2B5EF4-FFF2-40B4-BE49-F238E27FC236}">
                <a16:creationId xmlns:a16="http://schemas.microsoft.com/office/drawing/2014/main" id="{5477A868-5D32-4420-A3C9-46A0A0EEBE9C}"/>
              </a:ext>
            </a:extLst>
          </p:cNvPr>
          <p:cNvSpPr/>
          <p:nvPr/>
        </p:nvSpPr>
        <p:spPr>
          <a:xfrm>
            <a:off x="1084627" y="1379918"/>
            <a:ext cx="3484198"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Trebuchet MS"/>
                <a:ea typeface="+mn-ea"/>
                <a:cs typeface="+mn-cs"/>
              </a:rPr>
              <a:t>Key questions</a:t>
            </a:r>
          </a:p>
        </p:txBody>
      </p:sp>
      <p:sp>
        <p:nvSpPr>
          <p:cNvPr id="151" name="Rectangle: Single Corner Rounded 150">
            <a:extLst>
              <a:ext uri="{FF2B5EF4-FFF2-40B4-BE49-F238E27FC236}">
                <a16:creationId xmlns:a16="http://schemas.microsoft.com/office/drawing/2014/main" id="{D38F54C3-0FD0-4305-8F6E-8C519E54F526}"/>
              </a:ext>
            </a:extLst>
          </p:cNvPr>
          <p:cNvSpPr/>
          <p:nvPr/>
        </p:nvSpPr>
        <p:spPr>
          <a:xfrm>
            <a:off x="6553621" y="1379918"/>
            <a:ext cx="3066850"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Additional information</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152" name="Rectangle: Single Corner Rounded 151">
            <a:extLst>
              <a:ext uri="{FF2B5EF4-FFF2-40B4-BE49-F238E27FC236}">
                <a16:creationId xmlns:a16="http://schemas.microsoft.com/office/drawing/2014/main" id="{B2D64F82-9808-4A1E-9819-F4EC62531BA7}"/>
              </a:ext>
            </a:extLst>
          </p:cNvPr>
          <p:cNvSpPr/>
          <p:nvPr/>
        </p:nvSpPr>
        <p:spPr>
          <a:xfrm>
            <a:off x="9679739" y="1379918"/>
            <a:ext cx="1824347"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Trebuchet MS"/>
                <a:ea typeface="+mn-ea"/>
                <a:cs typeface="+mn-cs"/>
              </a:rPr>
              <a:t>Supporting slide(s)</a:t>
            </a:r>
          </a:p>
        </p:txBody>
      </p:sp>
      <p:sp>
        <p:nvSpPr>
          <p:cNvPr id="153" name="Rectangle: Single Corner Rounded 152">
            <a:extLst>
              <a:ext uri="{FF2B5EF4-FFF2-40B4-BE49-F238E27FC236}">
                <a16:creationId xmlns:a16="http://schemas.microsoft.com/office/drawing/2014/main" id="{11BDDB35-7882-4FCD-8633-D0EC09692FE2}"/>
              </a:ext>
            </a:extLst>
          </p:cNvPr>
          <p:cNvSpPr/>
          <p:nvPr/>
        </p:nvSpPr>
        <p:spPr>
          <a:xfrm>
            <a:off x="5911778" y="1379918"/>
            <a:ext cx="582576"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N/A</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154" name="Rectangle: Single Corner Rounded 153">
            <a:extLst>
              <a:ext uri="{FF2B5EF4-FFF2-40B4-BE49-F238E27FC236}">
                <a16:creationId xmlns:a16="http://schemas.microsoft.com/office/drawing/2014/main" id="{E4AF1CDA-E45A-4A6F-A3D0-2DA4AE4055E0}"/>
              </a:ext>
            </a:extLst>
          </p:cNvPr>
          <p:cNvSpPr/>
          <p:nvPr/>
        </p:nvSpPr>
        <p:spPr>
          <a:xfrm>
            <a:off x="5269935" y="1379918"/>
            <a:ext cx="582576"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No </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155" name="Rectangle: Single Corner Rounded 154">
            <a:extLst>
              <a:ext uri="{FF2B5EF4-FFF2-40B4-BE49-F238E27FC236}">
                <a16:creationId xmlns:a16="http://schemas.microsoft.com/office/drawing/2014/main" id="{DEC2BC7A-C5C4-4E5E-A3D1-C083B473D2E8}"/>
              </a:ext>
            </a:extLst>
          </p:cNvPr>
          <p:cNvSpPr/>
          <p:nvPr/>
        </p:nvSpPr>
        <p:spPr>
          <a:xfrm>
            <a:off x="4628092" y="1379918"/>
            <a:ext cx="582576"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Yes </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156" name="Oval 155">
            <a:extLst>
              <a:ext uri="{FF2B5EF4-FFF2-40B4-BE49-F238E27FC236}">
                <a16:creationId xmlns:a16="http://schemas.microsoft.com/office/drawing/2014/main" id="{852FEF64-BC8C-4AD5-9D7E-410F1944C56E}"/>
              </a:ext>
            </a:extLst>
          </p:cNvPr>
          <p:cNvSpPr/>
          <p:nvPr/>
        </p:nvSpPr>
        <p:spPr>
          <a:xfrm>
            <a:off x="650782" y="2082485"/>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157" name="Oval 156">
            <a:extLst>
              <a:ext uri="{FF2B5EF4-FFF2-40B4-BE49-F238E27FC236}">
                <a16:creationId xmlns:a16="http://schemas.microsoft.com/office/drawing/2014/main" id="{D4DA2F9B-293F-4E8D-AD14-DBE287594CD0}"/>
              </a:ext>
            </a:extLst>
          </p:cNvPr>
          <p:cNvSpPr/>
          <p:nvPr/>
        </p:nvSpPr>
        <p:spPr>
          <a:xfrm>
            <a:off x="650782" y="2538014"/>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158" name="Oval 157">
            <a:extLst>
              <a:ext uri="{FF2B5EF4-FFF2-40B4-BE49-F238E27FC236}">
                <a16:creationId xmlns:a16="http://schemas.microsoft.com/office/drawing/2014/main" id="{2F0A3DE6-A5AA-4F13-8891-C3355CA762F2}"/>
              </a:ext>
            </a:extLst>
          </p:cNvPr>
          <p:cNvSpPr/>
          <p:nvPr/>
        </p:nvSpPr>
        <p:spPr>
          <a:xfrm>
            <a:off x="650782" y="2993543"/>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160" name="Oval 159">
            <a:extLst>
              <a:ext uri="{FF2B5EF4-FFF2-40B4-BE49-F238E27FC236}">
                <a16:creationId xmlns:a16="http://schemas.microsoft.com/office/drawing/2014/main" id="{7BEDE505-F677-4E19-A9D6-F14A1F4451EB}"/>
              </a:ext>
            </a:extLst>
          </p:cNvPr>
          <p:cNvSpPr/>
          <p:nvPr/>
        </p:nvSpPr>
        <p:spPr>
          <a:xfrm>
            <a:off x="650782" y="3449072"/>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161" name="Oval 160">
            <a:extLst>
              <a:ext uri="{FF2B5EF4-FFF2-40B4-BE49-F238E27FC236}">
                <a16:creationId xmlns:a16="http://schemas.microsoft.com/office/drawing/2014/main" id="{ABB7D1DB-E4E8-4DB1-8FBB-3B3DEE193537}"/>
              </a:ext>
            </a:extLst>
          </p:cNvPr>
          <p:cNvSpPr/>
          <p:nvPr/>
        </p:nvSpPr>
        <p:spPr>
          <a:xfrm>
            <a:off x="650782" y="5577001"/>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162" name="Oval 161">
            <a:extLst>
              <a:ext uri="{FF2B5EF4-FFF2-40B4-BE49-F238E27FC236}">
                <a16:creationId xmlns:a16="http://schemas.microsoft.com/office/drawing/2014/main" id="{002EBBAF-2BC2-436A-A4E5-A1254157016A}"/>
              </a:ext>
            </a:extLst>
          </p:cNvPr>
          <p:cNvSpPr/>
          <p:nvPr/>
        </p:nvSpPr>
        <p:spPr>
          <a:xfrm>
            <a:off x="650782" y="4665941"/>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163" name="Oval 162">
            <a:extLst>
              <a:ext uri="{FF2B5EF4-FFF2-40B4-BE49-F238E27FC236}">
                <a16:creationId xmlns:a16="http://schemas.microsoft.com/office/drawing/2014/main" id="{8C509050-5E62-4C74-BAEB-E53DEC007506}"/>
              </a:ext>
            </a:extLst>
          </p:cNvPr>
          <p:cNvSpPr/>
          <p:nvPr/>
        </p:nvSpPr>
        <p:spPr>
          <a:xfrm>
            <a:off x="650782" y="5121471"/>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164" name="Rectangle: Rounded Corners 163">
            <a:extLst>
              <a:ext uri="{FF2B5EF4-FFF2-40B4-BE49-F238E27FC236}">
                <a16:creationId xmlns:a16="http://schemas.microsoft.com/office/drawing/2014/main" id="{41E6E66D-D46E-4DB9-BF19-8642CD48E117}"/>
              </a:ext>
            </a:extLst>
          </p:cNvPr>
          <p:cNvSpPr/>
          <p:nvPr/>
        </p:nvSpPr>
        <p:spPr>
          <a:xfrm>
            <a:off x="849075" y="1765935"/>
            <a:ext cx="10714275" cy="4749832"/>
          </a:xfrm>
          <a:prstGeom prst="roundRect">
            <a:avLst>
              <a:gd name="adj" fmla="val 961"/>
            </a:avLst>
          </a:prstGeom>
          <a:solidFill>
            <a:srgbClr val="FFFFFF"/>
          </a:solidFill>
          <a:ln w="9525" cap="rnd" cmpd="sng" algn="ctr">
            <a:solidFill>
              <a:srgbClr val="9A9A9A"/>
            </a:solidFill>
            <a:prstDash val="sysDot"/>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67" name="Oval 166">
            <a:extLst>
              <a:ext uri="{FF2B5EF4-FFF2-40B4-BE49-F238E27FC236}">
                <a16:creationId xmlns:a16="http://schemas.microsoft.com/office/drawing/2014/main" id="{09BA51CC-10B1-4B29-9D6C-777E7FD6DC7B}"/>
              </a:ext>
            </a:extLst>
          </p:cNvPr>
          <p:cNvSpPr/>
          <p:nvPr/>
        </p:nvSpPr>
        <p:spPr>
          <a:xfrm>
            <a:off x="686849" y="2118553"/>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1</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169" name="Oval 168">
            <a:extLst>
              <a:ext uri="{FF2B5EF4-FFF2-40B4-BE49-F238E27FC236}">
                <a16:creationId xmlns:a16="http://schemas.microsoft.com/office/drawing/2014/main" id="{5A3B76AE-32FE-450E-8B1D-6BCD5E5A2A9B}"/>
              </a:ext>
            </a:extLst>
          </p:cNvPr>
          <p:cNvSpPr/>
          <p:nvPr/>
        </p:nvSpPr>
        <p:spPr>
          <a:xfrm>
            <a:off x="686849" y="2574081"/>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2</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171" name="Oval 170">
            <a:extLst>
              <a:ext uri="{FF2B5EF4-FFF2-40B4-BE49-F238E27FC236}">
                <a16:creationId xmlns:a16="http://schemas.microsoft.com/office/drawing/2014/main" id="{C361E5E4-5CD9-4933-982E-63130A50583E}"/>
              </a:ext>
            </a:extLst>
          </p:cNvPr>
          <p:cNvSpPr/>
          <p:nvPr/>
        </p:nvSpPr>
        <p:spPr>
          <a:xfrm>
            <a:off x="686849" y="3029610"/>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3</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173" name="Oval 172">
            <a:extLst>
              <a:ext uri="{FF2B5EF4-FFF2-40B4-BE49-F238E27FC236}">
                <a16:creationId xmlns:a16="http://schemas.microsoft.com/office/drawing/2014/main" id="{1F35D99B-89B4-4263-A13D-1BDE3F8403C4}"/>
              </a:ext>
            </a:extLst>
          </p:cNvPr>
          <p:cNvSpPr/>
          <p:nvPr/>
        </p:nvSpPr>
        <p:spPr>
          <a:xfrm>
            <a:off x="686849" y="3940669"/>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5</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175" name="Oval 174">
            <a:extLst>
              <a:ext uri="{FF2B5EF4-FFF2-40B4-BE49-F238E27FC236}">
                <a16:creationId xmlns:a16="http://schemas.microsoft.com/office/drawing/2014/main" id="{4A181F85-D1F0-4AFB-91A1-825341245328}"/>
              </a:ext>
            </a:extLst>
          </p:cNvPr>
          <p:cNvSpPr/>
          <p:nvPr/>
        </p:nvSpPr>
        <p:spPr>
          <a:xfrm>
            <a:off x="686849" y="3485140"/>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4</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177" name="Oval 176">
            <a:extLst>
              <a:ext uri="{FF2B5EF4-FFF2-40B4-BE49-F238E27FC236}">
                <a16:creationId xmlns:a16="http://schemas.microsoft.com/office/drawing/2014/main" id="{CC5D0841-8BA6-4A50-A1EF-C466C2E3120D}"/>
              </a:ext>
            </a:extLst>
          </p:cNvPr>
          <p:cNvSpPr/>
          <p:nvPr/>
        </p:nvSpPr>
        <p:spPr>
          <a:xfrm>
            <a:off x="686849" y="5613068"/>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8</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179" name="Oval 178">
            <a:extLst>
              <a:ext uri="{FF2B5EF4-FFF2-40B4-BE49-F238E27FC236}">
                <a16:creationId xmlns:a16="http://schemas.microsoft.com/office/drawing/2014/main" id="{5F2CF5FA-0F85-4A18-BFA8-EE035C7B137B}"/>
              </a:ext>
            </a:extLst>
          </p:cNvPr>
          <p:cNvSpPr/>
          <p:nvPr/>
        </p:nvSpPr>
        <p:spPr>
          <a:xfrm>
            <a:off x="686849" y="4702009"/>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6</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181" name="Oval 180">
            <a:extLst>
              <a:ext uri="{FF2B5EF4-FFF2-40B4-BE49-F238E27FC236}">
                <a16:creationId xmlns:a16="http://schemas.microsoft.com/office/drawing/2014/main" id="{4B97F531-903E-42E4-83B0-60873397157C}"/>
              </a:ext>
            </a:extLst>
          </p:cNvPr>
          <p:cNvSpPr/>
          <p:nvPr/>
        </p:nvSpPr>
        <p:spPr>
          <a:xfrm>
            <a:off x="686849" y="5157538"/>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7</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166" name="Rectangle 165">
            <a:extLst>
              <a:ext uri="{FF2B5EF4-FFF2-40B4-BE49-F238E27FC236}">
                <a16:creationId xmlns:a16="http://schemas.microsoft.com/office/drawing/2014/main" id="{B408D10A-3CF0-4EDC-A5C4-098257EB05A8}"/>
              </a:ext>
            </a:extLst>
          </p:cNvPr>
          <p:cNvSpPr/>
          <p:nvPr/>
        </p:nvSpPr>
        <p:spPr>
          <a:xfrm>
            <a:off x="1084628" y="4383283"/>
            <a:ext cx="10419459" cy="247322"/>
          </a:xfrm>
          <a:prstGeom prst="rect">
            <a:avLst/>
          </a:prstGeom>
          <a:solidFill>
            <a:schemeClr val="tx2">
              <a:lumMod val="20000"/>
              <a:lumOff val="8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73152" rIns="72000" bIns="73152"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Trebuchet MS"/>
                <a:ea typeface="+mn-ea"/>
                <a:cs typeface="+mn-cs"/>
              </a:rPr>
              <a:t>Implementation and operations</a:t>
            </a:r>
          </a:p>
        </p:txBody>
      </p:sp>
      <p:sp>
        <p:nvSpPr>
          <p:cNvPr id="225" name="Rectangle 224">
            <a:extLst>
              <a:ext uri="{FF2B5EF4-FFF2-40B4-BE49-F238E27FC236}">
                <a16:creationId xmlns:a16="http://schemas.microsoft.com/office/drawing/2014/main" id="{CD31C352-E1B1-4670-8EC0-E34CFD1B4E9B}"/>
              </a:ext>
            </a:extLst>
          </p:cNvPr>
          <p:cNvSpPr/>
          <p:nvPr/>
        </p:nvSpPr>
        <p:spPr>
          <a:xfrm>
            <a:off x="1084627" y="2105637"/>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Does the policy detail how will decision-making be split?</a:t>
            </a:r>
          </a:p>
        </p:txBody>
      </p:sp>
      <p:sp>
        <p:nvSpPr>
          <p:cNvPr id="226" name="Rectangle 225">
            <a:extLst>
              <a:ext uri="{FF2B5EF4-FFF2-40B4-BE49-F238E27FC236}">
                <a16:creationId xmlns:a16="http://schemas.microsoft.com/office/drawing/2014/main" id="{6D66E1E5-C72B-4239-B0A9-271FD87742A2}"/>
              </a:ext>
            </a:extLst>
          </p:cNvPr>
          <p:cNvSpPr/>
          <p:nvPr/>
        </p:nvSpPr>
        <p:spPr>
          <a:xfrm>
            <a:off x="6553622" y="2105637"/>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227" name="Rectangle 226">
            <a:extLst>
              <a:ext uri="{FF2B5EF4-FFF2-40B4-BE49-F238E27FC236}">
                <a16:creationId xmlns:a16="http://schemas.microsoft.com/office/drawing/2014/main" id="{A76D86D4-2D6E-4800-8DBA-5683A56298A6}"/>
              </a:ext>
            </a:extLst>
          </p:cNvPr>
          <p:cNvSpPr/>
          <p:nvPr/>
        </p:nvSpPr>
        <p:spPr>
          <a:xfrm>
            <a:off x="9679739" y="2105637"/>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28" name="Rectangle 227">
            <a:extLst>
              <a:ext uri="{FF2B5EF4-FFF2-40B4-BE49-F238E27FC236}">
                <a16:creationId xmlns:a16="http://schemas.microsoft.com/office/drawing/2014/main" id="{EE9BF016-5139-4FCC-B192-DFC19EF3ADED}"/>
              </a:ext>
            </a:extLst>
          </p:cNvPr>
          <p:cNvSpPr/>
          <p:nvPr/>
        </p:nvSpPr>
        <p:spPr>
          <a:xfrm>
            <a:off x="5911778" y="2105637"/>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29" name="Rectangle 228">
            <a:extLst>
              <a:ext uri="{FF2B5EF4-FFF2-40B4-BE49-F238E27FC236}">
                <a16:creationId xmlns:a16="http://schemas.microsoft.com/office/drawing/2014/main" id="{1FB1F5B3-ED96-461B-BEC2-A405C3CE5379}"/>
              </a:ext>
            </a:extLst>
          </p:cNvPr>
          <p:cNvSpPr/>
          <p:nvPr/>
        </p:nvSpPr>
        <p:spPr>
          <a:xfrm>
            <a:off x="5269935" y="2105637"/>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30" name="Rectangle 229">
            <a:extLst>
              <a:ext uri="{FF2B5EF4-FFF2-40B4-BE49-F238E27FC236}">
                <a16:creationId xmlns:a16="http://schemas.microsoft.com/office/drawing/2014/main" id="{9046BACE-76FC-4418-80B8-8D63C0BEB593}"/>
              </a:ext>
            </a:extLst>
          </p:cNvPr>
          <p:cNvSpPr/>
          <p:nvPr/>
        </p:nvSpPr>
        <p:spPr>
          <a:xfrm>
            <a:off x="4628092" y="2105637"/>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19" name="Rectangle 218">
            <a:extLst>
              <a:ext uri="{FF2B5EF4-FFF2-40B4-BE49-F238E27FC236}">
                <a16:creationId xmlns:a16="http://schemas.microsoft.com/office/drawing/2014/main" id="{941B3D58-5E47-4599-A1F4-C2F2F601AFF4}"/>
              </a:ext>
            </a:extLst>
          </p:cNvPr>
          <p:cNvSpPr/>
          <p:nvPr/>
        </p:nvSpPr>
        <p:spPr>
          <a:xfrm>
            <a:off x="5269935" y="2561166"/>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20" name="Rectangle 219">
            <a:extLst>
              <a:ext uri="{FF2B5EF4-FFF2-40B4-BE49-F238E27FC236}">
                <a16:creationId xmlns:a16="http://schemas.microsoft.com/office/drawing/2014/main" id="{EC8B8B66-3621-4443-9A9A-5B9694E6E250}"/>
              </a:ext>
            </a:extLst>
          </p:cNvPr>
          <p:cNvSpPr/>
          <p:nvPr/>
        </p:nvSpPr>
        <p:spPr>
          <a:xfrm>
            <a:off x="1084627" y="2561166"/>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Does the policy detail eligibility criteria, including exclusions from policy?</a:t>
            </a:r>
          </a:p>
        </p:txBody>
      </p:sp>
      <p:sp>
        <p:nvSpPr>
          <p:cNvPr id="221" name="Rectangle 220">
            <a:extLst>
              <a:ext uri="{FF2B5EF4-FFF2-40B4-BE49-F238E27FC236}">
                <a16:creationId xmlns:a16="http://schemas.microsoft.com/office/drawing/2014/main" id="{9226EE9E-14ED-4BF2-8D0D-8BC6D58D5135}"/>
              </a:ext>
            </a:extLst>
          </p:cNvPr>
          <p:cNvSpPr/>
          <p:nvPr/>
        </p:nvSpPr>
        <p:spPr>
          <a:xfrm>
            <a:off x="6553622" y="2561166"/>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222" name="Rectangle 221">
            <a:extLst>
              <a:ext uri="{FF2B5EF4-FFF2-40B4-BE49-F238E27FC236}">
                <a16:creationId xmlns:a16="http://schemas.microsoft.com/office/drawing/2014/main" id="{8A23418B-165B-4531-A14E-A400FFAC2261}"/>
              </a:ext>
            </a:extLst>
          </p:cNvPr>
          <p:cNvSpPr/>
          <p:nvPr/>
        </p:nvSpPr>
        <p:spPr>
          <a:xfrm>
            <a:off x="9679739" y="2561166"/>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23" name="Rectangle 222">
            <a:extLst>
              <a:ext uri="{FF2B5EF4-FFF2-40B4-BE49-F238E27FC236}">
                <a16:creationId xmlns:a16="http://schemas.microsoft.com/office/drawing/2014/main" id="{DC58100E-CFF2-46B1-A7A2-21C6E01BD5AF}"/>
              </a:ext>
            </a:extLst>
          </p:cNvPr>
          <p:cNvSpPr/>
          <p:nvPr/>
        </p:nvSpPr>
        <p:spPr>
          <a:xfrm>
            <a:off x="5911778" y="2561166"/>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24" name="Rectangle 223">
            <a:extLst>
              <a:ext uri="{FF2B5EF4-FFF2-40B4-BE49-F238E27FC236}">
                <a16:creationId xmlns:a16="http://schemas.microsoft.com/office/drawing/2014/main" id="{4C841A4A-DE58-40A1-90E9-2C2F03CB0E46}"/>
              </a:ext>
            </a:extLst>
          </p:cNvPr>
          <p:cNvSpPr/>
          <p:nvPr/>
        </p:nvSpPr>
        <p:spPr>
          <a:xfrm>
            <a:off x="4628092" y="2561166"/>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13" name="Rectangle 212">
            <a:extLst>
              <a:ext uri="{FF2B5EF4-FFF2-40B4-BE49-F238E27FC236}">
                <a16:creationId xmlns:a16="http://schemas.microsoft.com/office/drawing/2014/main" id="{3CFFE628-52E9-4D46-B7B5-33C22BA52D64}"/>
              </a:ext>
            </a:extLst>
          </p:cNvPr>
          <p:cNvSpPr/>
          <p:nvPr/>
        </p:nvSpPr>
        <p:spPr>
          <a:xfrm>
            <a:off x="5269935" y="3016696"/>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14" name="Rectangle 213">
            <a:extLst>
              <a:ext uri="{FF2B5EF4-FFF2-40B4-BE49-F238E27FC236}">
                <a16:creationId xmlns:a16="http://schemas.microsoft.com/office/drawing/2014/main" id="{245916BD-51A1-46AB-8D4E-82882E87B689}"/>
              </a:ext>
            </a:extLst>
          </p:cNvPr>
          <p:cNvSpPr/>
          <p:nvPr/>
        </p:nvSpPr>
        <p:spPr>
          <a:xfrm>
            <a:off x="1084627" y="3016696"/>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Is the policy approach properly detailed (e.g., spatial coverage, rate structure, etc.)</a:t>
            </a:r>
          </a:p>
        </p:txBody>
      </p:sp>
      <p:sp>
        <p:nvSpPr>
          <p:cNvPr id="215" name="Rectangle 214">
            <a:extLst>
              <a:ext uri="{FF2B5EF4-FFF2-40B4-BE49-F238E27FC236}">
                <a16:creationId xmlns:a16="http://schemas.microsoft.com/office/drawing/2014/main" id="{E08051B2-0E95-4680-94DB-BCBBD0839D41}"/>
              </a:ext>
            </a:extLst>
          </p:cNvPr>
          <p:cNvSpPr/>
          <p:nvPr/>
        </p:nvSpPr>
        <p:spPr>
          <a:xfrm>
            <a:off x="6553622" y="3016696"/>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216" name="Rectangle 215">
            <a:extLst>
              <a:ext uri="{FF2B5EF4-FFF2-40B4-BE49-F238E27FC236}">
                <a16:creationId xmlns:a16="http://schemas.microsoft.com/office/drawing/2014/main" id="{5DCB9629-7245-4CC1-9C7B-1C15A783EA1E}"/>
              </a:ext>
            </a:extLst>
          </p:cNvPr>
          <p:cNvSpPr/>
          <p:nvPr/>
        </p:nvSpPr>
        <p:spPr>
          <a:xfrm>
            <a:off x="9679739" y="3016696"/>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17" name="Rectangle 216">
            <a:extLst>
              <a:ext uri="{FF2B5EF4-FFF2-40B4-BE49-F238E27FC236}">
                <a16:creationId xmlns:a16="http://schemas.microsoft.com/office/drawing/2014/main" id="{8AAE419D-05A2-4389-8B96-3E92FC639E68}"/>
              </a:ext>
            </a:extLst>
          </p:cNvPr>
          <p:cNvSpPr/>
          <p:nvPr/>
        </p:nvSpPr>
        <p:spPr>
          <a:xfrm>
            <a:off x="5911778" y="3016696"/>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18" name="Rectangle 217">
            <a:extLst>
              <a:ext uri="{FF2B5EF4-FFF2-40B4-BE49-F238E27FC236}">
                <a16:creationId xmlns:a16="http://schemas.microsoft.com/office/drawing/2014/main" id="{467D7271-9E32-4186-86A0-DF7D28E43B6C}"/>
              </a:ext>
            </a:extLst>
          </p:cNvPr>
          <p:cNvSpPr/>
          <p:nvPr/>
        </p:nvSpPr>
        <p:spPr>
          <a:xfrm>
            <a:off x="4628092" y="3016696"/>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07" name="Rectangle 206">
            <a:extLst>
              <a:ext uri="{FF2B5EF4-FFF2-40B4-BE49-F238E27FC236}">
                <a16:creationId xmlns:a16="http://schemas.microsoft.com/office/drawing/2014/main" id="{AE13229D-6690-4BB8-AD80-763C3FC0FFB0}"/>
              </a:ext>
            </a:extLst>
          </p:cNvPr>
          <p:cNvSpPr/>
          <p:nvPr/>
        </p:nvSpPr>
        <p:spPr>
          <a:xfrm>
            <a:off x="5269935" y="3927755"/>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08" name="Rectangle 207">
            <a:extLst>
              <a:ext uri="{FF2B5EF4-FFF2-40B4-BE49-F238E27FC236}">
                <a16:creationId xmlns:a16="http://schemas.microsoft.com/office/drawing/2014/main" id="{4F1E51D3-003F-4134-8E35-E176D8FFF5A3}"/>
              </a:ext>
            </a:extLst>
          </p:cNvPr>
          <p:cNvSpPr/>
          <p:nvPr/>
        </p:nvSpPr>
        <p:spPr>
          <a:xfrm>
            <a:off x="1084627" y="3927755"/>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Has the policy's financial impact been detailed if applicable? </a:t>
            </a:r>
          </a:p>
        </p:txBody>
      </p:sp>
      <p:sp>
        <p:nvSpPr>
          <p:cNvPr id="209" name="Rectangle 208">
            <a:extLst>
              <a:ext uri="{FF2B5EF4-FFF2-40B4-BE49-F238E27FC236}">
                <a16:creationId xmlns:a16="http://schemas.microsoft.com/office/drawing/2014/main" id="{263DF1E1-8FB4-440C-AEAB-B82DFEA5D0AB}"/>
              </a:ext>
            </a:extLst>
          </p:cNvPr>
          <p:cNvSpPr/>
          <p:nvPr/>
        </p:nvSpPr>
        <p:spPr>
          <a:xfrm>
            <a:off x="6553622" y="3927755"/>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210" name="Rectangle 209">
            <a:extLst>
              <a:ext uri="{FF2B5EF4-FFF2-40B4-BE49-F238E27FC236}">
                <a16:creationId xmlns:a16="http://schemas.microsoft.com/office/drawing/2014/main" id="{F99A0D46-623D-4EC0-A0DA-03DF440547E0}"/>
              </a:ext>
            </a:extLst>
          </p:cNvPr>
          <p:cNvSpPr/>
          <p:nvPr/>
        </p:nvSpPr>
        <p:spPr>
          <a:xfrm>
            <a:off x="9679739" y="3927755"/>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11" name="Rectangle 210">
            <a:extLst>
              <a:ext uri="{FF2B5EF4-FFF2-40B4-BE49-F238E27FC236}">
                <a16:creationId xmlns:a16="http://schemas.microsoft.com/office/drawing/2014/main" id="{22266B8D-EABC-4128-A897-4EC8A4537E0E}"/>
              </a:ext>
            </a:extLst>
          </p:cNvPr>
          <p:cNvSpPr/>
          <p:nvPr/>
        </p:nvSpPr>
        <p:spPr>
          <a:xfrm>
            <a:off x="5911778" y="3927755"/>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12" name="Rectangle 211">
            <a:extLst>
              <a:ext uri="{FF2B5EF4-FFF2-40B4-BE49-F238E27FC236}">
                <a16:creationId xmlns:a16="http://schemas.microsoft.com/office/drawing/2014/main" id="{63A369E3-4336-4996-A2EC-13204FFB160E}"/>
              </a:ext>
            </a:extLst>
          </p:cNvPr>
          <p:cNvSpPr/>
          <p:nvPr/>
        </p:nvSpPr>
        <p:spPr>
          <a:xfrm>
            <a:off x="4628092" y="3927755"/>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01" name="Rectangle 200">
            <a:extLst>
              <a:ext uri="{FF2B5EF4-FFF2-40B4-BE49-F238E27FC236}">
                <a16:creationId xmlns:a16="http://schemas.microsoft.com/office/drawing/2014/main" id="{700A40F2-CAD2-40D9-9FF5-B59E88F8B2C5}"/>
              </a:ext>
            </a:extLst>
          </p:cNvPr>
          <p:cNvSpPr/>
          <p:nvPr/>
        </p:nvSpPr>
        <p:spPr>
          <a:xfrm>
            <a:off x="5269935" y="3472225"/>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02" name="Rectangle 201">
            <a:extLst>
              <a:ext uri="{FF2B5EF4-FFF2-40B4-BE49-F238E27FC236}">
                <a16:creationId xmlns:a16="http://schemas.microsoft.com/office/drawing/2014/main" id="{CE0AA6D3-71EE-4670-BECB-919E0CE35EF3}"/>
              </a:ext>
            </a:extLst>
          </p:cNvPr>
          <p:cNvSpPr/>
          <p:nvPr/>
        </p:nvSpPr>
        <p:spPr>
          <a:xfrm>
            <a:off x="1084627" y="3472225"/>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Has the policy's socio-economic impact been detailed by DSC? </a:t>
            </a:r>
          </a:p>
        </p:txBody>
      </p:sp>
      <p:sp>
        <p:nvSpPr>
          <p:cNvPr id="203" name="Rectangle 202">
            <a:extLst>
              <a:ext uri="{FF2B5EF4-FFF2-40B4-BE49-F238E27FC236}">
                <a16:creationId xmlns:a16="http://schemas.microsoft.com/office/drawing/2014/main" id="{6FA3D8C1-67AE-41F7-A5E5-C9BBF6F2E532}"/>
              </a:ext>
            </a:extLst>
          </p:cNvPr>
          <p:cNvSpPr/>
          <p:nvPr/>
        </p:nvSpPr>
        <p:spPr>
          <a:xfrm>
            <a:off x="6553622" y="3472225"/>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204" name="Rectangle 203">
            <a:extLst>
              <a:ext uri="{FF2B5EF4-FFF2-40B4-BE49-F238E27FC236}">
                <a16:creationId xmlns:a16="http://schemas.microsoft.com/office/drawing/2014/main" id="{9DDAB4E0-7E03-4404-BC3A-5BDE8DEB94F0}"/>
              </a:ext>
            </a:extLst>
          </p:cNvPr>
          <p:cNvSpPr/>
          <p:nvPr/>
        </p:nvSpPr>
        <p:spPr>
          <a:xfrm>
            <a:off x="9679739" y="3472225"/>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05" name="Rectangle 204">
            <a:extLst>
              <a:ext uri="{FF2B5EF4-FFF2-40B4-BE49-F238E27FC236}">
                <a16:creationId xmlns:a16="http://schemas.microsoft.com/office/drawing/2014/main" id="{EC4EBE97-1B11-46C4-9E4E-46A82773E602}"/>
              </a:ext>
            </a:extLst>
          </p:cNvPr>
          <p:cNvSpPr/>
          <p:nvPr/>
        </p:nvSpPr>
        <p:spPr>
          <a:xfrm>
            <a:off x="5911778" y="3472225"/>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06" name="Rectangle 205">
            <a:extLst>
              <a:ext uri="{FF2B5EF4-FFF2-40B4-BE49-F238E27FC236}">
                <a16:creationId xmlns:a16="http://schemas.microsoft.com/office/drawing/2014/main" id="{028FEB76-BAD1-461A-8A77-B12B9ACB96C9}"/>
              </a:ext>
            </a:extLst>
          </p:cNvPr>
          <p:cNvSpPr/>
          <p:nvPr/>
        </p:nvSpPr>
        <p:spPr>
          <a:xfrm>
            <a:off x="4628092" y="3472224"/>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95" name="Rectangle 194">
            <a:extLst>
              <a:ext uri="{FF2B5EF4-FFF2-40B4-BE49-F238E27FC236}">
                <a16:creationId xmlns:a16="http://schemas.microsoft.com/office/drawing/2014/main" id="{8F0505BE-2E33-4BE5-BFCE-8377C2B80737}"/>
              </a:ext>
            </a:extLst>
          </p:cNvPr>
          <p:cNvSpPr/>
          <p:nvPr/>
        </p:nvSpPr>
        <p:spPr>
          <a:xfrm>
            <a:off x="5269935" y="5600153"/>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96" name="Rectangle 195">
            <a:extLst>
              <a:ext uri="{FF2B5EF4-FFF2-40B4-BE49-F238E27FC236}">
                <a16:creationId xmlns:a16="http://schemas.microsoft.com/office/drawing/2014/main" id="{7F51688A-2C92-4620-AB14-63C7DCC3BC32}"/>
              </a:ext>
            </a:extLst>
          </p:cNvPr>
          <p:cNvSpPr/>
          <p:nvPr/>
        </p:nvSpPr>
        <p:spPr>
          <a:xfrm>
            <a:off x="9679739" y="5600153"/>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97" name="Rectangle 196">
            <a:extLst>
              <a:ext uri="{FF2B5EF4-FFF2-40B4-BE49-F238E27FC236}">
                <a16:creationId xmlns:a16="http://schemas.microsoft.com/office/drawing/2014/main" id="{40CA4267-59C0-4D2C-ABAD-D75AB67D929F}"/>
              </a:ext>
            </a:extLst>
          </p:cNvPr>
          <p:cNvSpPr/>
          <p:nvPr/>
        </p:nvSpPr>
        <p:spPr>
          <a:xfrm>
            <a:off x="1084627" y="5600153"/>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Is it clear how the policy will be rolled-out once approved (e.g., phased, nationwide, etc.)?</a:t>
            </a:r>
          </a:p>
        </p:txBody>
      </p:sp>
      <p:sp>
        <p:nvSpPr>
          <p:cNvPr id="198" name="Rectangle 197">
            <a:extLst>
              <a:ext uri="{FF2B5EF4-FFF2-40B4-BE49-F238E27FC236}">
                <a16:creationId xmlns:a16="http://schemas.microsoft.com/office/drawing/2014/main" id="{7163A514-FF4B-4983-8EC4-3F6E78B63A56}"/>
              </a:ext>
            </a:extLst>
          </p:cNvPr>
          <p:cNvSpPr/>
          <p:nvPr/>
        </p:nvSpPr>
        <p:spPr>
          <a:xfrm>
            <a:off x="6553621" y="5600153"/>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99" name="Rectangle 198">
            <a:extLst>
              <a:ext uri="{FF2B5EF4-FFF2-40B4-BE49-F238E27FC236}">
                <a16:creationId xmlns:a16="http://schemas.microsoft.com/office/drawing/2014/main" id="{0B51BFD4-ABC3-4E10-A4BF-75E2030DC160}"/>
              </a:ext>
            </a:extLst>
          </p:cNvPr>
          <p:cNvSpPr/>
          <p:nvPr/>
        </p:nvSpPr>
        <p:spPr>
          <a:xfrm>
            <a:off x="5911778" y="5600153"/>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00" name="Rectangle 199">
            <a:extLst>
              <a:ext uri="{FF2B5EF4-FFF2-40B4-BE49-F238E27FC236}">
                <a16:creationId xmlns:a16="http://schemas.microsoft.com/office/drawing/2014/main" id="{DB2B60EB-F273-48FE-955A-1BBAE4A81066}"/>
              </a:ext>
            </a:extLst>
          </p:cNvPr>
          <p:cNvSpPr/>
          <p:nvPr/>
        </p:nvSpPr>
        <p:spPr>
          <a:xfrm>
            <a:off x="4628092" y="5600153"/>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89" name="Rectangle 188">
            <a:extLst>
              <a:ext uri="{FF2B5EF4-FFF2-40B4-BE49-F238E27FC236}">
                <a16:creationId xmlns:a16="http://schemas.microsoft.com/office/drawing/2014/main" id="{4A8782BF-0E66-451A-BEA8-5CA651390CEF}"/>
              </a:ext>
            </a:extLst>
          </p:cNvPr>
          <p:cNvSpPr/>
          <p:nvPr/>
        </p:nvSpPr>
        <p:spPr>
          <a:xfrm>
            <a:off x="5269935" y="4689093"/>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90" name="Rectangle 189">
            <a:extLst>
              <a:ext uri="{FF2B5EF4-FFF2-40B4-BE49-F238E27FC236}">
                <a16:creationId xmlns:a16="http://schemas.microsoft.com/office/drawing/2014/main" id="{5280C02C-5EAD-4189-8F5F-7B2D14323FFB}"/>
              </a:ext>
            </a:extLst>
          </p:cNvPr>
          <p:cNvSpPr/>
          <p:nvPr/>
        </p:nvSpPr>
        <p:spPr>
          <a:xfrm>
            <a:off x="9679739" y="4689093"/>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91" name="Rectangle 190">
            <a:extLst>
              <a:ext uri="{FF2B5EF4-FFF2-40B4-BE49-F238E27FC236}">
                <a16:creationId xmlns:a16="http://schemas.microsoft.com/office/drawing/2014/main" id="{E707C744-CDA2-48BD-B396-C36AC695312B}"/>
              </a:ext>
            </a:extLst>
          </p:cNvPr>
          <p:cNvSpPr/>
          <p:nvPr/>
        </p:nvSpPr>
        <p:spPr>
          <a:xfrm>
            <a:off x="1084627" y="4689093"/>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Have all key policy enablers been considered and detailed, including pre-requisites and resources?</a:t>
            </a:r>
          </a:p>
        </p:txBody>
      </p:sp>
      <p:sp>
        <p:nvSpPr>
          <p:cNvPr id="192" name="Rectangle 191">
            <a:extLst>
              <a:ext uri="{FF2B5EF4-FFF2-40B4-BE49-F238E27FC236}">
                <a16:creationId xmlns:a16="http://schemas.microsoft.com/office/drawing/2014/main" id="{F4E05FEA-FF43-431E-B0DB-8742AE699400}"/>
              </a:ext>
            </a:extLst>
          </p:cNvPr>
          <p:cNvSpPr/>
          <p:nvPr/>
        </p:nvSpPr>
        <p:spPr>
          <a:xfrm>
            <a:off x="6553622" y="4689093"/>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93" name="Rectangle 192">
            <a:extLst>
              <a:ext uri="{FF2B5EF4-FFF2-40B4-BE49-F238E27FC236}">
                <a16:creationId xmlns:a16="http://schemas.microsoft.com/office/drawing/2014/main" id="{DA83C381-9274-4A52-99C6-6266D63438C3}"/>
              </a:ext>
            </a:extLst>
          </p:cNvPr>
          <p:cNvSpPr/>
          <p:nvPr/>
        </p:nvSpPr>
        <p:spPr>
          <a:xfrm>
            <a:off x="5911778" y="4689093"/>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94" name="Rectangle 193">
            <a:extLst>
              <a:ext uri="{FF2B5EF4-FFF2-40B4-BE49-F238E27FC236}">
                <a16:creationId xmlns:a16="http://schemas.microsoft.com/office/drawing/2014/main" id="{F3D5E367-4943-413E-A42E-FA054015A90F}"/>
              </a:ext>
            </a:extLst>
          </p:cNvPr>
          <p:cNvSpPr/>
          <p:nvPr/>
        </p:nvSpPr>
        <p:spPr>
          <a:xfrm>
            <a:off x="4628092" y="4689091"/>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83" name="Rectangle 182">
            <a:extLst>
              <a:ext uri="{FF2B5EF4-FFF2-40B4-BE49-F238E27FC236}">
                <a16:creationId xmlns:a16="http://schemas.microsoft.com/office/drawing/2014/main" id="{CE54E4CC-B2EE-4DB5-B617-F5570AED88CE}"/>
              </a:ext>
            </a:extLst>
          </p:cNvPr>
          <p:cNvSpPr/>
          <p:nvPr/>
        </p:nvSpPr>
        <p:spPr>
          <a:xfrm>
            <a:off x="5269935" y="5144621"/>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84" name="Rectangle 183">
            <a:extLst>
              <a:ext uri="{FF2B5EF4-FFF2-40B4-BE49-F238E27FC236}">
                <a16:creationId xmlns:a16="http://schemas.microsoft.com/office/drawing/2014/main" id="{E54A9C2D-B0DE-49BB-8D47-52BA7E45A45C}"/>
              </a:ext>
            </a:extLst>
          </p:cNvPr>
          <p:cNvSpPr/>
          <p:nvPr/>
        </p:nvSpPr>
        <p:spPr>
          <a:xfrm>
            <a:off x="9679739" y="5144621"/>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85" name="Rectangle 184">
            <a:extLst>
              <a:ext uri="{FF2B5EF4-FFF2-40B4-BE49-F238E27FC236}">
                <a16:creationId xmlns:a16="http://schemas.microsoft.com/office/drawing/2014/main" id="{AFD74601-95EC-41F1-961C-522BD3A8FF12}"/>
              </a:ext>
            </a:extLst>
          </p:cNvPr>
          <p:cNvSpPr/>
          <p:nvPr/>
        </p:nvSpPr>
        <p:spPr>
          <a:xfrm>
            <a:off x="1084627" y="5144621"/>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Does the policy detail the enforcement mechanisms to implement the policy?</a:t>
            </a:r>
          </a:p>
        </p:txBody>
      </p:sp>
      <p:sp>
        <p:nvSpPr>
          <p:cNvPr id="186" name="Rectangle 185">
            <a:extLst>
              <a:ext uri="{FF2B5EF4-FFF2-40B4-BE49-F238E27FC236}">
                <a16:creationId xmlns:a16="http://schemas.microsoft.com/office/drawing/2014/main" id="{7532E61D-352E-409E-824D-434F16D9749E}"/>
              </a:ext>
            </a:extLst>
          </p:cNvPr>
          <p:cNvSpPr/>
          <p:nvPr/>
        </p:nvSpPr>
        <p:spPr>
          <a:xfrm>
            <a:off x="6553622" y="5144621"/>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87" name="Rectangle 186">
            <a:extLst>
              <a:ext uri="{FF2B5EF4-FFF2-40B4-BE49-F238E27FC236}">
                <a16:creationId xmlns:a16="http://schemas.microsoft.com/office/drawing/2014/main" id="{58E18327-FC20-4295-875B-6D28FD7B029B}"/>
              </a:ext>
            </a:extLst>
          </p:cNvPr>
          <p:cNvSpPr/>
          <p:nvPr/>
        </p:nvSpPr>
        <p:spPr>
          <a:xfrm>
            <a:off x="5911778" y="5144621"/>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88" name="Rectangle 187">
            <a:extLst>
              <a:ext uri="{FF2B5EF4-FFF2-40B4-BE49-F238E27FC236}">
                <a16:creationId xmlns:a16="http://schemas.microsoft.com/office/drawing/2014/main" id="{8F453BC1-03A6-4193-8D0F-FBC66C529A5F}"/>
              </a:ext>
            </a:extLst>
          </p:cNvPr>
          <p:cNvSpPr/>
          <p:nvPr/>
        </p:nvSpPr>
        <p:spPr>
          <a:xfrm>
            <a:off x="4628092" y="5144623"/>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32" name="Rectangle 231">
            <a:extLst>
              <a:ext uri="{FF2B5EF4-FFF2-40B4-BE49-F238E27FC236}">
                <a16:creationId xmlns:a16="http://schemas.microsoft.com/office/drawing/2014/main" id="{03DC86E0-DD42-46F3-95D8-952B98027724}"/>
              </a:ext>
            </a:extLst>
          </p:cNvPr>
          <p:cNvSpPr/>
          <p:nvPr/>
        </p:nvSpPr>
        <p:spPr>
          <a:xfrm>
            <a:off x="5269935" y="6055682"/>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33" name="Rectangle 232">
            <a:extLst>
              <a:ext uri="{FF2B5EF4-FFF2-40B4-BE49-F238E27FC236}">
                <a16:creationId xmlns:a16="http://schemas.microsoft.com/office/drawing/2014/main" id="{98BEFF6F-7D64-4377-BD2A-AD1C0EFC592F}"/>
              </a:ext>
            </a:extLst>
          </p:cNvPr>
          <p:cNvSpPr/>
          <p:nvPr/>
        </p:nvSpPr>
        <p:spPr>
          <a:xfrm>
            <a:off x="9679739" y="6055682"/>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34" name="Rectangle 233">
            <a:extLst>
              <a:ext uri="{FF2B5EF4-FFF2-40B4-BE49-F238E27FC236}">
                <a16:creationId xmlns:a16="http://schemas.microsoft.com/office/drawing/2014/main" id="{7ABBA018-FFEF-4E29-9A31-72D28C6D1658}"/>
              </a:ext>
            </a:extLst>
          </p:cNvPr>
          <p:cNvSpPr/>
          <p:nvPr/>
        </p:nvSpPr>
        <p:spPr>
          <a:xfrm>
            <a:off x="1084627" y="6055682"/>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Are the tradeoffs/implications of implementing </a:t>
            </a:r>
            <a:br>
              <a:rPr kumimoji="0" lang="en-US" sz="1200" b="0" i="0" u="none" strike="noStrike" kern="1200" cap="none" spc="0" normalizeH="0" baseline="0" noProof="0" dirty="0">
                <a:ln>
                  <a:noFill/>
                </a:ln>
                <a:solidFill>
                  <a:srgbClr val="000000"/>
                </a:solidFill>
                <a:effectLst/>
                <a:uLnTx/>
                <a:uFillTx/>
                <a:latin typeface="Trebuchet MS"/>
                <a:ea typeface="+mn-ea"/>
                <a:cs typeface="+mn-cs"/>
              </a:rPr>
            </a:br>
            <a:r>
              <a:rPr kumimoji="0" lang="en-US" sz="1200" b="0" i="0" u="none" strike="noStrike" kern="1200" cap="none" spc="0" normalizeH="0" baseline="0" noProof="0" dirty="0">
                <a:ln>
                  <a:noFill/>
                </a:ln>
                <a:solidFill>
                  <a:srgbClr val="000000"/>
                </a:solidFill>
                <a:effectLst/>
                <a:uLnTx/>
                <a:uFillTx/>
                <a:latin typeface="Trebuchet MS"/>
                <a:ea typeface="+mn-ea"/>
                <a:cs typeface="+mn-cs"/>
              </a:rPr>
              <a:t>the policy considered?</a:t>
            </a:r>
          </a:p>
        </p:txBody>
      </p:sp>
      <p:sp>
        <p:nvSpPr>
          <p:cNvPr id="235" name="Rectangle 234">
            <a:extLst>
              <a:ext uri="{FF2B5EF4-FFF2-40B4-BE49-F238E27FC236}">
                <a16:creationId xmlns:a16="http://schemas.microsoft.com/office/drawing/2014/main" id="{56BB6A57-9B71-4FCA-AF3C-AD52AAC0046B}"/>
              </a:ext>
            </a:extLst>
          </p:cNvPr>
          <p:cNvSpPr/>
          <p:nvPr/>
        </p:nvSpPr>
        <p:spPr>
          <a:xfrm>
            <a:off x="6553621" y="6055682"/>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236" name="Rectangle 235">
            <a:extLst>
              <a:ext uri="{FF2B5EF4-FFF2-40B4-BE49-F238E27FC236}">
                <a16:creationId xmlns:a16="http://schemas.microsoft.com/office/drawing/2014/main" id="{104CC5C0-4D49-43B8-A19A-7F3D53539D23}"/>
              </a:ext>
            </a:extLst>
          </p:cNvPr>
          <p:cNvSpPr/>
          <p:nvPr/>
        </p:nvSpPr>
        <p:spPr>
          <a:xfrm>
            <a:off x="5911778" y="6055682"/>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37" name="Rectangle 236">
            <a:extLst>
              <a:ext uri="{FF2B5EF4-FFF2-40B4-BE49-F238E27FC236}">
                <a16:creationId xmlns:a16="http://schemas.microsoft.com/office/drawing/2014/main" id="{7FBF6DC1-FA6E-4A18-B72A-E7ACDE92EC8D}"/>
              </a:ext>
            </a:extLst>
          </p:cNvPr>
          <p:cNvSpPr/>
          <p:nvPr/>
        </p:nvSpPr>
        <p:spPr>
          <a:xfrm>
            <a:off x="4628092" y="6055681"/>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39" name="Oval 238">
            <a:extLst>
              <a:ext uri="{FF2B5EF4-FFF2-40B4-BE49-F238E27FC236}">
                <a16:creationId xmlns:a16="http://schemas.microsoft.com/office/drawing/2014/main" id="{E2B1D563-3EAD-4158-B6A0-B5058379EA6E}"/>
              </a:ext>
            </a:extLst>
          </p:cNvPr>
          <p:cNvSpPr/>
          <p:nvPr/>
        </p:nvSpPr>
        <p:spPr>
          <a:xfrm>
            <a:off x="686849" y="6068597"/>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9</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cxnSp>
        <p:nvCxnSpPr>
          <p:cNvPr id="241" name="Straight Connector 240">
            <a:extLst>
              <a:ext uri="{FF2B5EF4-FFF2-40B4-BE49-F238E27FC236}">
                <a16:creationId xmlns:a16="http://schemas.microsoft.com/office/drawing/2014/main" id="{160D0043-D8B5-4054-B756-E626E343445D}"/>
              </a:ext>
            </a:extLst>
          </p:cNvPr>
          <p:cNvCxnSpPr/>
          <p:nvPr/>
        </p:nvCxnSpPr>
        <p:spPr>
          <a:xfrm>
            <a:off x="1084627" y="3884656"/>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DF26CD96-C766-4E73-A898-A2AA9C188700}"/>
              </a:ext>
            </a:extLst>
          </p:cNvPr>
          <p:cNvCxnSpPr/>
          <p:nvPr/>
        </p:nvCxnSpPr>
        <p:spPr>
          <a:xfrm>
            <a:off x="1084627" y="3429126"/>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6A6F1C9C-F3FA-46F3-93A1-90DB4CCE093E}"/>
              </a:ext>
            </a:extLst>
          </p:cNvPr>
          <p:cNvCxnSpPr/>
          <p:nvPr/>
        </p:nvCxnSpPr>
        <p:spPr>
          <a:xfrm>
            <a:off x="1084627" y="2973597"/>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FF222A35-7490-437A-8B1A-E73898CFFDA1}"/>
              </a:ext>
            </a:extLst>
          </p:cNvPr>
          <p:cNvCxnSpPr/>
          <p:nvPr/>
        </p:nvCxnSpPr>
        <p:spPr>
          <a:xfrm>
            <a:off x="1084627" y="2518067"/>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8DA195C4-10E7-4CF7-B0F1-FE3D16AF0686}"/>
              </a:ext>
            </a:extLst>
          </p:cNvPr>
          <p:cNvCxnSpPr/>
          <p:nvPr/>
        </p:nvCxnSpPr>
        <p:spPr>
          <a:xfrm>
            <a:off x="1084627" y="5101523"/>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42189D8F-B960-4364-A28E-332324DC83F6}"/>
              </a:ext>
            </a:extLst>
          </p:cNvPr>
          <p:cNvCxnSpPr/>
          <p:nvPr/>
        </p:nvCxnSpPr>
        <p:spPr>
          <a:xfrm>
            <a:off x="1084627" y="5557053"/>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EA52A5D7-8A20-4A5A-8779-9F28F0EC926A}"/>
              </a:ext>
            </a:extLst>
          </p:cNvPr>
          <p:cNvCxnSpPr/>
          <p:nvPr/>
        </p:nvCxnSpPr>
        <p:spPr>
          <a:xfrm>
            <a:off x="1084627" y="6012584"/>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6FC87C2D-A7A3-8726-CF82-2B204ABDE1E2}"/>
              </a:ext>
            </a:extLst>
          </p:cNvPr>
          <p:cNvSpPr/>
          <p:nvPr/>
        </p:nvSpPr>
        <p:spPr>
          <a:xfrm>
            <a:off x="1084628" y="1789536"/>
            <a:ext cx="10419459" cy="247322"/>
          </a:xfrm>
          <a:prstGeom prst="rect">
            <a:avLst/>
          </a:prstGeom>
          <a:solidFill>
            <a:schemeClr val="tx2">
              <a:lumMod val="20000"/>
              <a:lumOff val="8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73152" rIns="72000" bIns="73152"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Trebuchet MS"/>
                <a:ea typeface="+mn-ea"/>
                <a:cs typeface="+mn-cs"/>
              </a:rPr>
              <a:t>Applicability and scope</a:t>
            </a:r>
          </a:p>
        </p:txBody>
      </p:sp>
    </p:spTree>
    <p:extLst>
      <p:ext uri="{BB962C8B-B14F-4D97-AF65-F5344CB8AC3E}">
        <p14:creationId xmlns:p14="http://schemas.microsoft.com/office/powerpoint/2010/main" val="6001215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3D94CAD1-F5F5-4092-8841-81A55544DC6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6" imgH="367" progId="TCLayout.ActiveDocument.1">
                  <p:embed/>
                </p:oleObj>
              </mc:Choice>
              <mc:Fallback>
                <p:oleObj name="think-cell Slide" r:id="rId3" imgW="366" imgH="367" progId="TCLayout.ActiveDocument.1">
                  <p:embed/>
                  <p:pic>
                    <p:nvPicPr>
                      <p:cNvPr id="9" name="think-cell data - do not delete" hidden="1">
                        <a:extLst>
                          <a:ext uri="{FF2B5EF4-FFF2-40B4-BE49-F238E27FC236}">
                            <a16:creationId xmlns:a16="http://schemas.microsoft.com/office/drawing/2014/main" id="{3D94CAD1-F5F5-4092-8841-81A55544DC6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Rounded Corners 3">
            <a:extLst>
              <a:ext uri="{FF2B5EF4-FFF2-40B4-BE49-F238E27FC236}">
                <a16:creationId xmlns:a16="http://schemas.microsoft.com/office/drawing/2014/main" id="{43495DB2-87AA-170D-E141-A4EF77CE9441}"/>
              </a:ext>
            </a:extLst>
          </p:cNvPr>
          <p:cNvSpPr/>
          <p:nvPr/>
        </p:nvSpPr>
        <p:spPr>
          <a:xfrm>
            <a:off x="849075" y="1765935"/>
            <a:ext cx="10714275" cy="4749832"/>
          </a:xfrm>
          <a:prstGeom prst="roundRect">
            <a:avLst>
              <a:gd name="adj" fmla="val 961"/>
            </a:avLst>
          </a:prstGeom>
          <a:solidFill>
            <a:srgbClr val="FFFFFF"/>
          </a:solidFill>
          <a:ln w="9525" cap="rnd" cmpd="sng" algn="ctr">
            <a:solidFill>
              <a:srgbClr val="9A9A9A"/>
            </a:solidFill>
            <a:prstDash val="sysDot"/>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2" name="Title 1">
            <a:extLst>
              <a:ext uri="{FF2B5EF4-FFF2-40B4-BE49-F238E27FC236}">
                <a16:creationId xmlns:a16="http://schemas.microsoft.com/office/drawing/2014/main" id="{64B19199-8786-430C-A6F8-C29F2B51377E}"/>
              </a:ext>
            </a:extLst>
          </p:cNvPr>
          <p:cNvSpPr>
            <a:spLocks noGrp="1"/>
          </p:cNvSpPr>
          <p:nvPr>
            <p:ph type="title"/>
          </p:nvPr>
        </p:nvSpPr>
        <p:spPr>
          <a:xfrm>
            <a:off x="630000" y="622800"/>
            <a:ext cx="10933350" cy="664797"/>
          </a:xfrm>
        </p:spPr>
        <p:txBody>
          <a:bodyPr vert="horz"/>
          <a:lstStyle/>
          <a:p>
            <a:r>
              <a:rPr lang="en-US" dirty="0">
                <a:solidFill>
                  <a:srgbClr val="009A93"/>
                </a:solidFill>
              </a:rPr>
              <a:t>Deep dive| </a:t>
            </a:r>
            <a:r>
              <a:rPr lang="en-US" dirty="0"/>
              <a:t>Policy assessment and strategic alignment review (phase 2)  checklist (2/2)</a:t>
            </a:r>
          </a:p>
        </p:txBody>
      </p:sp>
      <p:sp>
        <p:nvSpPr>
          <p:cNvPr id="153" name="Right Triangle 152">
            <a:extLst>
              <a:ext uri="{FF2B5EF4-FFF2-40B4-BE49-F238E27FC236}">
                <a16:creationId xmlns:a16="http://schemas.microsoft.com/office/drawing/2014/main" id="{4B794D4A-1775-4CB8-ADB5-04A644D1BFAD}"/>
              </a:ext>
            </a:extLst>
          </p:cNvPr>
          <p:cNvSpPr/>
          <p:nvPr/>
        </p:nvSpPr>
        <p:spPr>
          <a:xfrm flipH="1">
            <a:off x="3713692"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54" name="Right Triangle 153">
            <a:extLst>
              <a:ext uri="{FF2B5EF4-FFF2-40B4-BE49-F238E27FC236}">
                <a16:creationId xmlns:a16="http://schemas.microsoft.com/office/drawing/2014/main" id="{DAC0007F-B7C7-4954-9596-94483E86319B}"/>
              </a:ext>
            </a:extLst>
          </p:cNvPr>
          <p:cNvSpPr/>
          <p:nvPr/>
        </p:nvSpPr>
        <p:spPr>
          <a:xfrm flipH="1">
            <a:off x="4355535"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55" name="Right Triangle 154">
            <a:extLst>
              <a:ext uri="{FF2B5EF4-FFF2-40B4-BE49-F238E27FC236}">
                <a16:creationId xmlns:a16="http://schemas.microsoft.com/office/drawing/2014/main" id="{54DF0610-1564-4E8F-B3D3-FDCB0D3E22AE}"/>
              </a:ext>
            </a:extLst>
          </p:cNvPr>
          <p:cNvSpPr/>
          <p:nvPr/>
        </p:nvSpPr>
        <p:spPr>
          <a:xfrm flipH="1">
            <a:off x="4997378"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56" name="Right Triangle 155">
            <a:extLst>
              <a:ext uri="{FF2B5EF4-FFF2-40B4-BE49-F238E27FC236}">
                <a16:creationId xmlns:a16="http://schemas.microsoft.com/office/drawing/2014/main" id="{BCABC8E1-885F-49FC-921B-76C8EF0CDE64}"/>
              </a:ext>
            </a:extLst>
          </p:cNvPr>
          <p:cNvSpPr/>
          <p:nvPr/>
        </p:nvSpPr>
        <p:spPr>
          <a:xfrm flipH="1">
            <a:off x="5639221"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57" name="Right Triangle 156">
            <a:extLst>
              <a:ext uri="{FF2B5EF4-FFF2-40B4-BE49-F238E27FC236}">
                <a16:creationId xmlns:a16="http://schemas.microsoft.com/office/drawing/2014/main" id="{59E9CCDA-850D-42B5-8D14-586ECFE4824E}"/>
              </a:ext>
            </a:extLst>
          </p:cNvPr>
          <p:cNvSpPr/>
          <p:nvPr/>
        </p:nvSpPr>
        <p:spPr>
          <a:xfrm flipH="1">
            <a:off x="8765339"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0" name="Rectangle: Single Corner Rounded 9">
            <a:extLst>
              <a:ext uri="{FF2B5EF4-FFF2-40B4-BE49-F238E27FC236}">
                <a16:creationId xmlns:a16="http://schemas.microsoft.com/office/drawing/2014/main" id="{8B86C69E-0628-42A7-BC50-845784BE031F}"/>
              </a:ext>
            </a:extLst>
          </p:cNvPr>
          <p:cNvSpPr/>
          <p:nvPr/>
        </p:nvSpPr>
        <p:spPr>
          <a:xfrm>
            <a:off x="1084627" y="1379918"/>
            <a:ext cx="3484198"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lgn="ctr">
              <a:defRPr/>
            </a:pPr>
            <a:r>
              <a:rPr lang="en-US" sz="1600" dirty="0">
                <a:solidFill>
                  <a:prstClr val="white"/>
                </a:solidFill>
              </a:rPr>
              <a:t>Key questions</a:t>
            </a:r>
          </a:p>
        </p:txBody>
      </p:sp>
      <p:sp>
        <p:nvSpPr>
          <p:cNvPr id="14" name="Rectangle: Single Corner Rounded 13">
            <a:extLst>
              <a:ext uri="{FF2B5EF4-FFF2-40B4-BE49-F238E27FC236}">
                <a16:creationId xmlns:a16="http://schemas.microsoft.com/office/drawing/2014/main" id="{16B861F2-FC32-432B-9CBA-E0EC69643AEE}"/>
              </a:ext>
            </a:extLst>
          </p:cNvPr>
          <p:cNvSpPr/>
          <p:nvPr/>
        </p:nvSpPr>
        <p:spPr>
          <a:xfrm>
            <a:off x="6553621" y="1379918"/>
            <a:ext cx="3066850"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Additional information</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15" name="Rectangle: Single Corner Rounded 14">
            <a:extLst>
              <a:ext uri="{FF2B5EF4-FFF2-40B4-BE49-F238E27FC236}">
                <a16:creationId xmlns:a16="http://schemas.microsoft.com/office/drawing/2014/main" id="{C3EB872D-67FA-4D33-B584-4B06150A40C4}"/>
              </a:ext>
            </a:extLst>
          </p:cNvPr>
          <p:cNvSpPr/>
          <p:nvPr/>
        </p:nvSpPr>
        <p:spPr>
          <a:xfrm>
            <a:off x="9679739" y="1379918"/>
            <a:ext cx="1824347"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Trebuchet MS"/>
                <a:ea typeface="+mn-ea"/>
                <a:cs typeface="+mn-cs"/>
              </a:rPr>
              <a:t>Supporting slide(s)</a:t>
            </a:r>
          </a:p>
        </p:txBody>
      </p:sp>
      <p:sp>
        <p:nvSpPr>
          <p:cNvPr id="13" name="Rectangle: Single Corner Rounded 12">
            <a:extLst>
              <a:ext uri="{FF2B5EF4-FFF2-40B4-BE49-F238E27FC236}">
                <a16:creationId xmlns:a16="http://schemas.microsoft.com/office/drawing/2014/main" id="{7899E1B4-D3B3-4F09-BBE5-3EE67B24FAB1}"/>
              </a:ext>
            </a:extLst>
          </p:cNvPr>
          <p:cNvSpPr/>
          <p:nvPr/>
        </p:nvSpPr>
        <p:spPr>
          <a:xfrm>
            <a:off x="5911778" y="1379918"/>
            <a:ext cx="582576"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N/A</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12" name="Rectangle: Single Corner Rounded 11">
            <a:extLst>
              <a:ext uri="{FF2B5EF4-FFF2-40B4-BE49-F238E27FC236}">
                <a16:creationId xmlns:a16="http://schemas.microsoft.com/office/drawing/2014/main" id="{2C4E47A5-8DA3-4787-8B47-2F252F83FD00}"/>
              </a:ext>
            </a:extLst>
          </p:cNvPr>
          <p:cNvSpPr/>
          <p:nvPr/>
        </p:nvSpPr>
        <p:spPr>
          <a:xfrm>
            <a:off x="5269935" y="1379918"/>
            <a:ext cx="582576"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No </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11" name="Rectangle: Single Corner Rounded 10">
            <a:extLst>
              <a:ext uri="{FF2B5EF4-FFF2-40B4-BE49-F238E27FC236}">
                <a16:creationId xmlns:a16="http://schemas.microsoft.com/office/drawing/2014/main" id="{39B5B434-C408-403D-8D72-4F4A1385CA0B}"/>
              </a:ext>
            </a:extLst>
          </p:cNvPr>
          <p:cNvSpPr/>
          <p:nvPr/>
        </p:nvSpPr>
        <p:spPr>
          <a:xfrm>
            <a:off x="4628092" y="1379918"/>
            <a:ext cx="582576"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Yes </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5" name="Oval 4">
            <a:extLst>
              <a:ext uri="{FF2B5EF4-FFF2-40B4-BE49-F238E27FC236}">
                <a16:creationId xmlns:a16="http://schemas.microsoft.com/office/drawing/2014/main" id="{BB0C274C-0052-48D1-9B02-7C41F0BDAA54}"/>
              </a:ext>
            </a:extLst>
          </p:cNvPr>
          <p:cNvSpPr/>
          <p:nvPr/>
        </p:nvSpPr>
        <p:spPr>
          <a:xfrm>
            <a:off x="650782" y="2045535"/>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65" name="Oval 64">
            <a:extLst>
              <a:ext uri="{FF2B5EF4-FFF2-40B4-BE49-F238E27FC236}">
                <a16:creationId xmlns:a16="http://schemas.microsoft.com/office/drawing/2014/main" id="{A99B0AEB-165E-499C-9BBA-CA305DC8B9FF}"/>
              </a:ext>
            </a:extLst>
          </p:cNvPr>
          <p:cNvSpPr/>
          <p:nvPr/>
        </p:nvSpPr>
        <p:spPr>
          <a:xfrm>
            <a:off x="650782" y="2501064"/>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66" name="Oval 65">
            <a:extLst>
              <a:ext uri="{FF2B5EF4-FFF2-40B4-BE49-F238E27FC236}">
                <a16:creationId xmlns:a16="http://schemas.microsoft.com/office/drawing/2014/main" id="{F9252ACF-D9CD-4484-9B08-5EB42E7F8DE0}"/>
              </a:ext>
            </a:extLst>
          </p:cNvPr>
          <p:cNvSpPr/>
          <p:nvPr/>
        </p:nvSpPr>
        <p:spPr>
          <a:xfrm>
            <a:off x="650782" y="3048926"/>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70" name="Oval 69">
            <a:extLst>
              <a:ext uri="{FF2B5EF4-FFF2-40B4-BE49-F238E27FC236}">
                <a16:creationId xmlns:a16="http://schemas.microsoft.com/office/drawing/2014/main" id="{E5563002-C5BC-4196-A610-902854A0A03E}"/>
              </a:ext>
            </a:extLst>
          </p:cNvPr>
          <p:cNvSpPr/>
          <p:nvPr/>
        </p:nvSpPr>
        <p:spPr>
          <a:xfrm>
            <a:off x="650782" y="4339655"/>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67" name="Oval 66">
            <a:extLst>
              <a:ext uri="{FF2B5EF4-FFF2-40B4-BE49-F238E27FC236}">
                <a16:creationId xmlns:a16="http://schemas.microsoft.com/office/drawing/2014/main" id="{C81A210D-546D-49E8-8F98-A1609BAC1620}"/>
              </a:ext>
            </a:extLst>
          </p:cNvPr>
          <p:cNvSpPr/>
          <p:nvPr/>
        </p:nvSpPr>
        <p:spPr>
          <a:xfrm>
            <a:off x="650782" y="3884126"/>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73" name="Oval 72">
            <a:extLst>
              <a:ext uri="{FF2B5EF4-FFF2-40B4-BE49-F238E27FC236}">
                <a16:creationId xmlns:a16="http://schemas.microsoft.com/office/drawing/2014/main" id="{B7021FD8-1BA0-45AD-A356-6B0616BF66E3}"/>
              </a:ext>
            </a:extLst>
          </p:cNvPr>
          <p:cNvSpPr/>
          <p:nvPr/>
        </p:nvSpPr>
        <p:spPr>
          <a:xfrm>
            <a:off x="650782" y="6048998"/>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71" name="Oval 70">
            <a:extLst>
              <a:ext uri="{FF2B5EF4-FFF2-40B4-BE49-F238E27FC236}">
                <a16:creationId xmlns:a16="http://schemas.microsoft.com/office/drawing/2014/main" id="{3B2CBEFF-14AF-4F6A-A3AD-BBA3E8F94E42}"/>
              </a:ext>
            </a:extLst>
          </p:cNvPr>
          <p:cNvSpPr/>
          <p:nvPr/>
        </p:nvSpPr>
        <p:spPr>
          <a:xfrm>
            <a:off x="650782" y="4795185"/>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72" name="Oval 71">
            <a:extLst>
              <a:ext uri="{FF2B5EF4-FFF2-40B4-BE49-F238E27FC236}">
                <a16:creationId xmlns:a16="http://schemas.microsoft.com/office/drawing/2014/main" id="{DCD28260-3A66-40C3-88EE-1EBE9C03DEFE}"/>
              </a:ext>
            </a:extLst>
          </p:cNvPr>
          <p:cNvSpPr/>
          <p:nvPr/>
        </p:nvSpPr>
        <p:spPr>
          <a:xfrm>
            <a:off x="650782" y="5250714"/>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34" name="Rectangle 33">
            <a:extLst>
              <a:ext uri="{FF2B5EF4-FFF2-40B4-BE49-F238E27FC236}">
                <a16:creationId xmlns:a16="http://schemas.microsoft.com/office/drawing/2014/main" id="{D24CF019-17BE-49AB-9A00-FFD93A8F8AFB}"/>
              </a:ext>
            </a:extLst>
          </p:cNvPr>
          <p:cNvSpPr/>
          <p:nvPr/>
        </p:nvSpPr>
        <p:spPr>
          <a:xfrm>
            <a:off x="1084628" y="3619940"/>
            <a:ext cx="10419459" cy="247321"/>
          </a:xfrm>
          <a:prstGeom prst="rect">
            <a:avLst/>
          </a:prstGeom>
          <a:solidFill>
            <a:schemeClr val="tx2">
              <a:lumMod val="20000"/>
              <a:lumOff val="8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73152" rIns="72000" bIns="73152"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Trebuchet MS"/>
                <a:ea typeface="+mn-ea"/>
                <a:cs typeface="+mn-cs"/>
              </a:rPr>
              <a:t>Strategic alignment</a:t>
            </a:r>
          </a:p>
        </p:txBody>
      </p:sp>
      <p:sp>
        <p:nvSpPr>
          <p:cNvPr id="58" name="Rectangle 57">
            <a:extLst>
              <a:ext uri="{FF2B5EF4-FFF2-40B4-BE49-F238E27FC236}">
                <a16:creationId xmlns:a16="http://schemas.microsoft.com/office/drawing/2014/main" id="{E7070C60-8BAC-4341-8F6E-A281DFD46126}"/>
              </a:ext>
            </a:extLst>
          </p:cNvPr>
          <p:cNvSpPr/>
          <p:nvPr/>
        </p:nvSpPr>
        <p:spPr>
          <a:xfrm>
            <a:off x="1084628" y="5775575"/>
            <a:ext cx="10419459" cy="247321"/>
          </a:xfrm>
          <a:prstGeom prst="rect">
            <a:avLst/>
          </a:prstGeom>
          <a:solidFill>
            <a:schemeClr val="tx2">
              <a:lumMod val="20000"/>
              <a:lumOff val="8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73152" rIns="72000" bIns="73152"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Trebuchet MS"/>
                <a:ea typeface="+mn-ea"/>
                <a:cs typeface="+mn-cs"/>
              </a:rPr>
              <a:t>Other</a:t>
            </a:r>
            <a:endParaRPr kumimoji="0" lang="en-US" sz="1200" b="1" i="0" u="none" strike="noStrike" kern="1200" cap="none" spc="0" normalizeH="0" baseline="0" noProof="0" dirty="0">
              <a:ln>
                <a:noFill/>
              </a:ln>
              <a:solidFill>
                <a:srgbClr val="000000"/>
              </a:solidFill>
              <a:effectLst/>
              <a:uLnTx/>
              <a:uFillTx/>
              <a:latin typeface="Trebuchet MS"/>
              <a:ea typeface="+mn-ea"/>
              <a:cs typeface="+mn-cs"/>
            </a:endParaRPr>
          </a:p>
        </p:txBody>
      </p:sp>
      <p:sp>
        <p:nvSpPr>
          <p:cNvPr id="74" name="Oval 73">
            <a:extLst>
              <a:ext uri="{FF2B5EF4-FFF2-40B4-BE49-F238E27FC236}">
                <a16:creationId xmlns:a16="http://schemas.microsoft.com/office/drawing/2014/main" id="{3E88D1B6-6186-43AA-A052-7C9433DD0A3B}"/>
              </a:ext>
            </a:extLst>
          </p:cNvPr>
          <p:cNvSpPr/>
          <p:nvPr/>
        </p:nvSpPr>
        <p:spPr>
          <a:xfrm>
            <a:off x="686849" y="2081603"/>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10</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grpSp>
        <p:nvGrpSpPr>
          <p:cNvPr id="165" name="Group 164">
            <a:extLst>
              <a:ext uri="{FF2B5EF4-FFF2-40B4-BE49-F238E27FC236}">
                <a16:creationId xmlns:a16="http://schemas.microsoft.com/office/drawing/2014/main" id="{3F969760-0C2B-41B7-9B18-74CC126B0309}"/>
              </a:ext>
            </a:extLst>
          </p:cNvPr>
          <p:cNvGrpSpPr/>
          <p:nvPr/>
        </p:nvGrpSpPr>
        <p:grpSpPr>
          <a:xfrm>
            <a:off x="1084627" y="2068687"/>
            <a:ext cx="10419459" cy="369332"/>
            <a:chOff x="1084627" y="1849945"/>
            <a:chExt cx="10419459" cy="369332"/>
          </a:xfrm>
        </p:grpSpPr>
        <p:sp>
          <p:nvSpPr>
            <p:cNvPr id="16" name="Rectangle 15">
              <a:extLst>
                <a:ext uri="{FF2B5EF4-FFF2-40B4-BE49-F238E27FC236}">
                  <a16:creationId xmlns:a16="http://schemas.microsoft.com/office/drawing/2014/main" id="{6C9DD6BA-B600-4D3A-B6F5-0A695688AB39}"/>
                </a:ext>
              </a:extLst>
            </p:cNvPr>
            <p:cNvSpPr/>
            <p:nvPr/>
          </p:nvSpPr>
          <p:spPr>
            <a:xfrm>
              <a:off x="1084627" y="1849945"/>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Does the policy detail which KPIs will be</a:t>
              </a:r>
              <a:br>
                <a:rPr kumimoji="0" lang="en-US" sz="1200" b="0" i="0" u="none" strike="noStrike" kern="1200" cap="none" spc="0" normalizeH="0" baseline="0" noProof="0" dirty="0">
                  <a:ln>
                    <a:noFill/>
                  </a:ln>
                  <a:solidFill>
                    <a:srgbClr val="000000"/>
                  </a:solidFill>
                  <a:effectLst/>
                  <a:uLnTx/>
                  <a:uFillTx/>
                  <a:latin typeface="Trebuchet MS"/>
                  <a:ea typeface="+mn-ea"/>
                  <a:cs typeface="+mn-cs"/>
                </a:rPr>
              </a:br>
              <a:r>
                <a:rPr kumimoji="0" lang="en-US" sz="1200" b="0" i="0" u="none" strike="noStrike" kern="1200" cap="none" spc="0" normalizeH="0" baseline="0" noProof="0" dirty="0">
                  <a:ln>
                    <a:noFill/>
                  </a:ln>
                  <a:solidFill>
                    <a:srgbClr val="000000"/>
                  </a:solidFill>
                  <a:effectLst/>
                  <a:uLnTx/>
                  <a:uFillTx/>
                  <a:latin typeface="Trebuchet MS"/>
                  <a:ea typeface="+mn-ea"/>
                  <a:cs typeface="+mn-cs"/>
                </a:rPr>
                <a:t>monitored, how often, and by whom?</a:t>
              </a:r>
            </a:p>
          </p:txBody>
        </p:sp>
        <p:sp>
          <p:nvSpPr>
            <p:cNvPr id="87" name="Rectangle 86">
              <a:extLst>
                <a:ext uri="{FF2B5EF4-FFF2-40B4-BE49-F238E27FC236}">
                  <a16:creationId xmlns:a16="http://schemas.microsoft.com/office/drawing/2014/main" id="{568E90B6-C5B9-49EF-A9DA-B7D74A8994FC}"/>
                </a:ext>
              </a:extLst>
            </p:cNvPr>
            <p:cNvSpPr/>
            <p:nvPr/>
          </p:nvSpPr>
          <p:spPr>
            <a:xfrm>
              <a:off x="6553622" y="1849945"/>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02" name="Rectangle 101">
              <a:extLst>
                <a:ext uri="{FF2B5EF4-FFF2-40B4-BE49-F238E27FC236}">
                  <a16:creationId xmlns:a16="http://schemas.microsoft.com/office/drawing/2014/main" id="{B9EF569A-5112-4E4A-B173-B92D4E51462B}"/>
                </a:ext>
              </a:extLst>
            </p:cNvPr>
            <p:cNvSpPr/>
            <p:nvPr/>
          </p:nvSpPr>
          <p:spPr>
            <a:xfrm>
              <a:off x="9679739" y="1849945"/>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19" name="Rectangle 118">
              <a:extLst>
                <a:ext uri="{FF2B5EF4-FFF2-40B4-BE49-F238E27FC236}">
                  <a16:creationId xmlns:a16="http://schemas.microsoft.com/office/drawing/2014/main" id="{2CDC8690-9423-4752-ABAA-A24C916FD362}"/>
                </a:ext>
              </a:extLst>
            </p:cNvPr>
            <p:cNvSpPr/>
            <p:nvPr/>
          </p:nvSpPr>
          <p:spPr>
            <a:xfrm>
              <a:off x="5911778" y="1849945"/>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28" name="Rectangle 127">
              <a:extLst>
                <a:ext uri="{FF2B5EF4-FFF2-40B4-BE49-F238E27FC236}">
                  <a16:creationId xmlns:a16="http://schemas.microsoft.com/office/drawing/2014/main" id="{86DF2764-F495-40B9-9AD4-5D952D37102E}"/>
                </a:ext>
              </a:extLst>
            </p:cNvPr>
            <p:cNvSpPr/>
            <p:nvPr/>
          </p:nvSpPr>
          <p:spPr>
            <a:xfrm>
              <a:off x="5269935" y="1849945"/>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37" name="Rectangle 136">
              <a:extLst>
                <a:ext uri="{FF2B5EF4-FFF2-40B4-BE49-F238E27FC236}">
                  <a16:creationId xmlns:a16="http://schemas.microsoft.com/office/drawing/2014/main" id="{09DDBB74-C62B-476F-8123-9E69DB98E9BD}"/>
                </a:ext>
              </a:extLst>
            </p:cNvPr>
            <p:cNvSpPr/>
            <p:nvPr/>
          </p:nvSpPr>
          <p:spPr>
            <a:xfrm>
              <a:off x="4628092" y="1849945"/>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grpSp>
      <p:sp>
        <p:nvSpPr>
          <p:cNvPr id="75" name="Oval 74">
            <a:extLst>
              <a:ext uri="{FF2B5EF4-FFF2-40B4-BE49-F238E27FC236}">
                <a16:creationId xmlns:a16="http://schemas.microsoft.com/office/drawing/2014/main" id="{4011FE0D-0189-42B2-A687-B60B51B9048B}"/>
              </a:ext>
            </a:extLst>
          </p:cNvPr>
          <p:cNvSpPr/>
          <p:nvPr/>
        </p:nvSpPr>
        <p:spPr>
          <a:xfrm>
            <a:off x="686849" y="2537131"/>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11</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grpSp>
        <p:nvGrpSpPr>
          <p:cNvPr id="158" name="Group 157">
            <a:extLst>
              <a:ext uri="{FF2B5EF4-FFF2-40B4-BE49-F238E27FC236}">
                <a16:creationId xmlns:a16="http://schemas.microsoft.com/office/drawing/2014/main" id="{1D1562BE-B181-4B50-AF9C-398DDD9138DE}"/>
              </a:ext>
            </a:extLst>
          </p:cNvPr>
          <p:cNvGrpSpPr/>
          <p:nvPr/>
        </p:nvGrpSpPr>
        <p:grpSpPr>
          <a:xfrm>
            <a:off x="1084627" y="2524216"/>
            <a:ext cx="10419459" cy="369332"/>
            <a:chOff x="1084627" y="2322312"/>
            <a:chExt cx="10419459" cy="369332"/>
          </a:xfrm>
        </p:grpSpPr>
        <p:sp>
          <p:nvSpPr>
            <p:cNvPr id="129" name="Rectangle 128">
              <a:extLst>
                <a:ext uri="{FF2B5EF4-FFF2-40B4-BE49-F238E27FC236}">
                  <a16:creationId xmlns:a16="http://schemas.microsoft.com/office/drawing/2014/main" id="{BA1D80EC-5C20-4BB6-969E-7179756B1FB6}"/>
                </a:ext>
              </a:extLst>
            </p:cNvPr>
            <p:cNvSpPr/>
            <p:nvPr/>
          </p:nvSpPr>
          <p:spPr>
            <a:xfrm>
              <a:off x="5269935" y="2322312"/>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2" name="Rectangle 21">
              <a:extLst>
                <a:ext uri="{FF2B5EF4-FFF2-40B4-BE49-F238E27FC236}">
                  <a16:creationId xmlns:a16="http://schemas.microsoft.com/office/drawing/2014/main" id="{31EB974B-D921-47F3-B8A6-3F115DB784B0}"/>
                </a:ext>
              </a:extLst>
            </p:cNvPr>
            <p:cNvSpPr/>
            <p:nvPr/>
          </p:nvSpPr>
          <p:spPr>
            <a:xfrm>
              <a:off x="1084627" y="2322312"/>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Does the policy highlight how often will outcomes be disclosed (i.e., to leadership, public, etc.)?</a:t>
              </a:r>
            </a:p>
          </p:txBody>
        </p:sp>
        <p:sp>
          <p:nvSpPr>
            <p:cNvPr id="88" name="Rectangle 87">
              <a:extLst>
                <a:ext uri="{FF2B5EF4-FFF2-40B4-BE49-F238E27FC236}">
                  <a16:creationId xmlns:a16="http://schemas.microsoft.com/office/drawing/2014/main" id="{6DD064A9-61CB-48DF-B9BE-BF94ADA754FD}"/>
                </a:ext>
              </a:extLst>
            </p:cNvPr>
            <p:cNvSpPr/>
            <p:nvPr/>
          </p:nvSpPr>
          <p:spPr>
            <a:xfrm>
              <a:off x="6553622" y="2322312"/>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03" name="Rectangle 102">
              <a:extLst>
                <a:ext uri="{FF2B5EF4-FFF2-40B4-BE49-F238E27FC236}">
                  <a16:creationId xmlns:a16="http://schemas.microsoft.com/office/drawing/2014/main" id="{AAB2BC44-0474-4F53-A7F9-6C0DA5E38176}"/>
                </a:ext>
              </a:extLst>
            </p:cNvPr>
            <p:cNvSpPr/>
            <p:nvPr/>
          </p:nvSpPr>
          <p:spPr>
            <a:xfrm>
              <a:off x="9679739" y="2322312"/>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20" name="Rectangle 119">
              <a:extLst>
                <a:ext uri="{FF2B5EF4-FFF2-40B4-BE49-F238E27FC236}">
                  <a16:creationId xmlns:a16="http://schemas.microsoft.com/office/drawing/2014/main" id="{5C7FD000-9790-460A-BE1F-E08089922B4F}"/>
                </a:ext>
              </a:extLst>
            </p:cNvPr>
            <p:cNvSpPr/>
            <p:nvPr/>
          </p:nvSpPr>
          <p:spPr>
            <a:xfrm>
              <a:off x="5911778" y="2322312"/>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38" name="Rectangle 137">
              <a:extLst>
                <a:ext uri="{FF2B5EF4-FFF2-40B4-BE49-F238E27FC236}">
                  <a16:creationId xmlns:a16="http://schemas.microsoft.com/office/drawing/2014/main" id="{F0D88FF6-7F0B-4117-9CCD-7B29DD844BC0}"/>
                </a:ext>
              </a:extLst>
            </p:cNvPr>
            <p:cNvSpPr/>
            <p:nvPr/>
          </p:nvSpPr>
          <p:spPr>
            <a:xfrm>
              <a:off x="4628092" y="2322312"/>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grpSp>
      <p:sp>
        <p:nvSpPr>
          <p:cNvPr id="76" name="Oval 75">
            <a:extLst>
              <a:ext uri="{FF2B5EF4-FFF2-40B4-BE49-F238E27FC236}">
                <a16:creationId xmlns:a16="http://schemas.microsoft.com/office/drawing/2014/main" id="{1A7140BF-F1EF-4BA5-929E-1D6CB7AA1D34}"/>
              </a:ext>
            </a:extLst>
          </p:cNvPr>
          <p:cNvSpPr/>
          <p:nvPr/>
        </p:nvSpPr>
        <p:spPr>
          <a:xfrm>
            <a:off x="686849" y="3084994"/>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12</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130" name="Rectangle 129">
            <a:extLst>
              <a:ext uri="{FF2B5EF4-FFF2-40B4-BE49-F238E27FC236}">
                <a16:creationId xmlns:a16="http://schemas.microsoft.com/office/drawing/2014/main" id="{DC7D7D47-C9CE-42C3-BD24-1FC5B425989B}"/>
              </a:ext>
            </a:extLst>
          </p:cNvPr>
          <p:cNvSpPr/>
          <p:nvPr/>
        </p:nvSpPr>
        <p:spPr>
          <a:xfrm>
            <a:off x="5269935" y="2979745"/>
            <a:ext cx="582576" cy="553998"/>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8" name="Rectangle 27">
            <a:extLst>
              <a:ext uri="{FF2B5EF4-FFF2-40B4-BE49-F238E27FC236}">
                <a16:creationId xmlns:a16="http://schemas.microsoft.com/office/drawing/2014/main" id="{75E89159-A987-4935-8DE2-E92375F25B72}"/>
              </a:ext>
            </a:extLst>
          </p:cNvPr>
          <p:cNvSpPr/>
          <p:nvPr/>
        </p:nvSpPr>
        <p:spPr>
          <a:xfrm>
            <a:off x="1084627" y="2979745"/>
            <a:ext cx="3484198" cy="553998"/>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Is the review protocol outlined and detailed (e.g., formal process and timeline to review to rates,  eligibility criteria, etc. based on performance)</a:t>
            </a:r>
          </a:p>
        </p:txBody>
      </p:sp>
      <p:sp>
        <p:nvSpPr>
          <p:cNvPr id="96" name="Rectangle 95">
            <a:extLst>
              <a:ext uri="{FF2B5EF4-FFF2-40B4-BE49-F238E27FC236}">
                <a16:creationId xmlns:a16="http://schemas.microsoft.com/office/drawing/2014/main" id="{831FDB74-E66A-4EB1-B8F2-87844C6EFD0B}"/>
              </a:ext>
            </a:extLst>
          </p:cNvPr>
          <p:cNvSpPr/>
          <p:nvPr/>
        </p:nvSpPr>
        <p:spPr>
          <a:xfrm>
            <a:off x="6553622" y="2979745"/>
            <a:ext cx="3066850" cy="553998"/>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04" name="Rectangle 103">
            <a:extLst>
              <a:ext uri="{FF2B5EF4-FFF2-40B4-BE49-F238E27FC236}">
                <a16:creationId xmlns:a16="http://schemas.microsoft.com/office/drawing/2014/main" id="{4A1C2371-D474-4DB1-A662-EC55C43B6554}"/>
              </a:ext>
            </a:extLst>
          </p:cNvPr>
          <p:cNvSpPr/>
          <p:nvPr/>
        </p:nvSpPr>
        <p:spPr>
          <a:xfrm>
            <a:off x="9679739" y="2979745"/>
            <a:ext cx="1824347" cy="553998"/>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21" name="Rectangle 120">
            <a:extLst>
              <a:ext uri="{FF2B5EF4-FFF2-40B4-BE49-F238E27FC236}">
                <a16:creationId xmlns:a16="http://schemas.microsoft.com/office/drawing/2014/main" id="{C5493794-0CCC-4651-9E65-AB7C28BF78C9}"/>
              </a:ext>
            </a:extLst>
          </p:cNvPr>
          <p:cNvSpPr/>
          <p:nvPr/>
        </p:nvSpPr>
        <p:spPr>
          <a:xfrm>
            <a:off x="5911778" y="2979745"/>
            <a:ext cx="582576" cy="553998"/>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39" name="Rectangle 138">
            <a:extLst>
              <a:ext uri="{FF2B5EF4-FFF2-40B4-BE49-F238E27FC236}">
                <a16:creationId xmlns:a16="http://schemas.microsoft.com/office/drawing/2014/main" id="{B9542B79-2436-4390-A398-C2C3D7304827}"/>
              </a:ext>
            </a:extLst>
          </p:cNvPr>
          <p:cNvSpPr/>
          <p:nvPr/>
        </p:nvSpPr>
        <p:spPr>
          <a:xfrm>
            <a:off x="4628092" y="2979745"/>
            <a:ext cx="582576" cy="553998"/>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80" name="Oval 79">
            <a:extLst>
              <a:ext uri="{FF2B5EF4-FFF2-40B4-BE49-F238E27FC236}">
                <a16:creationId xmlns:a16="http://schemas.microsoft.com/office/drawing/2014/main" id="{66F78321-300D-4E20-B7B2-8DA51CD68A01}"/>
              </a:ext>
            </a:extLst>
          </p:cNvPr>
          <p:cNvSpPr/>
          <p:nvPr/>
        </p:nvSpPr>
        <p:spPr>
          <a:xfrm>
            <a:off x="686849" y="4375722"/>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14</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grpSp>
        <p:nvGrpSpPr>
          <p:cNvPr id="161" name="Group 160">
            <a:extLst>
              <a:ext uri="{FF2B5EF4-FFF2-40B4-BE49-F238E27FC236}">
                <a16:creationId xmlns:a16="http://schemas.microsoft.com/office/drawing/2014/main" id="{D31D85B0-C8DD-41F0-8BB6-1D78153748EB}"/>
              </a:ext>
            </a:extLst>
          </p:cNvPr>
          <p:cNvGrpSpPr/>
          <p:nvPr/>
        </p:nvGrpSpPr>
        <p:grpSpPr>
          <a:xfrm>
            <a:off x="1084627" y="4362807"/>
            <a:ext cx="10419459" cy="369332"/>
            <a:chOff x="1084627" y="4181827"/>
            <a:chExt cx="10419459" cy="369332"/>
          </a:xfrm>
        </p:grpSpPr>
        <p:sp>
          <p:nvSpPr>
            <p:cNvPr id="131" name="Rectangle 130">
              <a:extLst>
                <a:ext uri="{FF2B5EF4-FFF2-40B4-BE49-F238E27FC236}">
                  <a16:creationId xmlns:a16="http://schemas.microsoft.com/office/drawing/2014/main" id="{FA63E13B-9C30-4F35-955D-F725052474BF}"/>
                </a:ext>
              </a:extLst>
            </p:cNvPr>
            <p:cNvSpPr/>
            <p:nvPr/>
          </p:nvSpPr>
          <p:spPr>
            <a:xfrm>
              <a:off x="5269935" y="4181827"/>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40" name="Rectangle 39">
              <a:extLst>
                <a:ext uri="{FF2B5EF4-FFF2-40B4-BE49-F238E27FC236}">
                  <a16:creationId xmlns:a16="http://schemas.microsoft.com/office/drawing/2014/main" id="{69153E3E-D17C-4586-B44C-E16A260CA24E}"/>
                </a:ext>
              </a:extLst>
            </p:cNvPr>
            <p:cNvSpPr/>
            <p:nvPr/>
          </p:nvSpPr>
          <p:spPr>
            <a:xfrm>
              <a:off x="1084627" y="4181827"/>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Is the policy aligned with the Ministry’s priorities/ strategic objectives or reform agenda?</a:t>
              </a:r>
            </a:p>
          </p:txBody>
        </p:sp>
        <p:sp>
          <p:nvSpPr>
            <p:cNvPr id="97" name="Rectangle 96">
              <a:extLst>
                <a:ext uri="{FF2B5EF4-FFF2-40B4-BE49-F238E27FC236}">
                  <a16:creationId xmlns:a16="http://schemas.microsoft.com/office/drawing/2014/main" id="{2D466795-4DD2-4FA4-8AC5-8A47CAE7A084}"/>
                </a:ext>
              </a:extLst>
            </p:cNvPr>
            <p:cNvSpPr/>
            <p:nvPr/>
          </p:nvSpPr>
          <p:spPr>
            <a:xfrm>
              <a:off x="6553622" y="4181827"/>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05" name="Rectangle 104">
              <a:extLst>
                <a:ext uri="{FF2B5EF4-FFF2-40B4-BE49-F238E27FC236}">
                  <a16:creationId xmlns:a16="http://schemas.microsoft.com/office/drawing/2014/main" id="{F3DC9E09-B2F8-4BBA-A0EC-2E92E2C8DE47}"/>
                </a:ext>
              </a:extLst>
            </p:cNvPr>
            <p:cNvSpPr/>
            <p:nvPr/>
          </p:nvSpPr>
          <p:spPr>
            <a:xfrm>
              <a:off x="9679739" y="4181827"/>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22" name="Rectangle 121">
              <a:extLst>
                <a:ext uri="{FF2B5EF4-FFF2-40B4-BE49-F238E27FC236}">
                  <a16:creationId xmlns:a16="http://schemas.microsoft.com/office/drawing/2014/main" id="{1879B289-BD68-40C9-A833-11409501DF6A}"/>
                </a:ext>
              </a:extLst>
            </p:cNvPr>
            <p:cNvSpPr/>
            <p:nvPr/>
          </p:nvSpPr>
          <p:spPr>
            <a:xfrm>
              <a:off x="5911778" y="4181827"/>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40" name="Rectangle 139">
              <a:extLst>
                <a:ext uri="{FF2B5EF4-FFF2-40B4-BE49-F238E27FC236}">
                  <a16:creationId xmlns:a16="http://schemas.microsoft.com/office/drawing/2014/main" id="{91F0B4BA-A1E1-43DF-AE1C-1BEF29B1318D}"/>
                </a:ext>
              </a:extLst>
            </p:cNvPr>
            <p:cNvSpPr/>
            <p:nvPr/>
          </p:nvSpPr>
          <p:spPr>
            <a:xfrm>
              <a:off x="4628092" y="4181827"/>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grpSp>
      <p:sp>
        <p:nvSpPr>
          <p:cNvPr id="79" name="Oval 78">
            <a:extLst>
              <a:ext uri="{FF2B5EF4-FFF2-40B4-BE49-F238E27FC236}">
                <a16:creationId xmlns:a16="http://schemas.microsoft.com/office/drawing/2014/main" id="{201B6542-2D09-4D63-9FBD-758CEFBB266D}"/>
              </a:ext>
            </a:extLst>
          </p:cNvPr>
          <p:cNvSpPr/>
          <p:nvPr/>
        </p:nvSpPr>
        <p:spPr>
          <a:xfrm>
            <a:off x="686849" y="3920193"/>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13</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grpSp>
        <p:nvGrpSpPr>
          <p:cNvPr id="160" name="Group 159">
            <a:extLst>
              <a:ext uri="{FF2B5EF4-FFF2-40B4-BE49-F238E27FC236}">
                <a16:creationId xmlns:a16="http://schemas.microsoft.com/office/drawing/2014/main" id="{833D908B-9B85-423E-A7F2-2CE39A50B2BA}"/>
              </a:ext>
            </a:extLst>
          </p:cNvPr>
          <p:cNvGrpSpPr/>
          <p:nvPr/>
        </p:nvGrpSpPr>
        <p:grpSpPr>
          <a:xfrm>
            <a:off x="1084627" y="3907278"/>
            <a:ext cx="10419459" cy="369332"/>
            <a:chOff x="1084627" y="3709459"/>
            <a:chExt cx="10419459" cy="369332"/>
          </a:xfrm>
        </p:grpSpPr>
        <p:sp>
          <p:nvSpPr>
            <p:cNvPr id="132" name="Rectangle 131">
              <a:extLst>
                <a:ext uri="{FF2B5EF4-FFF2-40B4-BE49-F238E27FC236}">
                  <a16:creationId xmlns:a16="http://schemas.microsoft.com/office/drawing/2014/main" id="{586C6B97-6CC8-4911-90C0-B0715DAE1B76}"/>
                </a:ext>
              </a:extLst>
            </p:cNvPr>
            <p:cNvSpPr/>
            <p:nvPr/>
          </p:nvSpPr>
          <p:spPr>
            <a:xfrm>
              <a:off x="5269935" y="3709459"/>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59" name="Rectangle 58">
              <a:extLst>
                <a:ext uri="{FF2B5EF4-FFF2-40B4-BE49-F238E27FC236}">
                  <a16:creationId xmlns:a16="http://schemas.microsoft.com/office/drawing/2014/main" id="{8CAF7A25-CC2A-494B-84FD-745EC7E96E29}"/>
                </a:ext>
              </a:extLst>
            </p:cNvPr>
            <p:cNvSpPr/>
            <p:nvPr/>
          </p:nvSpPr>
          <p:spPr>
            <a:xfrm>
              <a:off x="1084627" y="3709459"/>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Does the policy align with existing national or sectoral strategies (e.g., Vision 2030)?</a:t>
              </a:r>
            </a:p>
          </p:txBody>
        </p:sp>
        <p:sp>
          <p:nvSpPr>
            <p:cNvPr id="98" name="Rectangle 97">
              <a:extLst>
                <a:ext uri="{FF2B5EF4-FFF2-40B4-BE49-F238E27FC236}">
                  <a16:creationId xmlns:a16="http://schemas.microsoft.com/office/drawing/2014/main" id="{55FA8AD9-5AAF-4FB7-B8FB-9F112E6A0EC8}"/>
                </a:ext>
              </a:extLst>
            </p:cNvPr>
            <p:cNvSpPr/>
            <p:nvPr/>
          </p:nvSpPr>
          <p:spPr>
            <a:xfrm>
              <a:off x="6553622" y="3709459"/>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06" name="Rectangle 105">
              <a:extLst>
                <a:ext uri="{FF2B5EF4-FFF2-40B4-BE49-F238E27FC236}">
                  <a16:creationId xmlns:a16="http://schemas.microsoft.com/office/drawing/2014/main" id="{7A81F885-B426-4D11-973B-A27BAF70A9B7}"/>
                </a:ext>
              </a:extLst>
            </p:cNvPr>
            <p:cNvSpPr/>
            <p:nvPr/>
          </p:nvSpPr>
          <p:spPr>
            <a:xfrm>
              <a:off x="9679739" y="3709459"/>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23" name="Rectangle 122">
              <a:extLst>
                <a:ext uri="{FF2B5EF4-FFF2-40B4-BE49-F238E27FC236}">
                  <a16:creationId xmlns:a16="http://schemas.microsoft.com/office/drawing/2014/main" id="{8AB44845-02CC-471F-A80D-D173A355E770}"/>
                </a:ext>
              </a:extLst>
            </p:cNvPr>
            <p:cNvSpPr/>
            <p:nvPr/>
          </p:nvSpPr>
          <p:spPr>
            <a:xfrm>
              <a:off x="5911778" y="3709459"/>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41" name="Rectangle 140">
              <a:extLst>
                <a:ext uri="{FF2B5EF4-FFF2-40B4-BE49-F238E27FC236}">
                  <a16:creationId xmlns:a16="http://schemas.microsoft.com/office/drawing/2014/main" id="{4EF05D2C-A1DB-4DEE-B3DF-9C3C23D5F19C}"/>
                </a:ext>
              </a:extLst>
            </p:cNvPr>
            <p:cNvSpPr/>
            <p:nvPr/>
          </p:nvSpPr>
          <p:spPr>
            <a:xfrm>
              <a:off x="4628092" y="3709459"/>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grpSp>
      <p:sp>
        <p:nvSpPr>
          <p:cNvPr id="86" name="Oval 85">
            <a:extLst>
              <a:ext uri="{FF2B5EF4-FFF2-40B4-BE49-F238E27FC236}">
                <a16:creationId xmlns:a16="http://schemas.microsoft.com/office/drawing/2014/main" id="{A545DD2B-7D11-4E8D-8C9F-49F97606C781}"/>
              </a:ext>
            </a:extLst>
          </p:cNvPr>
          <p:cNvSpPr/>
          <p:nvPr/>
        </p:nvSpPr>
        <p:spPr>
          <a:xfrm>
            <a:off x="686849" y="6085065"/>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17</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grpSp>
        <p:nvGrpSpPr>
          <p:cNvPr id="164" name="Group 163">
            <a:extLst>
              <a:ext uri="{FF2B5EF4-FFF2-40B4-BE49-F238E27FC236}">
                <a16:creationId xmlns:a16="http://schemas.microsoft.com/office/drawing/2014/main" id="{59F4E5E2-1056-465C-BB62-E153B127FD10}"/>
              </a:ext>
            </a:extLst>
          </p:cNvPr>
          <p:cNvGrpSpPr/>
          <p:nvPr/>
        </p:nvGrpSpPr>
        <p:grpSpPr>
          <a:xfrm>
            <a:off x="1084627" y="6072149"/>
            <a:ext cx="10419459" cy="369332"/>
            <a:chOff x="1084627" y="5902980"/>
            <a:chExt cx="10419459" cy="369332"/>
          </a:xfrm>
        </p:grpSpPr>
        <p:sp>
          <p:nvSpPr>
            <p:cNvPr id="133" name="Rectangle 132">
              <a:extLst>
                <a:ext uri="{FF2B5EF4-FFF2-40B4-BE49-F238E27FC236}">
                  <a16:creationId xmlns:a16="http://schemas.microsoft.com/office/drawing/2014/main" id="{2A587489-F253-4773-A373-4EC751A6CCAB}"/>
                </a:ext>
              </a:extLst>
            </p:cNvPr>
            <p:cNvSpPr/>
            <p:nvPr/>
          </p:nvSpPr>
          <p:spPr>
            <a:xfrm>
              <a:off x="5269935" y="5902980"/>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07" name="Rectangle 106">
              <a:extLst>
                <a:ext uri="{FF2B5EF4-FFF2-40B4-BE49-F238E27FC236}">
                  <a16:creationId xmlns:a16="http://schemas.microsoft.com/office/drawing/2014/main" id="{413F77CF-5906-48F9-841E-9EC007B05633}"/>
                </a:ext>
              </a:extLst>
            </p:cNvPr>
            <p:cNvSpPr/>
            <p:nvPr/>
          </p:nvSpPr>
          <p:spPr>
            <a:xfrm>
              <a:off x="9679739" y="5902980"/>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64" name="Rectangle 63">
              <a:extLst>
                <a:ext uri="{FF2B5EF4-FFF2-40B4-BE49-F238E27FC236}">
                  <a16:creationId xmlns:a16="http://schemas.microsoft.com/office/drawing/2014/main" id="{7A5B4FFF-795C-4083-A933-CBAE02408598}"/>
                </a:ext>
              </a:extLst>
            </p:cNvPr>
            <p:cNvSpPr/>
            <p:nvPr/>
          </p:nvSpPr>
          <p:spPr>
            <a:xfrm>
              <a:off x="1084627" y="5902980"/>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Has the data that was leveraged in the policy been reviewed and validated by DSC?</a:t>
              </a:r>
            </a:p>
          </p:txBody>
        </p:sp>
        <p:sp>
          <p:nvSpPr>
            <p:cNvPr id="99" name="Rectangle 98">
              <a:extLst>
                <a:ext uri="{FF2B5EF4-FFF2-40B4-BE49-F238E27FC236}">
                  <a16:creationId xmlns:a16="http://schemas.microsoft.com/office/drawing/2014/main" id="{C4BABF8D-3F24-4513-B113-C69FED79679E}"/>
                </a:ext>
              </a:extLst>
            </p:cNvPr>
            <p:cNvSpPr/>
            <p:nvPr/>
          </p:nvSpPr>
          <p:spPr>
            <a:xfrm>
              <a:off x="6553621" y="5902980"/>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24" name="Rectangle 123">
              <a:extLst>
                <a:ext uri="{FF2B5EF4-FFF2-40B4-BE49-F238E27FC236}">
                  <a16:creationId xmlns:a16="http://schemas.microsoft.com/office/drawing/2014/main" id="{313799FB-44DF-46BC-909C-214C67ACD6AD}"/>
                </a:ext>
              </a:extLst>
            </p:cNvPr>
            <p:cNvSpPr/>
            <p:nvPr/>
          </p:nvSpPr>
          <p:spPr>
            <a:xfrm>
              <a:off x="5911778" y="5902980"/>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42" name="Rectangle 141">
              <a:extLst>
                <a:ext uri="{FF2B5EF4-FFF2-40B4-BE49-F238E27FC236}">
                  <a16:creationId xmlns:a16="http://schemas.microsoft.com/office/drawing/2014/main" id="{B90E08BF-99A0-4073-AEBB-022DC109A60D}"/>
                </a:ext>
              </a:extLst>
            </p:cNvPr>
            <p:cNvSpPr/>
            <p:nvPr/>
          </p:nvSpPr>
          <p:spPr>
            <a:xfrm>
              <a:off x="4628092" y="5902980"/>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grpSp>
      <p:sp>
        <p:nvSpPr>
          <p:cNvPr id="84" name="Oval 83">
            <a:extLst>
              <a:ext uri="{FF2B5EF4-FFF2-40B4-BE49-F238E27FC236}">
                <a16:creationId xmlns:a16="http://schemas.microsoft.com/office/drawing/2014/main" id="{0E92F3F2-10A7-45BD-A6CA-2261AD797A5E}"/>
              </a:ext>
            </a:extLst>
          </p:cNvPr>
          <p:cNvSpPr/>
          <p:nvPr/>
        </p:nvSpPr>
        <p:spPr>
          <a:xfrm>
            <a:off x="686849" y="4831252"/>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15</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grpSp>
        <p:nvGrpSpPr>
          <p:cNvPr id="162" name="Group 161">
            <a:extLst>
              <a:ext uri="{FF2B5EF4-FFF2-40B4-BE49-F238E27FC236}">
                <a16:creationId xmlns:a16="http://schemas.microsoft.com/office/drawing/2014/main" id="{D44D821B-938F-4E8A-A327-6CCA2DB9848E}"/>
              </a:ext>
            </a:extLst>
          </p:cNvPr>
          <p:cNvGrpSpPr/>
          <p:nvPr/>
        </p:nvGrpSpPr>
        <p:grpSpPr>
          <a:xfrm>
            <a:off x="1084627" y="4818336"/>
            <a:ext cx="10419459" cy="369333"/>
            <a:chOff x="1084627" y="4654193"/>
            <a:chExt cx="10419459" cy="369333"/>
          </a:xfrm>
        </p:grpSpPr>
        <p:sp>
          <p:nvSpPr>
            <p:cNvPr id="134" name="Rectangle 133">
              <a:extLst>
                <a:ext uri="{FF2B5EF4-FFF2-40B4-BE49-F238E27FC236}">
                  <a16:creationId xmlns:a16="http://schemas.microsoft.com/office/drawing/2014/main" id="{31461284-42C1-499E-BDAC-856283B9C583}"/>
                </a:ext>
              </a:extLst>
            </p:cNvPr>
            <p:cNvSpPr/>
            <p:nvPr/>
          </p:nvSpPr>
          <p:spPr>
            <a:xfrm>
              <a:off x="5269935" y="4654193"/>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08" name="Rectangle 107">
              <a:extLst>
                <a:ext uri="{FF2B5EF4-FFF2-40B4-BE49-F238E27FC236}">
                  <a16:creationId xmlns:a16="http://schemas.microsoft.com/office/drawing/2014/main" id="{B998D950-EA0D-44B0-BC15-C9C5C6D6EA64}"/>
                </a:ext>
              </a:extLst>
            </p:cNvPr>
            <p:cNvSpPr/>
            <p:nvPr/>
          </p:nvSpPr>
          <p:spPr>
            <a:xfrm>
              <a:off x="9679739" y="4654193"/>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46" name="Rectangle 45">
              <a:extLst>
                <a:ext uri="{FF2B5EF4-FFF2-40B4-BE49-F238E27FC236}">
                  <a16:creationId xmlns:a16="http://schemas.microsoft.com/office/drawing/2014/main" id="{41382E7F-9A6C-4579-9CB6-D2FF45B97229}"/>
                </a:ext>
              </a:extLst>
            </p:cNvPr>
            <p:cNvSpPr/>
            <p:nvPr/>
          </p:nvSpPr>
          <p:spPr>
            <a:xfrm>
              <a:off x="1084627" y="4654194"/>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Does the policy complement existing policies and programs without causing conflict or duplication?</a:t>
              </a:r>
            </a:p>
          </p:txBody>
        </p:sp>
        <p:sp>
          <p:nvSpPr>
            <p:cNvPr id="100" name="Rectangle 99">
              <a:extLst>
                <a:ext uri="{FF2B5EF4-FFF2-40B4-BE49-F238E27FC236}">
                  <a16:creationId xmlns:a16="http://schemas.microsoft.com/office/drawing/2014/main" id="{4C256AE1-C5C8-446B-9EE3-80EAA0F24735}"/>
                </a:ext>
              </a:extLst>
            </p:cNvPr>
            <p:cNvSpPr/>
            <p:nvPr/>
          </p:nvSpPr>
          <p:spPr>
            <a:xfrm>
              <a:off x="6553622" y="4654193"/>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25" name="Rectangle 124">
              <a:extLst>
                <a:ext uri="{FF2B5EF4-FFF2-40B4-BE49-F238E27FC236}">
                  <a16:creationId xmlns:a16="http://schemas.microsoft.com/office/drawing/2014/main" id="{5767E0F7-858C-4E4D-9AF5-88C6BAEE56DB}"/>
                </a:ext>
              </a:extLst>
            </p:cNvPr>
            <p:cNvSpPr/>
            <p:nvPr/>
          </p:nvSpPr>
          <p:spPr>
            <a:xfrm>
              <a:off x="5911778" y="4654193"/>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43" name="Rectangle 142">
              <a:extLst>
                <a:ext uri="{FF2B5EF4-FFF2-40B4-BE49-F238E27FC236}">
                  <a16:creationId xmlns:a16="http://schemas.microsoft.com/office/drawing/2014/main" id="{6D27A877-7854-4EC4-909C-1803847C3A04}"/>
                </a:ext>
              </a:extLst>
            </p:cNvPr>
            <p:cNvSpPr/>
            <p:nvPr/>
          </p:nvSpPr>
          <p:spPr>
            <a:xfrm>
              <a:off x="4628092" y="4654193"/>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grpSp>
      <p:sp>
        <p:nvSpPr>
          <p:cNvPr id="85" name="Oval 84">
            <a:extLst>
              <a:ext uri="{FF2B5EF4-FFF2-40B4-BE49-F238E27FC236}">
                <a16:creationId xmlns:a16="http://schemas.microsoft.com/office/drawing/2014/main" id="{AF90BB29-3EA4-4A03-B3AE-AA2AE25590B4}"/>
              </a:ext>
            </a:extLst>
          </p:cNvPr>
          <p:cNvSpPr/>
          <p:nvPr/>
        </p:nvSpPr>
        <p:spPr>
          <a:xfrm>
            <a:off x="686849" y="5286781"/>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16</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grpSp>
        <p:nvGrpSpPr>
          <p:cNvPr id="163" name="Group 162">
            <a:extLst>
              <a:ext uri="{FF2B5EF4-FFF2-40B4-BE49-F238E27FC236}">
                <a16:creationId xmlns:a16="http://schemas.microsoft.com/office/drawing/2014/main" id="{132E215A-3B5B-4207-9F59-76C1B0CF63D0}"/>
              </a:ext>
            </a:extLst>
          </p:cNvPr>
          <p:cNvGrpSpPr/>
          <p:nvPr/>
        </p:nvGrpSpPr>
        <p:grpSpPr>
          <a:xfrm>
            <a:off x="1084627" y="5273866"/>
            <a:ext cx="10419459" cy="369332"/>
            <a:chOff x="1084627" y="5126561"/>
            <a:chExt cx="10419459" cy="369332"/>
          </a:xfrm>
        </p:grpSpPr>
        <p:sp>
          <p:nvSpPr>
            <p:cNvPr id="135" name="Rectangle 134">
              <a:extLst>
                <a:ext uri="{FF2B5EF4-FFF2-40B4-BE49-F238E27FC236}">
                  <a16:creationId xmlns:a16="http://schemas.microsoft.com/office/drawing/2014/main" id="{39D7FEC8-95DA-437F-AC5C-83EA77659215}"/>
                </a:ext>
              </a:extLst>
            </p:cNvPr>
            <p:cNvSpPr/>
            <p:nvPr/>
          </p:nvSpPr>
          <p:spPr>
            <a:xfrm>
              <a:off x="5269935" y="5126561"/>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09" name="Rectangle 108">
              <a:extLst>
                <a:ext uri="{FF2B5EF4-FFF2-40B4-BE49-F238E27FC236}">
                  <a16:creationId xmlns:a16="http://schemas.microsoft.com/office/drawing/2014/main" id="{B264B404-0C2D-45E1-9D7F-EEC50E249B8C}"/>
                </a:ext>
              </a:extLst>
            </p:cNvPr>
            <p:cNvSpPr/>
            <p:nvPr/>
          </p:nvSpPr>
          <p:spPr>
            <a:xfrm>
              <a:off x="9679739" y="5126561"/>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52" name="Rectangle 51">
              <a:extLst>
                <a:ext uri="{FF2B5EF4-FFF2-40B4-BE49-F238E27FC236}">
                  <a16:creationId xmlns:a16="http://schemas.microsoft.com/office/drawing/2014/main" id="{AF73AF68-F0D5-48B1-A458-D2194CC10A90}"/>
                </a:ext>
              </a:extLst>
            </p:cNvPr>
            <p:cNvSpPr/>
            <p:nvPr/>
          </p:nvSpPr>
          <p:spPr>
            <a:xfrm>
              <a:off x="1084627" y="5126561"/>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Is the policy sustainable and adaptable to future changes in context or needs?</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01" name="Rectangle 100">
              <a:extLst>
                <a:ext uri="{FF2B5EF4-FFF2-40B4-BE49-F238E27FC236}">
                  <a16:creationId xmlns:a16="http://schemas.microsoft.com/office/drawing/2014/main" id="{D25DA3EA-ADFE-4FB0-A11C-DB0A0526FDB4}"/>
                </a:ext>
              </a:extLst>
            </p:cNvPr>
            <p:cNvSpPr/>
            <p:nvPr/>
          </p:nvSpPr>
          <p:spPr>
            <a:xfrm>
              <a:off x="6553622" y="5126561"/>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26" name="Rectangle 125">
              <a:extLst>
                <a:ext uri="{FF2B5EF4-FFF2-40B4-BE49-F238E27FC236}">
                  <a16:creationId xmlns:a16="http://schemas.microsoft.com/office/drawing/2014/main" id="{6AD9F757-0F0A-40C3-B98C-AC173F0019E7}"/>
                </a:ext>
              </a:extLst>
            </p:cNvPr>
            <p:cNvSpPr/>
            <p:nvPr/>
          </p:nvSpPr>
          <p:spPr>
            <a:xfrm>
              <a:off x="5911778" y="5126561"/>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44" name="Rectangle 143">
              <a:extLst>
                <a:ext uri="{FF2B5EF4-FFF2-40B4-BE49-F238E27FC236}">
                  <a16:creationId xmlns:a16="http://schemas.microsoft.com/office/drawing/2014/main" id="{B6B01BFA-D9EE-44F8-AF65-B65A82C3AFB1}"/>
                </a:ext>
              </a:extLst>
            </p:cNvPr>
            <p:cNvSpPr/>
            <p:nvPr/>
          </p:nvSpPr>
          <p:spPr>
            <a:xfrm>
              <a:off x="4628092" y="5126561"/>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grpSp>
      <p:cxnSp>
        <p:nvCxnSpPr>
          <p:cNvPr id="174" name="Straight Connector 173">
            <a:extLst>
              <a:ext uri="{FF2B5EF4-FFF2-40B4-BE49-F238E27FC236}">
                <a16:creationId xmlns:a16="http://schemas.microsoft.com/office/drawing/2014/main" id="{4E56ABC6-DDB6-4AEA-BC70-7C0BA9029C27}"/>
              </a:ext>
            </a:extLst>
          </p:cNvPr>
          <p:cNvCxnSpPr/>
          <p:nvPr/>
        </p:nvCxnSpPr>
        <p:spPr>
          <a:xfrm>
            <a:off x="1084627" y="4319708"/>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7412C996-3180-42FE-B5F8-09E9656C7FDE}"/>
              </a:ext>
            </a:extLst>
          </p:cNvPr>
          <p:cNvCxnSpPr/>
          <p:nvPr/>
        </p:nvCxnSpPr>
        <p:spPr>
          <a:xfrm>
            <a:off x="1084627" y="4775238"/>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C4315F3A-F9DA-43A6-8DA4-72D066B2E632}"/>
              </a:ext>
            </a:extLst>
          </p:cNvPr>
          <p:cNvCxnSpPr/>
          <p:nvPr/>
        </p:nvCxnSpPr>
        <p:spPr>
          <a:xfrm>
            <a:off x="1084627" y="5230768"/>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FEE287DA-3480-479C-903A-F2A1FB29E2EC}"/>
              </a:ext>
            </a:extLst>
          </p:cNvPr>
          <p:cNvCxnSpPr/>
          <p:nvPr/>
        </p:nvCxnSpPr>
        <p:spPr>
          <a:xfrm>
            <a:off x="1084627" y="2481118"/>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55338C47-5ACF-4328-9DB8-FDC6FFC9B9EF}"/>
              </a:ext>
            </a:extLst>
          </p:cNvPr>
          <p:cNvCxnSpPr/>
          <p:nvPr/>
        </p:nvCxnSpPr>
        <p:spPr>
          <a:xfrm>
            <a:off x="1084627" y="2936646"/>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561B49FB-EAA6-70B4-B16F-ED71645D3319}"/>
              </a:ext>
            </a:extLst>
          </p:cNvPr>
          <p:cNvSpPr/>
          <p:nvPr/>
        </p:nvSpPr>
        <p:spPr>
          <a:xfrm>
            <a:off x="1084628" y="1789536"/>
            <a:ext cx="10419459" cy="247322"/>
          </a:xfrm>
          <a:prstGeom prst="rect">
            <a:avLst/>
          </a:prstGeom>
          <a:solidFill>
            <a:schemeClr val="tx2">
              <a:lumMod val="20000"/>
              <a:lumOff val="8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73152" rIns="72000" bIns="73152"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Trebuchet MS"/>
                <a:ea typeface="+mn-ea"/>
                <a:cs typeface="+mn-cs"/>
              </a:rPr>
              <a:t>Monitoring and adaptation</a:t>
            </a:r>
          </a:p>
        </p:txBody>
      </p:sp>
    </p:spTree>
    <p:extLst>
      <p:ext uri="{BB962C8B-B14F-4D97-AF65-F5344CB8AC3E}">
        <p14:creationId xmlns:p14="http://schemas.microsoft.com/office/powerpoint/2010/main" val="24282419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B9EB0-33F3-AD01-CAB1-11ED924E3058}"/>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1E25303-D893-A8A3-251B-6AFCB026E02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4" name="think-cell data - do not delete" hidden="1">
                        <a:extLst>
                          <a:ext uri="{FF2B5EF4-FFF2-40B4-BE49-F238E27FC236}">
                            <a16:creationId xmlns:a16="http://schemas.microsoft.com/office/drawing/2014/main" id="{01E25303-D893-A8A3-251B-6AFCB026E02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18CC2898-89D5-D2F1-D674-7C2054800F2E}"/>
              </a:ext>
            </a:extLst>
          </p:cNvPr>
          <p:cNvSpPr>
            <a:spLocks noGrp="1"/>
          </p:cNvSpPr>
          <p:nvPr>
            <p:ph type="title"/>
          </p:nvPr>
        </p:nvSpPr>
        <p:spPr>
          <a:xfrm>
            <a:off x="630238" y="622300"/>
            <a:ext cx="10933112" cy="664797"/>
          </a:xfrm>
        </p:spPr>
        <p:txBody>
          <a:bodyPr vert="horz">
            <a:noAutofit/>
          </a:bodyPr>
          <a:lstStyle/>
          <a:p>
            <a:r>
              <a:rPr lang="en-US" dirty="0">
                <a:solidFill>
                  <a:srgbClr val="009A93"/>
                </a:solidFill>
              </a:rPr>
              <a:t>Deep dive| </a:t>
            </a:r>
            <a:r>
              <a:rPr lang="en-US" dirty="0"/>
              <a:t>Legal and budget reviews (phase 3) checklist</a:t>
            </a:r>
          </a:p>
        </p:txBody>
      </p:sp>
      <p:sp>
        <p:nvSpPr>
          <p:cNvPr id="63" name="Oval 62">
            <a:extLst>
              <a:ext uri="{FF2B5EF4-FFF2-40B4-BE49-F238E27FC236}">
                <a16:creationId xmlns:a16="http://schemas.microsoft.com/office/drawing/2014/main" id="{42338F29-F05E-4E69-B395-FF027B255C1C}"/>
              </a:ext>
            </a:extLst>
          </p:cNvPr>
          <p:cNvSpPr/>
          <p:nvPr/>
        </p:nvSpPr>
        <p:spPr>
          <a:xfrm>
            <a:off x="650782" y="4191941"/>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64" name="Right Triangle 63">
            <a:extLst>
              <a:ext uri="{FF2B5EF4-FFF2-40B4-BE49-F238E27FC236}">
                <a16:creationId xmlns:a16="http://schemas.microsoft.com/office/drawing/2014/main" id="{7D4A397B-8DBE-49BF-A4B9-79F0B6F6247A}"/>
              </a:ext>
            </a:extLst>
          </p:cNvPr>
          <p:cNvSpPr/>
          <p:nvPr/>
        </p:nvSpPr>
        <p:spPr>
          <a:xfrm flipH="1">
            <a:off x="3713692"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65" name="Right Triangle 64">
            <a:extLst>
              <a:ext uri="{FF2B5EF4-FFF2-40B4-BE49-F238E27FC236}">
                <a16:creationId xmlns:a16="http://schemas.microsoft.com/office/drawing/2014/main" id="{9B4E247F-615C-4AF1-8E6E-132BA680E20B}"/>
              </a:ext>
            </a:extLst>
          </p:cNvPr>
          <p:cNvSpPr/>
          <p:nvPr/>
        </p:nvSpPr>
        <p:spPr>
          <a:xfrm flipH="1">
            <a:off x="4355535"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66" name="Right Triangle 65">
            <a:extLst>
              <a:ext uri="{FF2B5EF4-FFF2-40B4-BE49-F238E27FC236}">
                <a16:creationId xmlns:a16="http://schemas.microsoft.com/office/drawing/2014/main" id="{9134B330-4511-41F0-B49B-23A9D043CF67}"/>
              </a:ext>
            </a:extLst>
          </p:cNvPr>
          <p:cNvSpPr/>
          <p:nvPr/>
        </p:nvSpPr>
        <p:spPr>
          <a:xfrm flipH="1">
            <a:off x="4997378"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67" name="Right Triangle 66">
            <a:extLst>
              <a:ext uri="{FF2B5EF4-FFF2-40B4-BE49-F238E27FC236}">
                <a16:creationId xmlns:a16="http://schemas.microsoft.com/office/drawing/2014/main" id="{842DA196-2228-4B18-8136-7C0691E7757E}"/>
              </a:ext>
            </a:extLst>
          </p:cNvPr>
          <p:cNvSpPr/>
          <p:nvPr/>
        </p:nvSpPr>
        <p:spPr>
          <a:xfrm flipH="1">
            <a:off x="5639221"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68" name="Right Triangle 67">
            <a:extLst>
              <a:ext uri="{FF2B5EF4-FFF2-40B4-BE49-F238E27FC236}">
                <a16:creationId xmlns:a16="http://schemas.microsoft.com/office/drawing/2014/main" id="{75DC969A-9DB0-48B3-BA8B-D6CAF7BAD942}"/>
              </a:ext>
            </a:extLst>
          </p:cNvPr>
          <p:cNvSpPr/>
          <p:nvPr/>
        </p:nvSpPr>
        <p:spPr>
          <a:xfrm flipH="1">
            <a:off x="8765339"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69" name="Rectangle: Single Corner Rounded 68">
            <a:extLst>
              <a:ext uri="{FF2B5EF4-FFF2-40B4-BE49-F238E27FC236}">
                <a16:creationId xmlns:a16="http://schemas.microsoft.com/office/drawing/2014/main" id="{5BD36B5D-F857-46D5-95A2-82201E71B8BC}"/>
              </a:ext>
            </a:extLst>
          </p:cNvPr>
          <p:cNvSpPr/>
          <p:nvPr/>
        </p:nvSpPr>
        <p:spPr>
          <a:xfrm>
            <a:off x="1084627" y="1379918"/>
            <a:ext cx="3484198"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Trebuchet MS"/>
                <a:ea typeface="+mn-ea"/>
                <a:cs typeface="+mn-cs"/>
              </a:rPr>
              <a:t>Key questions</a:t>
            </a:r>
          </a:p>
        </p:txBody>
      </p:sp>
      <p:sp>
        <p:nvSpPr>
          <p:cNvPr id="70" name="Rectangle: Single Corner Rounded 69">
            <a:extLst>
              <a:ext uri="{FF2B5EF4-FFF2-40B4-BE49-F238E27FC236}">
                <a16:creationId xmlns:a16="http://schemas.microsoft.com/office/drawing/2014/main" id="{DB801429-BD0D-45C7-8873-27BA324049C6}"/>
              </a:ext>
            </a:extLst>
          </p:cNvPr>
          <p:cNvSpPr/>
          <p:nvPr/>
        </p:nvSpPr>
        <p:spPr>
          <a:xfrm>
            <a:off x="6553621" y="1379918"/>
            <a:ext cx="3066850"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Additional information</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71" name="Rectangle: Single Corner Rounded 70">
            <a:extLst>
              <a:ext uri="{FF2B5EF4-FFF2-40B4-BE49-F238E27FC236}">
                <a16:creationId xmlns:a16="http://schemas.microsoft.com/office/drawing/2014/main" id="{1649C998-EEBB-4873-95E7-5A819135C476}"/>
              </a:ext>
            </a:extLst>
          </p:cNvPr>
          <p:cNvSpPr/>
          <p:nvPr/>
        </p:nvSpPr>
        <p:spPr>
          <a:xfrm>
            <a:off x="9679739" y="1379918"/>
            <a:ext cx="1824347"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Trebuchet MS"/>
                <a:ea typeface="+mn-ea"/>
                <a:cs typeface="+mn-cs"/>
              </a:rPr>
              <a:t>Supporting slide(s)</a:t>
            </a:r>
          </a:p>
        </p:txBody>
      </p:sp>
      <p:sp>
        <p:nvSpPr>
          <p:cNvPr id="72" name="Rectangle: Single Corner Rounded 71">
            <a:extLst>
              <a:ext uri="{FF2B5EF4-FFF2-40B4-BE49-F238E27FC236}">
                <a16:creationId xmlns:a16="http://schemas.microsoft.com/office/drawing/2014/main" id="{E14BCC4F-C922-46A3-BBDB-692F673CCB55}"/>
              </a:ext>
            </a:extLst>
          </p:cNvPr>
          <p:cNvSpPr/>
          <p:nvPr/>
        </p:nvSpPr>
        <p:spPr>
          <a:xfrm>
            <a:off x="5911778" y="1379918"/>
            <a:ext cx="582576"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N/A</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73" name="Rectangle: Single Corner Rounded 72">
            <a:extLst>
              <a:ext uri="{FF2B5EF4-FFF2-40B4-BE49-F238E27FC236}">
                <a16:creationId xmlns:a16="http://schemas.microsoft.com/office/drawing/2014/main" id="{9F509E39-B044-4B98-9603-90E8A04F1D2F}"/>
              </a:ext>
            </a:extLst>
          </p:cNvPr>
          <p:cNvSpPr/>
          <p:nvPr/>
        </p:nvSpPr>
        <p:spPr>
          <a:xfrm>
            <a:off x="5269935" y="1379918"/>
            <a:ext cx="582576"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No </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74" name="Rectangle: Single Corner Rounded 73">
            <a:extLst>
              <a:ext uri="{FF2B5EF4-FFF2-40B4-BE49-F238E27FC236}">
                <a16:creationId xmlns:a16="http://schemas.microsoft.com/office/drawing/2014/main" id="{DC480C2C-9086-4DF1-B48E-04CBFDFB4C52}"/>
              </a:ext>
            </a:extLst>
          </p:cNvPr>
          <p:cNvSpPr/>
          <p:nvPr/>
        </p:nvSpPr>
        <p:spPr>
          <a:xfrm>
            <a:off x="4628092" y="1379918"/>
            <a:ext cx="582576"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Yes </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75" name="Oval 74">
            <a:extLst>
              <a:ext uri="{FF2B5EF4-FFF2-40B4-BE49-F238E27FC236}">
                <a16:creationId xmlns:a16="http://schemas.microsoft.com/office/drawing/2014/main" id="{991D720C-5F49-45F9-967B-FF2AEDB9BFA0}"/>
              </a:ext>
            </a:extLst>
          </p:cNvPr>
          <p:cNvSpPr/>
          <p:nvPr/>
        </p:nvSpPr>
        <p:spPr>
          <a:xfrm>
            <a:off x="650782" y="2036303"/>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76" name="Oval 75">
            <a:extLst>
              <a:ext uri="{FF2B5EF4-FFF2-40B4-BE49-F238E27FC236}">
                <a16:creationId xmlns:a16="http://schemas.microsoft.com/office/drawing/2014/main" id="{50E6CCD4-5E98-4A15-A4D4-2FDFAAA85601}"/>
              </a:ext>
            </a:extLst>
          </p:cNvPr>
          <p:cNvSpPr/>
          <p:nvPr/>
        </p:nvSpPr>
        <p:spPr>
          <a:xfrm>
            <a:off x="650782" y="2491832"/>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77" name="Oval 76">
            <a:extLst>
              <a:ext uri="{FF2B5EF4-FFF2-40B4-BE49-F238E27FC236}">
                <a16:creationId xmlns:a16="http://schemas.microsoft.com/office/drawing/2014/main" id="{18B8E95A-E691-4741-AE96-4E9E0B1AD37E}"/>
              </a:ext>
            </a:extLst>
          </p:cNvPr>
          <p:cNvSpPr/>
          <p:nvPr/>
        </p:nvSpPr>
        <p:spPr>
          <a:xfrm>
            <a:off x="650782" y="2947361"/>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78" name="Oval 77">
            <a:extLst>
              <a:ext uri="{FF2B5EF4-FFF2-40B4-BE49-F238E27FC236}">
                <a16:creationId xmlns:a16="http://schemas.microsoft.com/office/drawing/2014/main" id="{5DA3113C-C9B5-472C-A9CB-3945B60E147B}"/>
              </a:ext>
            </a:extLst>
          </p:cNvPr>
          <p:cNvSpPr/>
          <p:nvPr/>
        </p:nvSpPr>
        <p:spPr>
          <a:xfrm>
            <a:off x="650782" y="3736411"/>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82" name="Rectangle: Rounded Corners 81">
            <a:extLst>
              <a:ext uri="{FF2B5EF4-FFF2-40B4-BE49-F238E27FC236}">
                <a16:creationId xmlns:a16="http://schemas.microsoft.com/office/drawing/2014/main" id="{FCF55E2C-6085-4123-9927-BF54DC02135A}"/>
              </a:ext>
            </a:extLst>
          </p:cNvPr>
          <p:cNvSpPr/>
          <p:nvPr/>
        </p:nvSpPr>
        <p:spPr>
          <a:xfrm>
            <a:off x="849075" y="1765935"/>
            <a:ext cx="10714275" cy="4586256"/>
          </a:xfrm>
          <a:prstGeom prst="roundRect">
            <a:avLst>
              <a:gd name="adj" fmla="val 961"/>
            </a:avLst>
          </a:prstGeom>
          <a:solidFill>
            <a:srgbClr val="FFFFFF"/>
          </a:solidFill>
          <a:ln w="9525" cap="rnd" cmpd="sng" algn="ctr">
            <a:solidFill>
              <a:srgbClr val="9A9A9A"/>
            </a:solidFill>
            <a:prstDash val="sysDot"/>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83" name="Oval 82">
            <a:extLst>
              <a:ext uri="{FF2B5EF4-FFF2-40B4-BE49-F238E27FC236}">
                <a16:creationId xmlns:a16="http://schemas.microsoft.com/office/drawing/2014/main" id="{29778DDE-64CD-4C2D-A74A-6DEBB318B295}"/>
              </a:ext>
            </a:extLst>
          </p:cNvPr>
          <p:cNvSpPr/>
          <p:nvPr/>
        </p:nvSpPr>
        <p:spPr>
          <a:xfrm>
            <a:off x="686849" y="2072371"/>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1</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84" name="Oval 83">
            <a:extLst>
              <a:ext uri="{FF2B5EF4-FFF2-40B4-BE49-F238E27FC236}">
                <a16:creationId xmlns:a16="http://schemas.microsoft.com/office/drawing/2014/main" id="{E5F1107B-6CE1-4253-B8A0-F175377FBAEC}"/>
              </a:ext>
            </a:extLst>
          </p:cNvPr>
          <p:cNvSpPr/>
          <p:nvPr/>
        </p:nvSpPr>
        <p:spPr>
          <a:xfrm>
            <a:off x="686849" y="2527899"/>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2</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85" name="Oval 84">
            <a:extLst>
              <a:ext uri="{FF2B5EF4-FFF2-40B4-BE49-F238E27FC236}">
                <a16:creationId xmlns:a16="http://schemas.microsoft.com/office/drawing/2014/main" id="{C62F519E-2CB1-4AAF-B153-7D57CF7694D6}"/>
              </a:ext>
            </a:extLst>
          </p:cNvPr>
          <p:cNvSpPr/>
          <p:nvPr/>
        </p:nvSpPr>
        <p:spPr>
          <a:xfrm>
            <a:off x="686849" y="2983428"/>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3</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86" name="Oval 85">
            <a:extLst>
              <a:ext uri="{FF2B5EF4-FFF2-40B4-BE49-F238E27FC236}">
                <a16:creationId xmlns:a16="http://schemas.microsoft.com/office/drawing/2014/main" id="{A16A283A-6801-4FAA-B0E9-1DCD0BCE1FF5}"/>
              </a:ext>
            </a:extLst>
          </p:cNvPr>
          <p:cNvSpPr/>
          <p:nvPr/>
        </p:nvSpPr>
        <p:spPr>
          <a:xfrm>
            <a:off x="686849" y="4228008"/>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5</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87" name="Oval 86">
            <a:extLst>
              <a:ext uri="{FF2B5EF4-FFF2-40B4-BE49-F238E27FC236}">
                <a16:creationId xmlns:a16="http://schemas.microsoft.com/office/drawing/2014/main" id="{B54FCB9E-C548-42AD-B289-DC79AC3D87E6}"/>
              </a:ext>
            </a:extLst>
          </p:cNvPr>
          <p:cNvSpPr/>
          <p:nvPr/>
        </p:nvSpPr>
        <p:spPr>
          <a:xfrm>
            <a:off x="686849" y="3772478"/>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4</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93" name="Rectangle 92">
            <a:extLst>
              <a:ext uri="{FF2B5EF4-FFF2-40B4-BE49-F238E27FC236}">
                <a16:creationId xmlns:a16="http://schemas.microsoft.com/office/drawing/2014/main" id="{D2583B6D-7334-48C1-ACEB-FAC5255DA1C6}"/>
              </a:ext>
            </a:extLst>
          </p:cNvPr>
          <p:cNvSpPr/>
          <p:nvPr/>
        </p:nvSpPr>
        <p:spPr>
          <a:xfrm>
            <a:off x="1084628" y="3426043"/>
            <a:ext cx="10419459" cy="247322"/>
          </a:xfrm>
          <a:prstGeom prst="rect">
            <a:avLst/>
          </a:prstGeom>
          <a:solidFill>
            <a:schemeClr val="tx2">
              <a:lumMod val="20000"/>
              <a:lumOff val="8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73152" rIns="72000" bIns="73152"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Trebuchet MS"/>
                <a:ea typeface="+mn-ea"/>
                <a:cs typeface="+mn-cs"/>
              </a:rPr>
              <a:t>Budgetary assessment</a:t>
            </a:r>
          </a:p>
        </p:txBody>
      </p:sp>
      <p:sp>
        <p:nvSpPr>
          <p:cNvPr id="94" name="Rectangle 93">
            <a:extLst>
              <a:ext uri="{FF2B5EF4-FFF2-40B4-BE49-F238E27FC236}">
                <a16:creationId xmlns:a16="http://schemas.microsoft.com/office/drawing/2014/main" id="{AAA6922E-E069-496A-B99C-1B7AFA064082}"/>
              </a:ext>
            </a:extLst>
          </p:cNvPr>
          <p:cNvSpPr/>
          <p:nvPr/>
        </p:nvSpPr>
        <p:spPr>
          <a:xfrm>
            <a:off x="1084627" y="2059455"/>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Is the policy within MOMAH's legal jurisdiction?</a:t>
            </a:r>
          </a:p>
        </p:txBody>
      </p:sp>
      <p:sp>
        <p:nvSpPr>
          <p:cNvPr id="95" name="Rectangle 94">
            <a:extLst>
              <a:ext uri="{FF2B5EF4-FFF2-40B4-BE49-F238E27FC236}">
                <a16:creationId xmlns:a16="http://schemas.microsoft.com/office/drawing/2014/main" id="{C72EC204-DFD3-45E3-8F8E-DCA3ED823BB9}"/>
              </a:ext>
            </a:extLst>
          </p:cNvPr>
          <p:cNvSpPr/>
          <p:nvPr/>
        </p:nvSpPr>
        <p:spPr>
          <a:xfrm>
            <a:off x="6553622" y="2059455"/>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96" name="Rectangle 95">
            <a:extLst>
              <a:ext uri="{FF2B5EF4-FFF2-40B4-BE49-F238E27FC236}">
                <a16:creationId xmlns:a16="http://schemas.microsoft.com/office/drawing/2014/main" id="{82BA2AD4-7CAA-4A7E-9807-9A14C1724DF7}"/>
              </a:ext>
            </a:extLst>
          </p:cNvPr>
          <p:cNvSpPr/>
          <p:nvPr/>
        </p:nvSpPr>
        <p:spPr>
          <a:xfrm>
            <a:off x="9679739" y="2059455"/>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97" name="Rectangle 96">
            <a:extLst>
              <a:ext uri="{FF2B5EF4-FFF2-40B4-BE49-F238E27FC236}">
                <a16:creationId xmlns:a16="http://schemas.microsoft.com/office/drawing/2014/main" id="{BCF120B5-C04B-4E67-84A9-F5585E7D2494}"/>
              </a:ext>
            </a:extLst>
          </p:cNvPr>
          <p:cNvSpPr/>
          <p:nvPr/>
        </p:nvSpPr>
        <p:spPr>
          <a:xfrm>
            <a:off x="5911778" y="2059455"/>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98" name="Rectangle 97">
            <a:extLst>
              <a:ext uri="{FF2B5EF4-FFF2-40B4-BE49-F238E27FC236}">
                <a16:creationId xmlns:a16="http://schemas.microsoft.com/office/drawing/2014/main" id="{074D7F6D-15F7-4BDA-8E89-F0C53D6B8988}"/>
              </a:ext>
            </a:extLst>
          </p:cNvPr>
          <p:cNvSpPr/>
          <p:nvPr/>
        </p:nvSpPr>
        <p:spPr>
          <a:xfrm>
            <a:off x="5269935" y="2059455"/>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99" name="Rectangle 98">
            <a:extLst>
              <a:ext uri="{FF2B5EF4-FFF2-40B4-BE49-F238E27FC236}">
                <a16:creationId xmlns:a16="http://schemas.microsoft.com/office/drawing/2014/main" id="{CCF73780-327B-47DE-A780-F0C6A58FC67E}"/>
              </a:ext>
            </a:extLst>
          </p:cNvPr>
          <p:cNvSpPr/>
          <p:nvPr/>
        </p:nvSpPr>
        <p:spPr>
          <a:xfrm>
            <a:off x="4628092" y="2059455"/>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00" name="Rectangle 99">
            <a:extLst>
              <a:ext uri="{FF2B5EF4-FFF2-40B4-BE49-F238E27FC236}">
                <a16:creationId xmlns:a16="http://schemas.microsoft.com/office/drawing/2014/main" id="{D2B5C37F-F8C8-479E-ACA3-4F145B35AC41}"/>
              </a:ext>
            </a:extLst>
          </p:cNvPr>
          <p:cNvSpPr/>
          <p:nvPr/>
        </p:nvSpPr>
        <p:spPr>
          <a:xfrm>
            <a:off x="5269935" y="2514984"/>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01" name="Rectangle 100">
            <a:extLst>
              <a:ext uri="{FF2B5EF4-FFF2-40B4-BE49-F238E27FC236}">
                <a16:creationId xmlns:a16="http://schemas.microsoft.com/office/drawing/2014/main" id="{78F2AA7C-8D0A-408F-B9A4-6FD5E4290B45}"/>
              </a:ext>
            </a:extLst>
          </p:cNvPr>
          <p:cNvSpPr/>
          <p:nvPr/>
        </p:nvSpPr>
        <p:spPr>
          <a:xfrm>
            <a:off x="1084627" y="2514984"/>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Have necessary changes to regulations been factored in?</a:t>
            </a:r>
          </a:p>
        </p:txBody>
      </p:sp>
      <p:sp>
        <p:nvSpPr>
          <p:cNvPr id="102" name="Rectangle 101">
            <a:extLst>
              <a:ext uri="{FF2B5EF4-FFF2-40B4-BE49-F238E27FC236}">
                <a16:creationId xmlns:a16="http://schemas.microsoft.com/office/drawing/2014/main" id="{EECFE141-E3F6-4092-97BE-677FBB1E3942}"/>
              </a:ext>
            </a:extLst>
          </p:cNvPr>
          <p:cNvSpPr/>
          <p:nvPr/>
        </p:nvSpPr>
        <p:spPr>
          <a:xfrm>
            <a:off x="6553622" y="2514984"/>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03" name="Rectangle 102">
            <a:extLst>
              <a:ext uri="{FF2B5EF4-FFF2-40B4-BE49-F238E27FC236}">
                <a16:creationId xmlns:a16="http://schemas.microsoft.com/office/drawing/2014/main" id="{9CDE56C3-ACFD-40E9-A4C9-1C35E8817496}"/>
              </a:ext>
            </a:extLst>
          </p:cNvPr>
          <p:cNvSpPr/>
          <p:nvPr/>
        </p:nvSpPr>
        <p:spPr>
          <a:xfrm>
            <a:off x="9679739" y="2514984"/>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04" name="Rectangle 103">
            <a:extLst>
              <a:ext uri="{FF2B5EF4-FFF2-40B4-BE49-F238E27FC236}">
                <a16:creationId xmlns:a16="http://schemas.microsoft.com/office/drawing/2014/main" id="{7A7B77E2-2306-494B-BBB7-FF1363D54CED}"/>
              </a:ext>
            </a:extLst>
          </p:cNvPr>
          <p:cNvSpPr/>
          <p:nvPr/>
        </p:nvSpPr>
        <p:spPr>
          <a:xfrm>
            <a:off x="5911778" y="2514984"/>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35" name="Rectangle 134">
            <a:extLst>
              <a:ext uri="{FF2B5EF4-FFF2-40B4-BE49-F238E27FC236}">
                <a16:creationId xmlns:a16="http://schemas.microsoft.com/office/drawing/2014/main" id="{D230A635-72CC-4699-993C-A1D2DEC09188}"/>
              </a:ext>
            </a:extLst>
          </p:cNvPr>
          <p:cNvSpPr/>
          <p:nvPr/>
        </p:nvSpPr>
        <p:spPr>
          <a:xfrm>
            <a:off x="4628092" y="2514984"/>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36" name="Rectangle 135">
            <a:extLst>
              <a:ext uri="{FF2B5EF4-FFF2-40B4-BE49-F238E27FC236}">
                <a16:creationId xmlns:a16="http://schemas.microsoft.com/office/drawing/2014/main" id="{B5FF0941-FD82-4C85-9FDA-16106CA8C0D7}"/>
              </a:ext>
            </a:extLst>
          </p:cNvPr>
          <p:cNvSpPr/>
          <p:nvPr/>
        </p:nvSpPr>
        <p:spPr>
          <a:xfrm>
            <a:off x="5269935" y="2970514"/>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37" name="Rectangle 136">
            <a:extLst>
              <a:ext uri="{FF2B5EF4-FFF2-40B4-BE49-F238E27FC236}">
                <a16:creationId xmlns:a16="http://schemas.microsoft.com/office/drawing/2014/main" id="{534815C3-0384-49FB-B15A-249FCFA39CF7}"/>
              </a:ext>
            </a:extLst>
          </p:cNvPr>
          <p:cNvSpPr/>
          <p:nvPr/>
        </p:nvSpPr>
        <p:spPr>
          <a:xfrm>
            <a:off x="1084627" y="2970514"/>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Has the policy been reviewed and approved by Legal Deputyship?</a:t>
            </a:r>
          </a:p>
        </p:txBody>
      </p:sp>
      <p:sp>
        <p:nvSpPr>
          <p:cNvPr id="138" name="Rectangle 137">
            <a:extLst>
              <a:ext uri="{FF2B5EF4-FFF2-40B4-BE49-F238E27FC236}">
                <a16:creationId xmlns:a16="http://schemas.microsoft.com/office/drawing/2014/main" id="{0939578B-4746-4B3B-8FE9-A638FF5E615E}"/>
              </a:ext>
            </a:extLst>
          </p:cNvPr>
          <p:cNvSpPr/>
          <p:nvPr/>
        </p:nvSpPr>
        <p:spPr>
          <a:xfrm>
            <a:off x="6553622" y="2970514"/>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39" name="Rectangle 138">
            <a:extLst>
              <a:ext uri="{FF2B5EF4-FFF2-40B4-BE49-F238E27FC236}">
                <a16:creationId xmlns:a16="http://schemas.microsoft.com/office/drawing/2014/main" id="{EBF04637-F0F3-433A-B7E4-58F337852240}"/>
              </a:ext>
            </a:extLst>
          </p:cNvPr>
          <p:cNvSpPr/>
          <p:nvPr/>
        </p:nvSpPr>
        <p:spPr>
          <a:xfrm>
            <a:off x="9679739" y="2970514"/>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40" name="Rectangle 139">
            <a:extLst>
              <a:ext uri="{FF2B5EF4-FFF2-40B4-BE49-F238E27FC236}">
                <a16:creationId xmlns:a16="http://schemas.microsoft.com/office/drawing/2014/main" id="{6940B12B-47EE-4935-82B2-EE1311990ACC}"/>
              </a:ext>
            </a:extLst>
          </p:cNvPr>
          <p:cNvSpPr/>
          <p:nvPr/>
        </p:nvSpPr>
        <p:spPr>
          <a:xfrm>
            <a:off x="5911778" y="2970514"/>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41" name="Rectangle 140">
            <a:extLst>
              <a:ext uri="{FF2B5EF4-FFF2-40B4-BE49-F238E27FC236}">
                <a16:creationId xmlns:a16="http://schemas.microsoft.com/office/drawing/2014/main" id="{423A2B0D-C253-4E21-A098-DB28DDBB17E9}"/>
              </a:ext>
            </a:extLst>
          </p:cNvPr>
          <p:cNvSpPr/>
          <p:nvPr/>
        </p:nvSpPr>
        <p:spPr>
          <a:xfrm>
            <a:off x="4628092" y="2970514"/>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42" name="Rectangle 141">
            <a:extLst>
              <a:ext uri="{FF2B5EF4-FFF2-40B4-BE49-F238E27FC236}">
                <a16:creationId xmlns:a16="http://schemas.microsoft.com/office/drawing/2014/main" id="{3B63BCDB-7D25-4705-A4A3-0ED796A450EE}"/>
              </a:ext>
            </a:extLst>
          </p:cNvPr>
          <p:cNvSpPr/>
          <p:nvPr/>
        </p:nvSpPr>
        <p:spPr>
          <a:xfrm>
            <a:off x="5269935" y="4215093"/>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60" name="Rectangle 159">
            <a:extLst>
              <a:ext uri="{FF2B5EF4-FFF2-40B4-BE49-F238E27FC236}">
                <a16:creationId xmlns:a16="http://schemas.microsoft.com/office/drawing/2014/main" id="{FB758869-60B0-4DCB-BF38-73EEBC4566E4}"/>
              </a:ext>
            </a:extLst>
          </p:cNvPr>
          <p:cNvSpPr/>
          <p:nvPr/>
        </p:nvSpPr>
        <p:spPr>
          <a:xfrm>
            <a:off x="1084627" y="4215093"/>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Have the financial instruments for financing the budget been detailed?</a:t>
            </a:r>
          </a:p>
        </p:txBody>
      </p:sp>
      <p:sp>
        <p:nvSpPr>
          <p:cNvPr id="161" name="Rectangle 160">
            <a:extLst>
              <a:ext uri="{FF2B5EF4-FFF2-40B4-BE49-F238E27FC236}">
                <a16:creationId xmlns:a16="http://schemas.microsoft.com/office/drawing/2014/main" id="{4DA20B48-DF3C-4DC6-845E-F1D056286224}"/>
              </a:ext>
            </a:extLst>
          </p:cNvPr>
          <p:cNvSpPr/>
          <p:nvPr/>
        </p:nvSpPr>
        <p:spPr>
          <a:xfrm>
            <a:off x="6553622" y="4215093"/>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62" name="Rectangle 161">
            <a:extLst>
              <a:ext uri="{FF2B5EF4-FFF2-40B4-BE49-F238E27FC236}">
                <a16:creationId xmlns:a16="http://schemas.microsoft.com/office/drawing/2014/main" id="{7DBE76A9-7A16-401A-8CAD-388FB1BB44FA}"/>
              </a:ext>
            </a:extLst>
          </p:cNvPr>
          <p:cNvSpPr/>
          <p:nvPr/>
        </p:nvSpPr>
        <p:spPr>
          <a:xfrm>
            <a:off x="9679739" y="4215093"/>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63" name="Rectangle 162">
            <a:extLst>
              <a:ext uri="{FF2B5EF4-FFF2-40B4-BE49-F238E27FC236}">
                <a16:creationId xmlns:a16="http://schemas.microsoft.com/office/drawing/2014/main" id="{9A179B9C-064A-4B75-BBB5-DF6B44DF33B4}"/>
              </a:ext>
            </a:extLst>
          </p:cNvPr>
          <p:cNvSpPr/>
          <p:nvPr/>
        </p:nvSpPr>
        <p:spPr>
          <a:xfrm>
            <a:off x="5911778" y="4215093"/>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64" name="Rectangle 163">
            <a:extLst>
              <a:ext uri="{FF2B5EF4-FFF2-40B4-BE49-F238E27FC236}">
                <a16:creationId xmlns:a16="http://schemas.microsoft.com/office/drawing/2014/main" id="{4129EE31-1B2E-46A1-AA6F-5E5AAC444A2E}"/>
              </a:ext>
            </a:extLst>
          </p:cNvPr>
          <p:cNvSpPr/>
          <p:nvPr/>
        </p:nvSpPr>
        <p:spPr>
          <a:xfrm>
            <a:off x="4628092" y="4215093"/>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74" name="Rectangle 173">
            <a:extLst>
              <a:ext uri="{FF2B5EF4-FFF2-40B4-BE49-F238E27FC236}">
                <a16:creationId xmlns:a16="http://schemas.microsoft.com/office/drawing/2014/main" id="{C031AB24-5F72-4AF4-BC89-49607B9F72EE}"/>
              </a:ext>
            </a:extLst>
          </p:cNvPr>
          <p:cNvSpPr/>
          <p:nvPr/>
        </p:nvSpPr>
        <p:spPr>
          <a:xfrm>
            <a:off x="5269935" y="3759563"/>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76" name="Rectangle 175">
            <a:extLst>
              <a:ext uri="{FF2B5EF4-FFF2-40B4-BE49-F238E27FC236}">
                <a16:creationId xmlns:a16="http://schemas.microsoft.com/office/drawing/2014/main" id="{4D141989-9C73-43A2-AF00-89F27EFBDA4E}"/>
              </a:ext>
            </a:extLst>
          </p:cNvPr>
          <p:cNvSpPr/>
          <p:nvPr/>
        </p:nvSpPr>
        <p:spPr>
          <a:xfrm>
            <a:off x="1084627" y="3759563"/>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Has the budget needed from the government to implement the policy been determined?</a:t>
            </a:r>
          </a:p>
        </p:txBody>
      </p:sp>
      <p:sp>
        <p:nvSpPr>
          <p:cNvPr id="177" name="Rectangle 176">
            <a:extLst>
              <a:ext uri="{FF2B5EF4-FFF2-40B4-BE49-F238E27FC236}">
                <a16:creationId xmlns:a16="http://schemas.microsoft.com/office/drawing/2014/main" id="{B5F2AE78-DE6B-48E1-9B1D-5EB0CAB3B9F1}"/>
              </a:ext>
            </a:extLst>
          </p:cNvPr>
          <p:cNvSpPr/>
          <p:nvPr/>
        </p:nvSpPr>
        <p:spPr>
          <a:xfrm>
            <a:off x="6553622" y="3759563"/>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78" name="Rectangle 177">
            <a:extLst>
              <a:ext uri="{FF2B5EF4-FFF2-40B4-BE49-F238E27FC236}">
                <a16:creationId xmlns:a16="http://schemas.microsoft.com/office/drawing/2014/main" id="{122C5A38-B6FF-4472-B93F-AAEB1147436F}"/>
              </a:ext>
            </a:extLst>
          </p:cNvPr>
          <p:cNvSpPr/>
          <p:nvPr/>
        </p:nvSpPr>
        <p:spPr>
          <a:xfrm>
            <a:off x="9679739" y="3759563"/>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79" name="Rectangle 178">
            <a:extLst>
              <a:ext uri="{FF2B5EF4-FFF2-40B4-BE49-F238E27FC236}">
                <a16:creationId xmlns:a16="http://schemas.microsoft.com/office/drawing/2014/main" id="{6940F960-8E6B-4D56-BFAD-262FE7BAF149}"/>
              </a:ext>
            </a:extLst>
          </p:cNvPr>
          <p:cNvSpPr/>
          <p:nvPr/>
        </p:nvSpPr>
        <p:spPr>
          <a:xfrm>
            <a:off x="5911778" y="3759563"/>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80" name="Rectangle 179">
            <a:extLst>
              <a:ext uri="{FF2B5EF4-FFF2-40B4-BE49-F238E27FC236}">
                <a16:creationId xmlns:a16="http://schemas.microsoft.com/office/drawing/2014/main" id="{E925143B-77CF-4995-9910-775481CAC29A}"/>
              </a:ext>
            </a:extLst>
          </p:cNvPr>
          <p:cNvSpPr/>
          <p:nvPr/>
        </p:nvSpPr>
        <p:spPr>
          <a:xfrm>
            <a:off x="4628092" y="3759562"/>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cxnSp>
        <p:nvCxnSpPr>
          <p:cNvPr id="205" name="Straight Connector 204">
            <a:extLst>
              <a:ext uri="{FF2B5EF4-FFF2-40B4-BE49-F238E27FC236}">
                <a16:creationId xmlns:a16="http://schemas.microsoft.com/office/drawing/2014/main" id="{7FC23ACF-DC66-4B22-896A-B765F616C6F7}"/>
              </a:ext>
            </a:extLst>
          </p:cNvPr>
          <p:cNvCxnSpPr/>
          <p:nvPr/>
        </p:nvCxnSpPr>
        <p:spPr>
          <a:xfrm>
            <a:off x="1084627" y="2471885"/>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45FE0FF8-3EE1-414C-8B14-906005E61918}"/>
              </a:ext>
            </a:extLst>
          </p:cNvPr>
          <p:cNvCxnSpPr/>
          <p:nvPr/>
        </p:nvCxnSpPr>
        <p:spPr>
          <a:xfrm>
            <a:off x="1084627" y="2927415"/>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D21DB897-2190-44D9-BE12-750A90098932}"/>
              </a:ext>
            </a:extLst>
          </p:cNvPr>
          <p:cNvCxnSpPr/>
          <p:nvPr/>
        </p:nvCxnSpPr>
        <p:spPr>
          <a:xfrm>
            <a:off x="1084627" y="4171994"/>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FEC41F07-5D89-8B2E-0D33-A45EA7D80F7B}"/>
              </a:ext>
            </a:extLst>
          </p:cNvPr>
          <p:cNvSpPr/>
          <p:nvPr/>
        </p:nvSpPr>
        <p:spPr>
          <a:xfrm>
            <a:off x="1084628" y="1789536"/>
            <a:ext cx="10419459" cy="247322"/>
          </a:xfrm>
          <a:prstGeom prst="rect">
            <a:avLst/>
          </a:prstGeom>
          <a:solidFill>
            <a:schemeClr val="tx2">
              <a:lumMod val="20000"/>
              <a:lumOff val="8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73152" rIns="72000" bIns="73152"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Trebuchet MS"/>
                <a:ea typeface="+mn-ea"/>
                <a:cs typeface="+mn-cs"/>
              </a:rPr>
              <a:t>Legal assessment</a:t>
            </a:r>
          </a:p>
        </p:txBody>
      </p:sp>
    </p:spTree>
    <p:extLst>
      <p:ext uri="{BB962C8B-B14F-4D97-AF65-F5344CB8AC3E}">
        <p14:creationId xmlns:p14="http://schemas.microsoft.com/office/powerpoint/2010/main" val="10865824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A6FC7-5216-0272-DCD2-29304318D4C0}"/>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D1F28954-09DD-A51B-5ECF-D2DD44FBC8A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4" name="think-cell data - do not delete" hidden="1">
                        <a:extLst>
                          <a:ext uri="{FF2B5EF4-FFF2-40B4-BE49-F238E27FC236}">
                            <a16:creationId xmlns:a16="http://schemas.microsoft.com/office/drawing/2014/main" id="{D1F28954-09DD-A51B-5ECF-D2DD44FBC8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7EF26AE3-6C09-5262-B31A-9DE62D82DE50}"/>
              </a:ext>
            </a:extLst>
          </p:cNvPr>
          <p:cNvSpPr>
            <a:spLocks noGrp="1"/>
          </p:cNvSpPr>
          <p:nvPr>
            <p:ph type="title"/>
          </p:nvPr>
        </p:nvSpPr>
        <p:spPr>
          <a:xfrm>
            <a:off x="630238" y="622300"/>
            <a:ext cx="10933112" cy="664797"/>
          </a:xfrm>
        </p:spPr>
        <p:txBody>
          <a:bodyPr vert="horz">
            <a:noAutofit/>
          </a:bodyPr>
          <a:lstStyle/>
          <a:p>
            <a:r>
              <a:rPr lang="en-US" dirty="0">
                <a:solidFill>
                  <a:srgbClr val="009A93"/>
                </a:solidFill>
              </a:rPr>
              <a:t>Deep dive| </a:t>
            </a:r>
            <a:r>
              <a:rPr lang="en-US" dirty="0"/>
              <a:t>Final policy review (phase 4) checklist</a:t>
            </a:r>
          </a:p>
        </p:txBody>
      </p:sp>
      <p:sp>
        <p:nvSpPr>
          <p:cNvPr id="61" name="Oval 60">
            <a:extLst>
              <a:ext uri="{FF2B5EF4-FFF2-40B4-BE49-F238E27FC236}">
                <a16:creationId xmlns:a16="http://schemas.microsoft.com/office/drawing/2014/main" id="{680BCB6F-6A9A-F98D-D440-94BDDDE09582}"/>
              </a:ext>
            </a:extLst>
          </p:cNvPr>
          <p:cNvSpPr/>
          <p:nvPr/>
        </p:nvSpPr>
        <p:spPr>
          <a:xfrm>
            <a:off x="650782" y="3655223"/>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63" name="Right Triangle 62">
            <a:extLst>
              <a:ext uri="{FF2B5EF4-FFF2-40B4-BE49-F238E27FC236}">
                <a16:creationId xmlns:a16="http://schemas.microsoft.com/office/drawing/2014/main" id="{D7544F05-5105-0E2B-061D-D7416AD017F7}"/>
              </a:ext>
            </a:extLst>
          </p:cNvPr>
          <p:cNvSpPr/>
          <p:nvPr/>
        </p:nvSpPr>
        <p:spPr>
          <a:xfrm flipH="1">
            <a:off x="4628092" y="1379918"/>
            <a:ext cx="641843"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64" name="Right Triangle 63">
            <a:extLst>
              <a:ext uri="{FF2B5EF4-FFF2-40B4-BE49-F238E27FC236}">
                <a16:creationId xmlns:a16="http://schemas.microsoft.com/office/drawing/2014/main" id="{95C4F7F5-4DAB-0927-FD7E-64738054DC8F}"/>
              </a:ext>
            </a:extLst>
          </p:cNvPr>
          <p:cNvSpPr/>
          <p:nvPr/>
        </p:nvSpPr>
        <p:spPr>
          <a:xfrm flipH="1">
            <a:off x="4997378"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65" name="Right Triangle 64">
            <a:extLst>
              <a:ext uri="{FF2B5EF4-FFF2-40B4-BE49-F238E27FC236}">
                <a16:creationId xmlns:a16="http://schemas.microsoft.com/office/drawing/2014/main" id="{CD9A6A22-8FED-0EB9-AB17-43425559840F}"/>
              </a:ext>
            </a:extLst>
          </p:cNvPr>
          <p:cNvSpPr/>
          <p:nvPr/>
        </p:nvSpPr>
        <p:spPr>
          <a:xfrm flipH="1">
            <a:off x="5639221"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66" name="Right Triangle 65">
            <a:extLst>
              <a:ext uri="{FF2B5EF4-FFF2-40B4-BE49-F238E27FC236}">
                <a16:creationId xmlns:a16="http://schemas.microsoft.com/office/drawing/2014/main" id="{EB2078B4-C6D5-5579-F934-2DFE4A6AEFB9}"/>
              </a:ext>
            </a:extLst>
          </p:cNvPr>
          <p:cNvSpPr/>
          <p:nvPr/>
        </p:nvSpPr>
        <p:spPr>
          <a:xfrm flipH="1">
            <a:off x="8765339"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68" name="Rectangle: Single Corner Rounded 67">
            <a:extLst>
              <a:ext uri="{FF2B5EF4-FFF2-40B4-BE49-F238E27FC236}">
                <a16:creationId xmlns:a16="http://schemas.microsoft.com/office/drawing/2014/main" id="{0490B632-B0C1-5E14-7113-65FCA0E5E5BD}"/>
              </a:ext>
            </a:extLst>
          </p:cNvPr>
          <p:cNvSpPr/>
          <p:nvPr/>
        </p:nvSpPr>
        <p:spPr>
          <a:xfrm>
            <a:off x="6553621" y="1379918"/>
            <a:ext cx="3066850"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Additional information</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69" name="Rectangle: Single Corner Rounded 68">
            <a:extLst>
              <a:ext uri="{FF2B5EF4-FFF2-40B4-BE49-F238E27FC236}">
                <a16:creationId xmlns:a16="http://schemas.microsoft.com/office/drawing/2014/main" id="{7BDF8DD8-B0CB-B031-4209-A4FAD1FD0D5B}"/>
              </a:ext>
            </a:extLst>
          </p:cNvPr>
          <p:cNvSpPr/>
          <p:nvPr/>
        </p:nvSpPr>
        <p:spPr>
          <a:xfrm>
            <a:off x="9679739" y="1379918"/>
            <a:ext cx="1824347"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Trebuchet MS"/>
                <a:ea typeface="+mn-ea"/>
                <a:cs typeface="+mn-cs"/>
              </a:rPr>
              <a:t>Supporting slide(s)</a:t>
            </a:r>
          </a:p>
        </p:txBody>
      </p:sp>
      <p:sp>
        <p:nvSpPr>
          <p:cNvPr id="70" name="Rectangle: Single Corner Rounded 69">
            <a:extLst>
              <a:ext uri="{FF2B5EF4-FFF2-40B4-BE49-F238E27FC236}">
                <a16:creationId xmlns:a16="http://schemas.microsoft.com/office/drawing/2014/main" id="{120778F9-FC30-80F8-1CFD-A5DEA5F87C43}"/>
              </a:ext>
            </a:extLst>
          </p:cNvPr>
          <p:cNvSpPr/>
          <p:nvPr/>
        </p:nvSpPr>
        <p:spPr>
          <a:xfrm>
            <a:off x="5911778" y="1379918"/>
            <a:ext cx="582576"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N/A</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71" name="Rectangle: Single Corner Rounded 70">
            <a:extLst>
              <a:ext uri="{FF2B5EF4-FFF2-40B4-BE49-F238E27FC236}">
                <a16:creationId xmlns:a16="http://schemas.microsoft.com/office/drawing/2014/main" id="{48F48EEF-E057-5BC7-F0B9-4F43B6FBB1AE}"/>
              </a:ext>
            </a:extLst>
          </p:cNvPr>
          <p:cNvSpPr/>
          <p:nvPr/>
        </p:nvSpPr>
        <p:spPr>
          <a:xfrm>
            <a:off x="5269935" y="1379918"/>
            <a:ext cx="582576"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No </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72" name="Rectangle: Single Corner Rounded 71">
            <a:extLst>
              <a:ext uri="{FF2B5EF4-FFF2-40B4-BE49-F238E27FC236}">
                <a16:creationId xmlns:a16="http://schemas.microsoft.com/office/drawing/2014/main" id="{AE6B2EE0-3715-79BB-234A-6539D5410280}"/>
              </a:ext>
            </a:extLst>
          </p:cNvPr>
          <p:cNvSpPr/>
          <p:nvPr/>
        </p:nvSpPr>
        <p:spPr>
          <a:xfrm>
            <a:off x="4628092" y="1379918"/>
            <a:ext cx="582576"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Yes </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73" name="Oval 72">
            <a:extLst>
              <a:ext uri="{FF2B5EF4-FFF2-40B4-BE49-F238E27FC236}">
                <a16:creationId xmlns:a16="http://schemas.microsoft.com/office/drawing/2014/main" id="{402E3789-93F9-0B32-C0A5-1C62A58F017F}"/>
              </a:ext>
            </a:extLst>
          </p:cNvPr>
          <p:cNvSpPr/>
          <p:nvPr/>
        </p:nvSpPr>
        <p:spPr>
          <a:xfrm>
            <a:off x="650782" y="1833107"/>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74" name="Oval 73">
            <a:extLst>
              <a:ext uri="{FF2B5EF4-FFF2-40B4-BE49-F238E27FC236}">
                <a16:creationId xmlns:a16="http://schemas.microsoft.com/office/drawing/2014/main" id="{111EE5DA-900F-F098-C2AD-B5D2075AA674}"/>
              </a:ext>
            </a:extLst>
          </p:cNvPr>
          <p:cNvSpPr/>
          <p:nvPr/>
        </p:nvSpPr>
        <p:spPr>
          <a:xfrm>
            <a:off x="650782" y="2288636"/>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75" name="Oval 74">
            <a:extLst>
              <a:ext uri="{FF2B5EF4-FFF2-40B4-BE49-F238E27FC236}">
                <a16:creationId xmlns:a16="http://schemas.microsoft.com/office/drawing/2014/main" id="{074BAB10-F2E8-8A0A-3780-64D76A925ED3}"/>
              </a:ext>
            </a:extLst>
          </p:cNvPr>
          <p:cNvSpPr/>
          <p:nvPr/>
        </p:nvSpPr>
        <p:spPr>
          <a:xfrm>
            <a:off x="650782" y="2744165"/>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76" name="Oval 75">
            <a:extLst>
              <a:ext uri="{FF2B5EF4-FFF2-40B4-BE49-F238E27FC236}">
                <a16:creationId xmlns:a16="http://schemas.microsoft.com/office/drawing/2014/main" id="{33B58E17-107D-9325-4E87-BCD7EB218DEC}"/>
              </a:ext>
            </a:extLst>
          </p:cNvPr>
          <p:cNvSpPr/>
          <p:nvPr/>
        </p:nvSpPr>
        <p:spPr>
          <a:xfrm>
            <a:off x="650782" y="3199694"/>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80" name="Rectangle: Rounded Corners 79">
            <a:extLst>
              <a:ext uri="{FF2B5EF4-FFF2-40B4-BE49-F238E27FC236}">
                <a16:creationId xmlns:a16="http://schemas.microsoft.com/office/drawing/2014/main" id="{56590D07-02B3-D4A3-09E0-F41EB6880D17}"/>
              </a:ext>
            </a:extLst>
          </p:cNvPr>
          <p:cNvSpPr/>
          <p:nvPr/>
        </p:nvSpPr>
        <p:spPr>
          <a:xfrm>
            <a:off x="849075" y="1765935"/>
            <a:ext cx="10714275" cy="4586256"/>
          </a:xfrm>
          <a:prstGeom prst="roundRect">
            <a:avLst>
              <a:gd name="adj" fmla="val 961"/>
            </a:avLst>
          </a:prstGeom>
          <a:solidFill>
            <a:srgbClr val="FFFFFF"/>
          </a:solidFill>
          <a:ln w="9525" cap="rnd" cmpd="sng" algn="ctr">
            <a:solidFill>
              <a:srgbClr val="9A9A9A"/>
            </a:solidFill>
            <a:prstDash val="sysDot"/>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81" name="Oval 80">
            <a:extLst>
              <a:ext uri="{FF2B5EF4-FFF2-40B4-BE49-F238E27FC236}">
                <a16:creationId xmlns:a16="http://schemas.microsoft.com/office/drawing/2014/main" id="{1339DD36-D2B0-AD40-403B-8B0946AB446C}"/>
              </a:ext>
            </a:extLst>
          </p:cNvPr>
          <p:cNvSpPr/>
          <p:nvPr/>
        </p:nvSpPr>
        <p:spPr>
          <a:xfrm>
            <a:off x="686849" y="1869175"/>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1</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82" name="Oval 81">
            <a:extLst>
              <a:ext uri="{FF2B5EF4-FFF2-40B4-BE49-F238E27FC236}">
                <a16:creationId xmlns:a16="http://schemas.microsoft.com/office/drawing/2014/main" id="{75685AA8-A842-E2E3-71F7-1E2C7BBAFD9C}"/>
              </a:ext>
            </a:extLst>
          </p:cNvPr>
          <p:cNvSpPr/>
          <p:nvPr/>
        </p:nvSpPr>
        <p:spPr>
          <a:xfrm>
            <a:off x="686849" y="2324703"/>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2</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83" name="Oval 82">
            <a:extLst>
              <a:ext uri="{FF2B5EF4-FFF2-40B4-BE49-F238E27FC236}">
                <a16:creationId xmlns:a16="http://schemas.microsoft.com/office/drawing/2014/main" id="{1B2D6C00-0F87-3720-5D42-3B6FC387CE6F}"/>
              </a:ext>
            </a:extLst>
          </p:cNvPr>
          <p:cNvSpPr/>
          <p:nvPr/>
        </p:nvSpPr>
        <p:spPr>
          <a:xfrm>
            <a:off x="686849" y="2780232"/>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3</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84" name="Oval 83">
            <a:extLst>
              <a:ext uri="{FF2B5EF4-FFF2-40B4-BE49-F238E27FC236}">
                <a16:creationId xmlns:a16="http://schemas.microsoft.com/office/drawing/2014/main" id="{A47ECE97-6299-D020-7E5C-86F0DE1C3986}"/>
              </a:ext>
            </a:extLst>
          </p:cNvPr>
          <p:cNvSpPr/>
          <p:nvPr/>
        </p:nvSpPr>
        <p:spPr>
          <a:xfrm>
            <a:off x="686849" y="3691291"/>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5</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85" name="Oval 84">
            <a:extLst>
              <a:ext uri="{FF2B5EF4-FFF2-40B4-BE49-F238E27FC236}">
                <a16:creationId xmlns:a16="http://schemas.microsoft.com/office/drawing/2014/main" id="{54AFCDDD-9577-B82A-CA71-0912AB38EC25}"/>
              </a:ext>
            </a:extLst>
          </p:cNvPr>
          <p:cNvSpPr/>
          <p:nvPr/>
        </p:nvSpPr>
        <p:spPr>
          <a:xfrm>
            <a:off x="686849" y="3235762"/>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4</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92" name="Rectangle 91">
            <a:extLst>
              <a:ext uri="{FF2B5EF4-FFF2-40B4-BE49-F238E27FC236}">
                <a16:creationId xmlns:a16="http://schemas.microsoft.com/office/drawing/2014/main" id="{45211A0D-6741-2903-BA3C-C68EE56F74C7}"/>
              </a:ext>
            </a:extLst>
          </p:cNvPr>
          <p:cNvSpPr/>
          <p:nvPr/>
        </p:nvSpPr>
        <p:spPr>
          <a:xfrm>
            <a:off x="1084627" y="1856259"/>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Have all key stakeholders been consulted for input during policy development?</a:t>
            </a:r>
          </a:p>
        </p:txBody>
      </p:sp>
      <p:sp>
        <p:nvSpPr>
          <p:cNvPr id="93" name="Rectangle 92">
            <a:extLst>
              <a:ext uri="{FF2B5EF4-FFF2-40B4-BE49-F238E27FC236}">
                <a16:creationId xmlns:a16="http://schemas.microsoft.com/office/drawing/2014/main" id="{261A2A74-E8CC-7D77-46F4-37B8CF0734C8}"/>
              </a:ext>
            </a:extLst>
          </p:cNvPr>
          <p:cNvSpPr/>
          <p:nvPr/>
        </p:nvSpPr>
        <p:spPr>
          <a:xfrm>
            <a:off x="6553622" y="1856259"/>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94" name="Rectangle 93">
            <a:extLst>
              <a:ext uri="{FF2B5EF4-FFF2-40B4-BE49-F238E27FC236}">
                <a16:creationId xmlns:a16="http://schemas.microsoft.com/office/drawing/2014/main" id="{83200398-2939-6E8D-E434-2D807FE82EF3}"/>
              </a:ext>
            </a:extLst>
          </p:cNvPr>
          <p:cNvSpPr/>
          <p:nvPr/>
        </p:nvSpPr>
        <p:spPr>
          <a:xfrm>
            <a:off x="9679739" y="1856259"/>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95" name="Rectangle 94">
            <a:extLst>
              <a:ext uri="{FF2B5EF4-FFF2-40B4-BE49-F238E27FC236}">
                <a16:creationId xmlns:a16="http://schemas.microsoft.com/office/drawing/2014/main" id="{EF3CF727-7FAC-E809-F4D7-D1683B943BFA}"/>
              </a:ext>
            </a:extLst>
          </p:cNvPr>
          <p:cNvSpPr/>
          <p:nvPr/>
        </p:nvSpPr>
        <p:spPr>
          <a:xfrm>
            <a:off x="5911778" y="1856259"/>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96" name="Rectangle 95">
            <a:extLst>
              <a:ext uri="{FF2B5EF4-FFF2-40B4-BE49-F238E27FC236}">
                <a16:creationId xmlns:a16="http://schemas.microsoft.com/office/drawing/2014/main" id="{21B0FE91-D26F-34BB-583F-0E112C115FB3}"/>
              </a:ext>
            </a:extLst>
          </p:cNvPr>
          <p:cNvSpPr/>
          <p:nvPr/>
        </p:nvSpPr>
        <p:spPr>
          <a:xfrm>
            <a:off x="5269935" y="1856259"/>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97" name="Rectangle 96">
            <a:extLst>
              <a:ext uri="{FF2B5EF4-FFF2-40B4-BE49-F238E27FC236}">
                <a16:creationId xmlns:a16="http://schemas.microsoft.com/office/drawing/2014/main" id="{0BA1B8EF-702C-05E1-37AB-58C151CA85DC}"/>
              </a:ext>
            </a:extLst>
          </p:cNvPr>
          <p:cNvSpPr/>
          <p:nvPr/>
        </p:nvSpPr>
        <p:spPr>
          <a:xfrm>
            <a:off x="4628092" y="1856259"/>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98" name="Rectangle 97">
            <a:extLst>
              <a:ext uri="{FF2B5EF4-FFF2-40B4-BE49-F238E27FC236}">
                <a16:creationId xmlns:a16="http://schemas.microsoft.com/office/drawing/2014/main" id="{FCBCE23D-6A25-12DE-2FAF-9BBD339D4B1D}"/>
              </a:ext>
            </a:extLst>
          </p:cNvPr>
          <p:cNvSpPr/>
          <p:nvPr/>
        </p:nvSpPr>
        <p:spPr>
          <a:xfrm>
            <a:off x="5269935" y="2311788"/>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99" name="Rectangle 98">
            <a:extLst>
              <a:ext uri="{FF2B5EF4-FFF2-40B4-BE49-F238E27FC236}">
                <a16:creationId xmlns:a16="http://schemas.microsoft.com/office/drawing/2014/main" id="{7085671C-2860-4E47-717C-314E278FD7BE}"/>
              </a:ext>
            </a:extLst>
          </p:cNvPr>
          <p:cNvSpPr/>
          <p:nvPr/>
        </p:nvSpPr>
        <p:spPr>
          <a:xfrm>
            <a:off x="1084627" y="2311788"/>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Has public consultation been conducted,</a:t>
            </a:r>
            <a:br>
              <a:rPr kumimoji="0" lang="en-US" sz="1200" b="0" i="0" u="none" strike="noStrike" kern="1200" cap="none" spc="0" normalizeH="0" baseline="0" noProof="0" dirty="0">
                <a:ln>
                  <a:noFill/>
                </a:ln>
                <a:solidFill>
                  <a:srgbClr val="000000"/>
                </a:solidFill>
                <a:effectLst/>
                <a:uLnTx/>
                <a:uFillTx/>
                <a:latin typeface="Trebuchet MS"/>
                <a:ea typeface="+mn-ea"/>
                <a:cs typeface="+mn-cs"/>
              </a:rPr>
            </a:br>
            <a:r>
              <a:rPr kumimoji="0" lang="en-US" sz="1200" b="0" i="0" u="none" strike="noStrike" kern="1200" cap="none" spc="0" normalizeH="0" baseline="0" noProof="0" dirty="0">
                <a:ln>
                  <a:noFill/>
                </a:ln>
                <a:solidFill>
                  <a:srgbClr val="000000"/>
                </a:solidFill>
                <a:effectLst/>
                <a:uLnTx/>
                <a:uFillTx/>
                <a:latin typeface="Trebuchet MS"/>
                <a:ea typeface="+mn-ea"/>
                <a:cs typeface="+mn-cs"/>
              </a:rPr>
              <a:t>if applicable?</a:t>
            </a:r>
          </a:p>
        </p:txBody>
      </p:sp>
      <p:sp>
        <p:nvSpPr>
          <p:cNvPr id="100" name="Rectangle 99">
            <a:extLst>
              <a:ext uri="{FF2B5EF4-FFF2-40B4-BE49-F238E27FC236}">
                <a16:creationId xmlns:a16="http://schemas.microsoft.com/office/drawing/2014/main" id="{CE5A6969-0F8A-5EB9-54A0-6F8812BAB31B}"/>
              </a:ext>
            </a:extLst>
          </p:cNvPr>
          <p:cNvSpPr/>
          <p:nvPr/>
        </p:nvSpPr>
        <p:spPr>
          <a:xfrm>
            <a:off x="6553622" y="2311788"/>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01" name="Rectangle 100">
            <a:extLst>
              <a:ext uri="{FF2B5EF4-FFF2-40B4-BE49-F238E27FC236}">
                <a16:creationId xmlns:a16="http://schemas.microsoft.com/office/drawing/2014/main" id="{1E1E8B74-39B1-2479-0862-9417204D312C}"/>
              </a:ext>
            </a:extLst>
          </p:cNvPr>
          <p:cNvSpPr/>
          <p:nvPr/>
        </p:nvSpPr>
        <p:spPr>
          <a:xfrm>
            <a:off x="9679739" y="2311788"/>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02" name="Rectangle 101">
            <a:extLst>
              <a:ext uri="{FF2B5EF4-FFF2-40B4-BE49-F238E27FC236}">
                <a16:creationId xmlns:a16="http://schemas.microsoft.com/office/drawing/2014/main" id="{6A859378-1E69-8F32-1527-7266E4491BDE}"/>
              </a:ext>
            </a:extLst>
          </p:cNvPr>
          <p:cNvSpPr/>
          <p:nvPr/>
        </p:nvSpPr>
        <p:spPr>
          <a:xfrm>
            <a:off x="5911778" y="2311788"/>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03" name="Rectangle 102">
            <a:extLst>
              <a:ext uri="{FF2B5EF4-FFF2-40B4-BE49-F238E27FC236}">
                <a16:creationId xmlns:a16="http://schemas.microsoft.com/office/drawing/2014/main" id="{9B30C541-5EC0-FB12-3D47-39F1329C5B57}"/>
              </a:ext>
            </a:extLst>
          </p:cNvPr>
          <p:cNvSpPr/>
          <p:nvPr/>
        </p:nvSpPr>
        <p:spPr>
          <a:xfrm>
            <a:off x="4628092" y="2311788"/>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04" name="Rectangle 103">
            <a:extLst>
              <a:ext uri="{FF2B5EF4-FFF2-40B4-BE49-F238E27FC236}">
                <a16:creationId xmlns:a16="http://schemas.microsoft.com/office/drawing/2014/main" id="{B35C5D51-2AFF-DECC-D3ED-9A737A160D05}"/>
              </a:ext>
            </a:extLst>
          </p:cNvPr>
          <p:cNvSpPr/>
          <p:nvPr/>
        </p:nvSpPr>
        <p:spPr>
          <a:xfrm>
            <a:off x="5269935" y="2767318"/>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43" name="Rectangle 142">
            <a:extLst>
              <a:ext uri="{FF2B5EF4-FFF2-40B4-BE49-F238E27FC236}">
                <a16:creationId xmlns:a16="http://schemas.microsoft.com/office/drawing/2014/main" id="{922F7F57-2DBF-164E-C775-73BA9706BFEF}"/>
              </a:ext>
            </a:extLst>
          </p:cNvPr>
          <p:cNvSpPr/>
          <p:nvPr/>
        </p:nvSpPr>
        <p:spPr>
          <a:xfrm>
            <a:off x="1084627" y="2767318"/>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Has the policy been updated to reflect the outcomes of public consultation, if applicable?</a:t>
            </a:r>
          </a:p>
        </p:txBody>
      </p:sp>
      <p:sp>
        <p:nvSpPr>
          <p:cNvPr id="144" name="Rectangle 143">
            <a:extLst>
              <a:ext uri="{FF2B5EF4-FFF2-40B4-BE49-F238E27FC236}">
                <a16:creationId xmlns:a16="http://schemas.microsoft.com/office/drawing/2014/main" id="{1EFB5C9C-6066-5BBC-4369-DE364EE7B8A8}"/>
              </a:ext>
            </a:extLst>
          </p:cNvPr>
          <p:cNvSpPr/>
          <p:nvPr/>
        </p:nvSpPr>
        <p:spPr>
          <a:xfrm>
            <a:off x="6553622" y="2767318"/>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45" name="Rectangle 144">
            <a:extLst>
              <a:ext uri="{FF2B5EF4-FFF2-40B4-BE49-F238E27FC236}">
                <a16:creationId xmlns:a16="http://schemas.microsoft.com/office/drawing/2014/main" id="{4196DA2B-6298-0655-E5EB-F6BE9EF1FAAC}"/>
              </a:ext>
            </a:extLst>
          </p:cNvPr>
          <p:cNvSpPr/>
          <p:nvPr/>
        </p:nvSpPr>
        <p:spPr>
          <a:xfrm>
            <a:off x="9679739" y="2767318"/>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46" name="Rectangle 145">
            <a:extLst>
              <a:ext uri="{FF2B5EF4-FFF2-40B4-BE49-F238E27FC236}">
                <a16:creationId xmlns:a16="http://schemas.microsoft.com/office/drawing/2014/main" id="{94979CAD-1F0D-3C75-060D-E2F17A5CA922}"/>
              </a:ext>
            </a:extLst>
          </p:cNvPr>
          <p:cNvSpPr/>
          <p:nvPr/>
        </p:nvSpPr>
        <p:spPr>
          <a:xfrm>
            <a:off x="5911778" y="2767318"/>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64" name="Rectangle 163">
            <a:extLst>
              <a:ext uri="{FF2B5EF4-FFF2-40B4-BE49-F238E27FC236}">
                <a16:creationId xmlns:a16="http://schemas.microsoft.com/office/drawing/2014/main" id="{C44142C8-9A70-A2E6-6B13-DD8D6FB7EFEF}"/>
              </a:ext>
            </a:extLst>
          </p:cNvPr>
          <p:cNvSpPr/>
          <p:nvPr/>
        </p:nvSpPr>
        <p:spPr>
          <a:xfrm>
            <a:off x="4628092" y="2767318"/>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65" name="Rectangle 164">
            <a:extLst>
              <a:ext uri="{FF2B5EF4-FFF2-40B4-BE49-F238E27FC236}">
                <a16:creationId xmlns:a16="http://schemas.microsoft.com/office/drawing/2014/main" id="{9227C8FB-9CE4-07A0-C617-D4D11800F644}"/>
              </a:ext>
            </a:extLst>
          </p:cNvPr>
          <p:cNvSpPr/>
          <p:nvPr/>
        </p:nvSpPr>
        <p:spPr>
          <a:xfrm>
            <a:off x="5269935" y="3678377"/>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66" name="Rectangle 165">
            <a:extLst>
              <a:ext uri="{FF2B5EF4-FFF2-40B4-BE49-F238E27FC236}">
                <a16:creationId xmlns:a16="http://schemas.microsoft.com/office/drawing/2014/main" id="{2262F352-885E-5046-E8B8-D6212A176FE9}"/>
              </a:ext>
            </a:extLst>
          </p:cNvPr>
          <p:cNvSpPr/>
          <p:nvPr/>
        </p:nvSpPr>
        <p:spPr>
          <a:xfrm>
            <a:off x="1084627" y="3678377"/>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Is there a plan to communicate the policy and train or support those affected?</a:t>
            </a:r>
          </a:p>
        </p:txBody>
      </p:sp>
      <p:sp>
        <p:nvSpPr>
          <p:cNvPr id="167" name="Rectangle 166">
            <a:extLst>
              <a:ext uri="{FF2B5EF4-FFF2-40B4-BE49-F238E27FC236}">
                <a16:creationId xmlns:a16="http://schemas.microsoft.com/office/drawing/2014/main" id="{C7FB21F9-8F88-904C-42B6-5191D3216B16}"/>
              </a:ext>
            </a:extLst>
          </p:cNvPr>
          <p:cNvSpPr/>
          <p:nvPr/>
        </p:nvSpPr>
        <p:spPr>
          <a:xfrm>
            <a:off x="6553622" y="3678377"/>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68" name="Rectangle 167">
            <a:extLst>
              <a:ext uri="{FF2B5EF4-FFF2-40B4-BE49-F238E27FC236}">
                <a16:creationId xmlns:a16="http://schemas.microsoft.com/office/drawing/2014/main" id="{AD9A276F-4271-E544-F460-5FF79B98616F}"/>
              </a:ext>
            </a:extLst>
          </p:cNvPr>
          <p:cNvSpPr/>
          <p:nvPr/>
        </p:nvSpPr>
        <p:spPr>
          <a:xfrm>
            <a:off x="9679739" y="3678377"/>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69" name="Rectangle 168">
            <a:extLst>
              <a:ext uri="{FF2B5EF4-FFF2-40B4-BE49-F238E27FC236}">
                <a16:creationId xmlns:a16="http://schemas.microsoft.com/office/drawing/2014/main" id="{AEEB7905-1907-95CC-794A-03486597ACC0}"/>
              </a:ext>
            </a:extLst>
          </p:cNvPr>
          <p:cNvSpPr/>
          <p:nvPr/>
        </p:nvSpPr>
        <p:spPr>
          <a:xfrm>
            <a:off x="5911778" y="3678377"/>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70" name="Rectangle 169">
            <a:extLst>
              <a:ext uri="{FF2B5EF4-FFF2-40B4-BE49-F238E27FC236}">
                <a16:creationId xmlns:a16="http://schemas.microsoft.com/office/drawing/2014/main" id="{B8771E69-CF64-0489-DE75-F1298201A59A}"/>
              </a:ext>
            </a:extLst>
          </p:cNvPr>
          <p:cNvSpPr/>
          <p:nvPr/>
        </p:nvSpPr>
        <p:spPr>
          <a:xfrm>
            <a:off x="4628092" y="3678377"/>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71" name="Rectangle 170">
            <a:extLst>
              <a:ext uri="{FF2B5EF4-FFF2-40B4-BE49-F238E27FC236}">
                <a16:creationId xmlns:a16="http://schemas.microsoft.com/office/drawing/2014/main" id="{600E326D-F2B6-DDDE-08D7-4B66D4E35A7B}"/>
              </a:ext>
            </a:extLst>
          </p:cNvPr>
          <p:cNvSpPr/>
          <p:nvPr/>
        </p:nvSpPr>
        <p:spPr>
          <a:xfrm>
            <a:off x="5269935" y="3222847"/>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72" name="Rectangle 171">
            <a:extLst>
              <a:ext uri="{FF2B5EF4-FFF2-40B4-BE49-F238E27FC236}">
                <a16:creationId xmlns:a16="http://schemas.microsoft.com/office/drawing/2014/main" id="{1517C82B-025E-8B1F-358A-DBA7CF74C257}"/>
              </a:ext>
            </a:extLst>
          </p:cNvPr>
          <p:cNvSpPr/>
          <p:nvPr/>
        </p:nvSpPr>
        <p:spPr>
          <a:xfrm>
            <a:off x="1084627" y="3222847"/>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Has all feedback and comments been addressed?</a:t>
            </a:r>
          </a:p>
        </p:txBody>
      </p:sp>
      <p:sp>
        <p:nvSpPr>
          <p:cNvPr id="173" name="Rectangle 172">
            <a:extLst>
              <a:ext uri="{FF2B5EF4-FFF2-40B4-BE49-F238E27FC236}">
                <a16:creationId xmlns:a16="http://schemas.microsoft.com/office/drawing/2014/main" id="{16281C02-E911-C7B9-D4F1-00334AC21257}"/>
              </a:ext>
            </a:extLst>
          </p:cNvPr>
          <p:cNvSpPr/>
          <p:nvPr/>
        </p:nvSpPr>
        <p:spPr>
          <a:xfrm>
            <a:off x="6553622" y="3222847"/>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74" name="Rectangle 173">
            <a:extLst>
              <a:ext uri="{FF2B5EF4-FFF2-40B4-BE49-F238E27FC236}">
                <a16:creationId xmlns:a16="http://schemas.microsoft.com/office/drawing/2014/main" id="{A849970B-6063-E985-9C01-47B6E1ACDB56}"/>
              </a:ext>
            </a:extLst>
          </p:cNvPr>
          <p:cNvSpPr/>
          <p:nvPr/>
        </p:nvSpPr>
        <p:spPr>
          <a:xfrm>
            <a:off x="9679739" y="3222847"/>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75" name="Rectangle 174">
            <a:extLst>
              <a:ext uri="{FF2B5EF4-FFF2-40B4-BE49-F238E27FC236}">
                <a16:creationId xmlns:a16="http://schemas.microsoft.com/office/drawing/2014/main" id="{930C0FCE-80E5-94CA-4457-6D995A7570AA}"/>
              </a:ext>
            </a:extLst>
          </p:cNvPr>
          <p:cNvSpPr/>
          <p:nvPr/>
        </p:nvSpPr>
        <p:spPr>
          <a:xfrm>
            <a:off x="5911778" y="3222847"/>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76" name="Rectangle 175">
            <a:extLst>
              <a:ext uri="{FF2B5EF4-FFF2-40B4-BE49-F238E27FC236}">
                <a16:creationId xmlns:a16="http://schemas.microsoft.com/office/drawing/2014/main" id="{88D61365-68CD-736B-9080-320CB905DDF5}"/>
              </a:ext>
            </a:extLst>
          </p:cNvPr>
          <p:cNvSpPr/>
          <p:nvPr/>
        </p:nvSpPr>
        <p:spPr>
          <a:xfrm>
            <a:off x="4628092" y="3222846"/>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cxnSp>
        <p:nvCxnSpPr>
          <p:cNvPr id="202" name="Straight Connector 201">
            <a:extLst>
              <a:ext uri="{FF2B5EF4-FFF2-40B4-BE49-F238E27FC236}">
                <a16:creationId xmlns:a16="http://schemas.microsoft.com/office/drawing/2014/main" id="{4740FF4A-8392-317A-CEF2-C1735E6D5CBD}"/>
              </a:ext>
            </a:extLst>
          </p:cNvPr>
          <p:cNvCxnSpPr/>
          <p:nvPr/>
        </p:nvCxnSpPr>
        <p:spPr>
          <a:xfrm>
            <a:off x="1084627" y="3635278"/>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255CF836-2CEC-9680-81A1-2A6CD99D9727}"/>
              </a:ext>
            </a:extLst>
          </p:cNvPr>
          <p:cNvCxnSpPr/>
          <p:nvPr/>
        </p:nvCxnSpPr>
        <p:spPr>
          <a:xfrm>
            <a:off x="1084627" y="3179748"/>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E41EB652-1C52-16CA-D6F6-68B395D76E00}"/>
              </a:ext>
            </a:extLst>
          </p:cNvPr>
          <p:cNvCxnSpPr/>
          <p:nvPr/>
        </p:nvCxnSpPr>
        <p:spPr>
          <a:xfrm>
            <a:off x="1084627" y="2724219"/>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6A03E33A-A3F8-2AE6-E50A-22EF5A565920}"/>
              </a:ext>
            </a:extLst>
          </p:cNvPr>
          <p:cNvCxnSpPr/>
          <p:nvPr/>
        </p:nvCxnSpPr>
        <p:spPr>
          <a:xfrm>
            <a:off x="1084627" y="2268689"/>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sp>
        <p:nvSpPr>
          <p:cNvPr id="2" name="Right Triangle 1">
            <a:extLst>
              <a:ext uri="{FF2B5EF4-FFF2-40B4-BE49-F238E27FC236}">
                <a16:creationId xmlns:a16="http://schemas.microsoft.com/office/drawing/2014/main" id="{250C5E56-863B-7B37-D5B5-C00DB230D251}"/>
              </a:ext>
            </a:extLst>
          </p:cNvPr>
          <p:cNvSpPr/>
          <p:nvPr/>
        </p:nvSpPr>
        <p:spPr>
          <a:xfrm flipH="1">
            <a:off x="3713692"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5" name="Rectangle: Single Corner Rounded 4">
            <a:extLst>
              <a:ext uri="{FF2B5EF4-FFF2-40B4-BE49-F238E27FC236}">
                <a16:creationId xmlns:a16="http://schemas.microsoft.com/office/drawing/2014/main" id="{419FBA24-3C49-FDA6-5F79-012786799A75}"/>
              </a:ext>
            </a:extLst>
          </p:cNvPr>
          <p:cNvSpPr/>
          <p:nvPr/>
        </p:nvSpPr>
        <p:spPr>
          <a:xfrm>
            <a:off x="1084627" y="1379918"/>
            <a:ext cx="3484198"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Trebuchet MS"/>
                <a:ea typeface="+mn-ea"/>
                <a:cs typeface="+mn-cs"/>
              </a:rPr>
              <a:t>Key questions</a:t>
            </a:r>
          </a:p>
        </p:txBody>
      </p:sp>
    </p:spTree>
    <p:extLst>
      <p:ext uri="{BB962C8B-B14F-4D97-AF65-F5344CB8AC3E}">
        <p14:creationId xmlns:p14="http://schemas.microsoft.com/office/powerpoint/2010/main" val="9227188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D04B3-5F71-C025-6C01-05E6B9918FA6}"/>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CC6176BB-D1B5-6490-531E-0135E2CFDAA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4" name="think-cell data - do not delete" hidden="1">
                        <a:extLst>
                          <a:ext uri="{FF2B5EF4-FFF2-40B4-BE49-F238E27FC236}">
                            <a16:creationId xmlns:a16="http://schemas.microsoft.com/office/drawing/2014/main" id="{CC6176BB-D1B5-6490-531E-0135E2CFDAA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1E7D479-1CD3-9821-BCD7-81C1A6CEF831}"/>
              </a:ext>
            </a:extLst>
          </p:cNvPr>
          <p:cNvSpPr>
            <a:spLocks noGrp="1"/>
          </p:cNvSpPr>
          <p:nvPr>
            <p:ph type="title"/>
          </p:nvPr>
        </p:nvSpPr>
        <p:spPr>
          <a:xfrm>
            <a:off x="630238" y="622300"/>
            <a:ext cx="10933112" cy="664797"/>
          </a:xfrm>
        </p:spPr>
        <p:txBody>
          <a:bodyPr vert="horz">
            <a:noAutofit/>
          </a:bodyPr>
          <a:lstStyle/>
          <a:p>
            <a:r>
              <a:rPr lang="en-US" dirty="0">
                <a:solidFill>
                  <a:srgbClr val="009A93"/>
                </a:solidFill>
              </a:rPr>
              <a:t>Deep dive| </a:t>
            </a:r>
            <a:r>
              <a:rPr lang="en-US" dirty="0"/>
              <a:t>Final policy approval (phase 5) checklist</a:t>
            </a:r>
          </a:p>
        </p:txBody>
      </p:sp>
      <p:sp>
        <p:nvSpPr>
          <p:cNvPr id="39" name="Right Triangle 38">
            <a:extLst>
              <a:ext uri="{FF2B5EF4-FFF2-40B4-BE49-F238E27FC236}">
                <a16:creationId xmlns:a16="http://schemas.microsoft.com/office/drawing/2014/main" id="{1A73EF7C-AAF2-499F-8806-17865889B6E1}"/>
              </a:ext>
            </a:extLst>
          </p:cNvPr>
          <p:cNvSpPr/>
          <p:nvPr/>
        </p:nvSpPr>
        <p:spPr>
          <a:xfrm flipH="1">
            <a:off x="4628092" y="1379918"/>
            <a:ext cx="641843"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40" name="Right Triangle 39">
            <a:extLst>
              <a:ext uri="{FF2B5EF4-FFF2-40B4-BE49-F238E27FC236}">
                <a16:creationId xmlns:a16="http://schemas.microsoft.com/office/drawing/2014/main" id="{5D7D235E-5177-4D71-9E03-0EFF63332559}"/>
              </a:ext>
            </a:extLst>
          </p:cNvPr>
          <p:cNvSpPr/>
          <p:nvPr/>
        </p:nvSpPr>
        <p:spPr>
          <a:xfrm flipH="1">
            <a:off x="4997378"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41" name="Right Triangle 40">
            <a:extLst>
              <a:ext uri="{FF2B5EF4-FFF2-40B4-BE49-F238E27FC236}">
                <a16:creationId xmlns:a16="http://schemas.microsoft.com/office/drawing/2014/main" id="{1FA867A0-626D-4C3C-9B19-96819810105C}"/>
              </a:ext>
            </a:extLst>
          </p:cNvPr>
          <p:cNvSpPr/>
          <p:nvPr/>
        </p:nvSpPr>
        <p:spPr>
          <a:xfrm flipH="1">
            <a:off x="5639221"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42" name="Right Triangle 41">
            <a:extLst>
              <a:ext uri="{FF2B5EF4-FFF2-40B4-BE49-F238E27FC236}">
                <a16:creationId xmlns:a16="http://schemas.microsoft.com/office/drawing/2014/main" id="{6BB4F61F-7408-476C-B4B3-BCAA5CDAE914}"/>
              </a:ext>
            </a:extLst>
          </p:cNvPr>
          <p:cNvSpPr/>
          <p:nvPr/>
        </p:nvSpPr>
        <p:spPr>
          <a:xfrm flipH="1">
            <a:off x="8765339"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44" name="Rectangle: Single Corner Rounded 43">
            <a:extLst>
              <a:ext uri="{FF2B5EF4-FFF2-40B4-BE49-F238E27FC236}">
                <a16:creationId xmlns:a16="http://schemas.microsoft.com/office/drawing/2014/main" id="{3CD814B9-A57B-4DE2-A2F1-B31C8A7CBE26}"/>
              </a:ext>
            </a:extLst>
          </p:cNvPr>
          <p:cNvSpPr/>
          <p:nvPr/>
        </p:nvSpPr>
        <p:spPr>
          <a:xfrm>
            <a:off x="6553621" y="1379918"/>
            <a:ext cx="3066850"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Additional information</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45" name="Rectangle: Single Corner Rounded 44">
            <a:extLst>
              <a:ext uri="{FF2B5EF4-FFF2-40B4-BE49-F238E27FC236}">
                <a16:creationId xmlns:a16="http://schemas.microsoft.com/office/drawing/2014/main" id="{02B2F43C-CDBD-425F-A101-A02A4D23D144}"/>
              </a:ext>
            </a:extLst>
          </p:cNvPr>
          <p:cNvSpPr/>
          <p:nvPr/>
        </p:nvSpPr>
        <p:spPr>
          <a:xfrm>
            <a:off x="9679739" y="1379918"/>
            <a:ext cx="1824347"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Trebuchet MS"/>
                <a:ea typeface="+mn-ea"/>
                <a:cs typeface="+mn-cs"/>
              </a:rPr>
              <a:t>Supporting slide(s)</a:t>
            </a:r>
          </a:p>
        </p:txBody>
      </p:sp>
      <p:sp>
        <p:nvSpPr>
          <p:cNvPr id="46" name="Rectangle: Single Corner Rounded 45">
            <a:extLst>
              <a:ext uri="{FF2B5EF4-FFF2-40B4-BE49-F238E27FC236}">
                <a16:creationId xmlns:a16="http://schemas.microsoft.com/office/drawing/2014/main" id="{6A662AE2-8578-4E8B-8FBC-620CCEA8D72D}"/>
              </a:ext>
            </a:extLst>
          </p:cNvPr>
          <p:cNvSpPr/>
          <p:nvPr/>
        </p:nvSpPr>
        <p:spPr>
          <a:xfrm>
            <a:off x="5911778" y="1379918"/>
            <a:ext cx="582576"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N/A</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47" name="Rectangle: Single Corner Rounded 46">
            <a:extLst>
              <a:ext uri="{FF2B5EF4-FFF2-40B4-BE49-F238E27FC236}">
                <a16:creationId xmlns:a16="http://schemas.microsoft.com/office/drawing/2014/main" id="{C2E41B3E-CACB-49E9-A308-C6B3F2B91F5C}"/>
              </a:ext>
            </a:extLst>
          </p:cNvPr>
          <p:cNvSpPr/>
          <p:nvPr/>
        </p:nvSpPr>
        <p:spPr>
          <a:xfrm>
            <a:off x="5269935" y="1379918"/>
            <a:ext cx="582576"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No </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48" name="Rectangle: Single Corner Rounded 47">
            <a:extLst>
              <a:ext uri="{FF2B5EF4-FFF2-40B4-BE49-F238E27FC236}">
                <a16:creationId xmlns:a16="http://schemas.microsoft.com/office/drawing/2014/main" id="{9138C10E-392E-4327-81B0-C567AE7C57D9}"/>
              </a:ext>
            </a:extLst>
          </p:cNvPr>
          <p:cNvSpPr/>
          <p:nvPr/>
        </p:nvSpPr>
        <p:spPr>
          <a:xfrm>
            <a:off x="4628092" y="1379918"/>
            <a:ext cx="582576"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Trebuchet MS"/>
                <a:ea typeface="+mn-ea"/>
                <a:cs typeface="+mn-cs"/>
              </a:rPr>
              <a:t>Yes </a:t>
            </a:r>
            <a:endParaRPr kumimoji="0" lang="en-US" sz="16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49" name="Oval 48">
            <a:extLst>
              <a:ext uri="{FF2B5EF4-FFF2-40B4-BE49-F238E27FC236}">
                <a16:creationId xmlns:a16="http://schemas.microsoft.com/office/drawing/2014/main" id="{029E52B2-E18B-4CC6-9BD3-500A2961ACD0}"/>
              </a:ext>
            </a:extLst>
          </p:cNvPr>
          <p:cNvSpPr/>
          <p:nvPr/>
        </p:nvSpPr>
        <p:spPr>
          <a:xfrm>
            <a:off x="650782" y="1833107"/>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50" name="Oval 49">
            <a:extLst>
              <a:ext uri="{FF2B5EF4-FFF2-40B4-BE49-F238E27FC236}">
                <a16:creationId xmlns:a16="http://schemas.microsoft.com/office/drawing/2014/main" id="{A878089A-DD8C-4C2E-B36F-137B3968D0A3}"/>
              </a:ext>
            </a:extLst>
          </p:cNvPr>
          <p:cNvSpPr/>
          <p:nvPr/>
        </p:nvSpPr>
        <p:spPr>
          <a:xfrm>
            <a:off x="650782" y="2288636"/>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51" name="Oval 50">
            <a:extLst>
              <a:ext uri="{FF2B5EF4-FFF2-40B4-BE49-F238E27FC236}">
                <a16:creationId xmlns:a16="http://schemas.microsoft.com/office/drawing/2014/main" id="{602CAC77-B56A-49F6-9395-85A170894B10}"/>
              </a:ext>
            </a:extLst>
          </p:cNvPr>
          <p:cNvSpPr/>
          <p:nvPr/>
        </p:nvSpPr>
        <p:spPr>
          <a:xfrm>
            <a:off x="650782" y="2744165"/>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56" name="Rectangle: Rounded Corners 55">
            <a:extLst>
              <a:ext uri="{FF2B5EF4-FFF2-40B4-BE49-F238E27FC236}">
                <a16:creationId xmlns:a16="http://schemas.microsoft.com/office/drawing/2014/main" id="{24415268-F5CD-4D86-849F-795BE6DD5157}"/>
              </a:ext>
            </a:extLst>
          </p:cNvPr>
          <p:cNvSpPr/>
          <p:nvPr/>
        </p:nvSpPr>
        <p:spPr>
          <a:xfrm>
            <a:off x="849075" y="1765935"/>
            <a:ext cx="10714275" cy="4586256"/>
          </a:xfrm>
          <a:prstGeom prst="roundRect">
            <a:avLst>
              <a:gd name="adj" fmla="val 961"/>
            </a:avLst>
          </a:prstGeom>
          <a:solidFill>
            <a:srgbClr val="FFFFFF"/>
          </a:solidFill>
          <a:ln w="9525" cap="rnd" cmpd="sng" algn="ctr">
            <a:solidFill>
              <a:srgbClr val="9A9A9A"/>
            </a:solidFill>
            <a:prstDash val="sysDot"/>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57" name="Oval 56">
            <a:extLst>
              <a:ext uri="{FF2B5EF4-FFF2-40B4-BE49-F238E27FC236}">
                <a16:creationId xmlns:a16="http://schemas.microsoft.com/office/drawing/2014/main" id="{7B4425FB-5F75-4905-8E7B-979B55E4CC67}"/>
              </a:ext>
            </a:extLst>
          </p:cNvPr>
          <p:cNvSpPr/>
          <p:nvPr/>
        </p:nvSpPr>
        <p:spPr>
          <a:xfrm>
            <a:off x="686849" y="1869175"/>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1</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58" name="Oval 57">
            <a:extLst>
              <a:ext uri="{FF2B5EF4-FFF2-40B4-BE49-F238E27FC236}">
                <a16:creationId xmlns:a16="http://schemas.microsoft.com/office/drawing/2014/main" id="{3587896B-5FA1-4741-89EA-BD5E7DF65CE5}"/>
              </a:ext>
            </a:extLst>
          </p:cNvPr>
          <p:cNvSpPr/>
          <p:nvPr/>
        </p:nvSpPr>
        <p:spPr>
          <a:xfrm>
            <a:off x="686849" y="2324703"/>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2</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59" name="Oval 58">
            <a:extLst>
              <a:ext uri="{FF2B5EF4-FFF2-40B4-BE49-F238E27FC236}">
                <a16:creationId xmlns:a16="http://schemas.microsoft.com/office/drawing/2014/main" id="{82438A5D-1A74-4673-8ED0-96F5302C09AD}"/>
              </a:ext>
            </a:extLst>
          </p:cNvPr>
          <p:cNvSpPr/>
          <p:nvPr/>
        </p:nvSpPr>
        <p:spPr>
          <a:xfrm>
            <a:off x="686849" y="2780232"/>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3</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68" name="Rectangle 67">
            <a:extLst>
              <a:ext uri="{FF2B5EF4-FFF2-40B4-BE49-F238E27FC236}">
                <a16:creationId xmlns:a16="http://schemas.microsoft.com/office/drawing/2014/main" id="{983A33FC-D821-4019-BE46-1323BD0A8B9C}"/>
              </a:ext>
            </a:extLst>
          </p:cNvPr>
          <p:cNvSpPr/>
          <p:nvPr/>
        </p:nvSpPr>
        <p:spPr>
          <a:xfrm>
            <a:off x="1084627" y="1856259"/>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Have all reviews been completed satisfactorily?</a:t>
            </a:r>
          </a:p>
        </p:txBody>
      </p:sp>
      <p:sp>
        <p:nvSpPr>
          <p:cNvPr id="69" name="Rectangle 68">
            <a:extLst>
              <a:ext uri="{FF2B5EF4-FFF2-40B4-BE49-F238E27FC236}">
                <a16:creationId xmlns:a16="http://schemas.microsoft.com/office/drawing/2014/main" id="{8894083A-C6FA-401B-9451-97BC777ACBE9}"/>
              </a:ext>
            </a:extLst>
          </p:cNvPr>
          <p:cNvSpPr/>
          <p:nvPr/>
        </p:nvSpPr>
        <p:spPr>
          <a:xfrm>
            <a:off x="6553622" y="1856259"/>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70" name="Rectangle 69">
            <a:extLst>
              <a:ext uri="{FF2B5EF4-FFF2-40B4-BE49-F238E27FC236}">
                <a16:creationId xmlns:a16="http://schemas.microsoft.com/office/drawing/2014/main" id="{E5F945C4-7458-4652-9593-BEBBFB384916}"/>
              </a:ext>
            </a:extLst>
          </p:cNvPr>
          <p:cNvSpPr/>
          <p:nvPr/>
        </p:nvSpPr>
        <p:spPr>
          <a:xfrm>
            <a:off x="9679739" y="1856259"/>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71" name="Rectangle 70">
            <a:extLst>
              <a:ext uri="{FF2B5EF4-FFF2-40B4-BE49-F238E27FC236}">
                <a16:creationId xmlns:a16="http://schemas.microsoft.com/office/drawing/2014/main" id="{4D97B076-0FEE-4B84-9205-06749271D649}"/>
              </a:ext>
            </a:extLst>
          </p:cNvPr>
          <p:cNvSpPr/>
          <p:nvPr/>
        </p:nvSpPr>
        <p:spPr>
          <a:xfrm>
            <a:off x="5911778" y="1856259"/>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72" name="Rectangle 71">
            <a:extLst>
              <a:ext uri="{FF2B5EF4-FFF2-40B4-BE49-F238E27FC236}">
                <a16:creationId xmlns:a16="http://schemas.microsoft.com/office/drawing/2014/main" id="{AB584A4A-A644-4A93-B62D-F6B662F3857C}"/>
              </a:ext>
            </a:extLst>
          </p:cNvPr>
          <p:cNvSpPr/>
          <p:nvPr/>
        </p:nvSpPr>
        <p:spPr>
          <a:xfrm>
            <a:off x="5269935" y="1856259"/>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73" name="Rectangle 72">
            <a:extLst>
              <a:ext uri="{FF2B5EF4-FFF2-40B4-BE49-F238E27FC236}">
                <a16:creationId xmlns:a16="http://schemas.microsoft.com/office/drawing/2014/main" id="{E9E61133-4F1F-43A1-B52E-F1C888FBE9BF}"/>
              </a:ext>
            </a:extLst>
          </p:cNvPr>
          <p:cNvSpPr/>
          <p:nvPr/>
        </p:nvSpPr>
        <p:spPr>
          <a:xfrm>
            <a:off x="4628092" y="1856259"/>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74" name="Rectangle 73">
            <a:extLst>
              <a:ext uri="{FF2B5EF4-FFF2-40B4-BE49-F238E27FC236}">
                <a16:creationId xmlns:a16="http://schemas.microsoft.com/office/drawing/2014/main" id="{9A5BE1EC-3843-4D86-A5BA-D719F98F9880}"/>
              </a:ext>
            </a:extLst>
          </p:cNvPr>
          <p:cNvSpPr/>
          <p:nvPr/>
        </p:nvSpPr>
        <p:spPr>
          <a:xfrm>
            <a:off x="5269935" y="2311788"/>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75" name="Rectangle 74">
            <a:extLst>
              <a:ext uri="{FF2B5EF4-FFF2-40B4-BE49-F238E27FC236}">
                <a16:creationId xmlns:a16="http://schemas.microsoft.com/office/drawing/2014/main" id="{60681F59-814A-4314-9A7D-1399E72FA4C9}"/>
              </a:ext>
            </a:extLst>
          </p:cNvPr>
          <p:cNvSpPr/>
          <p:nvPr/>
        </p:nvSpPr>
        <p:spPr>
          <a:xfrm>
            <a:off x="1084627" y="2311788"/>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Have all identified stakeholders' inputs been taken into account and reflected in the policy?</a:t>
            </a:r>
          </a:p>
        </p:txBody>
      </p:sp>
      <p:sp>
        <p:nvSpPr>
          <p:cNvPr id="76" name="Rectangle 75">
            <a:extLst>
              <a:ext uri="{FF2B5EF4-FFF2-40B4-BE49-F238E27FC236}">
                <a16:creationId xmlns:a16="http://schemas.microsoft.com/office/drawing/2014/main" id="{57D33E7B-0533-492F-9C29-E730B45AA69A}"/>
              </a:ext>
            </a:extLst>
          </p:cNvPr>
          <p:cNvSpPr/>
          <p:nvPr/>
        </p:nvSpPr>
        <p:spPr>
          <a:xfrm>
            <a:off x="6553622" y="2311788"/>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77" name="Rectangle 76">
            <a:extLst>
              <a:ext uri="{FF2B5EF4-FFF2-40B4-BE49-F238E27FC236}">
                <a16:creationId xmlns:a16="http://schemas.microsoft.com/office/drawing/2014/main" id="{31ACD1AA-8A3B-4270-B5EF-F339465988D7}"/>
              </a:ext>
            </a:extLst>
          </p:cNvPr>
          <p:cNvSpPr/>
          <p:nvPr/>
        </p:nvSpPr>
        <p:spPr>
          <a:xfrm>
            <a:off x="9679739" y="2311788"/>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78" name="Rectangle 77">
            <a:extLst>
              <a:ext uri="{FF2B5EF4-FFF2-40B4-BE49-F238E27FC236}">
                <a16:creationId xmlns:a16="http://schemas.microsoft.com/office/drawing/2014/main" id="{2068257F-753F-484C-B59B-F3F8D12AE3B3}"/>
              </a:ext>
            </a:extLst>
          </p:cNvPr>
          <p:cNvSpPr/>
          <p:nvPr/>
        </p:nvSpPr>
        <p:spPr>
          <a:xfrm>
            <a:off x="5911778" y="2311788"/>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79" name="Rectangle 78">
            <a:extLst>
              <a:ext uri="{FF2B5EF4-FFF2-40B4-BE49-F238E27FC236}">
                <a16:creationId xmlns:a16="http://schemas.microsoft.com/office/drawing/2014/main" id="{F1C78C85-93E9-4E29-9DE8-E8E0921FFA4B}"/>
              </a:ext>
            </a:extLst>
          </p:cNvPr>
          <p:cNvSpPr/>
          <p:nvPr/>
        </p:nvSpPr>
        <p:spPr>
          <a:xfrm>
            <a:off x="4628092" y="2311788"/>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80" name="Rectangle 79">
            <a:extLst>
              <a:ext uri="{FF2B5EF4-FFF2-40B4-BE49-F238E27FC236}">
                <a16:creationId xmlns:a16="http://schemas.microsoft.com/office/drawing/2014/main" id="{6284B7DB-F079-4EC4-97DF-674511D7BFE0}"/>
              </a:ext>
            </a:extLst>
          </p:cNvPr>
          <p:cNvSpPr/>
          <p:nvPr/>
        </p:nvSpPr>
        <p:spPr>
          <a:xfrm>
            <a:off x="5269935" y="2767318"/>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81" name="Rectangle 80">
            <a:extLst>
              <a:ext uri="{FF2B5EF4-FFF2-40B4-BE49-F238E27FC236}">
                <a16:creationId xmlns:a16="http://schemas.microsoft.com/office/drawing/2014/main" id="{7B3C7EDA-3721-4CAF-8425-CD4328EBFA73}"/>
              </a:ext>
            </a:extLst>
          </p:cNvPr>
          <p:cNvSpPr/>
          <p:nvPr/>
        </p:nvSpPr>
        <p:spPr>
          <a:xfrm>
            <a:off x="1084627" y="2767318"/>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Has the policy been approved by HEM? </a:t>
            </a:r>
          </a:p>
        </p:txBody>
      </p:sp>
      <p:sp>
        <p:nvSpPr>
          <p:cNvPr id="82" name="Rectangle 81">
            <a:extLst>
              <a:ext uri="{FF2B5EF4-FFF2-40B4-BE49-F238E27FC236}">
                <a16:creationId xmlns:a16="http://schemas.microsoft.com/office/drawing/2014/main" id="{B23705EF-3A33-42A2-B72C-F854FF1F0201}"/>
              </a:ext>
            </a:extLst>
          </p:cNvPr>
          <p:cNvSpPr/>
          <p:nvPr/>
        </p:nvSpPr>
        <p:spPr>
          <a:xfrm>
            <a:off x="6553622" y="2767318"/>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83" name="Rectangle 82">
            <a:extLst>
              <a:ext uri="{FF2B5EF4-FFF2-40B4-BE49-F238E27FC236}">
                <a16:creationId xmlns:a16="http://schemas.microsoft.com/office/drawing/2014/main" id="{7C440BAB-4A91-4713-94AB-2C401F03B5F8}"/>
              </a:ext>
            </a:extLst>
          </p:cNvPr>
          <p:cNvSpPr/>
          <p:nvPr/>
        </p:nvSpPr>
        <p:spPr>
          <a:xfrm>
            <a:off x="9679739" y="2767318"/>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84" name="Rectangle 83">
            <a:extLst>
              <a:ext uri="{FF2B5EF4-FFF2-40B4-BE49-F238E27FC236}">
                <a16:creationId xmlns:a16="http://schemas.microsoft.com/office/drawing/2014/main" id="{D7FADD91-1F3A-4C16-B31E-D4954A3948FE}"/>
              </a:ext>
            </a:extLst>
          </p:cNvPr>
          <p:cNvSpPr/>
          <p:nvPr/>
        </p:nvSpPr>
        <p:spPr>
          <a:xfrm>
            <a:off x="5911778" y="2767318"/>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85" name="Rectangle 84">
            <a:extLst>
              <a:ext uri="{FF2B5EF4-FFF2-40B4-BE49-F238E27FC236}">
                <a16:creationId xmlns:a16="http://schemas.microsoft.com/office/drawing/2014/main" id="{73005416-7389-46AA-8669-4CAB683E1A8F}"/>
              </a:ext>
            </a:extLst>
          </p:cNvPr>
          <p:cNvSpPr/>
          <p:nvPr/>
        </p:nvSpPr>
        <p:spPr>
          <a:xfrm>
            <a:off x="4628092" y="2767318"/>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cxnSp>
        <p:nvCxnSpPr>
          <p:cNvPr id="153" name="Straight Connector 152">
            <a:extLst>
              <a:ext uri="{FF2B5EF4-FFF2-40B4-BE49-F238E27FC236}">
                <a16:creationId xmlns:a16="http://schemas.microsoft.com/office/drawing/2014/main" id="{B285FBDD-8F3D-4855-8F27-88C2C558C2EA}"/>
              </a:ext>
            </a:extLst>
          </p:cNvPr>
          <p:cNvCxnSpPr/>
          <p:nvPr/>
        </p:nvCxnSpPr>
        <p:spPr>
          <a:xfrm>
            <a:off x="1084627" y="2724219"/>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453CCA87-0ED4-4673-A582-949FF5FE2676}"/>
              </a:ext>
            </a:extLst>
          </p:cNvPr>
          <p:cNvCxnSpPr/>
          <p:nvPr/>
        </p:nvCxnSpPr>
        <p:spPr>
          <a:xfrm>
            <a:off x="1084627" y="2268690"/>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sp>
        <p:nvSpPr>
          <p:cNvPr id="2" name="Right Triangle 1">
            <a:extLst>
              <a:ext uri="{FF2B5EF4-FFF2-40B4-BE49-F238E27FC236}">
                <a16:creationId xmlns:a16="http://schemas.microsoft.com/office/drawing/2014/main" id="{339FA327-42BA-38B3-3FF6-A52984A92FBE}"/>
              </a:ext>
            </a:extLst>
          </p:cNvPr>
          <p:cNvSpPr/>
          <p:nvPr/>
        </p:nvSpPr>
        <p:spPr>
          <a:xfrm flipH="1">
            <a:off x="3713692" y="1379918"/>
            <a:ext cx="914400" cy="390144"/>
          </a:xfrm>
          <a:prstGeom prst="rtTriangle">
            <a:avLst/>
          </a:prstGeom>
          <a:solidFill>
            <a:schemeClr val="tx2">
              <a:lumMod val="50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5" name="Rectangle: Single Corner Rounded 4">
            <a:extLst>
              <a:ext uri="{FF2B5EF4-FFF2-40B4-BE49-F238E27FC236}">
                <a16:creationId xmlns:a16="http://schemas.microsoft.com/office/drawing/2014/main" id="{153A351E-0D17-98A4-9DF5-93FD9EE5E8C2}"/>
              </a:ext>
            </a:extLst>
          </p:cNvPr>
          <p:cNvSpPr/>
          <p:nvPr/>
        </p:nvSpPr>
        <p:spPr>
          <a:xfrm>
            <a:off x="1084627" y="1379918"/>
            <a:ext cx="3484198" cy="390144"/>
          </a:xfrm>
          <a:prstGeom prst="round1Rect">
            <a:avLst/>
          </a:prstGeom>
          <a:solidFill>
            <a:srgbClr val="006C67"/>
          </a:solidFill>
          <a:ln w="19050" cap="rnd" cmpd="sng" algn="ctr">
            <a:noFill/>
            <a:prstDash val="solid"/>
            <a:round/>
            <a:headEnd type="none" w="med" len="med"/>
            <a:tailEnd type="none" w="med" len="med"/>
          </a:ln>
          <a:effectLst/>
          <a:extLst>
            <a:ext uri="{91240B29-F687-4F45-9708-019B960494DF}">
              <a14:hiddenLine xmlns:a14="http://schemas.microsoft.com/office/drawing/2010/main" w="19050" cap="rnd"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Trebuchet MS"/>
                <a:ea typeface="+mn-ea"/>
                <a:cs typeface="+mn-cs"/>
              </a:rPr>
              <a:t>Key questions</a:t>
            </a:r>
          </a:p>
        </p:txBody>
      </p:sp>
      <p:sp>
        <p:nvSpPr>
          <p:cNvPr id="9" name="Oval 8">
            <a:extLst>
              <a:ext uri="{FF2B5EF4-FFF2-40B4-BE49-F238E27FC236}">
                <a16:creationId xmlns:a16="http://schemas.microsoft.com/office/drawing/2014/main" id="{443B3E08-F75E-C184-A630-1617967AB493}"/>
              </a:ext>
            </a:extLst>
          </p:cNvPr>
          <p:cNvSpPr/>
          <p:nvPr/>
        </p:nvSpPr>
        <p:spPr>
          <a:xfrm>
            <a:off x="650782" y="3199694"/>
            <a:ext cx="415636" cy="415636"/>
          </a:xfrm>
          <a:prstGeom prst="ellipse">
            <a:avLst/>
          </a:prstGeom>
          <a:gradFill flip="none" rotWithShape="1">
            <a:gsLst>
              <a:gs pos="0">
                <a:schemeClr val="tx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10" name="Oval 9">
            <a:extLst>
              <a:ext uri="{FF2B5EF4-FFF2-40B4-BE49-F238E27FC236}">
                <a16:creationId xmlns:a16="http://schemas.microsoft.com/office/drawing/2014/main" id="{6A860B0A-D987-1AD8-939A-4DB112391171}"/>
              </a:ext>
            </a:extLst>
          </p:cNvPr>
          <p:cNvSpPr/>
          <p:nvPr/>
        </p:nvSpPr>
        <p:spPr>
          <a:xfrm>
            <a:off x="686849" y="3235762"/>
            <a:ext cx="343501" cy="343501"/>
          </a:xfrm>
          <a:prstGeom prst="ellipse">
            <a:avLst/>
          </a:prstGeom>
          <a:solidFill>
            <a:srgbClr val="FF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4</a:t>
            </a:r>
            <a:endParaRPr kumimoji="0" lang="en-US" sz="1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
        <p:nvSpPr>
          <p:cNvPr id="11" name="Rectangle 10">
            <a:extLst>
              <a:ext uri="{FF2B5EF4-FFF2-40B4-BE49-F238E27FC236}">
                <a16:creationId xmlns:a16="http://schemas.microsoft.com/office/drawing/2014/main" id="{F3AC3346-8594-2527-5D5B-3B12409B48BE}"/>
              </a:ext>
            </a:extLst>
          </p:cNvPr>
          <p:cNvSpPr/>
          <p:nvPr/>
        </p:nvSpPr>
        <p:spPr>
          <a:xfrm>
            <a:off x="5269935" y="3222847"/>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2" name="Rectangle 11">
            <a:extLst>
              <a:ext uri="{FF2B5EF4-FFF2-40B4-BE49-F238E27FC236}">
                <a16:creationId xmlns:a16="http://schemas.microsoft.com/office/drawing/2014/main" id="{A65DCBC1-F614-AB4B-3597-D89C6C53481A}"/>
              </a:ext>
            </a:extLst>
          </p:cNvPr>
          <p:cNvSpPr/>
          <p:nvPr/>
        </p:nvSpPr>
        <p:spPr>
          <a:xfrm>
            <a:off x="1084627" y="3222847"/>
            <a:ext cx="3484198" cy="369332"/>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6C67"/>
                </a:solidFill>
              </a14:hiddenFill>
            </a:ex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noAutofit/>
          </a:bodyPr>
          <a:lstStyle/>
          <a:p>
            <a:pPr lvl="0">
              <a:buClr>
                <a:srgbClr val="006C67"/>
              </a:buClr>
              <a:buFont typeface="Trebuchet MS" panose="020B0603020202020204" pitchFamily="34" charset="0"/>
              <a:buChar char="​"/>
              <a:defRPr/>
            </a:pPr>
            <a:r>
              <a:rPr lang="en-US" sz="1200" dirty="0">
                <a:solidFill>
                  <a:srgbClr val="000000"/>
                </a:solidFill>
              </a:rPr>
              <a:t>Has the policy been approved by the governing body, if applicable? </a:t>
            </a:r>
          </a:p>
        </p:txBody>
      </p:sp>
      <p:sp>
        <p:nvSpPr>
          <p:cNvPr id="13" name="Rectangle 12">
            <a:extLst>
              <a:ext uri="{FF2B5EF4-FFF2-40B4-BE49-F238E27FC236}">
                <a16:creationId xmlns:a16="http://schemas.microsoft.com/office/drawing/2014/main" id="{ACA657EF-3708-DE4C-7CF6-39E5BAC3493E}"/>
              </a:ext>
            </a:extLst>
          </p:cNvPr>
          <p:cNvSpPr/>
          <p:nvPr/>
        </p:nvSpPr>
        <p:spPr>
          <a:xfrm>
            <a:off x="6553622" y="3222847"/>
            <a:ext cx="3066850"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Trebuchet MS"/>
                <a:ea typeface="+mn-ea"/>
                <a:cs typeface="+mn-cs"/>
              </a:rPr>
              <a:t>X</a:t>
            </a:r>
          </a:p>
        </p:txBody>
      </p:sp>
      <p:sp>
        <p:nvSpPr>
          <p:cNvPr id="14" name="Rectangle 13">
            <a:extLst>
              <a:ext uri="{FF2B5EF4-FFF2-40B4-BE49-F238E27FC236}">
                <a16:creationId xmlns:a16="http://schemas.microsoft.com/office/drawing/2014/main" id="{B8ECCAA2-A149-934A-A26E-7B66F8BB7303}"/>
              </a:ext>
            </a:extLst>
          </p:cNvPr>
          <p:cNvSpPr/>
          <p:nvPr/>
        </p:nvSpPr>
        <p:spPr>
          <a:xfrm>
            <a:off x="9679739" y="3222847"/>
            <a:ext cx="1824347" cy="369332"/>
          </a:xfrm>
          <a:prstGeom prst="rect">
            <a:avLst/>
          </a:prstGeom>
          <a:solidFill>
            <a:schemeClr val="bg1"/>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06C67"/>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Trebuchet MS"/>
                <a:ea typeface="+mn-ea"/>
                <a:cs typeface="+mn-cs"/>
              </a:rPr>
              <a:t>X</a:t>
            </a: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5" name="Rectangle 14">
            <a:extLst>
              <a:ext uri="{FF2B5EF4-FFF2-40B4-BE49-F238E27FC236}">
                <a16:creationId xmlns:a16="http://schemas.microsoft.com/office/drawing/2014/main" id="{ED6DDBD4-922B-0985-A085-59DB1AB87BBB}"/>
              </a:ext>
            </a:extLst>
          </p:cNvPr>
          <p:cNvSpPr/>
          <p:nvPr/>
        </p:nvSpPr>
        <p:spPr>
          <a:xfrm>
            <a:off x="5911778" y="3222847"/>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16" name="Rectangle 15">
            <a:extLst>
              <a:ext uri="{FF2B5EF4-FFF2-40B4-BE49-F238E27FC236}">
                <a16:creationId xmlns:a16="http://schemas.microsoft.com/office/drawing/2014/main" id="{56DB351D-04AB-D17B-A8EB-6C68FF34B2FC}"/>
              </a:ext>
            </a:extLst>
          </p:cNvPr>
          <p:cNvSpPr/>
          <p:nvPr/>
        </p:nvSpPr>
        <p:spPr>
          <a:xfrm>
            <a:off x="4628092" y="3222846"/>
            <a:ext cx="582576" cy="369332"/>
          </a:xfrm>
          <a:prstGeom prst="rect">
            <a:avLst/>
          </a:prstGeom>
          <a:solidFill>
            <a:schemeClr val="bg1"/>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
                <a:srgbClr val="006C67"/>
              </a:buClr>
              <a:buSzTx/>
              <a:buFont typeface="Trebuchet MS" panose="020B0603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Trebuchet MS"/>
              <a:ea typeface="+mn-ea"/>
              <a:cs typeface="+mn-cs"/>
            </a:endParaRPr>
          </a:p>
        </p:txBody>
      </p:sp>
      <p:cxnSp>
        <p:nvCxnSpPr>
          <p:cNvPr id="18" name="Straight Connector 17">
            <a:extLst>
              <a:ext uri="{FF2B5EF4-FFF2-40B4-BE49-F238E27FC236}">
                <a16:creationId xmlns:a16="http://schemas.microsoft.com/office/drawing/2014/main" id="{1E83185B-0E00-45F8-7A44-C5A6532C49C0}"/>
              </a:ext>
            </a:extLst>
          </p:cNvPr>
          <p:cNvCxnSpPr/>
          <p:nvPr/>
        </p:nvCxnSpPr>
        <p:spPr>
          <a:xfrm>
            <a:off x="1084627" y="3179748"/>
            <a:ext cx="10419459" cy="0"/>
          </a:xfrm>
          <a:prstGeom prst="line">
            <a:avLst/>
          </a:prstGeom>
          <a:ln w="9525" cap="rnd">
            <a:solidFill>
              <a:srgbClr val="9A9A9A"/>
            </a:solidFill>
            <a:prstDash val="sysDot"/>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01811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07851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EE4P_STYLE_NAME" val="MoMH English Grid 16:9"/>
  <p:tag name="THINKCELLUNDODONOTDELETE" val="0"/>
  <p:tag name="DECKSTER_PRESENTATION_ID" val="2c358281-1d78-4e2f-9405-5b5182c71d71"/>
  <p:tag name="EE4P_STYLE_ID" val="xNTEKhAv"/>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EE4P_GRADIENT_OVERLAY" val="1"/>
</p:tagLst>
</file>

<file path=ppt/tags/tag43.xml><?xml version="1.0" encoding="utf-8"?>
<p:tagLst xmlns:a="http://schemas.openxmlformats.org/drawingml/2006/main" xmlns:r="http://schemas.openxmlformats.org/officeDocument/2006/relationships" xmlns:p="http://schemas.openxmlformats.org/presentationml/2006/main">
  <p:tag name="ICONSANDBUGSTAG" val="123"/>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zeCzCARN1afaMxcdS8kbgA"/>
</p:tagLst>
</file>

<file path=ppt/tags/tag46.xml><?xml version="1.0" encoding="utf-8"?>
<p:tagLst xmlns:a="http://schemas.openxmlformats.org/drawingml/2006/main" xmlns:r="http://schemas.openxmlformats.org/officeDocument/2006/relationships" xmlns:p="http://schemas.openxmlformats.org/presentationml/2006/main">
  <p:tag name="ICONSANDBUGSTAG" val="123"/>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ICONSANDBUGSTAG" val="123"/>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ICONSANDBUGSTAG" val="123"/>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MoMH English Grid 16:9 - 22552">
  <a:themeElements>
    <a:clrScheme name="Grid MoMRAH">
      <a:dk1>
        <a:srgbClr val="000000"/>
      </a:dk1>
      <a:lt1>
        <a:sysClr val="window" lastClr="FFFFFF"/>
      </a:lt1>
      <a:dk2>
        <a:srgbClr val="006C67"/>
      </a:dk2>
      <a:lt2>
        <a:srgbClr val="F2F2F2"/>
      </a:lt2>
      <a:accent1>
        <a:srgbClr val="003A37"/>
      </a:accent1>
      <a:accent2>
        <a:srgbClr val="004C48"/>
      </a:accent2>
      <a:accent3>
        <a:srgbClr val="9BC73E"/>
      </a:accent3>
      <a:accent4>
        <a:srgbClr val="009A93"/>
      </a:accent4>
      <a:accent5>
        <a:srgbClr val="535353"/>
      </a:accent5>
      <a:accent6>
        <a:srgbClr val="2DC5D9"/>
      </a:accent6>
      <a:hlink>
        <a:srgbClr val="EB641B"/>
      </a:hlink>
      <a:folHlink>
        <a:srgbClr val="FF00FF"/>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6C67"/>
        </a:solidFill>
        <a:ln w="9525" cap="rnd" cmpd="sng" algn="ctr">
          <a:solidFill>
            <a:srgbClr val="006C67"/>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rgbClr val="9A9A9A"/>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000000"/>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C8B7D5F-7512-4997-A62B-111EC02BA27A}">
  <we:reference id="1e02f4c4-fc90-4da1-8ab3-b26c44d971ec" version="2.2.0.0" store="EXCatalog" storeType="EXCatalog"/>
  <we:alternateReferences/>
  <we:properties>
    <we:property name="ClientColors" value="&quot;[\&quot;#000000\&quot;,\&quot;#006C67\&quot;,\&quot;#003A37\&quot;,\&quot;#004C48\&quot;,\&quot;#9BC73E\&quot;,\&quot;#009A93\&quot;,\&quot;#535353\&quot;,\&quot;#2DC5D9\&quot;,\&quot;#004C48\&quot;]&quot;"/>
    <we:property name="ThemeElements" value="&quot;{\&quot;colors\&quot;:[\&quot;#000000\&quot;,\&quot;#006C67\&quot;,\&quot;#003A37\&quot;,\&quot;#004C48\&quot;,\&quot;#9BC73E\&quot;,\&quot;#009A93\&quot;,\&quot;#535353\&quot;,\&quot;#2DC5D9\&quot;,\&quot;#004C48\&quot;],\&quot;fonts\&quot;:[\&quot;Trebuchet MS\&quot;]}&quot;"/>
    <we:property name="ClientFonts" value="&quot;[\&quot;Trebuchet MS\&quot;]&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7eb68fc-9da3-4492-a8be-b9f85eda5f72">
      <Terms xmlns="http://schemas.microsoft.com/office/infopath/2007/PartnerControls"/>
    </lcf76f155ced4ddcb4097134ff3c332f>
    <TaxCatchAll xmlns="a8e107fd-659c-4efa-8a57-6aba7b817710"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7CE68A54106F646B4D05788A8F0AB99" ma:contentTypeVersion="13" ma:contentTypeDescription="Create a new document." ma:contentTypeScope="" ma:versionID="524fbd0175ad8e55010573520aeba045">
  <xsd:schema xmlns:xsd="http://www.w3.org/2001/XMLSchema" xmlns:xs="http://www.w3.org/2001/XMLSchema" xmlns:p="http://schemas.microsoft.com/office/2006/metadata/properties" xmlns:ns2="e7eb68fc-9da3-4492-a8be-b9f85eda5f72" xmlns:ns3="a8e107fd-659c-4efa-8a57-6aba7b817710" targetNamespace="http://schemas.microsoft.com/office/2006/metadata/properties" ma:root="true" ma:fieldsID="a0ee3c0d880314d0f22eb9ce980f5714" ns2:_="" ns3:_="">
    <xsd:import namespace="e7eb68fc-9da3-4492-a8be-b9f85eda5f72"/>
    <xsd:import namespace="a8e107fd-659c-4efa-8a57-6aba7b81771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element ref="ns2:MediaServiceDateTake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eb68fc-9da3-4492-a8be-b9f85eda5f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8e107fd-659c-4efa-8a57-6aba7b817710"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3c9b3ab-5787-4716-9f90-110a5661334c}" ma:internalName="TaxCatchAll" ma:showField="CatchAllData" ma:web="a8e107fd-659c-4efa-8a57-6aba7b81771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E10A0D3-D28E-4B4C-8AEB-9C94832969B7}">
  <ds:schemaRefs>
    <ds:schemaRef ds:uri="14b15728-8f89-4e80-825c-83320d052c02"/>
    <ds:schemaRef ds:uri="http://www.w3.org/XML/1998/namespace"/>
    <ds:schemaRef ds:uri="http://purl.org/dc/dcmitype/"/>
    <ds:schemaRef ds:uri="http://schemas.microsoft.com/office/2006/metadata/properties"/>
    <ds:schemaRef ds:uri="http://schemas.microsoft.com/office/infopath/2007/PartnerControls"/>
    <ds:schemaRef ds:uri="http://purl.org/dc/terms/"/>
    <ds:schemaRef ds:uri="http://purl.org/dc/elements/1.1/"/>
    <ds:schemaRef ds:uri="http://schemas.microsoft.com/office/2006/documentManagement/types"/>
    <ds:schemaRef ds:uri="http://schemas.openxmlformats.org/package/2006/metadata/core-properties"/>
    <ds:schemaRef ds:uri="e7eb68fc-9da3-4492-a8be-b9f85eda5f72"/>
    <ds:schemaRef ds:uri="a8e107fd-659c-4efa-8a57-6aba7b817710"/>
  </ds:schemaRefs>
</ds:datastoreItem>
</file>

<file path=customXml/itemProps2.xml><?xml version="1.0" encoding="utf-8"?>
<ds:datastoreItem xmlns:ds="http://schemas.openxmlformats.org/officeDocument/2006/customXml" ds:itemID="{3A7C202D-6236-4E55-A7C1-253558CF2D5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7eb68fc-9da3-4492-a8be-b9f85eda5f72"/>
    <ds:schemaRef ds:uri="a8e107fd-659c-4efa-8a57-6aba7b81771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AD69527-3167-4BD9-A464-7869CC13498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1151</TotalTime>
  <Words>2522</Words>
  <Application>Microsoft Office PowerPoint</Application>
  <PresentationFormat>Widescreen</PresentationFormat>
  <Paragraphs>492</Paragraphs>
  <Slides>18</Slides>
  <Notes>17</Notes>
  <HiddenSlides>0</HiddenSlides>
  <MMClips>0</MMClips>
  <ScaleCrop>false</ScaleCrop>
  <HeadingPairs>
    <vt:vector size="10"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18</vt:i4>
      </vt:variant>
      <vt:variant>
        <vt:lpstr>Custom Shows</vt:lpstr>
      </vt:variant>
      <vt:variant>
        <vt:i4>1</vt:i4>
      </vt:variant>
    </vt:vector>
  </HeadingPairs>
  <TitlesOfParts>
    <vt:vector size="24" baseType="lpstr">
      <vt:lpstr>Arial</vt:lpstr>
      <vt:lpstr>Trebuchet MS</vt:lpstr>
      <vt:lpstr>Wingdings</vt:lpstr>
      <vt:lpstr>MoMH English Grid 16:9 - 22552</vt:lpstr>
      <vt:lpstr>think-cell Slide</vt:lpstr>
      <vt:lpstr>Policymaking framework</vt:lpstr>
      <vt:lpstr>Strategy, policy, and regulations have different functions</vt:lpstr>
      <vt:lpstr>Following the vision and objectives set in the strategy, a policy sets binding principles that are enforced through regulations</vt:lpstr>
      <vt:lpstr>Policies define a strategic framework that is legally binding</vt:lpstr>
      <vt:lpstr>Best practices for policy development follow 5 guiding principles</vt:lpstr>
      <vt:lpstr>The policy development process consists of eight key steps</vt:lpstr>
      <vt:lpstr>Each step of the policy development process should answer key questions</vt:lpstr>
      <vt:lpstr>Existing capabilities in various areas of the organization should be leveraged to drive the different steps of policy development</vt:lpstr>
      <vt:lpstr>Policy development process should be phased out and supported with detailed checklists / guidelines to ensure proper review and approval</vt:lpstr>
      <vt:lpstr>Deep dive| Policy definition review (phase 0) checklist</vt:lpstr>
      <vt:lpstr>Deep dive| Direction setting review (phase 1) checklist (1/2)</vt:lpstr>
      <vt:lpstr>Deep dive| Direction setting review (phase 1) checklist (2/2)</vt:lpstr>
      <vt:lpstr>Deep dive| Policy assessment and strategic alignment review (phase 2)  checklist (1/2)</vt:lpstr>
      <vt:lpstr>Deep dive| Policy assessment and strategic alignment review (phase 2)  checklist (2/2)</vt:lpstr>
      <vt:lpstr>Deep dive| Legal and budget reviews (phase 3) checklist</vt:lpstr>
      <vt:lpstr>Deep dive| Final policy review (phase 4) checklist</vt:lpstr>
      <vt:lpstr>Deep dive| Final policy approval (phase 5) checklist</vt:lpstr>
      <vt:lpstr>PowerPoint Presentation</vt:lpstr>
      <vt:lpstr>Format Guide Workshop</vt:lpstr>
    </vt:vector>
  </TitlesOfParts>
  <Company>The Boston Consulting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The Boston Consulting Group</dc:creator>
  <cp:lastModifiedBy>Aouad, Wassim</cp:lastModifiedBy>
  <cp:revision>9</cp:revision>
  <cp:lastPrinted>2016-04-06T18:59:25Z</cp:lastPrinted>
  <dcterms:created xsi:type="dcterms:W3CDTF">2016-11-04T11:46:04Z</dcterms:created>
  <dcterms:modified xsi:type="dcterms:W3CDTF">2025-08-13T08:59:22Z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2025-05-22T15:31:05Z</vt:lpwstr>
  </property>
  <property fmtid="{D5CDD505-2E9C-101B-9397-08002B2CF9AE}" pid="9" name="MSIP_Label_b0d5c4f4-7a29-4385-b7a5-afbe2154ae6f_Method">
    <vt:lpwstr>Privileged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6d2e164e-c832-4584-9899-0093fc03889e</vt:lpwstr>
  </property>
  <property fmtid="{D5CDD505-2E9C-101B-9397-08002B2CF9AE}" pid="13" name="MSIP_Label_b0d5c4f4-7a29-4385-b7a5-afbe2154ae6f_ContentBits">
    <vt:lpwstr>0</vt:lpwstr>
  </property>
  <property fmtid="{D5CDD505-2E9C-101B-9397-08002B2CF9AE}" pid="14" name="MSIP_Label_b0d5c4f4-7a29-4385-b7a5-afbe2154ae6f_Tag">
    <vt:lpwstr>50, 0, 1, 1</vt:lpwstr>
  </property>
  <property fmtid="{D5CDD505-2E9C-101B-9397-08002B2CF9AE}" pid="15" name="ContentTypeId">
    <vt:lpwstr>0x01010017CE68A54106F646B4D05788A8F0AB99</vt:lpwstr>
  </property>
  <property fmtid="{D5CDD505-2E9C-101B-9397-08002B2CF9AE}" pid="16" name="MediaServiceImageTags">
    <vt:lpwstr/>
  </property>
</Properties>
</file>